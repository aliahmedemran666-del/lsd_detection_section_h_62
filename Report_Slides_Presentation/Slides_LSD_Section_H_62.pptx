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1" r:id="rId1"/>
    <p:sldMasterId id="2147483697" r:id="rId2"/>
    <p:sldMasterId id="2147483707" r:id="rId3"/>
    <p:sldMasterId id="2147483719" r:id="rId4"/>
  </p:sldMasterIdLst>
  <p:notesMasterIdLst>
    <p:notesMasterId r:id="rId33"/>
  </p:notesMasterIdLst>
  <p:sldIdLst>
    <p:sldId id="275" r:id="rId5"/>
    <p:sldId id="328" r:id="rId6"/>
    <p:sldId id="305" r:id="rId7"/>
    <p:sldId id="303" r:id="rId8"/>
    <p:sldId id="342" r:id="rId9"/>
    <p:sldId id="315" r:id="rId10"/>
    <p:sldId id="341" r:id="rId11"/>
    <p:sldId id="320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338" r:id="rId21"/>
    <p:sldId id="340" r:id="rId22"/>
    <p:sldId id="343" r:id="rId23"/>
    <p:sldId id="344" r:id="rId24"/>
    <p:sldId id="345" r:id="rId25"/>
    <p:sldId id="346" r:id="rId26"/>
    <p:sldId id="307" r:id="rId27"/>
    <p:sldId id="329" r:id="rId28"/>
    <p:sldId id="316" r:id="rId29"/>
    <p:sldId id="256" r:id="rId30"/>
    <p:sldId id="257" r:id="rId31"/>
    <p:sldId id="347" r:id="rId32"/>
  </p:sldIdLst>
  <p:sldSz cx="12192000" cy="6858000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onsolas" panose="020B0609020204030204" pitchFamily="49" charset="0"/>
      <p:regular r:id="rId38"/>
      <p:bold r:id="rId39"/>
      <p:italic r:id="rId40"/>
      <p:boldItalic r:id="rId41"/>
    </p:embeddedFont>
    <p:embeddedFont>
      <p:font typeface="Felix Titling" panose="04060505060202020A04" pitchFamily="82" charset="0"/>
      <p:regular r:id="rId42"/>
    </p:embeddedFont>
    <p:embeddedFont>
      <p:font typeface="Goudy Old Style" panose="02020502050305020303" pitchFamily="18" charset="0"/>
      <p:regular r:id="rId43"/>
      <p:bold r:id="rId44"/>
      <p:italic r:id="rId45"/>
      <p:boldItalic r:id="rId46"/>
    </p:embeddedFont>
    <p:embeddedFont>
      <p:font typeface="Questrial" panose="020B0604020202020204" charset="0"/>
      <p:regular r:id="rId47"/>
    </p:embeddedFont>
    <p:embeddedFont>
      <p:font typeface="roboto" panose="02000000000000000000" pitchFamily="2" charset="0"/>
      <p:regular r:id="rId48"/>
      <p:bold r:id="rId49"/>
      <p:italic r:id="rId50"/>
      <p:boldItalic r:id="rId51"/>
    </p:embeddedFont>
  </p:embeddedFontLst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 A Emran" initials="AAE" lastIdx="1" clrIdx="0">
    <p:extLst>
      <p:ext uri="{19B8F6BF-5375-455C-9EA6-DF929625EA0E}">
        <p15:presenceInfo xmlns:p15="http://schemas.microsoft.com/office/powerpoint/2012/main" userId="aa4773bacc460bd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892B"/>
    <a:srgbClr val="03882A"/>
    <a:srgbClr val="667448"/>
    <a:srgbClr val="81935B"/>
    <a:srgbClr val="8D9F6A"/>
    <a:srgbClr val="DCE4C9"/>
    <a:srgbClr val="694520"/>
    <a:srgbClr val="61C267"/>
    <a:srgbClr val="C9AA83"/>
    <a:srgbClr val="4032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748" autoAdjust="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1.fntdata"/><Relationship Id="rId52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18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6.xml"/><Relationship Id="rId41" Type="http://schemas.openxmlformats.org/officeDocument/2006/relationships/font" Target="fonts/font8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49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4DADD-FBAD-4F0E-8DAB-FC5AF820BF8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ABEF0-3FF6-4CF5-B995-5DA9A5105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04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dataset collection, the first and most important step is </a:t>
            </a:r>
            <a:r>
              <a:rPr lang="en-US" b="1" dirty="0"/>
              <a:t>data preprocessing</a:t>
            </a:r>
            <a:r>
              <a:rPr lang="en-US" dirty="0"/>
              <a:t>. The main purpose of preprocessing is to make the dataset clean, organized, and suitable for training our deep learning models. </a:t>
            </a:r>
          </a:p>
          <a:p>
            <a:r>
              <a:rPr lang="en-US" dirty="0"/>
              <a:t>The first step is data audit, where we count the images in the dataset and check the number of images in different formats.</a:t>
            </a:r>
          </a:p>
          <a:p>
            <a:r>
              <a:rPr lang="en-US" dirty="0"/>
              <a:t>Then comes data cleaning. In this step, corrupted and duplicate images are detected and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BEF0-3FF6-4CF5-B995-5DA9A51052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60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step is splitting. We have a total of 650 images. We divide them into three folders for training, validation, and testing using a 70:15:15 ratio. Each folder contains two subfolders: LSD and Healthy.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BEF0-3FF6-4CF5-B995-5DA9A51052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27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step is resizing, where we bring all images to a fixed size. Here, we use the TensorFlow pipeline/container. The images are not permanently resized at this stage. Instead, they are resized when they are loaded for model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BEF0-3FF6-4CF5-B995-5DA9A51052D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3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we normalize the images by changing the pixel values to a range from 0 to 1. We also use the TensorFlow pipeline for this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BEF0-3FF6-4CF5-B995-5DA9A51052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12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that, we perform data augmentation. Here, images are modified in different ways, such as flipping, zooming, and cropping. TensorFlow is also used for augmentation.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BEF0-3FF6-4CF5-B995-5DA9A51052D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24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preprocessing is complete, our models use the data through TensorFlow. We use four pre-trained CNN models.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BEF0-3FF6-4CF5-B995-5DA9A51052D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63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the confusion matrix shows the prediction performance of EfficientNetB0. It correctly identified 35 healthy images and 36 LSD-affected images. There were 8 false positives and 4 false negatives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BEF0-3FF6-4CF5-B995-5DA9A51052D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33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the confusion matrix values, we calculate accuracy as true positive plus true negative divided by the total number of samples. EfficientNetB0 achieved an accuracy of </a:t>
            </a:r>
            <a:r>
              <a:rPr lang="en-US" b="1" dirty="0"/>
              <a:t>85.54%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BEF0-3FF6-4CF5-B995-5DA9A51052D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8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MobileNetV2, 38 healthy images and 34 LSD images were correctly classified. The model achieved an overall accuracy of </a:t>
            </a:r>
            <a:r>
              <a:rPr lang="en-US" b="1" dirty="0"/>
              <a:t>86.75%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BEF0-3FF6-4CF5-B995-5DA9A51052D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924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ResNet50 correctly classified 40 healthy images and 33 LSD-affected images. It achieved the highest accuracy among our models, which is </a:t>
            </a:r>
            <a:r>
              <a:rPr lang="en-US" b="1" dirty="0"/>
              <a:t>87.95%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BEF0-3FF6-4CF5-B995-5DA9A51052D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752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VGG16 correctly classified 41 healthy images and 29 LSD images. Its overall accuracy was </a:t>
            </a:r>
            <a:r>
              <a:rPr lang="en-US" b="1" dirty="0"/>
              <a:t>84.34%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BEF0-3FF6-4CF5-B995-5DA9A51052D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56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Finally, we compare all four models. ResNet50 gave the best performance with </a:t>
            </a:r>
            <a:r>
              <a:rPr lang="en-US" b="1" dirty="0"/>
              <a:t>87.95% accuracy</a:t>
            </a:r>
            <a:r>
              <a:rPr lang="en-US" dirty="0"/>
              <a:t>, followed by MobileNetV2, EfficientNetB0, and VGG16. So, based on accuracy, ResNet50 performed best in our experiment. </a:t>
            </a:r>
          </a:p>
          <a:p>
            <a:r>
              <a:rPr lang="en-US" dirty="0"/>
              <a:t>That’s all from my part. The remaining topics of our project will be presented by my next team member. Thank you everyone for your </a:t>
            </a:r>
            <a:r>
              <a:rPr lang="en-US" dirty="0" err="1"/>
              <a:t>attentio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BEF0-3FF6-4CF5-B995-5DA9A51052D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73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compared these models using some important performance metrics</a:t>
            </a:r>
          </a:p>
          <a:p>
            <a:endParaRPr lang="en-US" sz="2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comparison, we can see that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ResNet50 performed very well overall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especially in terms of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based on this comparison, </a:t>
            </a: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after selecting ResNet50, we used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Explainable AI techniques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understand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the model makes a particular prediction.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endParaRPr lang="en-US" sz="2400" b="0" dirty="0">
              <a:effectLst/>
            </a:endParaRPr>
          </a:p>
          <a:p>
            <a:br>
              <a:rPr lang="en-US" sz="2400" dirty="0"/>
            </a:b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1CD9E2-74D8-4CD8-B17F-5D421167B1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7185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Now, let's move to Explainable AI, or XAI.</a:t>
            </a:r>
            <a:endParaRPr lang="en-US" dirty="0"/>
          </a:p>
          <a:p>
            <a:r>
              <a:rPr lang="en-US" dirty="0"/>
              <a:t>In our project, XAI is used to understand </a:t>
            </a:r>
            <a:r>
              <a:rPr lang="en-US" b="1" dirty="0"/>
              <a:t>why the model makes a particular prediction</a:t>
            </a:r>
            <a:r>
              <a:rPr lang="en-US" dirty="0"/>
              <a:t>.</a:t>
            </a:r>
          </a:p>
          <a:p>
            <a:r>
              <a:rPr lang="en-US" dirty="0"/>
              <a:t>For example, if the model predicts an image as Lumpy Skin Disease, XAI helps us understand </a:t>
            </a:r>
            <a:r>
              <a:rPr lang="en-US" b="1" dirty="0"/>
              <a:t>which parts of the image influenced that decision</a:t>
            </a:r>
            <a:r>
              <a:rPr lang="en-US" dirty="0"/>
              <a:t>.</a:t>
            </a:r>
          </a:p>
          <a:p>
            <a:r>
              <a:rPr lang="en-US" dirty="0"/>
              <a:t>For this purpose, we considered three XAI techniques: </a:t>
            </a:r>
            <a:r>
              <a:rPr lang="en-US" b="1" dirty="0"/>
              <a:t>LIME, SHAP, and Grad-CAM.</a:t>
            </a:r>
            <a:endParaRPr lang="en-US" dirty="0"/>
          </a:p>
          <a:p>
            <a:r>
              <a:rPr lang="en-US" dirty="0"/>
              <a:t>Now, let’s briefly see how each technique works.”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1CD9E2-74D8-4CD8-B17F-5D421167B1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2918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first technique is LIME, </a:t>
            </a:r>
          </a:p>
          <a:p>
            <a:r>
              <a:rPr lang="en-US" dirty="0"/>
              <a:t>prediction by looking at </a:t>
            </a:r>
            <a:r>
              <a:rPr lang="en-US" b="1" dirty="0"/>
              <a:t>small parts of the image</a:t>
            </a:r>
            <a:r>
              <a:rPr lang="en-US" dirty="0"/>
              <a:t>.</a:t>
            </a:r>
          </a:p>
          <a:p>
            <a:r>
              <a:rPr lang="en-US" dirty="0"/>
              <a:t>It changes or removes some parts of the image and observes how the prediction changes.</a:t>
            </a:r>
          </a:p>
          <a:p>
            <a:r>
              <a:rPr lang="en-US" dirty="0"/>
              <a:t>This helps us identify which image regions are important for the prediction.</a:t>
            </a:r>
          </a:p>
          <a:p>
            <a:r>
              <a:rPr lang="en-US" dirty="0"/>
              <a:t>In our example, the model predicted </a:t>
            </a:r>
            <a:r>
              <a:rPr lang="en-US" b="1" dirty="0"/>
              <a:t>Lumpy Skin Disease with a probability of 95.9 percent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1CD9E2-74D8-4CD8-B17F-5D421167B1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32292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b="1" dirty="0"/>
              <a:t>In this example:</a:t>
            </a:r>
            <a:endParaRPr lang="en-US" dirty="0"/>
          </a:p>
          <a:p>
            <a:pPr rtl="0"/>
            <a:r>
              <a:rPr lang="en-US" dirty="0"/>
              <a:t>SHAP breaks the image into a grid and shows </a:t>
            </a:r>
            <a:r>
              <a:rPr lang="en-US" b="1" dirty="0"/>
              <a:t>which regions influenced that decision</a:t>
            </a:r>
            <a:endParaRPr lang="en-US" dirty="0"/>
          </a:p>
          <a:p>
            <a:pPr rtl="0"/>
            <a:r>
              <a:rPr lang="en-US" b="1" dirty="0"/>
              <a:t>How to read the middle image (SHAP contribution):</a:t>
            </a:r>
            <a:endParaRPr lang="en-US" dirty="0"/>
          </a:p>
          <a:p>
            <a:pPr rtl="0"/>
            <a:r>
              <a:rPr lang="en-US" b="1" dirty="0"/>
              <a:t>Red areas</a:t>
            </a:r>
            <a:r>
              <a:rPr lang="en-US" dirty="0"/>
              <a:t> = pushed the prediction </a:t>
            </a:r>
            <a:r>
              <a:rPr lang="en-US" b="1" dirty="0"/>
              <a:t>towards</a:t>
            </a:r>
            <a:r>
              <a:rPr lang="en-US" dirty="0"/>
              <a:t> "LSD Affected" (these regions look infected)</a:t>
            </a:r>
          </a:p>
          <a:p>
            <a:pPr rtl="0"/>
            <a:r>
              <a:rPr lang="en-US" b="1" dirty="0"/>
              <a:t>Blue areas</a:t>
            </a:r>
            <a:r>
              <a:rPr lang="en-US" dirty="0"/>
              <a:t> = pushed the prediction </a:t>
            </a:r>
            <a:r>
              <a:rPr lang="en-US" b="1" dirty="0"/>
              <a:t>away</a:t>
            </a:r>
            <a:r>
              <a:rPr lang="en-US" dirty="0"/>
              <a:t> from "LSD Affected" (these looked more normal/healthy)</a:t>
            </a:r>
          </a:p>
          <a:p>
            <a:pPr rtl="0"/>
            <a:r>
              <a:rPr lang="en-US" b="1" dirty="0"/>
              <a:t>The right image (SHAP overlay):</a:t>
            </a:r>
            <a:endParaRPr lang="en-US" dirty="0"/>
          </a:p>
          <a:p>
            <a:pPr rtl="0"/>
            <a:r>
              <a:rPr lang="en-US" dirty="0"/>
              <a:t>This overlays the SHAP </a:t>
            </a:r>
            <a:r>
              <a:rPr lang="en-US" dirty="0" err="1"/>
              <a:t>heatmap</a:t>
            </a:r>
            <a:r>
              <a:rPr lang="en-US" dirty="0"/>
              <a:t> on the original photo, so you can </a:t>
            </a:r>
            <a:r>
              <a:rPr lang="en-US" b="1" dirty="0"/>
              <a:t>see exactly which body parts</a:t>
            </a:r>
            <a:r>
              <a:rPr lang="en-US" dirty="0"/>
              <a:t> (like the skin patches with lesions) made the model confident about its diagnosis.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1CD9E2-74D8-4CD8-B17F-5D421167B1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51478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Grad-CAM shows </a:t>
            </a:r>
            <a:r>
              <a:rPr lang="en-US" b="1" dirty="0"/>
              <a:t>where the model focused</a:t>
            </a:r>
            <a:r>
              <a:rPr lang="en-US" dirty="0"/>
              <a:t> in the image using a color </a:t>
            </a:r>
            <a:r>
              <a:rPr lang="en-US" dirty="0" err="1"/>
              <a:t>heatmap</a:t>
            </a:r>
            <a:r>
              <a:rPr lang="en-US" dirty="0"/>
              <a:t>. </a:t>
            </a:r>
          </a:p>
          <a:p>
            <a:pPr rtl="0"/>
            <a:r>
              <a:rPr lang="en-US" b="1" dirty="0"/>
              <a:t>Red/orange areas</a:t>
            </a:r>
            <a:r>
              <a:rPr lang="en-US" dirty="0"/>
              <a:t> mean high attention — these regions mattered most for the prediction. </a:t>
            </a:r>
          </a:p>
          <a:p>
            <a:pPr rtl="0"/>
            <a:r>
              <a:rPr lang="en-US" b="1" dirty="0"/>
              <a:t>Blue areas</a:t>
            </a:r>
            <a:r>
              <a:rPr lang="en-US" dirty="0"/>
              <a:t> mean low attention — the model mostly ignored these regions. </a:t>
            </a:r>
          </a:p>
          <a:p>
            <a:pPr rtl="0"/>
            <a:r>
              <a:rPr lang="en-US" dirty="0"/>
              <a:t>The overlay image shows this </a:t>
            </a:r>
            <a:r>
              <a:rPr lang="en-US" dirty="0" err="1"/>
              <a:t>heatmap</a:t>
            </a:r>
            <a:r>
              <a:rPr lang="en-US" dirty="0"/>
              <a:t> placed on top of the original photo, so we can see exactly which skin area influenced the decision.</a:t>
            </a:r>
          </a:p>
          <a:p>
            <a:pPr rtl="0"/>
            <a:r>
              <a:rPr lang="en-US" dirty="0"/>
              <a:t> Here, the model focused on the </a:t>
            </a:r>
            <a:r>
              <a:rPr lang="en-US" b="1" dirty="0"/>
              <a:t>bumpy, lesion-covered skin patch</a:t>
            </a:r>
            <a:r>
              <a:rPr lang="en-US" dirty="0"/>
              <a:t>, which led to a confident prediction of </a:t>
            </a:r>
            <a:r>
              <a:rPr lang="en-US" b="1" dirty="0"/>
              <a:t>P(LSD) = 1.000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1CD9E2-74D8-4CD8-B17F-5D421167B1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45912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selected </a:t>
            </a:r>
            <a:r>
              <a:rPr lang="en-US" b="1" dirty="0"/>
              <a:t>ResNet50</a:t>
            </a:r>
            <a:r>
              <a:rPr lang="en-US" dirty="0"/>
              <a:t> as our model to detect (LSD). The vet asks </a:t>
            </a:r>
            <a:r>
              <a:rPr lang="en-US" b="1" dirty="0"/>
              <a:t>"HOW?"</a:t>
            </a:r>
            <a:r>
              <a:rPr lang="en-US" dirty="0"/>
              <a:t> — how did the model reach its decision? </a:t>
            </a:r>
          </a:p>
          <a:p>
            <a:r>
              <a:rPr lang="en-US" dirty="0"/>
              <a:t>This is the core question </a:t>
            </a:r>
            <a:r>
              <a:rPr lang="en-US" b="1" dirty="0"/>
              <a:t>XAI</a:t>
            </a:r>
            <a:r>
              <a:rPr lang="en-US" dirty="0"/>
              <a:t> answers. </a:t>
            </a:r>
          </a:p>
          <a:p>
            <a:r>
              <a:rPr lang="en-US" dirty="0"/>
              <a:t>To explain the model's decisions, we apply </a:t>
            </a:r>
            <a:r>
              <a:rPr lang="en-US" b="1" dirty="0"/>
              <a:t>three XAI techniques</a:t>
            </a:r>
            <a:r>
              <a:rPr lang="en-US" dirty="0"/>
              <a:t>: </a:t>
            </a:r>
            <a:r>
              <a:rPr lang="en-US" b="1" dirty="0"/>
              <a:t>Grad-CAM, LIME, and SHAP</a:t>
            </a:r>
            <a:r>
              <a:rPr lang="en-US" dirty="0"/>
              <a:t>. </a:t>
            </a:r>
          </a:p>
          <a:p>
            <a:r>
              <a:rPr lang="en-US" dirty="0"/>
              <a:t>Each technique interprets the model differently, but together they help us </a:t>
            </a:r>
            <a:r>
              <a:rPr lang="en-US" b="1" dirty="0"/>
              <a:t>understand and trust the model's predictions</a:t>
            </a:r>
            <a:r>
              <a:rPr lang="en-US" dirty="0"/>
              <a:t>. T</a:t>
            </a:r>
          </a:p>
          <a:p>
            <a:r>
              <a:rPr lang="en-US" dirty="0"/>
              <a:t>his process leads to the final step: </a:t>
            </a:r>
            <a:r>
              <a:rPr lang="en-US" b="1" dirty="0"/>
              <a:t>Interpretation of Model Decisions</a:t>
            </a:r>
            <a:r>
              <a:rPr lang="en-US" dirty="0"/>
              <a:t> — making the AI's "black box" transparent.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1CD9E2-74D8-4CD8-B17F-5D421167B1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4560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8EDEDF-6A25-4E1D-A04B-377137247B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8608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6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EFB74647-32FF-DB83-5BB2-8B301508F889}"/>
              </a:ext>
            </a:extLst>
          </p:cNvPr>
          <p:cNvGrpSpPr/>
          <p:nvPr userDrawn="1"/>
        </p:nvGrpSpPr>
        <p:grpSpPr>
          <a:xfrm>
            <a:off x="0" y="3210539"/>
            <a:ext cx="12192000" cy="3647461"/>
            <a:chOff x="0" y="3210539"/>
            <a:chExt cx="12192000" cy="3647461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370C7F3-6702-B96E-CD80-B8FCDA1DE521}"/>
                </a:ext>
              </a:extLst>
            </p:cNvPr>
            <p:cNvSpPr/>
            <p:nvPr/>
          </p:nvSpPr>
          <p:spPr>
            <a:xfrm>
              <a:off x="2606488" y="3210539"/>
              <a:ext cx="9585512" cy="3647461"/>
            </a:xfrm>
            <a:custGeom>
              <a:avLst/>
              <a:gdLst>
                <a:gd name="connsiteX0" fmla="*/ 9539385 w 9585512"/>
                <a:gd name="connsiteY0" fmla="*/ 0 h 3647461"/>
                <a:gd name="connsiteX1" fmla="*/ 9582352 w 9585512"/>
                <a:gd name="connsiteY1" fmla="*/ 59665 h 3647461"/>
                <a:gd name="connsiteX2" fmla="*/ 9585512 w 9585512"/>
                <a:gd name="connsiteY2" fmla="*/ 77595 h 3647461"/>
                <a:gd name="connsiteX3" fmla="*/ 9585512 w 9585512"/>
                <a:gd name="connsiteY3" fmla="*/ 3647461 h 3647461"/>
                <a:gd name="connsiteX4" fmla="*/ 119469 w 9585512"/>
                <a:gd name="connsiteY4" fmla="*/ 3647461 h 3647461"/>
                <a:gd name="connsiteX5" fmla="*/ 49978 w 9585512"/>
                <a:gd name="connsiteY5" fmla="*/ 3441866 h 3647461"/>
                <a:gd name="connsiteX6" fmla="*/ 8555 w 9585512"/>
                <a:gd name="connsiteY6" fmla="*/ 2976780 h 3647461"/>
                <a:gd name="connsiteX7" fmla="*/ 277832 w 9585512"/>
                <a:gd name="connsiteY7" fmla="*/ 2586776 h 3647461"/>
                <a:gd name="connsiteX8" fmla="*/ 1215828 w 9585512"/>
                <a:gd name="connsiteY8" fmla="*/ 2479298 h 3647461"/>
                <a:gd name="connsiteX9" fmla="*/ 2256169 w 9585512"/>
                <a:gd name="connsiteY9" fmla="*/ 2327436 h 3647461"/>
                <a:gd name="connsiteX10" fmla="*/ 4866793 w 9585512"/>
                <a:gd name="connsiteY10" fmla="*/ 1719328 h 3647461"/>
                <a:gd name="connsiteX11" fmla="*/ 4953571 w 9585512"/>
                <a:gd name="connsiteY11" fmla="*/ 1693659 h 3647461"/>
                <a:gd name="connsiteX12" fmla="*/ 5035215 w 9585512"/>
                <a:gd name="connsiteY12" fmla="*/ 1573429 h 3647461"/>
                <a:gd name="connsiteX13" fmla="*/ 5022297 w 9585512"/>
                <a:gd name="connsiteY13" fmla="*/ 1673124 h 3647461"/>
                <a:gd name="connsiteX14" fmla="*/ 5022463 w 9585512"/>
                <a:gd name="connsiteY14" fmla="*/ 1673124 h 3647461"/>
                <a:gd name="connsiteX15" fmla="*/ 5067342 w 9585512"/>
                <a:gd name="connsiteY15" fmla="*/ 1612678 h 3647461"/>
                <a:gd name="connsiteX16" fmla="*/ 5089865 w 9585512"/>
                <a:gd name="connsiteY16" fmla="*/ 1652258 h 3647461"/>
                <a:gd name="connsiteX17" fmla="*/ 5090362 w 9585512"/>
                <a:gd name="connsiteY17" fmla="*/ 1652092 h 3647461"/>
                <a:gd name="connsiteX18" fmla="*/ 5090031 w 9585512"/>
                <a:gd name="connsiteY18" fmla="*/ 1559187 h 3647461"/>
                <a:gd name="connsiteX19" fmla="*/ 5156936 w 9585512"/>
                <a:gd name="connsiteY19" fmla="*/ 1631391 h 3647461"/>
                <a:gd name="connsiteX20" fmla="*/ 5174325 w 9585512"/>
                <a:gd name="connsiteY20" fmla="*/ 1559187 h 3647461"/>
                <a:gd name="connsiteX21" fmla="*/ 5198669 w 9585512"/>
                <a:gd name="connsiteY21" fmla="*/ 1618474 h 3647461"/>
                <a:gd name="connsiteX22" fmla="*/ 5198834 w 9585512"/>
                <a:gd name="connsiteY22" fmla="*/ 1618474 h 3647461"/>
                <a:gd name="connsiteX23" fmla="*/ 5249345 w 9585512"/>
                <a:gd name="connsiteY23" fmla="*/ 1484167 h 3647461"/>
                <a:gd name="connsiteX24" fmla="*/ 5273192 w 9585512"/>
                <a:gd name="connsiteY24" fmla="*/ 1595123 h 3647461"/>
                <a:gd name="connsiteX25" fmla="*/ 5273357 w 9585512"/>
                <a:gd name="connsiteY25" fmla="*/ 1595123 h 3647461"/>
                <a:gd name="connsiteX26" fmla="*/ 5292237 w 9585512"/>
                <a:gd name="connsiteY26" fmla="*/ 1537658 h 3647461"/>
                <a:gd name="connsiteX27" fmla="*/ 5322708 w 9585512"/>
                <a:gd name="connsiteY27" fmla="*/ 1579225 h 3647461"/>
                <a:gd name="connsiteX28" fmla="*/ 5323039 w 9585512"/>
                <a:gd name="connsiteY28" fmla="*/ 1579059 h 3647461"/>
                <a:gd name="connsiteX29" fmla="*/ 5338606 w 9585512"/>
                <a:gd name="connsiteY29" fmla="*/ 1484167 h 3647461"/>
                <a:gd name="connsiteX30" fmla="*/ 5389613 w 9585512"/>
                <a:gd name="connsiteY30" fmla="*/ 1557696 h 3647461"/>
                <a:gd name="connsiteX31" fmla="*/ 5417435 w 9585512"/>
                <a:gd name="connsiteY31" fmla="*/ 1482014 h 3647461"/>
                <a:gd name="connsiteX32" fmla="*/ 5436149 w 9585512"/>
                <a:gd name="connsiteY32" fmla="*/ 1542460 h 3647461"/>
                <a:gd name="connsiteX33" fmla="*/ 5451219 w 9585512"/>
                <a:gd name="connsiteY33" fmla="*/ 1537492 h 3647461"/>
                <a:gd name="connsiteX34" fmla="*/ 5453206 w 9585512"/>
                <a:gd name="connsiteY34" fmla="*/ 1482014 h 3647461"/>
                <a:gd name="connsiteX35" fmla="*/ 5479869 w 9585512"/>
                <a:gd name="connsiteY35" fmla="*/ 1528053 h 3647461"/>
                <a:gd name="connsiteX36" fmla="*/ 5479869 w 9585512"/>
                <a:gd name="connsiteY36" fmla="*/ 1493938 h 3647461"/>
                <a:gd name="connsiteX37" fmla="*/ 5491461 w 9585512"/>
                <a:gd name="connsiteY37" fmla="*/ 1524244 h 3647461"/>
                <a:gd name="connsiteX38" fmla="*/ 5510340 w 9585512"/>
                <a:gd name="connsiteY38" fmla="*/ 1518116 h 3647461"/>
                <a:gd name="connsiteX39" fmla="*/ 5514812 w 9585512"/>
                <a:gd name="connsiteY39" fmla="*/ 1482014 h 3647461"/>
                <a:gd name="connsiteX40" fmla="*/ 5544787 w 9585512"/>
                <a:gd name="connsiteY40" fmla="*/ 1506855 h 3647461"/>
                <a:gd name="connsiteX41" fmla="*/ 5590329 w 9585512"/>
                <a:gd name="connsiteY41" fmla="*/ 1491950 h 3647461"/>
                <a:gd name="connsiteX42" fmla="*/ 5604239 w 9585512"/>
                <a:gd name="connsiteY42" fmla="*/ 1390599 h 3647461"/>
                <a:gd name="connsiteX43" fmla="*/ 5635539 w 9585512"/>
                <a:gd name="connsiteY43" fmla="*/ 1476715 h 3647461"/>
                <a:gd name="connsiteX44" fmla="*/ 5654584 w 9585512"/>
                <a:gd name="connsiteY44" fmla="*/ 1470256 h 3647461"/>
                <a:gd name="connsiteX45" fmla="*/ 5651934 w 9585512"/>
                <a:gd name="connsiteY45" fmla="*/ 1423223 h 3647461"/>
                <a:gd name="connsiteX46" fmla="*/ 5679590 w 9585512"/>
                <a:gd name="connsiteY46" fmla="*/ 1461810 h 3647461"/>
                <a:gd name="connsiteX47" fmla="*/ 5679922 w 9585512"/>
                <a:gd name="connsiteY47" fmla="*/ 1461644 h 3647461"/>
                <a:gd name="connsiteX48" fmla="*/ 5691680 w 9585512"/>
                <a:gd name="connsiteY48" fmla="*/ 1390599 h 3647461"/>
                <a:gd name="connsiteX49" fmla="*/ 5720661 w 9585512"/>
                <a:gd name="connsiteY49" fmla="*/ 1447899 h 3647461"/>
                <a:gd name="connsiteX50" fmla="*/ 5768521 w 9585512"/>
                <a:gd name="connsiteY50" fmla="*/ 1431670 h 3647461"/>
                <a:gd name="connsiteX51" fmla="*/ 5781107 w 9585512"/>
                <a:gd name="connsiteY51" fmla="*/ 1368739 h 3647461"/>
                <a:gd name="connsiteX52" fmla="*/ 5805286 w 9585512"/>
                <a:gd name="connsiteY52" fmla="*/ 1419249 h 3647461"/>
                <a:gd name="connsiteX53" fmla="*/ 5812076 w 9585512"/>
                <a:gd name="connsiteY53" fmla="*/ 1416930 h 3647461"/>
                <a:gd name="connsiteX54" fmla="*/ 5818866 w 9585512"/>
                <a:gd name="connsiteY54" fmla="*/ 1380662 h 3647461"/>
                <a:gd name="connsiteX55" fmla="*/ 5836917 w 9585512"/>
                <a:gd name="connsiteY55" fmla="*/ 1408319 h 3647461"/>
                <a:gd name="connsiteX56" fmla="*/ 5850662 w 9585512"/>
                <a:gd name="connsiteY56" fmla="*/ 1343236 h 3647461"/>
                <a:gd name="connsiteX57" fmla="*/ 5877822 w 9585512"/>
                <a:gd name="connsiteY57" fmla="*/ 1394077 h 3647461"/>
                <a:gd name="connsiteX58" fmla="*/ 5877987 w 9585512"/>
                <a:gd name="connsiteY58" fmla="*/ 1394077 h 3647461"/>
                <a:gd name="connsiteX59" fmla="*/ 5896370 w 9585512"/>
                <a:gd name="connsiteY59" fmla="*/ 1356816 h 3647461"/>
                <a:gd name="connsiteX60" fmla="*/ 5909784 w 9585512"/>
                <a:gd name="connsiteY60" fmla="*/ 1382981 h 3647461"/>
                <a:gd name="connsiteX61" fmla="*/ 5910115 w 9585512"/>
                <a:gd name="connsiteY61" fmla="*/ 1382815 h 3647461"/>
                <a:gd name="connsiteX62" fmla="*/ 5926179 w 9585512"/>
                <a:gd name="connsiteY62" fmla="*/ 1299184 h 3647461"/>
                <a:gd name="connsiteX63" fmla="*/ 5951186 w 9585512"/>
                <a:gd name="connsiteY63" fmla="*/ 1368408 h 3647461"/>
                <a:gd name="connsiteX64" fmla="*/ 5987454 w 9585512"/>
                <a:gd name="connsiteY64" fmla="*/ 1355821 h 3647461"/>
                <a:gd name="connsiteX65" fmla="*/ 5995900 w 9585512"/>
                <a:gd name="connsiteY65" fmla="*/ 1311108 h 3647461"/>
                <a:gd name="connsiteX66" fmla="*/ 6001033 w 9585512"/>
                <a:gd name="connsiteY66" fmla="*/ 1324522 h 3647461"/>
                <a:gd name="connsiteX67" fmla="*/ 6015441 w 9585512"/>
                <a:gd name="connsiteY67" fmla="*/ 1346051 h 3647461"/>
                <a:gd name="connsiteX68" fmla="*/ 6029683 w 9585512"/>
                <a:gd name="connsiteY68" fmla="*/ 1259439 h 3647461"/>
                <a:gd name="connsiteX69" fmla="*/ 6063798 w 9585512"/>
                <a:gd name="connsiteY69" fmla="*/ 1328662 h 3647461"/>
                <a:gd name="connsiteX70" fmla="*/ 6088971 w 9585512"/>
                <a:gd name="connsiteY70" fmla="*/ 1319719 h 3647461"/>
                <a:gd name="connsiteX71" fmla="*/ 6088805 w 9585512"/>
                <a:gd name="connsiteY71" fmla="*/ 1259439 h 3647461"/>
                <a:gd name="connsiteX72" fmla="*/ 6126066 w 9585512"/>
                <a:gd name="connsiteY72" fmla="*/ 1306305 h 3647461"/>
                <a:gd name="connsiteX73" fmla="*/ 6126232 w 9585512"/>
                <a:gd name="connsiteY73" fmla="*/ 1306305 h 3647461"/>
                <a:gd name="connsiteX74" fmla="*/ 6144946 w 9585512"/>
                <a:gd name="connsiteY74" fmla="*/ 1269375 h 3647461"/>
                <a:gd name="connsiteX75" fmla="*/ 6156869 w 9585512"/>
                <a:gd name="connsiteY75" fmla="*/ 1295210 h 3647461"/>
                <a:gd name="connsiteX76" fmla="*/ 6157035 w 9585512"/>
                <a:gd name="connsiteY76" fmla="*/ 1295210 h 3647461"/>
                <a:gd name="connsiteX77" fmla="*/ 6156869 w 9585512"/>
                <a:gd name="connsiteY77" fmla="*/ 1241553 h 3647461"/>
                <a:gd name="connsiteX78" fmla="*/ 6188831 w 9585512"/>
                <a:gd name="connsiteY78" fmla="*/ 1283617 h 3647461"/>
                <a:gd name="connsiteX79" fmla="*/ 6188997 w 9585512"/>
                <a:gd name="connsiteY79" fmla="*/ 1283617 h 3647461"/>
                <a:gd name="connsiteX80" fmla="*/ 6204564 w 9585512"/>
                <a:gd name="connsiteY80" fmla="*/ 1241553 h 3647461"/>
                <a:gd name="connsiteX81" fmla="*/ 6214169 w 9585512"/>
                <a:gd name="connsiteY81" fmla="*/ 1274509 h 3647461"/>
                <a:gd name="connsiteX82" fmla="*/ 6222449 w 9585512"/>
                <a:gd name="connsiteY82" fmla="*/ 1207769 h 3647461"/>
                <a:gd name="connsiteX83" fmla="*/ 6245137 w 9585512"/>
                <a:gd name="connsiteY83" fmla="*/ 1263247 h 3647461"/>
                <a:gd name="connsiteX84" fmla="*/ 6281902 w 9585512"/>
                <a:gd name="connsiteY84" fmla="*/ 1197170 h 3647461"/>
                <a:gd name="connsiteX85" fmla="*/ 6282067 w 9585512"/>
                <a:gd name="connsiteY85" fmla="*/ 1249668 h 3647461"/>
                <a:gd name="connsiteX86" fmla="*/ 6285380 w 9585512"/>
                <a:gd name="connsiteY86" fmla="*/ 1245196 h 3647461"/>
                <a:gd name="connsiteX87" fmla="*/ 6294156 w 9585512"/>
                <a:gd name="connsiteY87" fmla="*/ 1150966 h 3647461"/>
                <a:gd name="connsiteX88" fmla="*/ 6324131 w 9585512"/>
                <a:gd name="connsiteY88" fmla="*/ 1233769 h 3647461"/>
                <a:gd name="connsiteX89" fmla="*/ 6324131 w 9585512"/>
                <a:gd name="connsiteY89" fmla="*/ 1234101 h 3647461"/>
                <a:gd name="connsiteX90" fmla="*/ 6339698 w 9585512"/>
                <a:gd name="connsiteY90" fmla="*/ 1197005 h 3647461"/>
                <a:gd name="connsiteX91" fmla="*/ 6339698 w 9585512"/>
                <a:gd name="connsiteY91" fmla="*/ 1228305 h 3647461"/>
                <a:gd name="connsiteX92" fmla="*/ 6339864 w 9585512"/>
                <a:gd name="connsiteY92" fmla="*/ 1228305 h 3647461"/>
                <a:gd name="connsiteX93" fmla="*/ 6361393 w 9585512"/>
                <a:gd name="connsiteY93" fmla="*/ 1166533 h 3647461"/>
                <a:gd name="connsiteX94" fmla="*/ 6374973 w 9585512"/>
                <a:gd name="connsiteY94" fmla="*/ 1213234 h 3647461"/>
                <a:gd name="connsiteX95" fmla="*/ 6374973 w 9585512"/>
                <a:gd name="connsiteY95" fmla="*/ 1215221 h 3647461"/>
                <a:gd name="connsiteX96" fmla="*/ 6387063 w 9585512"/>
                <a:gd name="connsiteY96" fmla="*/ 1182100 h 3647461"/>
                <a:gd name="connsiteX97" fmla="*/ 6402298 w 9585512"/>
                <a:gd name="connsiteY97" fmla="*/ 1204954 h 3647461"/>
                <a:gd name="connsiteX98" fmla="*/ 6428795 w 9585512"/>
                <a:gd name="connsiteY98" fmla="*/ 1127615 h 3647461"/>
                <a:gd name="connsiteX99" fmla="*/ 6441381 w 9585512"/>
                <a:gd name="connsiteY99" fmla="*/ 1190215 h 3647461"/>
                <a:gd name="connsiteX100" fmla="*/ 6448834 w 9585512"/>
                <a:gd name="connsiteY100" fmla="*/ 1187565 h 3647461"/>
                <a:gd name="connsiteX101" fmla="*/ 6448834 w 9585512"/>
                <a:gd name="connsiteY101" fmla="*/ 1160571 h 3647461"/>
                <a:gd name="connsiteX102" fmla="*/ 6458935 w 9585512"/>
                <a:gd name="connsiteY102" fmla="*/ 1183756 h 3647461"/>
                <a:gd name="connsiteX103" fmla="*/ 6473343 w 9585512"/>
                <a:gd name="connsiteY103" fmla="*/ 1127947 h 3647461"/>
                <a:gd name="connsiteX104" fmla="*/ 6482121 w 9585512"/>
                <a:gd name="connsiteY104" fmla="*/ 1141361 h 3647461"/>
                <a:gd name="connsiteX105" fmla="*/ 6491560 w 9585512"/>
                <a:gd name="connsiteY105" fmla="*/ 1171502 h 3647461"/>
                <a:gd name="connsiteX106" fmla="*/ 6501994 w 9585512"/>
                <a:gd name="connsiteY106" fmla="*/ 1143845 h 3647461"/>
                <a:gd name="connsiteX107" fmla="*/ 6514579 w 9585512"/>
                <a:gd name="connsiteY107" fmla="*/ 1162724 h 3647461"/>
                <a:gd name="connsiteX108" fmla="*/ 6532630 w 9585512"/>
                <a:gd name="connsiteY108" fmla="*/ 1094494 h 3647461"/>
                <a:gd name="connsiteX109" fmla="*/ 6548694 w 9585512"/>
                <a:gd name="connsiteY109" fmla="*/ 1149807 h 3647461"/>
                <a:gd name="connsiteX110" fmla="*/ 6563267 w 9585512"/>
                <a:gd name="connsiteY110" fmla="*/ 1144342 h 3647461"/>
                <a:gd name="connsiteX111" fmla="*/ 6570886 w 9585512"/>
                <a:gd name="connsiteY111" fmla="*/ 1107411 h 3647461"/>
                <a:gd name="connsiteX112" fmla="*/ 6587280 w 9585512"/>
                <a:gd name="connsiteY112" fmla="*/ 1135234 h 3647461"/>
                <a:gd name="connsiteX113" fmla="*/ 6607485 w 9585512"/>
                <a:gd name="connsiteY113" fmla="*/ 1127450 h 3647461"/>
                <a:gd name="connsiteX114" fmla="*/ 6598045 w 9585512"/>
                <a:gd name="connsiteY114" fmla="*/ 1077271 h 3647461"/>
                <a:gd name="connsiteX115" fmla="*/ 6622389 w 9585512"/>
                <a:gd name="connsiteY115" fmla="*/ 1121820 h 3647461"/>
                <a:gd name="connsiteX116" fmla="*/ 6648721 w 9585512"/>
                <a:gd name="connsiteY116" fmla="*/ 1111717 h 3647461"/>
                <a:gd name="connsiteX117" fmla="*/ 6648721 w 9585512"/>
                <a:gd name="connsiteY117" fmla="*/ 1032888 h 3647461"/>
                <a:gd name="connsiteX118" fmla="*/ 6680021 w 9585512"/>
                <a:gd name="connsiteY118" fmla="*/ 1099794 h 3647461"/>
                <a:gd name="connsiteX119" fmla="*/ 6690785 w 9585512"/>
                <a:gd name="connsiteY119" fmla="*/ 1095653 h 3647461"/>
                <a:gd name="connsiteX120" fmla="*/ 6680021 w 9585512"/>
                <a:gd name="connsiteY120" fmla="*/ 1054418 h 3647461"/>
                <a:gd name="connsiteX121" fmla="*/ 6706517 w 9585512"/>
                <a:gd name="connsiteY121" fmla="*/ 1089692 h 3647461"/>
                <a:gd name="connsiteX122" fmla="*/ 6745435 w 9585512"/>
                <a:gd name="connsiteY122" fmla="*/ 1074622 h 3647461"/>
                <a:gd name="connsiteX123" fmla="*/ 6730033 w 9585512"/>
                <a:gd name="connsiteY123" fmla="*/ 1004073 h 3647461"/>
                <a:gd name="connsiteX124" fmla="*/ 6773919 w 9585512"/>
                <a:gd name="connsiteY124" fmla="*/ 1063691 h 3647461"/>
                <a:gd name="connsiteX125" fmla="*/ 6777728 w 9585512"/>
                <a:gd name="connsiteY125" fmla="*/ 1062201 h 3647461"/>
                <a:gd name="connsiteX126" fmla="*/ 6787499 w 9585512"/>
                <a:gd name="connsiteY126" fmla="*/ 1032888 h 3647461"/>
                <a:gd name="connsiteX127" fmla="*/ 6802569 w 9585512"/>
                <a:gd name="connsiteY127" fmla="*/ 1052596 h 3647461"/>
                <a:gd name="connsiteX128" fmla="*/ 6802569 w 9585512"/>
                <a:gd name="connsiteY128" fmla="*/ 1004073 h 3647461"/>
                <a:gd name="connsiteX129" fmla="*/ 6828073 w 9585512"/>
                <a:gd name="connsiteY129" fmla="*/ 1042825 h 3647461"/>
                <a:gd name="connsiteX130" fmla="*/ 6846290 w 9585512"/>
                <a:gd name="connsiteY130" fmla="*/ 976914 h 3647461"/>
                <a:gd name="connsiteX131" fmla="*/ 6871958 w 9585512"/>
                <a:gd name="connsiteY131" fmla="*/ 1025933 h 3647461"/>
                <a:gd name="connsiteX132" fmla="*/ 6895309 w 9585512"/>
                <a:gd name="connsiteY132" fmla="*/ 1016825 h 3647461"/>
                <a:gd name="connsiteX133" fmla="*/ 6893653 w 9585512"/>
                <a:gd name="connsiteY133" fmla="*/ 984035 h 3647461"/>
                <a:gd name="connsiteX134" fmla="*/ 6912698 w 9585512"/>
                <a:gd name="connsiteY134" fmla="*/ 1010035 h 3647461"/>
                <a:gd name="connsiteX135" fmla="*/ 6923793 w 9585512"/>
                <a:gd name="connsiteY135" fmla="*/ 951079 h 3647461"/>
                <a:gd name="connsiteX136" fmla="*/ 6943004 w 9585512"/>
                <a:gd name="connsiteY136" fmla="*/ 998442 h 3647461"/>
                <a:gd name="connsiteX137" fmla="*/ 6969667 w 9585512"/>
                <a:gd name="connsiteY137" fmla="*/ 988009 h 3647461"/>
                <a:gd name="connsiteX138" fmla="*/ 6969667 w 9585512"/>
                <a:gd name="connsiteY138" fmla="*/ 943792 h 3647461"/>
                <a:gd name="connsiteX139" fmla="*/ 6989704 w 9585512"/>
                <a:gd name="connsiteY139" fmla="*/ 980226 h 3647461"/>
                <a:gd name="connsiteX140" fmla="*/ 6989870 w 9585512"/>
                <a:gd name="connsiteY140" fmla="*/ 980226 h 3647461"/>
                <a:gd name="connsiteX141" fmla="*/ 7001463 w 9585512"/>
                <a:gd name="connsiteY141" fmla="*/ 919779 h 3647461"/>
                <a:gd name="connsiteX142" fmla="*/ 7021004 w 9585512"/>
                <a:gd name="connsiteY142" fmla="*/ 968137 h 3647461"/>
                <a:gd name="connsiteX143" fmla="*/ 7051311 w 9585512"/>
                <a:gd name="connsiteY143" fmla="*/ 956378 h 3647461"/>
                <a:gd name="connsiteX144" fmla="*/ 7057272 w 9585512"/>
                <a:gd name="connsiteY144" fmla="*/ 906531 h 3647461"/>
                <a:gd name="connsiteX145" fmla="*/ 7078635 w 9585512"/>
                <a:gd name="connsiteY145" fmla="*/ 945614 h 3647461"/>
                <a:gd name="connsiteX146" fmla="*/ 7100661 w 9585512"/>
                <a:gd name="connsiteY146" fmla="*/ 937168 h 3647461"/>
                <a:gd name="connsiteX147" fmla="*/ 7085922 w 9585512"/>
                <a:gd name="connsiteY147" fmla="*/ 899409 h 3647461"/>
                <a:gd name="connsiteX148" fmla="*/ 7115732 w 9585512"/>
                <a:gd name="connsiteY148" fmla="*/ 931372 h 3647461"/>
                <a:gd name="connsiteX149" fmla="*/ 7126330 w 9585512"/>
                <a:gd name="connsiteY149" fmla="*/ 927232 h 3647461"/>
                <a:gd name="connsiteX150" fmla="*/ 7115732 w 9585512"/>
                <a:gd name="connsiteY150" fmla="*/ 867779 h 3647461"/>
                <a:gd name="connsiteX151" fmla="*/ 7158293 w 9585512"/>
                <a:gd name="connsiteY151" fmla="*/ 914811 h 3647461"/>
                <a:gd name="connsiteX152" fmla="*/ 7166076 w 9585512"/>
                <a:gd name="connsiteY152" fmla="*/ 911665 h 3647461"/>
                <a:gd name="connsiteX153" fmla="*/ 7179159 w 9585512"/>
                <a:gd name="connsiteY153" fmla="*/ 886492 h 3647461"/>
                <a:gd name="connsiteX154" fmla="*/ 7193732 w 9585512"/>
                <a:gd name="connsiteY154" fmla="*/ 900900 h 3647461"/>
                <a:gd name="connsiteX155" fmla="*/ 7200688 w 9585512"/>
                <a:gd name="connsiteY155" fmla="*/ 898251 h 3647461"/>
                <a:gd name="connsiteX156" fmla="*/ 7200688 w 9585512"/>
                <a:gd name="connsiteY156" fmla="*/ 867779 h 3647461"/>
                <a:gd name="connsiteX157" fmla="*/ 7218077 w 9585512"/>
                <a:gd name="connsiteY157" fmla="*/ 891461 h 3647461"/>
                <a:gd name="connsiteX158" fmla="*/ 7236625 w 9585512"/>
                <a:gd name="connsiteY158" fmla="*/ 841944 h 3647461"/>
                <a:gd name="connsiteX159" fmla="*/ 7236625 w 9585512"/>
                <a:gd name="connsiteY159" fmla="*/ 843103 h 3647461"/>
                <a:gd name="connsiteX160" fmla="*/ 7253019 w 9585512"/>
                <a:gd name="connsiteY160" fmla="*/ 877881 h 3647461"/>
                <a:gd name="connsiteX161" fmla="*/ 7262128 w 9585512"/>
                <a:gd name="connsiteY161" fmla="*/ 874403 h 3647461"/>
                <a:gd name="connsiteX162" fmla="*/ 7235631 w 9585512"/>
                <a:gd name="connsiteY162" fmla="*/ 809319 h 3647461"/>
                <a:gd name="connsiteX163" fmla="*/ 7287632 w 9585512"/>
                <a:gd name="connsiteY163" fmla="*/ 864467 h 3647461"/>
                <a:gd name="connsiteX164" fmla="*/ 7307007 w 9585512"/>
                <a:gd name="connsiteY164" fmla="*/ 857014 h 3647461"/>
                <a:gd name="connsiteX165" fmla="*/ 7305682 w 9585512"/>
                <a:gd name="connsiteY165" fmla="*/ 816275 h 3647461"/>
                <a:gd name="connsiteX166" fmla="*/ 7330689 w 9585512"/>
                <a:gd name="connsiteY166" fmla="*/ 847740 h 3647461"/>
                <a:gd name="connsiteX167" fmla="*/ 7356689 w 9585512"/>
                <a:gd name="connsiteY167" fmla="*/ 837638 h 3647461"/>
                <a:gd name="connsiteX168" fmla="*/ 7339631 w 9585512"/>
                <a:gd name="connsiteY168" fmla="*/ 750032 h 3647461"/>
                <a:gd name="connsiteX169" fmla="*/ 7388983 w 9585512"/>
                <a:gd name="connsiteY169" fmla="*/ 825218 h 3647461"/>
                <a:gd name="connsiteX170" fmla="*/ 7397925 w 9585512"/>
                <a:gd name="connsiteY170" fmla="*/ 821740 h 3647461"/>
                <a:gd name="connsiteX171" fmla="*/ 7381862 w 9585512"/>
                <a:gd name="connsiteY171" fmla="*/ 778682 h 3647461"/>
                <a:gd name="connsiteX172" fmla="*/ 7416970 w 9585512"/>
                <a:gd name="connsiteY172" fmla="*/ 814288 h 3647461"/>
                <a:gd name="connsiteX173" fmla="*/ 7428397 w 9585512"/>
                <a:gd name="connsiteY173" fmla="*/ 809982 h 3647461"/>
                <a:gd name="connsiteX174" fmla="*/ 7428728 w 9585512"/>
                <a:gd name="connsiteY174" fmla="*/ 808160 h 3647461"/>
                <a:gd name="connsiteX175" fmla="*/ 7381199 w 9585512"/>
                <a:gd name="connsiteY175" fmla="*/ 754504 h 3647461"/>
                <a:gd name="connsiteX176" fmla="*/ 7449098 w 9585512"/>
                <a:gd name="connsiteY176" fmla="*/ 794581 h 3647461"/>
                <a:gd name="connsiteX177" fmla="*/ 7434525 w 9585512"/>
                <a:gd name="connsiteY177" fmla="*/ 761625 h 3647461"/>
                <a:gd name="connsiteX178" fmla="*/ 7476423 w 9585512"/>
                <a:gd name="connsiteY178" fmla="*/ 791268 h 3647461"/>
                <a:gd name="connsiteX179" fmla="*/ 7480563 w 9585512"/>
                <a:gd name="connsiteY179" fmla="*/ 789778 h 3647461"/>
                <a:gd name="connsiteX180" fmla="*/ 7462015 w 9585512"/>
                <a:gd name="connsiteY180" fmla="*/ 714758 h 3647461"/>
                <a:gd name="connsiteX181" fmla="*/ 7512525 w 9585512"/>
                <a:gd name="connsiteY181" fmla="*/ 771230 h 3647461"/>
                <a:gd name="connsiteX182" fmla="*/ 7498449 w 9585512"/>
                <a:gd name="connsiteY182" fmla="*/ 708796 h 3647461"/>
                <a:gd name="connsiteX183" fmla="*/ 7536704 w 9585512"/>
                <a:gd name="connsiteY183" fmla="*/ 751854 h 3647461"/>
                <a:gd name="connsiteX184" fmla="*/ 7513353 w 9585512"/>
                <a:gd name="connsiteY184" fmla="*/ 669216 h 3647461"/>
                <a:gd name="connsiteX185" fmla="*/ 7565519 w 9585512"/>
                <a:gd name="connsiteY185" fmla="*/ 727841 h 3647461"/>
                <a:gd name="connsiteX186" fmla="*/ 7562704 w 9585512"/>
                <a:gd name="connsiteY186" fmla="*/ 681637 h 3647461"/>
                <a:gd name="connsiteX187" fmla="*/ 7586882 w 9585512"/>
                <a:gd name="connsiteY187" fmla="*/ 728007 h 3647461"/>
                <a:gd name="connsiteX188" fmla="*/ 7613876 w 9585512"/>
                <a:gd name="connsiteY188" fmla="*/ 738440 h 3647461"/>
                <a:gd name="connsiteX189" fmla="*/ 7627953 w 9585512"/>
                <a:gd name="connsiteY189" fmla="*/ 732975 h 3647461"/>
                <a:gd name="connsiteX190" fmla="*/ 7613546 w 9585512"/>
                <a:gd name="connsiteY190" fmla="*/ 715586 h 3647461"/>
                <a:gd name="connsiteX191" fmla="*/ 7573634 w 9585512"/>
                <a:gd name="connsiteY191" fmla="*/ 615726 h 3647461"/>
                <a:gd name="connsiteX192" fmla="*/ 7636068 w 9585512"/>
                <a:gd name="connsiteY192" fmla="*/ 703000 h 3647461"/>
                <a:gd name="connsiteX193" fmla="*/ 7622322 w 9585512"/>
                <a:gd name="connsiteY193" fmla="*/ 666401 h 3647461"/>
                <a:gd name="connsiteX194" fmla="*/ 7664387 w 9585512"/>
                <a:gd name="connsiteY194" fmla="*/ 696707 h 3647461"/>
                <a:gd name="connsiteX195" fmla="*/ 7652463 w 9585512"/>
                <a:gd name="connsiteY195" fmla="*/ 613407 h 3647461"/>
                <a:gd name="connsiteX196" fmla="*/ 7689228 w 9585512"/>
                <a:gd name="connsiteY196" fmla="*/ 682299 h 3647461"/>
                <a:gd name="connsiteX197" fmla="*/ 7698005 w 9585512"/>
                <a:gd name="connsiteY197" fmla="*/ 618044 h 3647461"/>
                <a:gd name="connsiteX198" fmla="*/ 7729470 w 9585512"/>
                <a:gd name="connsiteY198" fmla="*/ 674682 h 3647461"/>
                <a:gd name="connsiteX199" fmla="*/ 7687240 w 9585512"/>
                <a:gd name="connsiteY199" fmla="*/ 571177 h 3647461"/>
                <a:gd name="connsiteX200" fmla="*/ 7750667 w 9585512"/>
                <a:gd name="connsiteY200" fmla="*/ 642719 h 3647461"/>
                <a:gd name="connsiteX201" fmla="*/ 7782463 w 9585512"/>
                <a:gd name="connsiteY201" fmla="*/ 670376 h 3647461"/>
                <a:gd name="connsiteX202" fmla="*/ 7770540 w 9585512"/>
                <a:gd name="connsiteY202" fmla="*/ 653318 h 3647461"/>
                <a:gd name="connsiteX203" fmla="*/ 7756298 w 9585512"/>
                <a:gd name="connsiteY203" fmla="*/ 558922 h 3647461"/>
                <a:gd name="connsiteX204" fmla="*/ 7795216 w 9585512"/>
                <a:gd name="connsiteY204" fmla="*/ 638910 h 3647461"/>
                <a:gd name="connsiteX205" fmla="*/ 7810286 w 9585512"/>
                <a:gd name="connsiteY205" fmla="*/ 571012 h 3647461"/>
                <a:gd name="connsiteX206" fmla="*/ 7831815 w 9585512"/>
                <a:gd name="connsiteY206" fmla="*/ 620694 h 3647461"/>
                <a:gd name="connsiteX207" fmla="*/ 7830656 w 9585512"/>
                <a:gd name="connsiteY207" fmla="*/ 549648 h 3647461"/>
                <a:gd name="connsiteX208" fmla="*/ 7852682 w 9585512"/>
                <a:gd name="connsiteY208" fmla="*/ 597012 h 3647461"/>
                <a:gd name="connsiteX209" fmla="*/ 7865102 w 9585512"/>
                <a:gd name="connsiteY209" fmla="*/ 610757 h 3647461"/>
                <a:gd name="connsiteX210" fmla="*/ 7837611 w 9585512"/>
                <a:gd name="connsiteY210" fmla="*/ 479100 h 3647461"/>
                <a:gd name="connsiteX211" fmla="*/ 7909319 w 9585512"/>
                <a:gd name="connsiteY211" fmla="*/ 589394 h 3647461"/>
                <a:gd name="connsiteX212" fmla="*/ 7930847 w 9585512"/>
                <a:gd name="connsiteY212" fmla="*/ 501622 h 3647461"/>
                <a:gd name="connsiteX213" fmla="*/ 7956682 w 9585512"/>
                <a:gd name="connsiteY213" fmla="*/ 570846 h 3647461"/>
                <a:gd name="connsiteX214" fmla="*/ 8023256 w 9585512"/>
                <a:gd name="connsiteY214" fmla="*/ 556935 h 3647461"/>
                <a:gd name="connsiteX215" fmla="*/ 7957014 w 9585512"/>
                <a:gd name="connsiteY215" fmla="*/ 448463 h 3647461"/>
                <a:gd name="connsiteX216" fmla="*/ 8092314 w 9585512"/>
                <a:gd name="connsiteY216" fmla="*/ 554617 h 3647461"/>
                <a:gd name="connsiteX217" fmla="*/ 8079562 w 9585512"/>
                <a:gd name="connsiteY217" fmla="*/ 440679 h 3647461"/>
                <a:gd name="connsiteX218" fmla="*/ 8140175 w 9585512"/>
                <a:gd name="connsiteY218" fmla="*/ 541368 h 3647461"/>
                <a:gd name="connsiteX219" fmla="*/ 8183563 w 9585512"/>
                <a:gd name="connsiteY219" fmla="*/ 525636 h 3647461"/>
                <a:gd name="connsiteX220" fmla="*/ 8167334 w 9585512"/>
                <a:gd name="connsiteY220" fmla="*/ 462208 h 3647461"/>
                <a:gd name="connsiteX221" fmla="*/ 8183563 w 9585512"/>
                <a:gd name="connsiteY221" fmla="*/ 477444 h 3647461"/>
                <a:gd name="connsiteX222" fmla="*/ 8215194 w 9585512"/>
                <a:gd name="connsiteY222" fmla="*/ 514209 h 3647461"/>
                <a:gd name="connsiteX223" fmla="*/ 8227780 w 9585512"/>
                <a:gd name="connsiteY223" fmla="*/ 509737 h 3647461"/>
                <a:gd name="connsiteX224" fmla="*/ 8195984 w 9585512"/>
                <a:gd name="connsiteY224" fmla="*/ 422793 h 3647461"/>
                <a:gd name="connsiteX225" fmla="*/ 8266863 w 9585512"/>
                <a:gd name="connsiteY225" fmla="*/ 495826 h 3647461"/>
                <a:gd name="connsiteX226" fmla="*/ 8293526 w 9585512"/>
                <a:gd name="connsiteY226" fmla="*/ 486386 h 3647461"/>
                <a:gd name="connsiteX227" fmla="*/ 8293526 w 9585512"/>
                <a:gd name="connsiteY227" fmla="*/ 422793 h 3647461"/>
                <a:gd name="connsiteX228" fmla="*/ 8318202 w 9585512"/>
                <a:gd name="connsiteY228" fmla="*/ 477609 h 3647461"/>
                <a:gd name="connsiteX229" fmla="*/ 8357616 w 9585512"/>
                <a:gd name="connsiteY229" fmla="*/ 463533 h 3647461"/>
                <a:gd name="connsiteX230" fmla="*/ 8353642 w 9585512"/>
                <a:gd name="connsiteY230" fmla="*/ 458730 h 3647461"/>
                <a:gd name="connsiteX231" fmla="*/ 8339399 w 9585512"/>
                <a:gd name="connsiteY231" fmla="*/ 381557 h 3647461"/>
                <a:gd name="connsiteX232" fmla="*/ 8379807 w 9585512"/>
                <a:gd name="connsiteY232" fmla="*/ 455915 h 3647461"/>
                <a:gd name="connsiteX233" fmla="*/ 8416406 w 9585512"/>
                <a:gd name="connsiteY233" fmla="*/ 443163 h 3647461"/>
                <a:gd name="connsiteX234" fmla="*/ 8405641 w 9585512"/>
                <a:gd name="connsiteY234" fmla="*/ 397787 h 3647461"/>
                <a:gd name="connsiteX235" fmla="*/ 8442241 w 9585512"/>
                <a:gd name="connsiteY235" fmla="*/ 434220 h 3647461"/>
                <a:gd name="connsiteX236" fmla="*/ 8453336 w 9585512"/>
                <a:gd name="connsiteY236" fmla="*/ 430412 h 3647461"/>
                <a:gd name="connsiteX237" fmla="*/ 8434292 w 9585512"/>
                <a:gd name="connsiteY237" fmla="*/ 345786 h 3647461"/>
                <a:gd name="connsiteX238" fmla="*/ 8487617 w 9585512"/>
                <a:gd name="connsiteY238" fmla="*/ 418488 h 3647461"/>
                <a:gd name="connsiteX239" fmla="*/ 8527859 w 9585512"/>
                <a:gd name="connsiteY239" fmla="*/ 404742 h 3647461"/>
                <a:gd name="connsiteX240" fmla="*/ 8513121 w 9585512"/>
                <a:gd name="connsiteY240" fmla="*/ 352907 h 3647461"/>
                <a:gd name="connsiteX241" fmla="*/ 8557338 w 9585512"/>
                <a:gd name="connsiteY241" fmla="*/ 394641 h 3647461"/>
                <a:gd name="connsiteX242" fmla="*/ 8543592 w 9585512"/>
                <a:gd name="connsiteY242" fmla="*/ 279544 h 3647461"/>
                <a:gd name="connsiteX243" fmla="*/ 8591452 w 9585512"/>
                <a:gd name="connsiteY243" fmla="*/ 383379 h 3647461"/>
                <a:gd name="connsiteX244" fmla="*/ 8621096 w 9585512"/>
                <a:gd name="connsiteY244" fmla="*/ 373443 h 3647461"/>
                <a:gd name="connsiteX245" fmla="*/ 8613478 w 9585512"/>
                <a:gd name="connsiteY245" fmla="*/ 327901 h 3647461"/>
                <a:gd name="connsiteX246" fmla="*/ 8644447 w 9585512"/>
                <a:gd name="connsiteY246" fmla="*/ 365494 h 3647461"/>
                <a:gd name="connsiteX247" fmla="*/ 8656370 w 9585512"/>
                <a:gd name="connsiteY247" fmla="*/ 304550 h 3647461"/>
                <a:gd name="connsiteX248" fmla="*/ 8689491 w 9585512"/>
                <a:gd name="connsiteY248" fmla="*/ 350755 h 3647461"/>
                <a:gd name="connsiteX249" fmla="*/ 8743645 w 9585512"/>
                <a:gd name="connsiteY249" fmla="*/ 333200 h 3647461"/>
                <a:gd name="connsiteX250" fmla="*/ 8735199 w 9585512"/>
                <a:gd name="connsiteY250" fmla="*/ 258015 h 3647461"/>
                <a:gd name="connsiteX251" fmla="*/ 8776103 w 9585512"/>
                <a:gd name="connsiteY251" fmla="*/ 322436 h 3647461"/>
                <a:gd name="connsiteX252" fmla="*/ 8776103 w 9585512"/>
                <a:gd name="connsiteY252" fmla="*/ 270601 h 3647461"/>
                <a:gd name="connsiteX253" fmla="*/ 8784384 w 9585512"/>
                <a:gd name="connsiteY253" fmla="*/ 284512 h 3647461"/>
                <a:gd name="connsiteX254" fmla="*/ 8814028 w 9585512"/>
                <a:gd name="connsiteY254" fmla="*/ 310347 h 3647461"/>
                <a:gd name="connsiteX255" fmla="*/ 8834231 w 9585512"/>
                <a:gd name="connsiteY255" fmla="*/ 304054 h 3647461"/>
                <a:gd name="connsiteX256" fmla="*/ 8839035 w 9585512"/>
                <a:gd name="connsiteY256" fmla="*/ 266957 h 3647461"/>
                <a:gd name="connsiteX257" fmla="*/ 8857085 w 9585512"/>
                <a:gd name="connsiteY257" fmla="*/ 296933 h 3647461"/>
                <a:gd name="connsiteX258" fmla="*/ 8894844 w 9585512"/>
                <a:gd name="connsiteY258" fmla="*/ 285174 h 3647461"/>
                <a:gd name="connsiteX259" fmla="*/ 8894844 w 9585512"/>
                <a:gd name="connsiteY259" fmla="*/ 284843 h 3647461"/>
                <a:gd name="connsiteX260" fmla="*/ 8874971 w 9585512"/>
                <a:gd name="connsiteY260" fmla="*/ 188294 h 3647461"/>
                <a:gd name="connsiteX261" fmla="*/ 8942539 w 9585512"/>
                <a:gd name="connsiteY261" fmla="*/ 270270 h 3647461"/>
                <a:gd name="connsiteX262" fmla="*/ 8952641 w 9585512"/>
                <a:gd name="connsiteY262" fmla="*/ 267123 h 3647461"/>
                <a:gd name="connsiteX263" fmla="*/ 8955456 w 9585512"/>
                <a:gd name="connsiteY263" fmla="*/ 198893 h 3647461"/>
                <a:gd name="connsiteX264" fmla="*/ 8989571 w 9585512"/>
                <a:gd name="connsiteY264" fmla="*/ 256028 h 3647461"/>
                <a:gd name="connsiteX265" fmla="*/ 9024845 w 9585512"/>
                <a:gd name="connsiteY265" fmla="*/ 245429 h 3647461"/>
                <a:gd name="connsiteX266" fmla="*/ 9025176 w 9585512"/>
                <a:gd name="connsiteY266" fmla="*/ 245098 h 3647461"/>
                <a:gd name="connsiteX267" fmla="*/ 9001991 w 9585512"/>
                <a:gd name="connsiteY267" fmla="*/ 197072 h 3647461"/>
                <a:gd name="connsiteX268" fmla="*/ 9055813 w 9585512"/>
                <a:gd name="connsiteY268" fmla="*/ 235989 h 3647461"/>
                <a:gd name="connsiteX269" fmla="*/ 9064757 w 9585512"/>
                <a:gd name="connsiteY269" fmla="*/ 168919 h 3647461"/>
                <a:gd name="connsiteX270" fmla="*/ 9096221 w 9585512"/>
                <a:gd name="connsiteY270" fmla="*/ 224231 h 3647461"/>
                <a:gd name="connsiteX271" fmla="*/ 9146401 w 9585512"/>
                <a:gd name="connsiteY271" fmla="*/ 209823 h 3647461"/>
                <a:gd name="connsiteX272" fmla="*/ 9134476 w 9585512"/>
                <a:gd name="connsiteY272" fmla="*/ 129007 h 3647461"/>
                <a:gd name="connsiteX273" fmla="*/ 9178197 w 9585512"/>
                <a:gd name="connsiteY273" fmla="*/ 200549 h 3647461"/>
                <a:gd name="connsiteX274" fmla="*/ 9159815 w 9585512"/>
                <a:gd name="connsiteY274" fmla="*/ 68727 h 3647461"/>
                <a:gd name="connsiteX275" fmla="*/ 9215956 w 9585512"/>
                <a:gd name="connsiteY275" fmla="*/ 189785 h 3647461"/>
                <a:gd name="connsiteX276" fmla="*/ 9215790 w 9585512"/>
                <a:gd name="connsiteY276" fmla="*/ 190116 h 3647461"/>
                <a:gd name="connsiteX277" fmla="*/ 9255535 w 9585512"/>
                <a:gd name="connsiteY277" fmla="*/ 178855 h 3647461"/>
                <a:gd name="connsiteX278" fmla="*/ 9247420 w 9585512"/>
                <a:gd name="connsiteY278" fmla="*/ 104001 h 3647461"/>
                <a:gd name="connsiteX279" fmla="*/ 9285344 w 9585512"/>
                <a:gd name="connsiteY279" fmla="*/ 170575 h 3647461"/>
                <a:gd name="connsiteX280" fmla="*/ 9285344 w 9585512"/>
                <a:gd name="connsiteY280" fmla="*/ 114765 h 3647461"/>
                <a:gd name="connsiteX281" fmla="*/ 9309854 w 9585512"/>
                <a:gd name="connsiteY281" fmla="*/ 164282 h 3647461"/>
                <a:gd name="connsiteX282" fmla="*/ 9335523 w 9585512"/>
                <a:gd name="connsiteY282" fmla="*/ 157326 h 3647461"/>
                <a:gd name="connsiteX283" fmla="*/ 9335192 w 9585512"/>
                <a:gd name="connsiteY283" fmla="*/ 95058 h 3647461"/>
                <a:gd name="connsiteX284" fmla="*/ 9367817 w 9585512"/>
                <a:gd name="connsiteY284" fmla="*/ 148715 h 3647461"/>
                <a:gd name="connsiteX285" fmla="*/ 9376427 w 9585512"/>
                <a:gd name="connsiteY285" fmla="*/ 146396 h 3647461"/>
                <a:gd name="connsiteX286" fmla="*/ 9362020 w 9585512"/>
                <a:gd name="connsiteY286" fmla="*/ 55644 h 3647461"/>
                <a:gd name="connsiteX287" fmla="*/ 9414848 w 9585512"/>
                <a:gd name="connsiteY287" fmla="*/ 127683 h 3647461"/>
                <a:gd name="connsiteX288" fmla="*/ 9451614 w 9585512"/>
                <a:gd name="connsiteY288" fmla="*/ 55644 h 3647461"/>
                <a:gd name="connsiteX289" fmla="*/ 9469168 w 9585512"/>
                <a:gd name="connsiteY289" fmla="*/ 122714 h 3647461"/>
                <a:gd name="connsiteX290" fmla="*/ 9512722 w 9585512"/>
                <a:gd name="connsiteY290" fmla="*/ 111784 h 3647461"/>
                <a:gd name="connsiteX291" fmla="*/ 9512557 w 9585512"/>
                <a:gd name="connsiteY291" fmla="*/ 111453 h 3647461"/>
                <a:gd name="connsiteX292" fmla="*/ 9513882 w 9585512"/>
                <a:gd name="connsiteY292" fmla="*/ 55644 h 3647461"/>
                <a:gd name="connsiteX293" fmla="*/ 9535576 w 9585512"/>
                <a:gd name="connsiteY293" fmla="*/ 105988 h 3647461"/>
                <a:gd name="connsiteX294" fmla="*/ 9547169 w 9585512"/>
                <a:gd name="connsiteY294" fmla="*/ 103007 h 3647461"/>
                <a:gd name="connsiteX295" fmla="*/ 9539385 w 9585512"/>
                <a:gd name="connsiteY295" fmla="*/ 0 h 364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</a:cxnLst>
              <a:rect l="l" t="t" r="r" b="b"/>
              <a:pathLst>
                <a:path w="9585512" h="3647461">
                  <a:moveTo>
                    <a:pt x="9539385" y="0"/>
                  </a:moveTo>
                  <a:cubicBezTo>
                    <a:pt x="9539385" y="0"/>
                    <a:pt x="9569194" y="27201"/>
                    <a:pt x="9582352" y="59665"/>
                  </a:cubicBezTo>
                  <a:lnTo>
                    <a:pt x="9585512" y="77595"/>
                  </a:lnTo>
                  <a:lnTo>
                    <a:pt x="9585512" y="3647461"/>
                  </a:lnTo>
                  <a:lnTo>
                    <a:pt x="119469" y="3647461"/>
                  </a:lnTo>
                  <a:lnTo>
                    <a:pt x="49978" y="3441866"/>
                  </a:lnTo>
                  <a:cubicBezTo>
                    <a:pt x="7189" y="3282490"/>
                    <a:pt x="-12642" y="3120196"/>
                    <a:pt x="8555" y="2976780"/>
                  </a:cubicBezTo>
                  <a:cubicBezTo>
                    <a:pt x="33065" y="2809683"/>
                    <a:pt x="113384" y="2668089"/>
                    <a:pt x="277832" y="2586776"/>
                  </a:cubicBezTo>
                  <a:cubicBezTo>
                    <a:pt x="532700" y="2460584"/>
                    <a:pt x="939596" y="2512916"/>
                    <a:pt x="1215828" y="2479298"/>
                  </a:cubicBezTo>
                  <a:cubicBezTo>
                    <a:pt x="1563437" y="2436902"/>
                    <a:pt x="1910217" y="2386226"/>
                    <a:pt x="2256169" y="2327436"/>
                  </a:cubicBezTo>
                  <a:cubicBezTo>
                    <a:pt x="3134216" y="2177893"/>
                    <a:pt x="4005969" y="1974859"/>
                    <a:pt x="4866793" y="1719328"/>
                  </a:cubicBezTo>
                  <a:cubicBezTo>
                    <a:pt x="4895774" y="1711048"/>
                    <a:pt x="4924755" y="1702437"/>
                    <a:pt x="4953571" y="1693659"/>
                  </a:cubicBezTo>
                  <a:cubicBezTo>
                    <a:pt x="4969635" y="1657392"/>
                    <a:pt x="4996629" y="1607875"/>
                    <a:pt x="5035215" y="1573429"/>
                  </a:cubicBezTo>
                  <a:lnTo>
                    <a:pt x="5022297" y="1673124"/>
                  </a:lnTo>
                  <a:lnTo>
                    <a:pt x="5022463" y="1673124"/>
                  </a:lnTo>
                  <a:lnTo>
                    <a:pt x="5067342" y="1612678"/>
                  </a:lnTo>
                  <a:lnTo>
                    <a:pt x="5089865" y="1652258"/>
                  </a:lnTo>
                  <a:cubicBezTo>
                    <a:pt x="5089865" y="1652258"/>
                    <a:pt x="5090196" y="1652092"/>
                    <a:pt x="5090362" y="1652092"/>
                  </a:cubicBezTo>
                  <a:cubicBezTo>
                    <a:pt x="5092018" y="1648780"/>
                    <a:pt x="5104604" y="1622283"/>
                    <a:pt x="5090031" y="1559187"/>
                  </a:cubicBezTo>
                  <a:cubicBezTo>
                    <a:pt x="5090031" y="1559187"/>
                    <a:pt x="5135738" y="1586512"/>
                    <a:pt x="5156936" y="1631391"/>
                  </a:cubicBezTo>
                  <a:lnTo>
                    <a:pt x="5174325" y="1559187"/>
                  </a:lnTo>
                  <a:lnTo>
                    <a:pt x="5198669" y="1618474"/>
                  </a:lnTo>
                  <a:lnTo>
                    <a:pt x="5198834" y="1618474"/>
                  </a:lnTo>
                  <a:cubicBezTo>
                    <a:pt x="5199000" y="1615327"/>
                    <a:pt x="5207280" y="1522753"/>
                    <a:pt x="5249345" y="1484167"/>
                  </a:cubicBezTo>
                  <a:cubicBezTo>
                    <a:pt x="5249345" y="1484167"/>
                    <a:pt x="5243714" y="1566970"/>
                    <a:pt x="5273192" y="1595123"/>
                  </a:cubicBezTo>
                  <a:lnTo>
                    <a:pt x="5273357" y="1595123"/>
                  </a:lnTo>
                  <a:lnTo>
                    <a:pt x="5292237" y="1537658"/>
                  </a:lnTo>
                  <a:lnTo>
                    <a:pt x="5322708" y="1579225"/>
                  </a:lnTo>
                  <a:cubicBezTo>
                    <a:pt x="5322708" y="1579225"/>
                    <a:pt x="5322708" y="1579225"/>
                    <a:pt x="5323039" y="1579059"/>
                  </a:cubicBezTo>
                  <a:cubicBezTo>
                    <a:pt x="5325689" y="1575416"/>
                    <a:pt x="5359142" y="1525403"/>
                    <a:pt x="5338606" y="1484167"/>
                  </a:cubicBezTo>
                  <a:cubicBezTo>
                    <a:pt x="5338606" y="1484167"/>
                    <a:pt x="5370568" y="1510167"/>
                    <a:pt x="5389613" y="1557696"/>
                  </a:cubicBezTo>
                  <a:cubicBezTo>
                    <a:pt x="5389613" y="1557696"/>
                    <a:pt x="5389613" y="1507849"/>
                    <a:pt x="5417435" y="1482014"/>
                  </a:cubicBezTo>
                  <a:cubicBezTo>
                    <a:pt x="5417435" y="1482014"/>
                    <a:pt x="5414785" y="1514473"/>
                    <a:pt x="5436149" y="1542460"/>
                  </a:cubicBezTo>
                  <a:cubicBezTo>
                    <a:pt x="5441283" y="1540804"/>
                    <a:pt x="5446251" y="1539148"/>
                    <a:pt x="5451219" y="1537492"/>
                  </a:cubicBezTo>
                  <a:lnTo>
                    <a:pt x="5453206" y="1482014"/>
                  </a:lnTo>
                  <a:lnTo>
                    <a:pt x="5479869" y="1528053"/>
                  </a:lnTo>
                  <a:lnTo>
                    <a:pt x="5479869" y="1493938"/>
                  </a:lnTo>
                  <a:lnTo>
                    <a:pt x="5491461" y="1524244"/>
                  </a:lnTo>
                  <a:cubicBezTo>
                    <a:pt x="5497755" y="1522256"/>
                    <a:pt x="5504048" y="1520103"/>
                    <a:pt x="5510340" y="1518116"/>
                  </a:cubicBezTo>
                  <a:cubicBezTo>
                    <a:pt x="5515640" y="1512320"/>
                    <a:pt x="5518952" y="1501721"/>
                    <a:pt x="5514812" y="1482014"/>
                  </a:cubicBezTo>
                  <a:cubicBezTo>
                    <a:pt x="5514812" y="1482014"/>
                    <a:pt x="5530379" y="1489135"/>
                    <a:pt x="5544787" y="1506855"/>
                  </a:cubicBezTo>
                  <a:cubicBezTo>
                    <a:pt x="5560022" y="1501721"/>
                    <a:pt x="5575258" y="1496919"/>
                    <a:pt x="5590329" y="1491950"/>
                  </a:cubicBezTo>
                  <a:cubicBezTo>
                    <a:pt x="5590329" y="1491122"/>
                    <a:pt x="5584532" y="1428192"/>
                    <a:pt x="5604239" y="1390599"/>
                  </a:cubicBezTo>
                  <a:cubicBezTo>
                    <a:pt x="5604239" y="1390599"/>
                    <a:pt x="5609870" y="1455351"/>
                    <a:pt x="5635539" y="1476715"/>
                  </a:cubicBezTo>
                  <a:cubicBezTo>
                    <a:pt x="5641832" y="1474562"/>
                    <a:pt x="5648125" y="1472409"/>
                    <a:pt x="5654584" y="1470256"/>
                  </a:cubicBezTo>
                  <a:cubicBezTo>
                    <a:pt x="5657565" y="1453198"/>
                    <a:pt x="5651934" y="1423223"/>
                    <a:pt x="5651934" y="1423223"/>
                  </a:cubicBezTo>
                  <a:lnTo>
                    <a:pt x="5679590" y="1461810"/>
                  </a:lnTo>
                  <a:cubicBezTo>
                    <a:pt x="5679590" y="1461810"/>
                    <a:pt x="5679756" y="1461810"/>
                    <a:pt x="5679922" y="1461644"/>
                  </a:cubicBezTo>
                  <a:cubicBezTo>
                    <a:pt x="5681246" y="1459823"/>
                    <a:pt x="5705260" y="1423555"/>
                    <a:pt x="5691680" y="1390599"/>
                  </a:cubicBezTo>
                  <a:cubicBezTo>
                    <a:pt x="5691680" y="1390599"/>
                    <a:pt x="5709400" y="1408485"/>
                    <a:pt x="5720661" y="1447899"/>
                  </a:cubicBezTo>
                  <a:cubicBezTo>
                    <a:pt x="5736725" y="1442434"/>
                    <a:pt x="5752623" y="1437134"/>
                    <a:pt x="5768521" y="1431670"/>
                  </a:cubicBezTo>
                  <a:cubicBezTo>
                    <a:pt x="5768521" y="1430676"/>
                    <a:pt x="5767527" y="1398051"/>
                    <a:pt x="5781107" y="1368739"/>
                  </a:cubicBezTo>
                  <a:cubicBezTo>
                    <a:pt x="5781107" y="1368739"/>
                    <a:pt x="5789222" y="1405172"/>
                    <a:pt x="5805286" y="1419249"/>
                  </a:cubicBezTo>
                  <a:cubicBezTo>
                    <a:pt x="5807604" y="1418586"/>
                    <a:pt x="5809923" y="1417759"/>
                    <a:pt x="5812076" y="1416930"/>
                  </a:cubicBezTo>
                  <a:lnTo>
                    <a:pt x="5818866" y="1380662"/>
                  </a:lnTo>
                  <a:lnTo>
                    <a:pt x="5836917" y="1408319"/>
                  </a:lnTo>
                  <a:cubicBezTo>
                    <a:pt x="5836917" y="1408319"/>
                    <a:pt x="5854637" y="1375032"/>
                    <a:pt x="5850662" y="1343236"/>
                  </a:cubicBezTo>
                  <a:cubicBezTo>
                    <a:pt x="5850662" y="1343236"/>
                    <a:pt x="5874841" y="1364268"/>
                    <a:pt x="5877822" y="1394077"/>
                  </a:cubicBezTo>
                  <a:lnTo>
                    <a:pt x="5877987" y="1394077"/>
                  </a:lnTo>
                  <a:lnTo>
                    <a:pt x="5896370" y="1356816"/>
                  </a:lnTo>
                  <a:lnTo>
                    <a:pt x="5909784" y="1382981"/>
                  </a:lnTo>
                  <a:cubicBezTo>
                    <a:pt x="5909784" y="1382981"/>
                    <a:pt x="5909784" y="1382815"/>
                    <a:pt x="5910115" y="1382815"/>
                  </a:cubicBezTo>
                  <a:cubicBezTo>
                    <a:pt x="5912433" y="1379007"/>
                    <a:pt x="5939593" y="1333465"/>
                    <a:pt x="5926179" y="1299184"/>
                  </a:cubicBezTo>
                  <a:cubicBezTo>
                    <a:pt x="5926179" y="1299184"/>
                    <a:pt x="5952179" y="1330815"/>
                    <a:pt x="5951186" y="1368408"/>
                  </a:cubicBezTo>
                  <a:cubicBezTo>
                    <a:pt x="5963275" y="1364268"/>
                    <a:pt x="5975364" y="1359962"/>
                    <a:pt x="5987454" y="1355821"/>
                  </a:cubicBezTo>
                  <a:cubicBezTo>
                    <a:pt x="5987454" y="1354663"/>
                    <a:pt x="5986128" y="1334293"/>
                    <a:pt x="5995900" y="1311108"/>
                  </a:cubicBezTo>
                  <a:cubicBezTo>
                    <a:pt x="5995900" y="1311108"/>
                    <a:pt x="5997721" y="1317070"/>
                    <a:pt x="6001033" y="1324522"/>
                  </a:cubicBezTo>
                  <a:cubicBezTo>
                    <a:pt x="6004511" y="1331975"/>
                    <a:pt x="6009314" y="1340586"/>
                    <a:pt x="6015441" y="1346051"/>
                  </a:cubicBezTo>
                  <a:cubicBezTo>
                    <a:pt x="6015275" y="1345057"/>
                    <a:pt x="6007823" y="1283120"/>
                    <a:pt x="6029683" y="1259439"/>
                  </a:cubicBezTo>
                  <a:cubicBezTo>
                    <a:pt x="6029683" y="1259439"/>
                    <a:pt x="6034651" y="1302828"/>
                    <a:pt x="6063798" y="1328662"/>
                  </a:cubicBezTo>
                  <a:cubicBezTo>
                    <a:pt x="6072244" y="1325681"/>
                    <a:pt x="6080524" y="1322700"/>
                    <a:pt x="6088971" y="1319719"/>
                  </a:cubicBezTo>
                  <a:cubicBezTo>
                    <a:pt x="6089301" y="1318229"/>
                    <a:pt x="6098244" y="1280802"/>
                    <a:pt x="6088805" y="1259439"/>
                  </a:cubicBezTo>
                  <a:cubicBezTo>
                    <a:pt x="6088805" y="1259439"/>
                    <a:pt x="6124907" y="1279974"/>
                    <a:pt x="6126066" y="1306305"/>
                  </a:cubicBezTo>
                  <a:lnTo>
                    <a:pt x="6126232" y="1306305"/>
                  </a:lnTo>
                  <a:cubicBezTo>
                    <a:pt x="6126232" y="1306305"/>
                    <a:pt x="6144946" y="1269375"/>
                    <a:pt x="6144946" y="1269375"/>
                  </a:cubicBezTo>
                  <a:lnTo>
                    <a:pt x="6156869" y="1295210"/>
                  </a:lnTo>
                  <a:lnTo>
                    <a:pt x="6157035" y="1295210"/>
                  </a:lnTo>
                  <a:cubicBezTo>
                    <a:pt x="6157697" y="1293222"/>
                    <a:pt x="6166474" y="1270203"/>
                    <a:pt x="6156869" y="1241553"/>
                  </a:cubicBezTo>
                  <a:cubicBezTo>
                    <a:pt x="6156869" y="1241553"/>
                    <a:pt x="6188831" y="1252649"/>
                    <a:pt x="6188831" y="1283617"/>
                  </a:cubicBezTo>
                  <a:lnTo>
                    <a:pt x="6188997" y="1283617"/>
                  </a:lnTo>
                  <a:lnTo>
                    <a:pt x="6204564" y="1241553"/>
                  </a:lnTo>
                  <a:lnTo>
                    <a:pt x="6214169" y="1274509"/>
                  </a:lnTo>
                  <a:lnTo>
                    <a:pt x="6222449" y="1207769"/>
                  </a:lnTo>
                  <a:lnTo>
                    <a:pt x="6245137" y="1263247"/>
                  </a:lnTo>
                  <a:cubicBezTo>
                    <a:pt x="6245137" y="1263247"/>
                    <a:pt x="6252258" y="1222177"/>
                    <a:pt x="6281902" y="1197170"/>
                  </a:cubicBezTo>
                  <a:cubicBezTo>
                    <a:pt x="6280578" y="1199820"/>
                    <a:pt x="6264845" y="1232611"/>
                    <a:pt x="6282067" y="1249668"/>
                  </a:cubicBezTo>
                  <a:cubicBezTo>
                    <a:pt x="6282067" y="1249668"/>
                    <a:pt x="6283393" y="1248177"/>
                    <a:pt x="6285380" y="1245196"/>
                  </a:cubicBezTo>
                  <a:cubicBezTo>
                    <a:pt x="6294322" y="1232611"/>
                    <a:pt x="6315851" y="1195183"/>
                    <a:pt x="6294156" y="1150966"/>
                  </a:cubicBezTo>
                  <a:cubicBezTo>
                    <a:pt x="6297469" y="1156597"/>
                    <a:pt x="6324131" y="1201807"/>
                    <a:pt x="6324131" y="1233769"/>
                  </a:cubicBezTo>
                  <a:lnTo>
                    <a:pt x="6324131" y="1234101"/>
                  </a:lnTo>
                  <a:lnTo>
                    <a:pt x="6339698" y="1197005"/>
                  </a:lnTo>
                  <a:lnTo>
                    <a:pt x="6339698" y="1228305"/>
                  </a:lnTo>
                  <a:lnTo>
                    <a:pt x="6339864" y="1228305"/>
                  </a:lnTo>
                  <a:cubicBezTo>
                    <a:pt x="6341023" y="1227145"/>
                    <a:pt x="6372323" y="1198827"/>
                    <a:pt x="6361393" y="1166533"/>
                  </a:cubicBezTo>
                  <a:cubicBezTo>
                    <a:pt x="6362884" y="1169183"/>
                    <a:pt x="6374973" y="1191043"/>
                    <a:pt x="6374973" y="1213234"/>
                  </a:cubicBezTo>
                  <a:lnTo>
                    <a:pt x="6374973" y="1215221"/>
                  </a:lnTo>
                  <a:lnTo>
                    <a:pt x="6387063" y="1182100"/>
                  </a:lnTo>
                  <a:lnTo>
                    <a:pt x="6402298" y="1204954"/>
                  </a:lnTo>
                  <a:cubicBezTo>
                    <a:pt x="6402298" y="1204954"/>
                    <a:pt x="6401470" y="1146164"/>
                    <a:pt x="6428795" y="1127615"/>
                  </a:cubicBezTo>
                  <a:cubicBezTo>
                    <a:pt x="6428795" y="1127615"/>
                    <a:pt x="6421840" y="1168023"/>
                    <a:pt x="6441381" y="1190215"/>
                  </a:cubicBezTo>
                  <a:cubicBezTo>
                    <a:pt x="6443866" y="1189387"/>
                    <a:pt x="6446349" y="1188393"/>
                    <a:pt x="6448834" y="1187565"/>
                  </a:cubicBezTo>
                  <a:lnTo>
                    <a:pt x="6448834" y="1160571"/>
                  </a:lnTo>
                  <a:lnTo>
                    <a:pt x="6458935" y="1183756"/>
                  </a:lnTo>
                  <a:cubicBezTo>
                    <a:pt x="6458935" y="1183756"/>
                    <a:pt x="6483114" y="1152125"/>
                    <a:pt x="6473343" y="1127947"/>
                  </a:cubicBezTo>
                  <a:cubicBezTo>
                    <a:pt x="6474337" y="1129106"/>
                    <a:pt x="6478146" y="1134074"/>
                    <a:pt x="6482121" y="1141361"/>
                  </a:cubicBezTo>
                  <a:cubicBezTo>
                    <a:pt x="6486757" y="1149476"/>
                    <a:pt x="6491395" y="1160406"/>
                    <a:pt x="6491560" y="1171502"/>
                  </a:cubicBezTo>
                  <a:lnTo>
                    <a:pt x="6501994" y="1143845"/>
                  </a:lnTo>
                  <a:lnTo>
                    <a:pt x="6514579" y="1162724"/>
                  </a:lnTo>
                  <a:cubicBezTo>
                    <a:pt x="6514579" y="1162724"/>
                    <a:pt x="6510274" y="1110227"/>
                    <a:pt x="6532630" y="1094494"/>
                  </a:cubicBezTo>
                  <a:cubicBezTo>
                    <a:pt x="6532630" y="1094494"/>
                    <a:pt x="6527993" y="1139042"/>
                    <a:pt x="6548694" y="1149807"/>
                  </a:cubicBezTo>
                  <a:cubicBezTo>
                    <a:pt x="6553497" y="1147985"/>
                    <a:pt x="6558299" y="1146164"/>
                    <a:pt x="6563267" y="1144342"/>
                  </a:cubicBezTo>
                  <a:cubicBezTo>
                    <a:pt x="6570058" y="1131921"/>
                    <a:pt x="6570886" y="1107411"/>
                    <a:pt x="6570886" y="1107411"/>
                  </a:cubicBezTo>
                  <a:cubicBezTo>
                    <a:pt x="6570886" y="1107411"/>
                    <a:pt x="6584134" y="1119501"/>
                    <a:pt x="6587280" y="1135234"/>
                  </a:cubicBezTo>
                  <a:cubicBezTo>
                    <a:pt x="6594071" y="1132584"/>
                    <a:pt x="6600695" y="1130100"/>
                    <a:pt x="6607485" y="1127450"/>
                  </a:cubicBezTo>
                  <a:cubicBezTo>
                    <a:pt x="6607485" y="1127450"/>
                    <a:pt x="6613778" y="1101616"/>
                    <a:pt x="6598045" y="1077271"/>
                  </a:cubicBezTo>
                  <a:cubicBezTo>
                    <a:pt x="6598045" y="1077271"/>
                    <a:pt x="6621065" y="1088864"/>
                    <a:pt x="6622389" y="1121820"/>
                  </a:cubicBezTo>
                  <a:cubicBezTo>
                    <a:pt x="6631167" y="1118507"/>
                    <a:pt x="6639943" y="1115030"/>
                    <a:pt x="6648721" y="1111717"/>
                  </a:cubicBezTo>
                  <a:cubicBezTo>
                    <a:pt x="6648721" y="1111386"/>
                    <a:pt x="6631829" y="1071475"/>
                    <a:pt x="6648721" y="1032888"/>
                  </a:cubicBezTo>
                  <a:cubicBezTo>
                    <a:pt x="6648721" y="1032888"/>
                    <a:pt x="6655842" y="1083564"/>
                    <a:pt x="6680021" y="1099794"/>
                  </a:cubicBezTo>
                  <a:cubicBezTo>
                    <a:pt x="6683664" y="1098469"/>
                    <a:pt x="6687142" y="1096979"/>
                    <a:pt x="6690785" y="1095653"/>
                  </a:cubicBezTo>
                  <a:cubicBezTo>
                    <a:pt x="6690785" y="1082405"/>
                    <a:pt x="6680021" y="1054418"/>
                    <a:pt x="6680021" y="1054418"/>
                  </a:cubicBezTo>
                  <a:cubicBezTo>
                    <a:pt x="6680021" y="1054418"/>
                    <a:pt x="6702377" y="1072634"/>
                    <a:pt x="6706517" y="1089692"/>
                  </a:cubicBezTo>
                  <a:cubicBezTo>
                    <a:pt x="6719600" y="1084723"/>
                    <a:pt x="6732518" y="1079590"/>
                    <a:pt x="6745435" y="1074622"/>
                  </a:cubicBezTo>
                  <a:cubicBezTo>
                    <a:pt x="6753384" y="1057895"/>
                    <a:pt x="6753384" y="1033882"/>
                    <a:pt x="6730033" y="1004073"/>
                  </a:cubicBezTo>
                  <a:cubicBezTo>
                    <a:pt x="6730033" y="1004073"/>
                    <a:pt x="6768620" y="1034379"/>
                    <a:pt x="6773919" y="1063691"/>
                  </a:cubicBezTo>
                  <a:cubicBezTo>
                    <a:pt x="6775245" y="1063195"/>
                    <a:pt x="6776403" y="1062698"/>
                    <a:pt x="6777728" y="1062201"/>
                  </a:cubicBezTo>
                  <a:lnTo>
                    <a:pt x="6787499" y="1032888"/>
                  </a:lnTo>
                  <a:lnTo>
                    <a:pt x="6802569" y="1052596"/>
                  </a:lnTo>
                  <a:lnTo>
                    <a:pt x="6802569" y="1004073"/>
                  </a:lnTo>
                  <a:lnTo>
                    <a:pt x="6828073" y="1042825"/>
                  </a:lnTo>
                  <a:cubicBezTo>
                    <a:pt x="6828073" y="1042825"/>
                    <a:pt x="6821945" y="999767"/>
                    <a:pt x="6846290" y="976914"/>
                  </a:cubicBezTo>
                  <a:cubicBezTo>
                    <a:pt x="6846290" y="976914"/>
                    <a:pt x="6837512" y="1004570"/>
                    <a:pt x="6871958" y="1025933"/>
                  </a:cubicBezTo>
                  <a:cubicBezTo>
                    <a:pt x="6879742" y="1022787"/>
                    <a:pt x="6887525" y="1019806"/>
                    <a:pt x="6895309" y="1016825"/>
                  </a:cubicBezTo>
                  <a:cubicBezTo>
                    <a:pt x="6897627" y="1003245"/>
                    <a:pt x="6893653" y="984035"/>
                    <a:pt x="6893653" y="984035"/>
                  </a:cubicBezTo>
                  <a:lnTo>
                    <a:pt x="6912698" y="1010035"/>
                  </a:lnTo>
                  <a:cubicBezTo>
                    <a:pt x="6912698" y="1010035"/>
                    <a:pt x="6936711" y="989831"/>
                    <a:pt x="6923793" y="951079"/>
                  </a:cubicBezTo>
                  <a:cubicBezTo>
                    <a:pt x="6923793" y="951079"/>
                    <a:pt x="6940686" y="965321"/>
                    <a:pt x="6943004" y="998442"/>
                  </a:cubicBezTo>
                  <a:cubicBezTo>
                    <a:pt x="6951947" y="994965"/>
                    <a:pt x="6960723" y="991487"/>
                    <a:pt x="6969667" y="988009"/>
                  </a:cubicBezTo>
                  <a:lnTo>
                    <a:pt x="6969667" y="943792"/>
                  </a:lnTo>
                  <a:cubicBezTo>
                    <a:pt x="6969667" y="943792"/>
                    <a:pt x="6991195" y="959194"/>
                    <a:pt x="6989704" y="980226"/>
                  </a:cubicBezTo>
                  <a:lnTo>
                    <a:pt x="6989870" y="980226"/>
                  </a:lnTo>
                  <a:cubicBezTo>
                    <a:pt x="6989870" y="980226"/>
                    <a:pt x="7012558" y="949754"/>
                    <a:pt x="7001463" y="919779"/>
                  </a:cubicBezTo>
                  <a:cubicBezTo>
                    <a:pt x="7003284" y="922263"/>
                    <a:pt x="7017692" y="943461"/>
                    <a:pt x="7021004" y="968137"/>
                  </a:cubicBezTo>
                  <a:cubicBezTo>
                    <a:pt x="7031106" y="964162"/>
                    <a:pt x="7041209" y="960187"/>
                    <a:pt x="7051311" y="956378"/>
                  </a:cubicBezTo>
                  <a:cubicBezTo>
                    <a:pt x="7051311" y="956378"/>
                    <a:pt x="7041539" y="925244"/>
                    <a:pt x="7057272" y="906531"/>
                  </a:cubicBezTo>
                  <a:cubicBezTo>
                    <a:pt x="7057272" y="906531"/>
                    <a:pt x="7062903" y="933193"/>
                    <a:pt x="7078635" y="945614"/>
                  </a:cubicBezTo>
                  <a:cubicBezTo>
                    <a:pt x="7086088" y="942799"/>
                    <a:pt x="7093374" y="939983"/>
                    <a:pt x="7100661" y="937168"/>
                  </a:cubicBezTo>
                  <a:lnTo>
                    <a:pt x="7085922" y="899409"/>
                  </a:lnTo>
                  <a:cubicBezTo>
                    <a:pt x="7085922" y="899409"/>
                    <a:pt x="7115235" y="914480"/>
                    <a:pt x="7115732" y="931372"/>
                  </a:cubicBezTo>
                  <a:cubicBezTo>
                    <a:pt x="7119209" y="929881"/>
                    <a:pt x="7122853" y="928556"/>
                    <a:pt x="7126330" y="927232"/>
                  </a:cubicBezTo>
                  <a:cubicBezTo>
                    <a:pt x="7132955" y="915142"/>
                    <a:pt x="7136597" y="891626"/>
                    <a:pt x="7115732" y="867779"/>
                  </a:cubicBezTo>
                  <a:cubicBezTo>
                    <a:pt x="7115732" y="867779"/>
                    <a:pt x="7152000" y="888148"/>
                    <a:pt x="7158293" y="914811"/>
                  </a:cubicBezTo>
                  <a:cubicBezTo>
                    <a:pt x="7160942" y="913818"/>
                    <a:pt x="7163591" y="912658"/>
                    <a:pt x="7166076" y="911665"/>
                  </a:cubicBezTo>
                  <a:lnTo>
                    <a:pt x="7179159" y="886492"/>
                  </a:lnTo>
                  <a:lnTo>
                    <a:pt x="7193732" y="900900"/>
                  </a:lnTo>
                  <a:cubicBezTo>
                    <a:pt x="7196051" y="900072"/>
                    <a:pt x="7198369" y="899078"/>
                    <a:pt x="7200688" y="898251"/>
                  </a:cubicBezTo>
                  <a:lnTo>
                    <a:pt x="7200688" y="867779"/>
                  </a:lnTo>
                  <a:lnTo>
                    <a:pt x="7218077" y="891461"/>
                  </a:lnTo>
                  <a:cubicBezTo>
                    <a:pt x="7218077" y="891461"/>
                    <a:pt x="7220892" y="862148"/>
                    <a:pt x="7236625" y="841944"/>
                  </a:cubicBezTo>
                  <a:lnTo>
                    <a:pt x="7236625" y="843103"/>
                  </a:lnTo>
                  <a:cubicBezTo>
                    <a:pt x="7236625" y="847243"/>
                    <a:pt x="7237618" y="863307"/>
                    <a:pt x="7253019" y="877881"/>
                  </a:cubicBezTo>
                  <a:cubicBezTo>
                    <a:pt x="7256166" y="876721"/>
                    <a:pt x="7259147" y="875562"/>
                    <a:pt x="7262128" y="874403"/>
                  </a:cubicBezTo>
                  <a:cubicBezTo>
                    <a:pt x="7264612" y="859499"/>
                    <a:pt x="7254841" y="820912"/>
                    <a:pt x="7235631" y="809319"/>
                  </a:cubicBezTo>
                  <a:cubicBezTo>
                    <a:pt x="7240267" y="811804"/>
                    <a:pt x="7278026" y="833829"/>
                    <a:pt x="7287632" y="864467"/>
                  </a:cubicBezTo>
                  <a:cubicBezTo>
                    <a:pt x="7294090" y="861983"/>
                    <a:pt x="7300548" y="859499"/>
                    <a:pt x="7307007" y="857014"/>
                  </a:cubicBezTo>
                  <a:cubicBezTo>
                    <a:pt x="7310484" y="841779"/>
                    <a:pt x="7311479" y="824059"/>
                    <a:pt x="7305682" y="816275"/>
                  </a:cubicBezTo>
                  <a:cubicBezTo>
                    <a:pt x="7307835" y="817765"/>
                    <a:pt x="7324727" y="830020"/>
                    <a:pt x="7330689" y="847740"/>
                  </a:cubicBezTo>
                  <a:cubicBezTo>
                    <a:pt x="7339301" y="844428"/>
                    <a:pt x="7347912" y="841116"/>
                    <a:pt x="7356689" y="837638"/>
                  </a:cubicBezTo>
                  <a:cubicBezTo>
                    <a:pt x="7334829" y="803689"/>
                    <a:pt x="7339631" y="750032"/>
                    <a:pt x="7339631" y="750032"/>
                  </a:cubicBezTo>
                  <a:cubicBezTo>
                    <a:pt x="7347250" y="789944"/>
                    <a:pt x="7372919" y="813791"/>
                    <a:pt x="7388983" y="825218"/>
                  </a:cubicBezTo>
                  <a:lnTo>
                    <a:pt x="7397925" y="821740"/>
                  </a:lnTo>
                  <a:lnTo>
                    <a:pt x="7381862" y="778682"/>
                  </a:lnTo>
                  <a:cubicBezTo>
                    <a:pt x="7384345" y="781829"/>
                    <a:pt x="7403887" y="806835"/>
                    <a:pt x="7416970" y="814288"/>
                  </a:cubicBezTo>
                  <a:cubicBezTo>
                    <a:pt x="7420779" y="812797"/>
                    <a:pt x="7424588" y="811307"/>
                    <a:pt x="7428397" y="809982"/>
                  </a:cubicBezTo>
                  <a:cubicBezTo>
                    <a:pt x="7428562" y="809319"/>
                    <a:pt x="7428728" y="808823"/>
                    <a:pt x="7428728" y="808160"/>
                  </a:cubicBezTo>
                  <a:cubicBezTo>
                    <a:pt x="7430549" y="778351"/>
                    <a:pt x="7381199" y="754504"/>
                    <a:pt x="7381199" y="754504"/>
                  </a:cubicBezTo>
                  <a:cubicBezTo>
                    <a:pt x="7421275" y="744899"/>
                    <a:pt x="7445620" y="787956"/>
                    <a:pt x="7449098" y="794581"/>
                  </a:cubicBezTo>
                  <a:lnTo>
                    <a:pt x="7434525" y="761625"/>
                  </a:lnTo>
                  <a:lnTo>
                    <a:pt x="7476423" y="791268"/>
                  </a:lnTo>
                  <a:cubicBezTo>
                    <a:pt x="7477914" y="790771"/>
                    <a:pt x="7479238" y="790275"/>
                    <a:pt x="7480563" y="789778"/>
                  </a:cubicBezTo>
                  <a:cubicBezTo>
                    <a:pt x="7461021" y="760466"/>
                    <a:pt x="7462015" y="714758"/>
                    <a:pt x="7462015" y="714758"/>
                  </a:cubicBezTo>
                  <a:cubicBezTo>
                    <a:pt x="7477582" y="764772"/>
                    <a:pt x="7512525" y="771230"/>
                    <a:pt x="7512525" y="771230"/>
                  </a:cubicBezTo>
                  <a:cubicBezTo>
                    <a:pt x="7489837" y="752020"/>
                    <a:pt x="7498449" y="708796"/>
                    <a:pt x="7498449" y="708796"/>
                  </a:cubicBezTo>
                  <a:cubicBezTo>
                    <a:pt x="7498449" y="708796"/>
                    <a:pt x="7518322" y="775701"/>
                    <a:pt x="7536704" y="751854"/>
                  </a:cubicBezTo>
                  <a:cubicBezTo>
                    <a:pt x="7554920" y="728007"/>
                    <a:pt x="7513353" y="669216"/>
                    <a:pt x="7513353" y="669216"/>
                  </a:cubicBezTo>
                  <a:cubicBezTo>
                    <a:pt x="7546806" y="686439"/>
                    <a:pt x="7565519" y="727841"/>
                    <a:pt x="7565519" y="727841"/>
                  </a:cubicBezTo>
                  <a:lnTo>
                    <a:pt x="7562704" y="681637"/>
                  </a:lnTo>
                  <a:lnTo>
                    <a:pt x="7586882" y="728007"/>
                  </a:lnTo>
                  <a:cubicBezTo>
                    <a:pt x="7586882" y="728007"/>
                    <a:pt x="7601621" y="734962"/>
                    <a:pt x="7613876" y="738440"/>
                  </a:cubicBezTo>
                  <a:cubicBezTo>
                    <a:pt x="7618514" y="736618"/>
                    <a:pt x="7623316" y="734796"/>
                    <a:pt x="7627953" y="732975"/>
                  </a:cubicBezTo>
                  <a:cubicBezTo>
                    <a:pt x="7625966" y="729166"/>
                    <a:pt x="7621494" y="723701"/>
                    <a:pt x="7613546" y="715586"/>
                  </a:cubicBezTo>
                  <a:cubicBezTo>
                    <a:pt x="7565519" y="667892"/>
                    <a:pt x="7573634" y="615726"/>
                    <a:pt x="7573634" y="615726"/>
                  </a:cubicBezTo>
                  <a:cubicBezTo>
                    <a:pt x="7585888" y="678159"/>
                    <a:pt x="7636068" y="703000"/>
                    <a:pt x="7636068" y="703000"/>
                  </a:cubicBezTo>
                  <a:lnTo>
                    <a:pt x="7622322" y="666401"/>
                  </a:lnTo>
                  <a:lnTo>
                    <a:pt x="7664387" y="696707"/>
                  </a:lnTo>
                  <a:cubicBezTo>
                    <a:pt x="7640208" y="667395"/>
                    <a:pt x="7652463" y="613407"/>
                    <a:pt x="7652463" y="613407"/>
                  </a:cubicBezTo>
                  <a:cubicBezTo>
                    <a:pt x="7652794" y="658286"/>
                    <a:pt x="7689228" y="682299"/>
                    <a:pt x="7689228" y="682299"/>
                  </a:cubicBezTo>
                  <a:cubicBezTo>
                    <a:pt x="7679954" y="652821"/>
                    <a:pt x="7698005" y="618044"/>
                    <a:pt x="7698005" y="618044"/>
                  </a:cubicBezTo>
                  <a:cubicBezTo>
                    <a:pt x="7698005" y="618044"/>
                    <a:pt x="7710093" y="714427"/>
                    <a:pt x="7729470" y="674682"/>
                  </a:cubicBezTo>
                  <a:cubicBezTo>
                    <a:pt x="7748680" y="635101"/>
                    <a:pt x="7687240" y="571177"/>
                    <a:pt x="7687240" y="571177"/>
                  </a:cubicBezTo>
                  <a:cubicBezTo>
                    <a:pt x="7731292" y="575483"/>
                    <a:pt x="7750667" y="642719"/>
                    <a:pt x="7750667" y="642719"/>
                  </a:cubicBezTo>
                  <a:cubicBezTo>
                    <a:pt x="7750667" y="642719"/>
                    <a:pt x="7768056" y="656961"/>
                    <a:pt x="7782463" y="670376"/>
                  </a:cubicBezTo>
                  <a:cubicBezTo>
                    <a:pt x="7779318" y="665573"/>
                    <a:pt x="7775674" y="660108"/>
                    <a:pt x="7770540" y="653318"/>
                  </a:cubicBezTo>
                  <a:cubicBezTo>
                    <a:pt x="7740068" y="612579"/>
                    <a:pt x="7756298" y="558922"/>
                    <a:pt x="7756298" y="558922"/>
                  </a:cubicBezTo>
                  <a:cubicBezTo>
                    <a:pt x="7756629" y="618706"/>
                    <a:pt x="7795216" y="638910"/>
                    <a:pt x="7795216" y="638910"/>
                  </a:cubicBezTo>
                  <a:cubicBezTo>
                    <a:pt x="7788426" y="603636"/>
                    <a:pt x="7810286" y="571012"/>
                    <a:pt x="7810286" y="571012"/>
                  </a:cubicBezTo>
                  <a:cubicBezTo>
                    <a:pt x="7810286" y="571012"/>
                    <a:pt x="7810451" y="634770"/>
                    <a:pt x="7831815" y="620694"/>
                  </a:cubicBezTo>
                  <a:cubicBezTo>
                    <a:pt x="7852184" y="607279"/>
                    <a:pt x="7832311" y="554120"/>
                    <a:pt x="7830656" y="549648"/>
                  </a:cubicBezTo>
                  <a:cubicBezTo>
                    <a:pt x="7852350" y="572171"/>
                    <a:pt x="7852682" y="595687"/>
                    <a:pt x="7852682" y="597012"/>
                  </a:cubicBezTo>
                  <a:cubicBezTo>
                    <a:pt x="7852682" y="597012"/>
                    <a:pt x="7835955" y="659280"/>
                    <a:pt x="7865102" y="610757"/>
                  </a:cubicBezTo>
                  <a:cubicBezTo>
                    <a:pt x="7894083" y="562400"/>
                    <a:pt x="7837611" y="479100"/>
                    <a:pt x="7837611" y="479100"/>
                  </a:cubicBezTo>
                  <a:cubicBezTo>
                    <a:pt x="7921077" y="516030"/>
                    <a:pt x="7909319" y="589394"/>
                    <a:pt x="7909319" y="589394"/>
                  </a:cubicBezTo>
                  <a:cubicBezTo>
                    <a:pt x="7946580" y="557432"/>
                    <a:pt x="7930847" y="501622"/>
                    <a:pt x="7930847" y="501622"/>
                  </a:cubicBezTo>
                  <a:cubicBezTo>
                    <a:pt x="7966288" y="541534"/>
                    <a:pt x="7956682" y="570846"/>
                    <a:pt x="7956682" y="570846"/>
                  </a:cubicBezTo>
                  <a:cubicBezTo>
                    <a:pt x="7956682" y="570846"/>
                    <a:pt x="8081715" y="593203"/>
                    <a:pt x="8023256" y="556935"/>
                  </a:cubicBezTo>
                  <a:cubicBezTo>
                    <a:pt x="7964631" y="520502"/>
                    <a:pt x="7957014" y="448463"/>
                    <a:pt x="7957014" y="448463"/>
                  </a:cubicBezTo>
                  <a:cubicBezTo>
                    <a:pt x="7975561" y="489202"/>
                    <a:pt x="8051740" y="533419"/>
                    <a:pt x="8092314" y="554617"/>
                  </a:cubicBezTo>
                  <a:cubicBezTo>
                    <a:pt x="8099932" y="530604"/>
                    <a:pt x="8109206" y="482081"/>
                    <a:pt x="8079562" y="440679"/>
                  </a:cubicBezTo>
                  <a:cubicBezTo>
                    <a:pt x="8079562" y="440679"/>
                    <a:pt x="8133716" y="496323"/>
                    <a:pt x="8140175" y="541368"/>
                  </a:cubicBezTo>
                  <a:cubicBezTo>
                    <a:pt x="8154748" y="536234"/>
                    <a:pt x="8169156" y="530935"/>
                    <a:pt x="8183563" y="525636"/>
                  </a:cubicBezTo>
                  <a:lnTo>
                    <a:pt x="8167334" y="462208"/>
                  </a:lnTo>
                  <a:cubicBezTo>
                    <a:pt x="8167334" y="462208"/>
                    <a:pt x="8174289" y="468004"/>
                    <a:pt x="8183563" y="477444"/>
                  </a:cubicBezTo>
                  <a:cubicBezTo>
                    <a:pt x="8193003" y="486884"/>
                    <a:pt x="8205092" y="499966"/>
                    <a:pt x="8215194" y="514209"/>
                  </a:cubicBezTo>
                  <a:cubicBezTo>
                    <a:pt x="8219334" y="512718"/>
                    <a:pt x="8223474" y="511227"/>
                    <a:pt x="8227780" y="509737"/>
                  </a:cubicBezTo>
                  <a:cubicBezTo>
                    <a:pt x="8231424" y="488539"/>
                    <a:pt x="8222812" y="438692"/>
                    <a:pt x="8195984" y="422793"/>
                  </a:cubicBezTo>
                  <a:cubicBezTo>
                    <a:pt x="8195984" y="422793"/>
                    <a:pt x="8258914" y="440844"/>
                    <a:pt x="8266863" y="495826"/>
                  </a:cubicBezTo>
                  <a:cubicBezTo>
                    <a:pt x="8275641" y="492679"/>
                    <a:pt x="8284583" y="489533"/>
                    <a:pt x="8293526" y="486386"/>
                  </a:cubicBezTo>
                  <a:cubicBezTo>
                    <a:pt x="8293526" y="486386"/>
                    <a:pt x="8281768" y="455087"/>
                    <a:pt x="8293526" y="422793"/>
                  </a:cubicBezTo>
                  <a:cubicBezTo>
                    <a:pt x="8293526" y="422793"/>
                    <a:pt x="8295348" y="460552"/>
                    <a:pt x="8318202" y="477609"/>
                  </a:cubicBezTo>
                  <a:cubicBezTo>
                    <a:pt x="8331284" y="472972"/>
                    <a:pt x="8344368" y="468170"/>
                    <a:pt x="8357616" y="463533"/>
                  </a:cubicBezTo>
                  <a:cubicBezTo>
                    <a:pt x="8355463" y="460717"/>
                    <a:pt x="8353642" y="458730"/>
                    <a:pt x="8353642" y="458730"/>
                  </a:cubicBezTo>
                  <a:cubicBezTo>
                    <a:pt x="8353642" y="458730"/>
                    <a:pt x="8337577" y="426437"/>
                    <a:pt x="8339399" y="381557"/>
                  </a:cubicBezTo>
                  <a:cubicBezTo>
                    <a:pt x="8339399" y="381557"/>
                    <a:pt x="8354801" y="435049"/>
                    <a:pt x="8379807" y="455915"/>
                  </a:cubicBezTo>
                  <a:cubicBezTo>
                    <a:pt x="8392062" y="451609"/>
                    <a:pt x="8404151" y="447469"/>
                    <a:pt x="8416406" y="443163"/>
                  </a:cubicBezTo>
                  <a:cubicBezTo>
                    <a:pt x="8416406" y="423787"/>
                    <a:pt x="8405641" y="397787"/>
                    <a:pt x="8405641" y="397787"/>
                  </a:cubicBezTo>
                  <a:cubicBezTo>
                    <a:pt x="8405641" y="397787"/>
                    <a:pt x="8431642" y="413023"/>
                    <a:pt x="8442241" y="434220"/>
                  </a:cubicBezTo>
                  <a:cubicBezTo>
                    <a:pt x="8446049" y="432896"/>
                    <a:pt x="8449693" y="431571"/>
                    <a:pt x="8453336" y="430412"/>
                  </a:cubicBezTo>
                  <a:cubicBezTo>
                    <a:pt x="8457642" y="412029"/>
                    <a:pt x="8458636" y="381226"/>
                    <a:pt x="8434292" y="345786"/>
                  </a:cubicBezTo>
                  <a:cubicBezTo>
                    <a:pt x="8434292" y="345786"/>
                    <a:pt x="8485133" y="382551"/>
                    <a:pt x="8487617" y="418488"/>
                  </a:cubicBezTo>
                  <a:cubicBezTo>
                    <a:pt x="8501031" y="413851"/>
                    <a:pt x="8514445" y="409379"/>
                    <a:pt x="8527859" y="404742"/>
                  </a:cubicBezTo>
                  <a:cubicBezTo>
                    <a:pt x="8527859" y="404742"/>
                    <a:pt x="8504177" y="388844"/>
                    <a:pt x="8513121" y="352907"/>
                  </a:cubicBezTo>
                  <a:cubicBezTo>
                    <a:pt x="8513121" y="352907"/>
                    <a:pt x="8526535" y="384373"/>
                    <a:pt x="8557338" y="394641"/>
                  </a:cubicBezTo>
                  <a:cubicBezTo>
                    <a:pt x="8557338" y="394641"/>
                    <a:pt x="8514942" y="313493"/>
                    <a:pt x="8543592" y="279544"/>
                  </a:cubicBezTo>
                  <a:cubicBezTo>
                    <a:pt x="8543592" y="279544"/>
                    <a:pt x="8567108" y="354729"/>
                    <a:pt x="8591452" y="383379"/>
                  </a:cubicBezTo>
                  <a:cubicBezTo>
                    <a:pt x="8601223" y="380067"/>
                    <a:pt x="8611160" y="376755"/>
                    <a:pt x="8621096" y="373443"/>
                  </a:cubicBezTo>
                  <a:cubicBezTo>
                    <a:pt x="8621096" y="353901"/>
                    <a:pt x="8613478" y="327901"/>
                    <a:pt x="8613478" y="327901"/>
                  </a:cubicBezTo>
                  <a:cubicBezTo>
                    <a:pt x="8613478" y="327901"/>
                    <a:pt x="8639478" y="331544"/>
                    <a:pt x="8644447" y="365494"/>
                  </a:cubicBezTo>
                  <a:cubicBezTo>
                    <a:pt x="8644447" y="365494"/>
                    <a:pt x="8661835" y="338665"/>
                    <a:pt x="8656370" y="304550"/>
                  </a:cubicBezTo>
                  <a:cubicBezTo>
                    <a:pt x="8656370" y="304550"/>
                    <a:pt x="8686676" y="327073"/>
                    <a:pt x="8689491" y="350755"/>
                  </a:cubicBezTo>
                  <a:cubicBezTo>
                    <a:pt x="8707543" y="344793"/>
                    <a:pt x="8725593" y="338996"/>
                    <a:pt x="8743645" y="333200"/>
                  </a:cubicBezTo>
                  <a:cubicBezTo>
                    <a:pt x="8733543" y="317137"/>
                    <a:pt x="8718804" y="285837"/>
                    <a:pt x="8735199" y="258015"/>
                  </a:cubicBezTo>
                  <a:cubicBezTo>
                    <a:pt x="8735199" y="258015"/>
                    <a:pt x="8732714" y="308194"/>
                    <a:pt x="8776103" y="322436"/>
                  </a:cubicBezTo>
                  <a:cubicBezTo>
                    <a:pt x="8776103" y="322436"/>
                    <a:pt x="8765008" y="288487"/>
                    <a:pt x="8776103" y="270601"/>
                  </a:cubicBezTo>
                  <a:cubicBezTo>
                    <a:pt x="8776103" y="270601"/>
                    <a:pt x="8778422" y="276563"/>
                    <a:pt x="8784384" y="284512"/>
                  </a:cubicBezTo>
                  <a:cubicBezTo>
                    <a:pt x="8790180" y="292627"/>
                    <a:pt x="8799620" y="302563"/>
                    <a:pt x="8814028" y="310347"/>
                  </a:cubicBezTo>
                  <a:cubicBezTo>
                    <a:pt x="8820817" y="308194"/>
                    <a:pt x="8827608" y="306207"/>
                    <a:pt x="8834231" y="304054"/>
                  </a:cubicBezTo>
                  <a:cubicBezTo>
                    <a:pt x="8840525" y="290805"/>
                    <a:pt x="8839035" y="266957"/>
                    <a:pt x="8839035" y="266957"/>
                  </a:cubicBezTo>
                  <a:cubicBezTo>
                    <a:pt x="8839035" y="266957"/>
                    <a:pt x="8849633" y="281531"/>
                    <a:pt x="8857085" y="296933"/>
                  </a:cubicBezTo>
                  <a:cubicBezTo>
                    <a:pt x="8869671" y="292958"/>
                    <a:pt x="8882258" y="289149"/>
                    <a:pt x="8894844" y="285174"/>
                  </a:cubicBezTo>
                  <a:cubicBezTo>
                    <a:pt x="8894844" y="285174"/>
                    <a:pt x="8894844" y="284843"/>
                    <a:pt x="8894844" y="284843"/>
                  </a:cubicBezTo>
                  <a:cubicBezTo>
                    <a:pt x="8894844" y="284843"/>
                    <a:pt x="8908754" y="224231"/>
                    <a:pt x="8874971" y="188294"/>
                  </a:cubicBezTo>
                  <a:cubicBezTo>
                    <a:pt x="8878449" y="190282"/>
                    <a:pt x="8934589" y="224397"/>
                    <a:pt x="8942539" y="270270"/>
                  </a:cubicBezTo>
                  <a:cubicBezTo>
                    <a:pt x="8946016" y="269110"/>
                    <a:pt x="8949328" y="268117"/>
                    <a:pt x="8952641" y="267123"/>
                  </a:cubicBezTo>
                  <a:cubicBezTo>
                    <a:pt x="8959596" y="247251"/>
                    <a:pt x="8966055" y="219097"/>
                    <a:pt x="8955456" y="198893"/>
                  </a:cubicBezTo>
                  <a:cubicBezTo>
                    <a:pt x="8955456" y="198893"/>
                    <a:pt x="8985265" y="227543"/>
                    <a:pt x="8989571" y="256028"/>
                  </a:cubicBezTo>
                  <a:cubicBezTo>
                    <a:pt x="9001329" y="252384"/>
                    <a:pt x="9013087" y="248906"/>
                    <a:pt x="9024845" y="245429"/>
                  </a:cubicBezTo>
                  <a:cubicBezTo>
                    <a:pt x="9024845" y="245429"/>
                    <a:pt x="9025176" y="245098"/>
                    <a:pt x="9025176" y="245098"/>
                  </a:cubicBezTo>
                  <a:cubicBezTo>
                    <a:pt x="9025176" y="245098"/>
                    <a:pt x="8996527" y="222244"/>
                    <a:pt x="9001991" y="197072"/>
                  </a:cubicBezTo>
                  <a:cubicBezTo>
                    <a:pt x="9001991" y="197072"/>
                    <a:pt x="9026004" y="244766"/>
                    <a:pt x="9055813" y="235989"/>
                  </a:cubicBezTo>
                  <a:cubicBezTo>
                    <a:pt x="9083801" y="227709"/>
                    <a:pt x="9066744" y="174715"/>
                    <a:pt x="9064757" y="168919"/>
                  </a:cubicBezTo>
                  <a:cubicBezTo>
                    <a:pt x="9067737" y="173059"/>
                    <a:pt x="9087279" y="202537"/>
                    <a:pt x="9096221" y="224231"/>
                  </a:cubicBezTo>
                  <a:cubicBezTo>
                    <a:pt x="9112948" y="219263"/>
                    <a:pt x="9129674" y="214626"/>
                    <a:pt x="9146401" y="209823"/>
                  </a:cubicBezTo>
                  <a:cubicBezTo>
                    <a:pt x="9154349" y="190282"/>
                    <a:pt x="9159152" y="160141"/>
                    <a:pt x="9134476" y="129007"/>
                  </a:cubicBezTo>
                  <a:cubicBezTo>
                    <a:pt x="9134476" y="129007"/>
                    <a:pt x="9182503" y="151861"/>
                    <a:pt x="9178197" y="200549"/>
                  </a:cubicBezTo>
                  <a:cubicBezTo>
                    <a:pt x="9178197" y="200549"/>
                    <a:pt x="9211484" y="153186"/>
                    <a:pt x="9159815" y="68727"/>
                  </a:cubicBezTo>
                  <a:cubicBezTo>
                    <a:pt x="9163458" y="72535"/>
                    <a:pt x="9225229" y="137453"/>
                    <a:pt x="9215956" y="189785"/>
                  </a:cubicBezTo>
                  <a:cubicBezTo>
                    <a:pt x="9215956" y="189785"/>
                    <a:pt x="9215905" y="189901"/>
                    <a:pt x="9215790" y="190116"/>
                  </a:cubicBezTo>
                  <a:cubicBezTo>
                    <a:pt x="9229038" y="186307"/>
                    <a:pt x="9242286" y="182498"/>
                    <a:pt x="9255535" y="178855"/>
                  </a:cubicBezTo>
                  <a:cubicBezTo>
                    <a:pt x="9249077" y="163453"/>
                    <a:pt x="9238312" y="131326"/>
                    <a:pt x="9247420" y="104001"/>
                  </a:cubicBezTo>
                  <a:cubicBezTo>
                    <a:pt x="9247420" y="104001"/>
                    <a:pt x="9264312" y="151364"/>
                    <a:pt x="9285344" y="170575"/>
                  </a:cubicBezTo>
                  <a:cubicBezTo>
                    <a:pt x="9285344" y="170575"/>
                    <a:pt x="9280542" y="145237"/>
                    <a:pt x="9285344" y="114765"/>
                  </a:cubicBezTo>
                  <a:cubicBezTo>
                    <a:pt x="9285344" y="114765"/>
                    <a:pt x="9292631" y="147390"/>
                    <a:pt x="9309854" y="164282"/>
                  </a:cubicBezTo>
                  <a:cubicBezTo>
                    <a:pt x="9318465" y="161963"/>
                    <a:pt x="9326911" y="159645"/>
                    <a:pt x="9335523" y="157326"/>
                  </a:cubicBezTo>
                  <a:cubicBezTo>
                    <a:pt x="9339995" y="134638"/>
                    <a:pt x="9335192" y="95058"/>
                    <a:pt x="9335192" y="95058"/>
                  </a:cubicBezTo>
                  <a:cubicBezTo>
                    <a:pt x="9335192" y="95058"/>
                    <a:pt x="9361192" y="123542"/>
                    <a:pt x="9367817" y="148715"/>
                  </a:cubicBezTo>
                  <a:cubicBezTo>
                    <a:pt x="9370632" y="147887"/>
                    <a:pt x="9373612" y="147224"/>
                    <a:pt x="9376427" y="146396"/>
                  </a:cubicBezTo>
                  <a:cubicBezTo>
                    <a:pt x="9381562" y="128510"/>
                    <a:pt x="9384377" y="96880"/>
                    <a:pt x="9362020" y="55644"/>
                  </a:cubicBezTo>
                  <a:cubicBezTo>
                    <a:pt x="9362020" y="55644"/>
                    <a:pt x="9404747" y="94727"/>
                    <a:pt x="9414848" y="127683"/>
                  </a:cubicBezTo>
                  <a:cubicBezTo>
                    <a:pt x="9415842" y="106982"/>
                    <a:pt x="9422467" y="75682"/>
                    <a:pt x="9451614" y="55644"/>
                  </a:cubicBezTo>
                  <a:cubicBezTo>
                    <a:pt x="9451614" y="55644"/>
                    <a:pt x="9443333" y="99695"/>
                    <a:pt x="9469168" y="122714"/>
                  </a:cubicBezTo>
                  <a:cubicBezTo>
                    <a:pt x="9483741" y="119071"/>
                    <a:pt x="9498149" y="115262"/>
                    <a:pt x="9512722" y="111784"/>
                  </a:cubicBezTo>
                  <a:cubicBezTo>
                    <a:pt x="9512557" y="111619"/>
                    <a:pt x="9512557" y="111453"/>
                    <a:pt x="9512557" y="111453"/>
                  </a:cubicBezTo>
                  <a:lnTo>
                    <a:pt x="9513882" y="55644"/>
                  </a:lnTo>
                  <a:lnTo>
                    <a:pt x="9535576" y="105988"/>
                  </a:lnTo>
                  <a:cubicBezTo>
                    <a:pt x="9539385" y="104994"/>
                    <a:pt x="9543359" y="104001"/>
                    <a:pt x="9547169" y="103007"/>
                  </a:cubicBezTo>
                  <a:cubicBezTo>
                    <a:pt x="9556277" y="85949"/>
                    <a:pt x="9566545" y="50675"/>
                    <a:pt x="9539385" y="0"/>
                  </a:cubicBezTo>
                  <a:close/>
                </a:path>
              </a:pathLst>
            </a:custGeom>
            <a:gradFill>
              <a:gsLst>
                <a:gs pos="100000">
                  <a:srgbClr val="7F905A"/>
                </a:gs>
                <a:gs pos="63000">
                  <a:srgbClr val="BDD377"/>
                </a:gs>
              </a:gsLst>
              <a:lin ang="21101917" scaled="1"/>
            </a:gradFill>
            <a:ln w="165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C2B602E-E592-5F12-95EB-69837C01E592}"/>
                </a:ext>
              </a:extLst>
            </p:cNvPr>
            <p:cNvGrpSpPr/>
            <p:nvPr/>
          </p:nvGrpSpPr>
          <p:grpSpPr>
            <a:xfrm>
              <a:off x="0" y="4129328"/>
              <a:ext cx="12192000" cy="2728672"/>
              <a:chOff x="0" y="4129328"/>
              <a:chExt cx="12192000" cy="2728672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EAF3310-9E2A-C9A8-91F7-B6A3B02019E3}"/>
                  </a:ext>
                </a:extLst>
              </p:cNvPr>
              <p:cNvSpPr/>
              <p:nvPr/>
            </p:nvSpPr>
            <p:spPr>
              <a:xfrm>
                <a:off x="0" y="4129328"/>
                <a:ext cx="12192000" cy="2728672"/>
              </a:xfrm>
              <a:custGeom>
                <a:avLst/>
                <a:gdLst>
                  <a:gd name="connsiteX0" fmla="*/ 1501225 w 12192000"/>
                  <a:gd name="connsiteY0" fmla="*/ 0 h 2728672"/>
                  <a:gd name="connsiteX1" fmla="*/ 1641329 w 12192000"/>
                  <a:gd name="connsiteY1" fmla="*/ 211314 h 2728672"/>
                  <a:gd name="connsiteX2" fmla="*/ 1701278 w 12192000"/>
                  <a:gd name="connsiteY2" fmla="*/ 34115 h 2728672"/>
                  <a:gd name="connsiteX3" fmla="*/ 1767521 w 12192000"/>
                  <a:gd name="connsiteY3" fmla="*/ 288487 h 2728672"/>
                  <a:gd name="connsiteX4" fmla="*/ 1805942 w 12192000"/>
                  <a:gd name="connsiteY4" fmla="*/ 141097 h 2728672"/>
                  <a:gd name="connsiteX5" fmla="*/ 1845190 w 12192000"/>
                  <a:gd name="connsiteY5" fmla="*/ 258512 h 2728672"/>
                  <a:gd name="connsiteX6" fmla="*/ 1913255 w 12192000"/>
                  <a:gd name="connsiteY6" fmla="*/ 173390 h 2728672"/>
                  <a:gd name="connsiteX7" fmla="*/ 1948363 w 12192000"/>
                  <a:gd name="connsiteY7" fmla="*/ 276894 h 2728672"/>
                  <a:gd name="connsiteX8" fmla="*/ 1994237 w 12192000"/>
                  <a:gd name="connsiteY8" fmla="*/ 273913 h 2728672"/>
                  <a:gd name="connsiteX9" fmla="*/ 2011956 w 12192000"/>
                  <a:gd name="connsiteY9" fmla="*/ 257850 h 2728672"/>
                  <a:gd name="connsiteX10" fmla="*/ 1999536 w 12192000"/>
                  <a:gd name="connsiteY10" fmla="*/ 94727 h 2728672"/>
                  <a:gd name="connsiteX11" fmla="*/ 2050212 w 12192000"/>
                  <a:gd name="connsiteY11" fmla="*/ 270436 h 2728672"/>
                  <a:gd name="connsiteX12" fmla="*/ 2104531 w 12192000"/>
                  <a:gd name="connsiteY12" fmla="*/ 267124 h 2728672"/>
                  <a:gd name="connsiteX13" fmla="*/ 2109996 w 12192000"/>
                  <a:gd name="connsiteY13" fmla="*/ 185479 h 2728672"/>
                  <a:gd name="connsiteX14" fmla="*/ 2149907 w 12192000"/>
                  <a:gd name="connsiteY14" fmla="*/ 264639 h 2728672"/>
                  <a:gd name="connsiteX15" fmla="*/ 2181206 w 12192000"/>
                  <a:gd name="connsiteY15" fmla="*/ 262984 h 2728672"/>
                  <a:gd name="connsiteX16" fmla="*/ 2220455 w 12192000"/>
                  <a:gd name="connsiteY16" fmla="*/ 133645 h 2728672"/>
                  <a:gd name="connsiteX17" fmla="*/ 2221449 w 12192000"/>
                  <a:gd name="connsiteY17" fmla="*/ 260996 h 2728672"/>
                  <a:gd name="connsiteX18" fmla="*/ 2228901 w 12192000"/>
                  <a:gd name="connsiteY18" fmla="*/ 260665 h 2728672"/>
                  <a:gd name="connsiteX19" fmla="*/ 2285539 w 12192000"/>
                  <a:gd name="connsiteY19" fmla="*/ 54484 h 2728672"/>
                  <a:gd name="connsiteX20" fmla="*/ 2275602 w 12192000"/>
                  <a:gd name="connsiteY20" fmla="*/ 258347 h 2728672"/>
                  <a:gd name="connsiteX21" fmla="*/ 2323463 w 12192000"/>
                  <a:gd name="connsiteY21" fmla="*/ 256359 h 2728672"/>
                  <a:gd name="connsiteX22" fmla="*/ 2321310 w 12192000"/>
                  <a:gd name="connsiteY22" fmla="*/ 159148 h 2728672"/>
                  <a:gd name="connsiteX23" fmla="*/ 2355259 w 12192000"/>
                  <a:gd name="connsiteY23" fmla="*/ 255034 h 2728672"/>
                  <a:gd name="connsiteX24" fmla="*/ 2404444 w 12192000"/>
                  <a:gd name="connsiteY24" fmla="*/ 253047 h 2728672"/>
                  <a:gd name="connsiteX25" fmla="*/ 2356750 w 12192000"/>
                  <a:gd name="connsiteY25" fmla="*/ 60943 h 2728672"/>
                  <a:gd name="connsiteX26" fmla="*/ 2464228 w 12192000"/>
                  <a:gd name="connsiteY26" fmla="*/ 251060 h 2728672"/>
                  <a:gd name="connsiteX27" fmla="*/ 2493044 w 12192000"/>
                  <a:gd name="connsiteY27" fmla="*/ 250231 h 2728672"/>
                  <a:gd name="connsiteX28" fmla="*/ 2524675 w 12192000"/>
                  <a:gd name="connsiteY28" fmla="*/ 144243 h 2728672"/>
                  <a:gd name="connsiteX29" fmla="*/ 2543719 w 12192000"/>
                  <a:gd name="connsiteY29" fmla="*/ 248575 h 2728672"/>
                  <a:gd name="connsiteX30" fmla="*/ 2592408 w 12192000"/>
                  <a:gd name="connsiteY30" fmla="*/ 247582 h 2728672"/>
                  <a:gd name="connsiteX31" fmla="*/ 2602179 w 12192000"/>
                  <a:gd name="connsiteY31" fmla="*/ 194753 h 2728672"/>
                  <a:gd name="connsiteX32" fmla="*/ 2613440 w 12192000"/>
                  <a:gd name="connsiteY32" fmla="*/ 247085 h 2728672"/>
                  <a:gd name="connsiteX33" fmla="*/ 2637784 w 12192000"/>
                  <a:gd name="connsiteY33" fmla="*/ 246588 h 2728672"/>
                  <a:gd name="connsiteX34" fmla="*/ 2675046 w 12192000"/>
                  <a:gd name="connsiteY34" fmla="*/ 137785 h 2728672"/>
                  <a:gd name="connsiteX35" fmla="*/ 2673721 w 12192000"/>
                  <a:gd name="connsiteY35" fmla="*/ 245926 h 2728672"/>
                  <a:gd name="connsiteX36" fmla="*/ 2726880 w 12192000"/>
                  <a:gd name="connsiteY36" fmla="*/ 245263 h 2728672"/>
                  <a:gd name="connsiteX37" fmla="*/ 2757849 w 12192000"/>
                  <a:gd name="connsiteY37" fmla="*/ 162460 h 2728672"/>
                  <a:gd name="connsiteX38" fmla="*/ 2767288 w 12192000"/>
                  <a:gd name="connsiteY38" fmla="*/ 244767 h 2728672"/>
                  <a:gd name="connsiteX39" fmla="*/ 2833697 w 12192000"/>
                  <a:gd name="connsiteY39" fmla="*/ 244270 h 2728672"/>
                  <a:gd name="connsiteX40" fmla="*/ 2834194 w 12192000"/>
                  <a:gd name="connsiteY40" fmla="*/ 212805 h 2728672"/>
                  <a:gd name="connsiteX41" fmla="*/ 2854066 w 12192000"/>
                  <a:gd name="connsiteY41" fmla="*/ 244270 h 2728672"/>
                  <a:gd name="connsiteX42" fmla="*/ 2863009 w 12192000"/>
                  <a:gd name="connsiteY42" fmla="*/ 244270 h 2728672"/>
                  <a:gd name="connsiteX43" fmla="*/ 2940182 w 12192000"/>
                  <a:gd name="connsiteY43" fmla="*/ 108804 h 2728672"/>
                  <a:gd name="connsiteX44" fmla="*/ 2922793 w 12192000"/>
                  <a:gd name="connsiteY44" fmla="*/ 244435 h 2728672"/>
                  <a:gd name="connsiteX45" fmla="*/ 2939519 w 12192000"/>
                  <a:gd name="connsiteY45" fmla="*/ 244435 h 2728672"/>
                  <a:gd name="connsiteX46" fmla="*/ 2957736 w 12192000"/>
                  <a:gd name="connsiteY46" fmla="*/ 171237 h 2728672"/>
                  <a:gd name="connsiteX47" fmla="*/ 2971978 w 12192000"/>
                  <a:gd name="connsiteY47" fmla="*/ 244601 h 2728672"/>
                  <a:gd name="connsiteX48" fmla="*/ 3012552 w 12192000"/>
                  <a:gd name="connsiteY48" fmla="*/ 245098 h 2728672"/>
                  <a:gd name="connsiteX49" fmla="*/ 3016361 w 12192000"/>
                  <a:gd name="connsiteY49" fmla="*/ 188626 h 2728672"/>
                  <a:gd name="connsiteX50" fmla="*/ 3037062 w 12192000"/>
                  <a:gd name="connsiteY50" fmla="*/ 245429 h 2728672"/>
                  <a:gd name="connsiteX51" fmla="*/ 3058922 w 12192000"/>
                  <a:gd name="connsiteY51" fmla="*/ 245760 h 2728672"/>
                  <a:gd name="connsiteX52" fmla="*/ 3067202 w 12192000"/>
                  <a:gd name="connsiteY52" fmla="*/ 193760 h 2728672"/>
                  <a:gd name="connsiteX53" fmla="*/ 3087572 w 12192000"/>
                  <a:gd name="connsiteY53" fmla="*/ 246091 h 2728672"/>
                  <a:gd name="connsiteX54" fmla="*/ 3141560 w 12192000"/>
                  <a:gd name="connsiteY54" fmla="*/ 247251 h 2728672"/>
                  <a:gd name="connsiteX55" fmla="*/ 3125827 w 12192000"/>
                  <a:gd name="connsiteY55" fmla="*/ 124370 h 2728672"/>
                  <a:gd name="connsiteX56" fmla="*/ 3183458 w 12192000"/>
                  <a:gd name="connsiteY56" fmla="*/ 227047 h 2728672"/>
                  <a:gd name="connsiteX57" fmla="*/ 3223369 w 12192000"/>
                  <a:gd name="connsiteY57" fmla="*/ 161467 h 2728672"/>
                  <a:gd name="connsiteX58" fmla="*/ 3213102 w 12192000"/>
                  <a:gd name="connsiteY58" fmla="*/ 249072 h 2728672"/>
                  <a:gd name="connsiteX59" fmla="*/ 3242745 w 12192000"/>
                  <a:gd name="connsiteY59" fmla="*/ 249900 h 2728672"/>
                  <a:gd name="connsiteX60" fmla="*/ 3237115 w 12192000"/>
                  <a:gd name="connsiteY60" fmla="*/ 206346 h 2728672"/>
                  <a:gd name="connsiteX61" fmla="*/ 3263612 w 12192000"/>
                  <a:gd name="connsiteY61" fmla="*/ 250728 h 2728672"/>
                  <a:gd name="connsiteX62" fmla="*/ 3269408 w 12192000"/>
                  <a:gd name="connsiteY62" fmla="*/ 250894 h 2728672"/>
                  <a:gd name="connsiteX63" fmla="*/ 3297727 w 12192000"/>
                  <a:gd name="connsiteY63" fmla="*/ 161467 h 2728672"/>
                  <a:gd name="connsiteX64" fmla="*/ 3331014 w 12192000"/>
                  <a:gd name="connsiteY64" fmla="*/ 253047 h 2728672"/>
                  <a:gd name="connsiteX65" fmla="*/ 3331345 w 12192000"/>
                  <a:gd name="connsiteY65" fmla="*/ 253378 h 2728672"/>
                  <a:gd name="connsiteX66" fmla="*/ 3358007 w 12192000"/>
                  <a:gd name="connsiteY66" fmla="*/ 254372 h 2728672"/>
                  <a:gd name="connsiteX67" fmla="*/ 3375893 w 12192000"/>
                  <a:gd name="connsiteY67" fmla="*/ 179021 h 2728672"/>
                  <a:gd name="connsiteX68" fmla="*/ 3406696 w 12192000"/>
                  <a:gd name="connsiteY68" fmla="*/ 256525 h 2728672"/>
                  <a:gd name="connsiteX69" fmla="*/ 3454722 w 12192000"/>
                  <a:gd name="connsiteY69" fmla="*/ 259009 h 2728672"/>
                  <a:gd name="connsiteX70" fmla="*/ 3471614 w 12192000"/>
                  <a:gd name="connsiteY70" fmla="*/ 165441 h 2728672"/>
                  <a:gd name="connsiteX71" fmla="*/ 3503245 w 12192000"/>
                  <a:gd name="connsiteY71" fmla="*/ 261327 h 2728672"/>
                  <a:gd name="connsiteX72" fmla="*/ 3549780 w 12192000"/>
                  <a:gd name="connsiteY72" fmla="*/ 264308 h 2728672"/>
                  <a:gd name="connsiteX73" fmla="*/ 3559385 w 12192000"/>
                  <a:gd name="connsiteY73" fmla="*/ 201378 h 2728672"/>
                  <a:gd name="connsiteX74" fmla="*/ 3578430 w 12192000"/>
                  <a:gd name="connsiteY74" fmla="*/ 266130 h 2728672"/>
                  <a:gd name="connsiteX75" fmla="*/ 3581080 w 12192000"/>
                  <a:gd name="connsiteY75" fmla="*/ 266295 h 2728672"/>
                  <a:gd name="connsiteX76" fmla="*/ 3627781 w 12192000"/>
                  <a:gd name="connsiteY76" fmla="*/ 190779 h 2728672"/>
                  <a:gd name="connsiteX77" fmla="*/ 3615691 w 12192000"/>
                  <a:gd name="connsiteY77" fmla="*/ 268614 h 2728672"/>
                  <a:gd name="connsiteX78" fmla="*/ 3637883 w 12192000"/>
                  <a:gd name="connsiteY78" fmla="*/ 270104 h 2728672"/>
                  <a:gd name="connsiteX79" fmla="*/ 3647322 w 12192000"/>
                  <a:gd name="connsiteY79" fmla="*/ 212308 h 2728672"/>
                  <a:gd name="connsiteX80" fmla="*/ 3675972 w 12192000"/>
                  <a:gd name="connsiteY80" fmla="*/ 272754 h 2728672"/>
                  <a:gd name="connsiteX81" fmla="*/ 3729629 w 12192000"/>
                  <a:gd name="connsiteY81" fmla="*/ 277060 h 2728672"/>
                  <a:gd name="connsiteX82" fmla="*/ 3729794 w 12192000"/>
                  <a:gd name="connsiteY82" fmla="*/ 276729 h 2728672"/>
                  <a:gd name="connsiteX83" fmla="*/ 3764572 w 12192000"/>
                  <a:gd name="connsiteY83" fmla="*/ 179021 h 2728672"/>
                  <a:gd name="connsiteX84" fmla="*/ 3778317 w 12192000"/>
                  <a:gd name="connsiteY84" fmla="*/ 280703 h 2728672"/>
                  <a:gd name="connsiteX85" fmla="*/ 3778649 w 12192000"/>
                  <a:gd name="connsiteY85" fmla="*/ 281035 h 2728672"/>
                  <a:gd name="connsiteX86" fmla="*/ 3795043 w 12192000"/>
                  <a:gd name="connsiteY86" fmla="*/ 282359 h 2728672"/>
                  <a:gd name="connsiteX87" fmla="*/ 3807464 w 12192000"/>
                  <a:gd name="connsiteY87" fmla="*/ 224066 h 2728672"/>
                  <a:gd name="connsiteX88" fmla="*/ 3823694 w 12192000"/>
                  <a:gd name="connsiteY88" fmla="*/ 284843 h 2728672"/>
                  <a:gd name="connsiteX89" fmla="*/ 3856815 w 12192000"/>
                  <a:gd name="connsiteY89" fmla="*/ 287990 h 2728672"/>
                  <a:gd name="connsiteX90" fmla="*/ 3872051 w 12192000"/>
                  <a:gd name="connsiteY90" fmla="*/ 210983 h 2728672"/>
                  <a:gd name="connsiteX91" fmla="*/ 3894407 w 12192000"/>
                  <a:gd name="connsiteY91" fmla="*/ 291468 h 2728672"/>
                  <a:gd name="connsiteX92" fmla="*/ 3935809 w 12192000"/>
                  <a:gd name="connsiteY92" fmla="*/ 295442 h 2728672"/>
                  <a:gd name="connsiteX93" fmla="*/ 3942268 w 12192000"/>
                  <a:gd name="connsiteY93" fmla="*/ 229862 h 2728672"/>
                  <a:gd name="connsiteX94" fmla="*/ 3974230 w 12192000"/>
                  <a:gd name="connsiteY94" fmla="*/ 299417 h 2728672"/>
                  <a:gd name="connsiteX95" fmla="*/ 4010001 w 12192000"/>
                  <a:gd name="connsiteY95" fmla="*/ 303392 h 2728672"/>
                  <a:gd name="connsiteX96" fmla="*/ 4003045 w 12192000"/>
                  <a:gd name="connsiteY96" fmla="*/ 244435 h 2728672"/>
                  <a:gd name="connsiteX97" fmla="*/ 4031199 w 12192000"/>
                  <a:gd name="connsiteY97" fmla="*/ 305876 h 2728672"/>
                  <a:gd name="connsiteX98" fmla="*/ 4068460 w 12192000"/>
                  <a:gd name="connsiteY98" fmla="*/ 309850 h 2728672"/>
                  <a:gd name="connsiteX99" fmla="*/ 4096613 w 12192000"/>
                  <a:gd name="connsiteY99" fmla="*/ 222079 h 2728672"/>
                  <a:gd name="connsiteX100" fmla="*/ 4105059 w 12192000"/>
                  <a:gd name="connsiteY100" fmla="*/ 314156 h 2728672"/>
                  <a:gd name="connsiteX101" fmla="*/ 4133378 w 12192000"/>
                  <a:gd name="connsiteY101" fmla="*/ 317799 h 2728672"/>
                  <a:gd name="connsiteX102" fmla="*/ 4141658 w 12192000"/>
                  <a:gd name="connsiteY102" fmla="*/ 261162 h 2728672"/>
                  <a:gd name="connsiteX103" fmla="*/ 4167162 w 12192000"/>
                  <a:gd name="connsiteY103" fmla="*/ 322105 h 2728672"/>
                  <a:gd name="connsiteX104" fmla="*/ 4239367 w 12192000"/>
                  <a:gd name="connsiteY104" fmla="*/ 331213 h 2728672"/>
                  <a:gd name="connsiteX105" fmla="*/ 4258742 w 12192000"/>
                  <a:gd name="connsiteY105" fmla="*/ 276729 h 2728672"/>
                  <a:gd name="connsiteX106" fmla="*/ 4273481 w 12192000"/>
                  <a:gd name="connsiteY106" fmla="*/ 335850 h 2728672"/>
                  <a:gd name="connsiteX107" fmla="*/ 4273481 w 12192000"/>
                  <a:gd name="connsiteY107" fmla="*/ 336181 h 2728672"/>
                  <a:gd name="connsiteX108" fmla="*/ 4304782 w 12192000"/>
                  <a:gd name="connsiteY108" fmla="*/ 340653 h 2728672"/>
                  <a:gd name="connsiteX109" fmla="*/ 4325151 w 12192000"/>
                  <a:gd name="connsiteY109" fmla="*/ 288652 h 2728672"/>
                  <a:gd name="connsiteX110" fmla="*/ 4328959 w 12192000"/>
                  <a:gd name="connsiteY110" fmla="*/ 344131 h 2728672"/>
                  <a:gd name="connsiteX111" fmla="*/ 4339724 w 12192000"/>
                  <a:gd name="connsiteY111" fmla="*/ 345621 h 2728672"/>
                  <a:gd name="connsiteX112" fmla="*/ 4358437 w 12192000"/>
                  <a:gd name="connsiteY112" fmla="*/ 244104 h 2728672"/>
                  <a:gd name="connsiteX113" fmla="*/ 4373011 w 12192000"/>
                  <a:gd name="connsiteY113" fmla="*/ 350092 h 2728672"/>
                  <a:gd name="connsiteX114" fmla="*/ 4419712 w 12192000"/>
                  <a:gd name="connsiteY114" fmla="*/ 259174 h 2728672"/>
                  <a:gd name="connsiteX115" fmla="*/ 4419712 w 12192000"/>
                  <a:gd name="connsiteY115" fmla="*/ 346615 h 2728672"/>
                  <a:gd name="connsiteX116" fmla="*/ 4458961 w 12192000"/>
                  <a:gd name="connsiteY116" fmla="*/ 295939 h 2728672"/>
                  <a:gd name="connsiteX117" fmla="*/ 4442732 w 12192000"/>
                  <a:gd name="connsiteY117" fmla="*/ 351252 h 2728672"/>
                  <a:gd name="connsiteX118" fmla="*/ 4445878 w 12192000"/>
                  <a:gd name="connsiteY118" fmla="*/ 361519 h 2728672"/>
                  <a:gd name="connsiteX119" fmla="*/ 4465916 w 12192000"/>
                  <a:gd name="connsiteY119" fmla="*/ 364832 h 2728672"/>
                  <a:gd name="connsiteX120" fmla="*/ 4504834 w 12192000"/>
                  <a:gd name="connsiteY120" fmla="*/ 273582 h 2728672"/>
                  <a:gd name="connsiteX121" fmla="*/ 4497547 w 12192000"/>
                  <a:gd name="connsiteY121" fmla="*/ 370131 h 2728672"/>
                  <a:gd name="connsiteX122" fmla="*/ 4499534 w 12192000"/>
                  <a:gd name="connsiteY122" fmla="*/ 370462 h 2728672"/>
                  <a:gd name="connsiteX123" fmla="*/ 4516426 w 12192000"/>
                  <a:gd name="connsiteY123" fmla="*/ 316640 h 2728672"/>
                  <a:gd name="connsiteX124" fmla="*/ 4528019 w 12192000"/>
                  <a:gd name="connsiteY124" fmla="*/ 371952 h 2728672"/>
                  <a:gd name="connsiteX125" fmla="*/ 4557994 w 12192000"/>
                  <a:gd name="connsiteY125" fmla="*/ 311009 h 2728672"/>
                  <a:gd name="connsiteX126" fmla="*/ 4550541 w 12192000"/>
                  <a:gd name="connsiteY126" fmla="*/ 361188 h 2728672"/>
                  <a:gd name="connsiteX127" fmla="*/ 4556503 w 12192000"/>
                  <a:gd name="connsiteY127" fmla="*/ 380067 h 2728672"/>
                  <a:gd name="connsiteX128" fmla="*/ 4575879 w 12192000"/>
                  <a:gd name="connsiteY128" fmla="*/ 383379 h 2728672"/>
                  <a:gd name="connsiteX129" fmla="*/ 4581013 w 12192000"/>
                  <a:gd name="connsiteY129" fmla="*/ 375430 h 2728672"/>
                  <a:gd name="connsiteX130" fmla="*/ 4585815 w 12192000"/>
                  <a:gd name="connsiteY130" fmla="*/ 278882 h 2728672"/>
                  <a:gd name="connsiteX131" fmla="*/ 4605192 w 12192000"/>
                  <a:gd name="connsiteY131" fmla="*/ 378908 h 2728672"/>
                  <a:gd name="connsiteX132" fmla="*/ 4628211 w 12192000"/>
                  <a:gd name="connsiteY132" fmla="*/ 309850 h 2728672"/>
                  <a:gd name="connsiteX133" fmla="*/ 4623739 w 12192000"/>
                  <a:gd name="connsiteY133" fmla="*/ 392157 h 2728672"/>
                  <a:gd name="connsiteX134" fmla="*/ 4653548 w 12192000"/>
                  <a:gd name="connsiteY134" fmla="*/ 397621 h 2728672"/>
                  <a:gd name="connsiteX135" fmla="*/ 4687996 w 12192000"/>
                  <a:gd name="connsiteY135" fmla="*/ 298257 h 2728672"/>
                  <a:gd name="connsiteX136" fmla="*/ 4683689 w 12192000"/>
                  <a:gd name="connsiteY136" fmla="*/ 386029 h 2728672"/>
                  <a:gd name="connsiteX137" fmla="*/ 4690313 w 12192000"/>
                  <a:gd name="connsiteY137" fmla="*/ 345455 h 2728672"/>
                  <a:gd name="connsiteX138" fmla="*/ 4698428 w 12192000"/>
                  <a:gd name="connsiteY138" fmla="*/ 390335 h 2728672"/>
                  <a:gd name="connsiteX139" fmla="*/ 4720951 w 12192000"/>
                  <a:gd name="connsiteY139" fmla="*/ 410208 h 2728672"/>
                  <a:gd name="connsiteX140" fmla="*/ 4724761 w 12192000"/>
                  <a:gd name="connsiteY140" fmla="*/ 411036 h 2728672"/>
                  <a:gd name="connsiteX141" fmla="*/ 4769805 w 12192000"/>
                  <a:gd name="connsiteY141" fmla="*/ 316640 h 2728672"/>
                  <a:gd name="connsiteX142" fmla="*/ 4752581 w 12192000"/>
                  <a:gd name="connsiteY142" fmla="*/ 406896 h 2728672"/>
                  <a:gd name="connsiteX143" fmla="*/ 4758875 w 12192000"/>
                  <a:gd name="connsiteY143" fmla="*/ 417825 h 2728672"/>
                  <a:gd name="connsiteX144" fmla="*/ 4782059 w 12192000"/>
                  <a:gd name="connsiteY144" fmla="*/ 422628 h 2728672"/>
                  <a:gd name="connsiteX145" fmla="*/ 4828596 w 12192000"/>
                  <a:gd name="connsiteY145" fmla="*/ 304054 h 2728672"/>
                  <a:gd name="connsiteX146" fmla="*/ 4825780 w 12192000"/>
                  <a:gd name="connsiteY146" fmla="*/ 431571 h 2728672"/>
                  <a:gd name="connsiteX147" fmla="*/ 4840684 w 12192000"/>
                  <a:gd name="connsiteY147" fmla="*/ 434718 h 2728672"/>
                  <a:gd name="connsiteX148" fmla="*/ 4842340 w 12192000"/>
                  <a:gd name="connsiteY148" fmla="*/ 434221 h 2728672"/>
                  <a:gd name="connsiteX149" fmla="*/ 4888379 w 12192000"/>
                  <a:gd name="connsiteY149" fmla="*/ 298257 h 2728672"/>
                  <a:gd name="connsiteX150" fmla="*/ 4881423 w 12192000"/>
                  <a:gd name="connsiteY150" fmla="*/ 443163 h 2728672"/>
                  <a:gd name="connsiteX151" fmla="*/ 4895832 w 12192000"/>
                  <a:gd name="connsiteY151" fmla="*/ 446144 h 2728672"/>
                  <a:gd name="connsiteX152" fmla="*/ 4925806 w 12192000"/>
                  <a:gd name="connsiteY152" fmla="*/ 452934 h 2728672"/>
                  <a:gd name="connsiteX153" fmla="*/ 4948329 w 12192000"/>
                  <a:gd name="connsiteY153" fmla="*/ 354729 h 2728672"/>
                  <a:gd name="connsiteX154" fmla="*/ 4962902 w 12192000"/>
                  <a:gd name="connsiteY154" fmla="*/ 461380 h 2728672"/>
                  <a:gd name="connsiteX155" fmla="*/ 4971348 w 12192000"/>
                  <a:gd name="connsiteY155" fmla="*/ 463367 h 2728672"/>
                  <a:gd name="connsiteX156" fmla="*/ 4967208 w 12192000"/>
                  <a:gd name="connsiteY156" fmla="*/ 435380 h 2728672"/>
                  <a:gd name="connsiteX157" fmla="*/ 5041731 w 12192000"/>
                  <a:gd name="connsiteY157" fmla="*/ 295111 h 2728672"/>
                  <a:gd name="connsiteX158" fmla="*/ 5028316 w 12192000"/>
                  <a:gd name="connsiteY158" fmla="*/ 462539 h 2728672"/>
                  <a:gd name="connsiteX159" fmla="*/ 5062266 w 12192000"/>
                  <a:gd name="connsiteY159" fmla="*/ 374271 h 2728672"/>
                  <a:gd name="connsiteX160" fmla="*/ 5087272 w 12192000"/>
                  <a:gd name="connsiteY160" fmla="*/ 460386 h 2728672"/>
                  <a:gd name="connsiteX161" fmla="*/ 5087272 w 12192000"/>
                  <a:gd name="connsiteY161" fmla="*/ 344793 h 2728672"/>
                  <a:gd name="connsiteX162" fmla="*/ 5126190 w 12192000"/>
                  <a:gd name="connsiteY162" fmla="*/ 465520 h 2728672"/>
                  <a:gd name="connsiteX163" fmla="*/ 5143910 w 12192000"/>
                  <a:gd name="connsiteY163" fmla="*/ 410539 h 2728672"/>
                  <a:gd name="connsiteX164" fmla="*/ 5167262 w 12192000"/>
                  <a:gd name="connsiteY164" fmla="*/ 510234 h 2728672"/>
                  <a:gd name="connsiteX165" fmla="*/ 5168585 w 12192000"/>
                  <a:gd name="connsiteY165" fmla="*/ 510565 h 2728672"/>
                  <a:gd name="connsiteX166" fmla="*/ 5226879 w 12192000"/>
                  <a:gd name="connsiteY166" fmla="*/ 383545 h 2728672"/>
                  <a:gd name="connsiteX167" fmla="*/ 5227707 w 12192000"/>
                  <a:gd name="connsiteY167" fmla="*/ 505597 h 2728672"/>
                  <a:gd name="connsiteX168" fmla="*/ 5277554 w 12192000"/>
                  <a:gd name="connsiteY168" fmla="*/ 415010 h 2728672"/>
                  <a:gd name="connsiteX169" fmla="*/ 5277554 w 12192000"/>
                  <a:gd name="connsiteY169" fmla="*/ 507915 h 2728672"/>
                  <a:gd name="connsiteX170" fmla="*/ 5337835 w 12192000"/>
                  <a:gd name="connsiteY170" fmla="*/ 383379 h 2728672"/>
                  <a:gd name="connsiteX171" fmla="*/ 5338001 w 12192000"/>
                  <a:gd name="connsiteY171" fmla="*/ 509572 h 2728672"/>
                  <a:gd name="connsiteX172" fmla="*/ 5384040 w 12192000"/>
                  <a:gd name="connsiteY172" fmla="*/ 451278 h 2728672"/>
                  <a:gd name="connsiteX173" fmla="*/ 5363504 w 12192000"/>
                  <a:gd name="connsiteY173" fmla="*/ 532756 h 2728672"/>
                  <a:gd name="connsiteX174" fmla="*/ 5379734 w 12192000"/>
                  <a:gd name="connsiteY174" fmla="*/ 565878 h 2728672"/>
                  <a:gd name="connsiteX175" fmla="*/ 5409047 w 12192000"/>
                  <a:gd name="connsiteY175" fmla="*/ 574158 h 2728672"/>
                  <a:gd name="connsiteX176" fmla="*/ 5408881 w 12192000"/>
                  <a:gd name="connsiteY176" fmla="*/ 546502 h 2728672"/>
                  <a:gd name="connsiteX177" fmla="*/ 5467671 w 12192000"/>
                  <a:gd name="connsiteY177" fmla="*/ 383545 h 2728672"/>
                  <a:gd name="connsiteX178" fmla="*/ 5449620 w 12192000"/>
                  <a:gd name="connsiteY178" fmla="*/ 555444 h 2728672"/>
                  <a:gd name="connsiteX179" fmla="*/ 5472308 w 12192000"/>
                  <a:gd name="connsiteY179" fmla="*/ 496654 h 2728672"/>
                  <a:gd name="connsiteX180" fmla="*/ 5490360 w 12192000"/>
                  <a:gd name="connsiteY180" fmla="*/ 578133 h 2728672"/>
                  <a:gd name="connsiteX181" fmla="*/ 5565048 w 12192000"/>
                  <a:gd name="connsiteY181" fmla="*/ 465023 h 2728672"/>
                  <a:gd name="connsiteX182" fmla="*/ 5535736 w 12192000"/>
                  <a:gd name="connsiteY182" fmla="*/ 587241 h 2728672"/>
                  <a:gd name="connsiteX183" fmla="*/ 5614896 w 12192000"/>
                  <a:gd name="connsiteY183" fmla="*/ 519342 h 2728672"/>
                  <a:gd name="connsiteX184" fmla="*/ 5569188 w 12192000"/>
                  <a:gd name="connsiteY184" fmla="*/ 619700 h 2728672"/>
                  <a:gd name="connsiteX185" fmla="*/ 5583761 w 12192000"/>
                  <a:gd name="connsiteY185" fmla="*/ 623840 h 2728672"/>
                  <a:gd name="connsiteX186" fmla="*/ 5592373 w 12192000"/>
                  <a:gd name="connsiteY186" fmla="*/ 621190 h 2728672"/>
                  <a:gd name="connsiteX187" fmla="*/ 5652322 w 12192000"/>
                  <a:gd name="connsiteY187" fmla="*/ 451278 h 2728672"/>
                  <a:gd name="connsiteX188" fmla="*/ 5652322 w 12192000"/>
                  <a:gd name="connsiteY188" fmla="*/ 605458 h 2728672"/>
                  <a:gd name="connsiteX189" fmla="*/ 5657953 w 12192000"/>
                  <a:gd name="connsiteY189" fmla="*/ 645700 h 2728672"/>
                  <a:gd name="connsiteX190" fmla="*/ 5664081 w 12192000"/>
                  <a:gd name="connsiteY190" fmla="*/ 647522 h 2728672"/>
                  <a:gd name="connsiteX191" fmla="*/ 5664909 w 12192000"/>
                  <a:gd name="connsiteY191" fmla="*/ 639242 h 2728672"/>
                  <a:gd name="connsiteX192" fmla="*/ 5748540 w 12192000"/>
                  <a:gd name="connsiteY192" fmla="*/ 510400 h 2728672"/>
                  <a:gd name="connsiteX193" fmla="*/ 5710119 w 12192000"/>
                  <a:gd name="connsiteY193" fmla="*/ 648350 h 2728672"/>
                  <a:gd name="connsiteX194" fmla="*/ 5800706 w 12192000"/>
                  <a:gd name="connsiteY194" fmla="*/ 582604 h 2728672"/>
                  <a:gd name="connsiteX195" fmla="*/ 5773547 w 12192000"/>
                  <a:gd name="connsiteY195" fmla="*/ 665408 h 2728672"/>
                  <a:gd name="connsiteX196" fmla="*/ 5848402 w 12192000"/>
                  <a:gd name="connsiteY196" fmla="*/ 578133 h 2728672"/>
                  <a:gd name="connsiteX197" fmla="*/ 5824222 w 12192000"/>
                  <a:gd name="connsiteY197" fmla="*/ 659280 h 2728672"/>
                  <a:gd name="connsiteX198" fmla="*/ 5790438 w 12192000"/>
                  <a:gd name="connsiteY198" fmla="*/ 685777 h 2728672"/>
                  <a:gd name="connsiteX199" fmla="*/ 5812630 w 12192000"/>
                  <a:gd name="connsiteY199" fmla="*/ 692567 h 2728672"/>
                  <a:gd name="connsiteX200" fmla="*/ 5824222 w 12192000"/>
                  <a:gd name="connsiteY200" fmla="*/ 689089 h 2728672"/>
                  <a:gd name="connsiteX201" fmla="*/ 5932198 w 12192000"/>
                  <a:gd name="connsiteY201" fmla="*/ 501125 h 2728672"/>
                  <a:gd name="connsiteX202" fmla="*/ 5900401 w 12192000"/>
                  <a:gd name="connsiteY202" fmla="*/ 710784 h 2728672"/>
                  <a:gd name="connsiteX203" fmla="*/ 6020466 w 12192000"/>
                  <a:gd name="connsiteY203" fmla="*/ 627980 h 2728672"/>
                  <a:gd name="connsiteX204" fmla="*/ 5977408 w 12192000"/>
                  <a:gd name="connsiteY204" fmla="*/ 738937 h 2728672"/>
                  <a:gd name="connsiteX205" fmla="*/ 5983039 w 12192000"/>
                  <a:gd name="connsiteY205" fmla="*/ 745727 h 2728672"/>
                  <a:gd name="connsiteX206" fmla="*/ 6067664 w 12192000"/>
                  <a:gd name="connsiteY206" fmla="*/ 772886 h 2728672"/>
                  <a:gd name="connsiteX207" fmla="*/ 6108900 w 12192000"/>
                  <a:gd name="connsiteY207" fmla="*/ 591712 h 2728672"/>
                  <a:gd name="connsiteX208" fmla="*/ 6145168 w 12192000"/>
                  <a:gd name="connsiteY208" fmla="*/ 768415 h 2728672"/>
                  <a:gd name="connsiteX209" fmla="*/ 6151627 w 12192000"/>
                  <a:gd name="connsiteY209" fmla="*/ 766593 h 2728672"/>
                  <a:gd name="connsiteX210" fmla="*/ 6231780 w 12192000"/>
                  <a:gd name="connsiteY210" fmla="*/ 660108 h 2728672"/>
                  <a:gd name="connsiteX211" fmla="*/ 6231946 w 12192000"/>
                  <a:gd name="connsiteY211" fmla="*/ 799880 h 2728672"/>
                  <a:gd name="connsiteX212" fmla="*/ 6313755 w 12192000"/>
                  <a:gd name="connsiteY212" fmla="*/ 680312 h 2728672"/>
                  <a:gd name="connsiteX213" fmla="*/ 6259933 w 12192000"/>
                  <a:gd name="connsiteY213" fmla="*/ 829855 h 2728672"/>
                  <a:gd name="connsiteX214" fmla="*/ 6290736 w 12192000"/>
                  <a:gd name="connsiteY214" fmla="*/ 845091 h 2728672"/>
                  <a:gd name="connsiteX215" fmla="*/ 6323692 w 12192000"/>
                  <a:gd name="connsiteY215" fmla="*/ 855855 h 2728672"/>
                  <a:gd name="connsiteX216" fmla="*/ 6431833 w 12192000"/>
                  <a:gd name="connsiteY216" fmla="*/ 709790 h 2728672"/>
                  <a:gd name="connsiteX217" fmla="*/ 6393578 w 12192000"/>
                  <a:gd name="connsiteY217" fmla="*/ 878875 h 2728672"/>
                  <a:gd name="connsiteX218" fmla="*/ 6422393 w 12192000"/>
                  <a:gd name="connsiteY218" fmla="*/ 888314 h 2728672"/>
                  <a:gd name="connsiteX219" fmla="*/ 6500560 w 12192000"/>
                  <a:gd name="connsiteY219" fmla="*/ 800046 h 2728672"/>
                  <a:gd name="connsiteX220" fmla="*/ 6469094 w 12192000"/>
                  <a:gd name="connsiteY220" fmla="*/ 903716 h 2728672"/>
                  <a:gd name="connsiteX221" fmla="*/ 6485158 w 12192000"/>
                  <a:gd name="connsiteY221" fmla="*/ 909015 h 2728672"/>
                  <a:gd name="connsiteX222" fmla="*/ 6549911 w 12192000"/>
                  <a:gd name="connsiteY222" fmla="*/ 780008 h 2728672"/>
                  <a:gd name="connsiteX223" fmla="*/ 6536331 w 12192000"/>
                  <a:gd name="connsiteY223" fmla="*/ 925907 h 2728672"/>
                  <a:gd name="connsiteX224" fmla="*/ 6540637 w 12192000"/>
                  <a:gd name="connsiteY224" fmla="*/ 927232 h 2728672"/>
                  <a:gd name="connsiteX225" fmla="*/ 6590484 w 12192000"/>
                  <a:gd name="connsiteY225" fmla="*/ 704656 h 2728672"/>
                  <a:gd name="connsiteX226" fmla="*/ 6603402 w 12192000"/>
                  <a:gd name="connsiteY226" fmla="*/ 929716 h 2728672"/>
                  <a:gd name="connsiteX227" fmla="*/ 6671797 w 12192000"/>
                  <a:gd name="connsiteY227" fmla="*/ 835320 h 2728672"/>
                  <a:gd name="connsiteX228" fmla="*/ 6662523 w 12192000"/>
                  <a:gd name="connsiteY228" fmla="*/ 967309 h 2728672"/>
                  <a:gd name="connsiteX229" fmla="*/ 6701275 w 12192000"/>
                  <a:gd name="connsiteY229" fmla="*/ 980060 h 2728672"/>
                  <a:gd name="connsiteX230" fmla="*/ 6815378 w 12192000"/>
                  <a:gd name="connsiteY230" fmla="*/ 800212 h 2728672"/>
                  <a:gd name="connsiteX231" fmla="*/ 6788715 w 12192000"/>
                  <a:gd name="connsiteY231" fmla="*/ 1008545 h 2728672"/>
                  <a:gd name="connsiteX232" fmla="*/ 6799977 w 12192000"/>
                  <a:gd name="connsiteY232" fmla="*/ 1012188 h 2728672"/>
                  <a:gd name="connsiteX233" fmla="*/ 6866551 w 12192000"/>
                  <a:gd name="connsiteY233" fmla="*/ 890798 h 2728672"/>
                  <a:gd name="connsiteX234" fmla="*/ 6866551 w 12192000"/>
                  <a:gd name="connsiteY234" fmla="*/ 1002417 h 2728672"/>
                  <a:gd name="connsiteX235" fmla="*/ 6926003 w 12192000"/>
                  <a:gd name="connsiteY235" fmla="*/ 872250 h 2728672"/>
                  <a:gd name="connsiteX236" fmla="*/ 6926003 w 12192000"/>
                  <a:gd name="connsiteY236" fmla="*/ 1048290 h 2728672"/>
                  <a:gd name="connsiteX237" fmla="*/ 7023214 w 12192000"/>
                  <a:gd name="connsiteY237" fmla="*/ 877715 h 2728672"/>
                  <a:gd name="connsiteX238" fmla="*/ 7024705 w 12192000"/>
                  <a:gd name="connsiteY238" fmla="*/ 1084227 h 2728672"/>
                  <a:gd name="connsiteX239" fmla="*/ 7026527 w 12192000"/>
                  <a:gd name="connsiteY239" fmla="*/ 1084889 h 2728672"/>
                  <a:gd name="connsiteX240" fmla="*/ 7086807 w 12192000"/>
                  <a:gd name="connsiteY240" fmla="*/ 799880 h 2728672"/>
                  <a:gd name="connsiteX241" fmla="*/ 7110158 w 12192000"/>
                  <a:gd name="connsiteY241" fmla="*/ 1097641 h 2728672"/>
                  <a:gd name="connsiteX242" fmla="*/ 7252249 w 12192000"/>
                  <a:gd name="connsiteY242" fmla="*/ 921767 h 2728672"/>
                  <a:gd name="connsiteX243" fmla="*/ 7219127 w 12192000"/>
                  <a:gd name="connsiteY243" fmla="*/ 1145170 h 2728672"/>
                  <a:gd name="connsiteX244" fmla="*/ 7227242 w 12192000"/>
                  <a:gd name="connsiteY244" fmla="*/ 1147654 h 2728672"/>
                  <a:gd name="connsiteX245" fmla="*/ 7281561 w 12192000"/>
                  <a:gd name="connsiteY245" fmla="*/ 1018978 h 2728672"/>
                  <a:gd name="connsiteX246" fmla="*/ 7301268 w 12192000"/>
                  <a:gd name="connsiteY246" fmla="*/ 1170177 h 2728672"/>
                  <a:gd name="connsiteX247" fmla="*/ 7362708 w 12192000"/>
                  <a:gd name="connsiteY247" fmla="*/ 1188725 h 2728672"/>
                  <a:gd name="connsiteX248" fmla="*/ 7349625 w 12192000"/>
                  <a:gd name="connsiteY248" fmla="*/ 1003245 h 2728672"/>
                  <a:gd name="connsiteX249" fmla="*/ 7422823 w 12192000"/>
                  <a:gd name="connsiteY249" fmla="*/ 1203795 h 2728672"/>
                  <a:gd name="connsiteX250" fmla="*/ 7578162 w 12192000"/>
                  <a:gd name="connsiteY250" fmla="*/ 990162 h 2728672"/>
                  <a:gd name="connsiteX251" fmla="*/ 7504302 w 12192000"/>
                  <a:gd name="connsiteY251" fmla="*/ 1231286 h 2728672"/>
                  <a:gd name="connsiteX252" fmla="*/ 7506952 w 12192000"/>
                  <a:gd name="connsiteY252" fmla="*/ 1232114 h 2728672"/>
                  <a:gd name="connsiteX253" fmla="*/ 7666265 w 12192000"/>
                  <a:gd name="connsiteY253" fmla="*/ 1111552 h 2728672"/>
                  <a:gd name="connsiteX254" fmla="*/ 7581640 w 12192000"/>
                  <a:gd name="connsiteY254" fmla="*/ 1254139 h 2728672"/>
                  <a:gd name="connsiteX255" fmla="*/ 7692928 w 12192000"/>
                  <a:gd name="connsiteY255" fmla="*/ 1286598 h 2728672"/>
                  <a:gd name="connsiteX256" fmla="*/ 7768776 w 12192000"/>
                  <a:gd name="connsiteY256" fmla="*/ 1053424 h 2728672"/>
                  <a:gd name="connsiteX257" fmla="*/ 7829222 w 12192000"/>
                  <a:gd name="connsiteY257" fmla="*/ 1278152 h 2728672"/>
                  <a:gd name="connsiteX258" fmla="*/ 7982574 w 12192000"/>
                  <a:gd name="connsiteY258" fmla="*/ 1053424 h 2728672"/>
                  <a:gd name="connsiteX259" fmla="*/ 7937529 w 12192000"/>
                  <a:gd name="connsiteY259" fmla="*/ 1355822 h 2728672"/>
                  <a:gd name="connsiteX260" fmla="*/ 7939516 w 12192000"/>
                  <a:gd name="connsiteY260" fmla="*/ 1356484 h 2728672"/>
                  <a:gd name="connsiteX261" fmla="*/ 8046664 w 12192000"/>
                  <a:gd name="connsiteY261" fmla="*/ 1184916 h 2728672"/>
                  <a:gd name="connsiteX262" fmla="*/ 8046829 w 12192000"/>
                  <a:gd name="connsiteY262" fmla="*/ 1345223 h 2728672"/>
                  <a:gd name="connsiteX263" fmla="*/ 8136919 w 12192000"/>
                  <a:gd name="connsiteY263" fmla="*/ 1165043 h 2728672"/>
                  <a:gd name="connsiteX264" fmla="*/ 8136919 w 12192000"/>
                  <a:gd name="connsiteY264" fmla="*/ 1369733 h 2728672"/>
                  <a:gd name="connsiteX265" fmla="*/ 8265264 w 12192000"/>
                  <a:gd name="connsiteY265" fmla="*/ 1096979 h 2728672"/>
                  <a:gd name="connsiteX266" fmla="*/ 8226347 w 12192000"/>
                  <a:gd name="connsiteY266" fmla="*/ 1418421 h 2728672"/>
                  <a:gd name="connsiteX267" fmla="*/ 8215417 w 12192000"/>
                  <a:gd name="connsiteY267" fmla="*/ 1431835 h 2728672"/>
                  <a:gd name="connsiteX268" fmla="*/ 8271723 w 12192000"/>
                  <a:gd name="connsiteY268" fmla="*/ 1446906 h 2728672"/>
                  <a:gd name="connsiteX269" fmla="*/ 8375890 w 12192000"/>
                  <a:gd name="connsiteY269" fmla="*/ 1226317 h 2728672"/>
                  <a:gd name="connsiteX270" fmla="*/ 8377711 w 12192000"/>
                  <a:gd name="connsiteY270" fmla="*/ 1450549 h 2728672"/>
                  <a:gd name="connsiteX271" fmla="*/ 8440807 w 12192000"/>
                  <a:gd name="connsiteY271" fmla="*/ 1373873 h 2728672"/>
                  <a:gd name="connsiteX272" fmla="*/ 8440807 w 12192000"/>
                  <a:gd name="connsiteY272" fmla="*/ 1458332 h 2728672"/>
                  <a:gd name="connsiteX273" fmla="*/ 8505725 w 12192000"/>
                  <a:gd name="connsiteY273" fmla="*/ 1320713 h 2728672"/>
                  <a:gd name="connsiteX274" fmla="*/ 8512515 w 12192000"/>
                  <a:gd name="connsiteY274" fmla="*/ 1509505 h 2728672"/>
                  <a:gd name="connsiteX275" fmla="*/ 8524936 w 12192000"/>
                  <a:gd name="connsiteY275" fmla="*/ 1512651 h 2728672"/>
                  <a:gd name="connsiteX276" fmla="*/ 8587369 w 12192000"/>
                  <a:gd name="connsiteY276" fmla="*/ 1493441 h 2728672"/>
                  <a:gd name="connsiteX277" fmla="*/ 8712403 w 12192000"/>
                  <a:gd name="connsiteY277" fmla="*/ 1179119 h 2728672"/>
                  <a:gd name="connsiteX278" fmla="*/ 8673982 w 12192000"/>
                  <a:gd name="connsiteY278" fmla="*/ 1518448 h 2728672"/>
                  <a:gd name="connsiteX279" fmla="*/ 8747842 w 12192000"/>
                  <a:gd name="connsiteY279" fmla="*/ 1348866 h 2728672"/>
                  <a:gd name="connsiteX280" fmla="*/ 8782785 w 12192000"/>
                  <a:gd name="connsiteY280" fmla="*/ 1539645 h 2728672"/>
                  <a:gd name="connsiteX281" fmla="*/ 8818556 w 12192000"/>
                  <a:gd name="connsiteY281" fmla="*/ 1403351 h 2728672"/>
                  <a:gd name="connsiteX282" fmla="*/ 8860455 w 12192000"/>
                  <a:gd name="connsiteY282" fmla="*/ 1557696 h 2728672"/>
                  <a:gd name="connsiteX283" fmla="*/ 8883474 w 12192000"/>
                  <a:gd name="connsiteY283" fmla="*/ 1459492 h 2728672"/>
                  <a:gd name="connsiteX284" fmla="*/ 8952366 w 12192000"/>
                  <a:gd name="connsiteY284" fmla="*/ 1578894 h 2728672"/>
                  <a:gd name="connsiteX285" fmla="*/ 9013310 w 12192000"/>
                  <a:gd name="connsiteY285" fmla="*/ 1435810 h 2728672"/>
                  <a:gd name="connsiteX286" fmla="*/ 9005029 w 12192000"/>
                  <a:gd name="connsiteY286" fmla="*/ 1630232 h 2728672"/>
                  <a:gd name="connsiteX287" fmla="*/ 9010991 w 12192000"/>
                  <a:gd name="connsiteY287" fmla="*/ 1631557 h 2728672"/>
                  <a:gd name="connsiteX288" fmla="*/ 9160865 w 12192000"/>
                  <a:gd name="connsiteY288" fmla="*/ 1406332 h 2728672"/>
                  <a:gd name="connsiteX289" fmla="*/ 9162024 w 12192000"/>
                  <a:gd name="connsiteY289" fmla="*/ 1651098 h 2728672"/>
                  <a:gd name="connsiteX290" fmla="*/ 9252446 w 12192000"/>
                  <a:gd name="connsiteY290" fmla="*/ 1547926 h 2728672"/>
                  <a:gd name="connsiteX291" fmla="*/ 9253936 w 12192000"/>
                  <a:gd name="connsiteY291" fmla="*/ 1687532 h 2728672"/>
                  <a:gd name="connsiteX292" fmla="*/ 9286892 w 12192000"/>
                  <a:gd name="connsiteY292" fmla="*/ 1694985 h 2728672"/>
                  <a:gd name="connsiteX293" fmla="*/ 9349988 w 12192000"/>
                  <a:gd name="connsiteY293" fmla="*/ 1667991 h 2728672"/>
                  <a:gd name="connsiteX294" fmla="*/ 9414740 w 12192000"/>
                  <a:gd name="connsiteY294" fmla="*/ 1442103 h 2728672"/>
                  <a:gd name="connsiteX295" fmla="*/ 9447199 w 12192000"/>
                  <a:gd name="connsiteY295" fmla="*/ 1704921 h 2728672"/>
                  <a:gd name="connsiteX296" fmla="*/ 9461939 w 12192000"/>
                  <a:gd name="connsiteY296" fmla="*/ 1553887 h 2728672"/>
                  <a:gd name="connsiteX297" fmla="*/ 9540104 w 12192000"/>
                  <a:gd name="connsiteY297" fmla="*/ 1709061 h 2728672"/>
                  <a:gd name="connsiteX298" fmla="*/ 9615289 w 12192000"/>
                  <a:gd name="connsiteY298" fmla="*/ 1615825 h 2728672"/>
                  <a:gd name="connsiteX299" fmla="*/ 9657850 w 12192000"/>
                  <a:gd name="connsiteY299" fmla="*/ 1775138 h 2728672"/>
                  <a:gd name="connsiteX300" fmla="*/ 9664971 w 12192000"/>
                  <a:gd name="connsiteY300" fmla="*/ 1776629 h 2728672"/>
                  <a:gd name="connsiteX301" fmla="*/ 9751087 w 12192000"/>
                  <a:gd name="connsiteY301" fmla="*/ 1621786 h 2728672"/>
                  <a:gd name="connsiteX302" fmla="*/ 9763839 w 12192000"/>
                  <a:gd name="connsiteY302" fmla="*/ 1797164 h 2728672"/>
                  <a:gd name="connsiteX303" fmla="*/ 9765329 w 12192000"/>
                  <a:gd name="connsiteY303" fmla="*/ 1797329 h 2728672"/>
                  <a:gd name="connsiteX304" fmla="*/ 9818986 w 12192000"/>
                  <a:gd name="connsiteY304" fmla="*/ 1713201 h 2728672"/>
                  <a:gd name="connsiteX305" fmla="*/ 9818986 w 12192000"/>
                  <a:gd name="connsiteY305" fmla="*/ 1795839 h 2728672"/>
                  <a:gd name="connsiteX306" fmla="*/ 9863203 w 12192000"/>
                  <a:gd name="connsiteY306" fmla="*/ 1645303 h 2728672"/>
                  <a:gd name="connsiteX307" fmla="*/ 9880923 w 12192000"/>
                  <a:gd name="connsiteY307" fmla="*/ 1819521 h 2728672"/>
                  <a:gd name="connsiteX308" fmla="*/ 9946338 w 12192000"/>
                  <a:gd name="connsiteY308" fmla="*/ 1695481 h 2728672"/>
                  <a:gd name="connsiteX309" fmla="*/ 9975319 w 12192000"/>
                  <a:gd name="connsiteY309" fmla="*/ 1837406 h 2728672"/>
                  <a:gd name="connsiteX310" fmla="*/ 10007943 w 12192000"/>
                  <a:gd name="connsiteY310" fmla="*/ 1574920 h 2728672"/>
                  <a:gd name="connsiteX311" fmla="*/ 10068059 w 12192000"/>
                  <a:gd name="connsiteY311" fmla="*/ 1818361 h 2728672"/>
                  <a:gd name="connsiteX312" fmla="*/ 10063918 w 12192000"/>
                  <a:gd name="connsiteY312" fmla="*/ 1837406 h 2728672"/>
                  <a:gd name="connsiteX313" fmla="*/ 10128836 w 12192000"/>
                  <a:gd name="connsiteY313" fmla="*/ 1660207 h 2728672"/>
                  <a:gd name="connsiteX314" fmla="*/ 10130657 w 12192000"/>
                  <a:gd name="connsiteY314" fmla="*/ 1837406 h 2728672"/>
                  <a:gd name="connsiteX315" fmla="*/ 10193753 w 12192000"/>
                  <a:gd name="connsiteY315" fmla="*/ 1857776 h 2728672"/>
                  <a:gd name="connsiteX316" fmla="*/ 10267449 w 12192000"/>
                  <a:gd name="connsiteY316" fmla="*/ 1716182 h 2728672"/>
                  <a:gd name="connsiteX317" fmla="*/ 10249729 w 12192000"/>
                  <a:gd name="connsiteY317" fmla="*/ 1857776 h 2728672"/>
                  <a:gd name="connsiteX318" fmla="*/ 10295436 w 12192000"/>
                  <a:gd name="connsiteY318" fmla="*/ 1762055 h 2728672"/>
                  <a:gd name="connsiteX319" fmla="*/ 10310673 w 12192000"/>
                  <a:gd name="connsiteY319" fmla="*/ 1882451 h 2728672"/>
                  <a:gd name="connsiteX320" fmla="*/ 10397119 w 12192000"/>
                  <a:gd name="connsiteY320" fmla="*/ 1791202 h 2728672"/>
                  <a:gd name="connsiteX321" fmla="*/ 10388673 w 12192000"/>
                  <a:gd name="connsiteY321" fmla="*/ 1916897 h 2728672"/>
                  <a:gd name="connsiteX322" fmla="*/ 10424609 w 12192000"/>
                  <a:gd name="connsiteY322" fmla="*/ 1923356 h 2728672"/>
                  <a:gd name="connsiteX323" fmla="*/ 10444979 w 12192000"/>
                  <a:gd name="connsiteY323" fmla="*/ 1912095 h 2728672"/>
                  <a:gd name="connsiteX324" fmla="*/ 10474291 w 12192000"/>
                  <a:gd name="connsiteY324" fmla="*/ 1677099 h 2728672"/>
                  <a:gd name="connsiteX325" fmla="*/ 10524139 w 12192000"/>
                  <a:gd name="connsiteY325" fmla="*/ 1926006 h 2728672"/>
                  <a:gd name="connsiteX326" fmla="*/ 10516686 w 12192000"/>
                  <a:gd name="connsiteY326" fmla="*/ 1939751 h 2728672"/>
                  <a:gd name="connsiteX327" fmla="*/ 10560407 w 12192000"/>
                  <a:gd name="connsiteY327" fmla="*/ 1947535 h 2728672"/>
                  <a:gd name="connsiteX328" fmla="*/ 10567363 w 12192000"/>
                  <a:gd name="connsiteY328" fmla="*/ 1940745 h 2728672"/>
                  <a:gd name="connsiteX329" fmla="*/ 10627975 w 12192000"/>
                  <a:gd name="connsiteY329" fmla="*/ 1784246 h 2728672"/>
                  <a:gd name="connsiteX330" fmla="*/ 10663745 w 12192000"/>
                  <a:gd name="connsiteY330" fmla="*/ 1950019 h 2728672"/>
                  <a:gd name="connsiteX331" fmla="*/ 10681631 w 12192000"/>
                  <a:gd name="connsiteY331" fmla="*/ 1842540 h 2728672"/>
                  <a:gd name="connsiteX332" fmla="*/ 10741912 w 12192000"/>
                  <a:gd name="connsiteY332" fmla="*/ 1963267 h 2728672"/>
                  <a:gd name="connsiteX333" fmla="*/ 10784142 w 12192000"/>
                  <a:gd name="connsiteY333" fmla="*/ 1865725 h 2728672"/>
                  <a:gd name="connsiteX334" fmla="*/ 10809314 w 12192000"/>
                  <a:gd name="connsiteY334" fmla="*/ 1989433 h 2728672"/>
                  <a:gd name="connsiteX335" fmla="*/ 10813951 w 12192000"/>
                  <a:gd name="connsiteY335" fmla="*/ 1990095 h 2728672"/>
                  <a:gd name="connsiteX336" fmla="*/ 10835479 w 12192000"/>
                  <a:gd name="connsiteY336" fmla="*/ 1801138 h 2728672"/>
                  <a:gd name="connsiteX337" fmla="*/ 10903544 w 12192000"/>
                  <a:gd name="connsiteY337" fmla="*/ 1979000 h 2728672"/>
                  <a:gd name="connsiteX338" fmla="*/ 10975251 w 12192000"/>
                  <a:gd name="connsiteY338" fmla="*/ 1907789 h 2728672"/>
                  <a:gd name="connsiteX339" fmla="*/ 10962831 w 12192000"/>
                  <a:gd name="connsiteY339" fmla="*/ 2013777 h 2728672"/>
                  <a:gd name="connsiteX340" fmla="*/ 11020628 w 12192000"/>
                  <a:gd name="connsiteY340" fmla="*/ 2022886 h 2728672"/>
                  <a:gd name="connsiteX341" fmla="*/ 11047622 w 12192000"/>
                  <a:gd name="connsiteY341" fmla="*/ 1942732 h 2728672"/>
                  <a:gd name="connsiteX342" fmla="*/ 11065177 w 12192000"/>
                  <a:gd name="connsiteY342" fmla="*/ 2030007 h 2728672"/>
                  <a:gd name="connsiteX343" fmla="*/ 11069482 w 12192000"/>
                  <a:gd name="connsiteY343" fmla="*/ 2030503 h 2728672"/>
                  <a:gd name="connsiteX344" fmla="*/ 11078093 w 12192000"/>
                  <a:gd name="connsiteY344" fmla="*/ 1842705 h 2728672"/>
                  <a:gd name="connsiteX345" fmla="*/ 11151127 w 12192000"/>
                  <a:gd name="connsiteY345" fmla="*/ 2039612 h 2728672"/>
                  <a:gd name="connsiteX346" fmla="*/ 11225318 w 12192000"/>
                  <a:gd name="connsiteY346" fmla="*/ 1728934 h 2728672"/>
                  <a:gd name="connsiteX347" fmla="*/ 11261254 w 12192000"/>
                  <a:gd name="connsiteY347" fmla="*/ 2058657 h 2728672"/>
                  <a:gd name="connsiteX348" fmla="*/ 11262082 w 12192000"/>
                  <a:gd name="connsiteY348" fmla="*/ 2058822 h 2728672"/>
                  <a:gd name="connsiteX349" fmla="*/ 11361116 w 12192000"/>
                  <a:gd name="connsiteY349" fmla="*/ 1941242 h 2728672"/>
                  <a:gd name="connsiteX350" fmla="*/ 11374860 w 12192000"/>
                  <a:gd name="connsiteY350" fmla="*/ 2075052 h 2728672"/>
                  <a:gd name="connsiteX351" fmla="*/ 11455346 w 12192000"/>
                  <a:gd name="connsiteY351" fmla="*/ 2086478 h 2728672"/>
                  <a:gd name="connsiteX352" fmla="*/ 11529703 w 12192000"/>
                  <a:gd name="connsiteY352" fmla="*/ 1880795 h 2728672"/>
                  <a:gd name="connsiteX353" fmla="*/ 11567627 w 12192000"/>
                  <a:gd name="connsiteY353" fmla="*/ 2101549 h 2728672"/>
                  <a:gd name="connsiteX354" fmla="*/ 11650099 w 12192000"/>
                  <a:gd name="connsiteY354" fmla="*/ 2112645 h 2728672"/>
                  <a:gd name="connsiteX355" fmla="*/ 11681896 w 12192000"/>
                  <a:gd name="connsiteY355" fmla="*/ 1965089 h 2728672"/>
                  <a:gd name="connsiteX356" fmla="*/ 11779437 w 12192000"/>
                  <a:gd name="connsiteY356" fmla="*/ 2129205 h 2728672"/>
                  <a:gd name="connsiteX357" fmla="*/ 11798814 w 12192000"/>
                  <a:gd name="connsiteY357" fmla="*/ 2131689 h 2728672"/>
                  <a:gd name="connsiteX358" fmla="*/ 11834419 w 12192000"/>
                  <a:gd name="connsiteY358" fmla="*/ 1943229 h 2728672"/>
                  <a:gd name="connsiteX359" fmla="*/ 11901325 w 12192000"/>
                  <a:gd name="connsiteY359" fmla="*/ 2144275 h 2728672"/>
                  <a:gd name="connsiteX360" fmla="*/ 11947528 w 12192000"/>
                  <a:gd name="connsiteY360" fmla="*/ 2149906 h 2728672"/>
                  <a:gd name="connsiteX361" fmla="*/ 11996217 w 12192000"/>
                  <a:gd name="connsiteY361" fmla="*/ 1903483 h 2728672"/>
                  <a:gd name="connsiteX362" fmla="*/ 12054841 w 12192000"/>
                  <a:gd name="connsiteY362" fmla="*/ 2162492 h 2728672"/>
                  <a:gd name="connsiteX363" fmla="*/ 12126383 w 12192000"/>
                  <a:gd name="connsiteY363" fmla="*/ 2170441 h 2728672"/>
                  <a:gd name="connsiteX364" fmla="*/ 12159337 w 12192000"/>
                  <a:gd name="connsiteY364" fmla="*/ 2023328 h 2728672"/>
                  <a:gd name="connsiteX365" fmla="*/ 12192000 w 12192000"/>
                  <a:gd name="connsiteY365" fmla="*/ 1990428 h 2728672"/>
                  <a:gd name="connsiteX366" fmla="*/ 12192000 w 12192000"/>
                  <a:gd name="connsiteY366" fmla="*/ 2004805 h 2728672"/>
                  <a:gd name="connsiteX367" fmla="*/ 12185567 w 12192000"/>
                  <a:gd name="connsiteY367" fmla="*/ 2050501 h 2728672"/>
                  <a:gd name="connsiteX368" fmla="*/ 12189622 w 12192000"/>
                  <a:gd name="connsiteY368" fmla="*/ 2113566 h 2728672"/>
                  <a:gd name="connsiteX369" fmla="*/ 12192000 w 12192000"/>
                  <a:gd name="connsiteY369" fmla="*/ 2119461 h 2728672"/>
                  <a:gd name="connsiteX370" fmla="*/ 12192000 w 12192000"/>
                  <a:gd name="connsiteY370" fmla="*/ 2728672 h 2728672"/>
                  <a:gd name="connsiteX371" fmla="*/ 0 w 12192000"/>
                  <a:gd name="connsiteY371" fmla="*/ 2728672 h 2728672"/>
                  <a:gd name="connsiteX372" fmla="*/ 0 w 12192000"/>
                  <a:gd name="connsiteY372" fmla="*/ 289610 h 2728672"/>
                  <a:gd name="connsiteX373" fmla="*/ 6488 w 12192000"/>
                  <a:gd name="connsiteY373" fmla="*/ 280395 h 2728672"/>
                  <a:gd name="connsiteX374" fmla="*/ 20039 w 12192000"/>
                  <a:gd name="connsiteY374" fmla="*/ 265136 h 2728672"/>
                  <a:gd name="connsiteX375" fmla="*/ 19708 w 12192000"/>
                  <a:gd name="connsiteY375" fmla="*/ 395634 h 2728672"/>
                  <a:gd name="connsiteX376" fmla="*/ 77505 w 12192000"/>
                  <a:gd name="connsiteY376" fmla="*/ 425278 h 2728672"/>
                  <a:gd name="connsiteX377" fmla="*/ 101683 w 12192000"/>
                  <a:gd name="connsiteY377" fmla="*/ 146562 h 2728672"/>
                  <a:gd name="connsiteX378" fmla="*/ 117250 w 12192000"/>
                  <a:gd name="connsiteY378" fmla="*/ 380067 h 2728672"/>
                  <a:gd name="connsiteX379" fmla="*/ 153518 w 12192000"/>
                  <a:gd name="connsiteY379" fmla="*/ 239798 h 2728672"/>
                  <a:gd name="connsiteX380" fmla="*/ 170410 w 12192000"/>
                  <a:gd name="connsiteY380" fmla="*/ 373277 h 2728672"/>
                  <a:gd name="connsiteX381" fmla="*/ 192767 w 12192000"/>
                  <a:gd name="connsiteY381" fmla="*/ 393647 h 2728672"/>
                  <a:gd name="connsiteX382" fmla="*/ 214793 w 12192000"/>
                  <a:gd name="connsiteY382" fmla="*/ 208996 h 2728672"/>
                  <a:gd name="connsiteX383" fmla="*/ 267953 w 12192000"/>
                  <a:gd name="connsiteY383" fmla="*/ 381226 h 2728672"/>
                  <a:gd name="connsiteX384" fmla="*/ 338170 w 12192000"/>
                  <a:gd name="connsiteY384" fmla="*/ 389341 h 2728672"/>
                  <a:gd name="connsiteX385" fmla="*/ 323265 w 12192000"/>
                  <a:gd name="connsiteY385" fmla="*/ 234996 h 2728672"/>
                  <a:gd name="connsiteX386" fmla="*/ 357877 w 12192000"/>
                  <a:gd name="connsiteY386" fmla="*/ 372615 h 2728672"/>
                  <a:gd name="connsiteX387" fmla="*/ 396463 w 12192000"/>
                  <a:gd name="connsiteY387" fmla="*/ 442170 h 2728672"/>
                  <a:gd name="connsiteX388" fmla="*/ 405406 w 12192000"/>
                  <a:gd name="connsiteY388" fmla="*/ 441011 h 2728672"/>
                  <a:gd name="connsiteX389" fmla="*/ 397126 w 12192000"/>
                  <a:gd name="connsiteY389" fmla="*/ 413188 h 2728672"/>
                  <a:gd name="connsiteX390" fmla="*/ 441840 w 12192000"/>
                  <a:gd name="connsiteY390" fmla="*/ 228371 h 2728672"/>
                  <a:gd name="connsiteX391" fmla="*/ 458897 w 12192000"/>
                  <a:gd name="connsiteY391" fmla="*/ 362679 h 2728672"/>
                  <a:gd name="connsiteX392" fmla="*/ 536567 w 12192000"/>
                  <a:gd name="connsiteY392" fmla="*/ 213467 h 2728672"/>
                  <a:gd name="connsiteX393" fmla="*/ 521828 w 12192000"/>
                  <a:gd name="connsiteY393" fmla="*/ 388679 h 2728672"/>
                  <a:gd name="connsiteX394" fmla="*/ 596019 w 12192000"/>
                  <a:gd name="connsiteY394" fmla="*/ 415341 h 2728672"/>
                  <a:gd name="connsiteX395" fmla="*/ 620695 w 12192000"/>
                  <a:gd name="connsiteY395" fmla="*/ 412195 h 2728672"/>
                  <a:gd name="connsiteX396" fmla="*/ 619370 w 12192000"/>
                  <a:gd name="connsiteY396" fmla="*/ 373609 h 2728672"/>
                  <a:gd name="connsiteX397" fmla="*/ 632287 w 12192000"/>
                  <a:gd name="connsiteY397" fmla="*/ 138778 h 2728672"/>
                  <a:gd name="connsiteX398" fmla="*/ 692734 w 12192000"/>
                  <a:gd name="connsiteY398" fmla="*/ 335850 h 2728672"/>
                  <a:gd name="connsiteX399" fmla="*/ 760798 w 12192000"/>
                  <a:gd name="connsiteY399" fmla="*/ 394309 h 2728672"/>
                  <a:gd name="connsiteX400" fmla="*/ 774875 w 12192000"/>
                  <a:gd name="connsiteY400" fmla="*/ 392488 h 2728672"/>
                  <a:gd name="connsiteX401" fmla="*/ 786964 w 12192000"/>
                  <a:gd name="connsiteY401" fmla="*/ 215785 h 2728672"/>
                  <a:gd name="connsiteX402" fmla="*/ 871092 w 12192000"/>
                  <a:gd name="connsiteY402" fmla="*/ 364335 h 2728672"/>
                  <a:gd name="connsiteX403" fmla="*/ 924252 w 12192000"/>
                  <a:gd name="connsiteY403" fmla="*/ 90421 h 2728672"/>
                  <a:gd name="connsiteX404" fmla="*/ 969628 w 12192000"/>
                  <a:gd name="connsiteY404" fmla="*/ 327404 h 2728672"/>
                  <a:gd name="connsiteX405" fmla="*/ 959857 w 12192000"/>
                  <a:gd name="connsiteY405" fmla="*/ 370131 h 2728672"/>
                  <a:gd name="connsiteX406" fmla="*/ 1009705 w 12192000"/>
                  <a:gd name="connsiteY406" fmla="*/ 364169 h 2728672"/>
                  <a:gd name="connsiteX407" fmla="*/ 1064521 w 12192000"/>
                  <a:gd name="connsiteY407" fmla="*/ 186308 h 2728672"/>
                  <a:gd name="connsiteX408" fmla="*/ 1067170 w 12192000"/>
                  <a:gd name="connsiteY408" fmla="*/ 357711 h 2728672"/>
                  <a:gd name="connsiteX409" fmla="*/ 1144012 w 12192000"/>
                  <a:gd name="connsiteY409" fmla="*/ 349099 h 2728672"/>
                  <a:gd name="connsiteX410" fmla="*/ 1178624 w 12192000"/>
                  <a:gd name="connsiteY410" fmla="*/ 188792 h 2728672"/>
                  <a:gd name="connsiteX411" fmla="*/ 1198165 w 12192000"/>
                  <a:gd name="connsiteY411" fmla="*/ 342640 h 2728672"/>
                  <a:gd name="connsiteX412" fmla="*/ 1198993 w 12192000"/>
                  <a:gd name="connsiteY412" fmla="*/ 343137 h 2728672"/>
                  <a:gd name="connsiteX413" fmla="*/ 1257784 w 12192000"/>
                  <a:gd name="connsiteY413" fmla="*/ 336844 h 2728672"/>
                  <a:gd name="connsiteX414" fmla="*/ 1298688 w 12192000"/>
                  <a:gd name="connsiteY414" fmla="*/ 105326 h 2728672"/>
                  <a:gd name="connsiteX415" fmla="*/ 1337109 w 12192000"/>
                  <a:gd name="connsiteY415" fmla="*/ 328729 h 2728672"/>
                  <a:gd name="connsiteX416" fmla="*/ 1412295 w 12192000"/>
                  <a:gd name="connsiteY416" fmla="*/ 321111 h 2728672"/>
                  <a:gd name="connsiteX417" fmla="*/ 1428690 w 12192000"/>
                  <a:gd name="connsiteY417" fmla="*/ 256525 h 2728672"/>
                  <a:gd name="connsiteX418" fmla="*/ 1447238 w 12192000"/>
                  <a:gd name="connsiteY418" fmla="*/ 317965 h 2728672"/>
                  <a:gd name="connsiteX419" fmla="*/ 1503544 w 12192000"/>
                  <a:gd name="connsiteY419" fmla="*/ 312666 h 2728672"/>
                  <a:gd name="connsiteX420" fmla="*/ 1529379 w 12192000"/>
                  <a:gd name="connsiteY420" fmla="*/ 220919 h 2728672"/>
                  <a:gd name="connsiteX421" fmla="*/ 1546436 w 12192000"/>
                  <a:gd name="connsiteY421" fmla="*/ 308691 h 2728672"/>
                  <a:gd name="connsiteX422" fmla="*/ 1615163 w 12192000"/>
                  <a:gd name="connsiteY422" fmla="*/ 302563 h 2728672"/>
                  <a:gd name="connsiteX423" fmla="*/ 1501225 w 12192000"/>
                  <a:gd name="connsiteY423" fmla="*/ 0 h 2728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</a:cxnLst>
                <a:rect l="l" t="t" r="r" b="b"/>
                <a:pathLst>
                  <a:path w="12192000" h="2728672">
                    <a:moveTo>
                      <a:pt x="1501225" y="0"/>
                    </a:moveTo>
                    <a:cubicBezTo>
                      <a:pt x="1574755" y="44051"/>
                      <a:pt x="1617316" y="133810"/>
                      <a:pt x="1641329" y="211314"/>
                    </a:cubicBezTo>
                    <a:cubicBezTo>
                      <a:pt x="1640832" y="152689"/>
                      <a:pt x="1650437" y="72039"/>
                      <a:pt x="1701278" y="34115"/>
                    </a:cubicBezTo>
                    <a:cubicBezTo>
                      <a:pt x="1701278" y="34115"/>
                      <a:pt x="1668985" y="231849"/>
                      <a:pt x="1767521" y="288487"/>
                    </a:cubicBezTo>
                    <a:cubicBezTo>
                      <a:pt x="1767521" y="288487"/>
                      <a:pt x="1754272" y="201875"/>
                      <a:pt x="1805942" y="141097"/>
                    </a:cubicBezTo>
                    <a:cubicBezTo>
                      <a:pt x="1805942" y="141097"/>
                      <a:pt x="1783750" y="209658"/>
                      <a:pt x="1845190" y="258512"/>
                    </a:cubicBezTo>
                    <a:cubicBezTo>
                      <a:pt x="1906631" y="307366"/>
                      <a:pt x="1913255" y="173390"/>
                      <a:pt x="1913255" y="173390"/>
                    </a:cubicBezTo>
                    <a:cubicBezTo>
                      <a:pt x="1913255" y="173390"/>
                      <a:pt x="1942567" y="237314"/>
                      <a:pt x="1948363" y="276894"/>
                    </a:cubicBezTo>
                    <a:cubicBezTo>
                      <a:pt x="1963599" y="275901"/>
                      <a:pt x="1978835" y="274907"/>
                      <a:pt x="1994237" y="273913"/>
                    </a:cubicBezTo>
                    <a:cubicBezTo>
                      <a:pt x="2004173" y="264971"/>
                      <a:pt x="2011956" y="257850"/>
                      <a:pt x="2011956" y="257850"/>
                    </a:cubicBezTo>
                    <a:cubicBezTo>
                      <a:pt x="2011956" y="257850"/>
                      <a:pt x="2056173" y="208002"/>
                      <a:pt x="1999536" y="94727"/>
                    </a:cubicBezTo>
                    <a:cubicBezTo>
                      <a:pt x="1999536" y="94727"/>
                      <a:pt x="2075549" y="169581"/>
                      <a:pt x="2050212" y="270436"/>
                    </a:cubicBezTo>
                    <a:cubicBezTo>
                      <a:pt x="2068263" y="269442"/>
                      <a:pt x="2086479" y="268117"/>
                      <a:pt x="2104531" y="267124"/>
                    </a:cubicBezTo>
                    <a:lnTo>
                      <a:pt x="2109996" y="185479"/>
                    </a:lnTo>
                    <a:cubicBezTo>
                      <a:pt x="2109996" y="185479"/>
                      <a:pt x="2142455" y="232180"/>
                      <a:pt x="2149907" y="264639"/>
                    </a:cubicBezTo>
                    <a:cubicBezTo>
                      <a:pt x="2160340" y="264142"/>
                      <a:pt x="2170773" y="263646"/>
                      <a:pt x="2181206" y="262984"/>
                    </a:cubicBezTo>
                    <a:cubicBezTo>
                      <a:pt x="2179882" y="234830"/>
                      <a:pt x="2182366" y="173887"/>
                      <a:pt x="2220455" y="133645"/>
                    </a:cubicBezTo>
                    <a:cubicBezTo>
                      <a:pt x="2218965" y="138778"/>
                      <a:pt x="2200251" y="201875"/>
                      <a:pt x="2221449" y="260996"/>
                    </a:cubicBezTo>
                    <a:cubicBezTo>
                      <a:pt x="2223933" y="260831"/>
                      <a:pt x="2226417" y="260665"/>
                      <a:pt x="2228901" y="260665"/>
                    </a:cubicBezTo>
                    <a:cubicBezTo>
                      <a:pt x="2224264" y="213798"/>
                      <a:pt x="2221780" y="108306"/>
                      <a:pt x="2285539" y="54484"/>
                    </a:cubicBezTo>
                    <a:cubicBezTo>
                      <a:pt x="2285539" y="54484"/>
                      <a:pt x="2246621" y="182498"/>
                      <a:pt x="2275602" y="258347"/>
                    </a:cubicBezTo>
                    <a:cubicBezTo>
                      <a:pt x="2291501" y="257684"/>
                      <a:pt x="2307564" y="257021"/>
                      <a:pt x="2323463" y="256359"/>
                    </a:cubicBezTo>
                    <a:lnTo>
                      <a:pt x="2321310" y="159148"/>
                    </a:lnTo>
                    <a:cubicBezTo>
                      <a:pt x="2321310" y="159148"/>
                      <a:pt x="2345157" y="209823"/>
                      <a:pt x="2355259" y="255034"/>
                    </a:cubicBezTo>
                    <a:cubicBezTo>
                      <a:pt x="2371654" y="254372"/>
                      <a:pt x="2388049" y="253544"/>
                      <a:pt x="2404444" y="253047"/>
                    </a:cubicBezTo>
                    <a:cubicBezTo>
                      <a:pt x="2411897" y="203696"/>
                      <a:pt x="2417030" y="107644"/>
                      <a:pt x="2356750" y="60943"/>
                    </a:cubicBezTo>
                    <a:cubicBezTo>
                      <a:pt x="2374635" y="72867"/>
                      <a:pt x="2477146" y="147059"/>
                      <a:pt x="2464228" y="251060"/>
                    </a:cubicBezTo>
                    <a:cubicBezTo>
                      <a:pt x="2473833" y="250728"/>
                      <a:pt x="2483439" y="250397"/>
                      <a:pt x="2493044" y="250231"/>
                    </a:cubicBezTo>
                    <a:cubicBezTo>
                      <a:pt x="2508942" y="230193"/>
                      <a:pt x="2524509" y="197403"/>
                      <a:pt x="2524675" y="144243"/>
                    </a:cubicBezTo>
                    <a:cubicBezTo>
                      <a:pt x="2524675" y="144243"/>
                      <a:pt x="2546369" y="202537"/>
                      <a:pt x="2543719" y="248575"/>
                    </a:cubicBezTo>
                    <a:cubicBezTo>
                      <a:pt x="2559949" y="248078"/>
                      <a:pt x="2576178" y="247913"/>
                      <a:pt x="2592408" y="247582"/>
                    </a:cubicBezTo>
                    <a:cubicBezTo>
                      <a:pt x="2592905" y="230524"/>
                      <a:pt x="2595389" y="211314"/>
                      <a:pt x="2602179" y="194753"/>
                    </a:cubicBezTo>
                    <a:cubicBezTo>
                      <a:pt x="2602179" y="194753"/>
                      <a:pt x="2604000" y="222079"/>
                      <a:pt x="2613440" y="247085"/>
                    </a:cubicBezTo>
                    <a:lnTo>
                      <a:pt x="2637784" y="246588"/>
                    </a:lnTo>
                    <a:cubicBezTo>
                      <a:pt x="2638612" y="212308"/>
                      <a:pt x="2645236" y="162294"/>
                      <a:pt x="2675046" y="137785"/>
                    </a:cubicBezTo>
                    <a:cubicBezTo>
                      <a:pt x="2675046" y="137785"/>
                      <a:pt x="2666765" y="197238"/>
                      <a:pt x="2673721" y="245926"/>
                    </a:cubicBezTo>
                    <a:cubicBezTo>
                      <a:pt x="2691441" y="245594"/>
                      <a:pt x="2709161" y="245429"/>
                      <a:pt x="2726880" y="245263"/>
                    </a:cubicBezTo>
                    <a:cubicBezTo>
                      <a:pt x="2726715" y="222410"/>
                      <a:pt x="2732014" y="189619"/>
                      <a:pt x="2757849" y="162460"/>
                    </a:cubicBezTo>
                    <a:cubicBezTo>
                      <a:pt x="2757849" y="162460"/>
                      <a:pt x="2751390" y="209161"/>
                      <a:pt x="2767288" y="244767"/>
                    </a:cubicBezTo>
                    <a:cubicBezTo>
                      <a:pt x="2789480" y="244601"/>
                      <a:pt x="2811671" y="244270"/>
                      <a:pt x="2833697" y="244270"/>
                    </a:cubicBezTo>
                    <a:cubicBezTo>
                      <a:pt x="2835518" y="228040"/>
                      <a:pt x="2834194" y="212805"/>
                      <a:pt x="2834194" y="212805"/>
                    </a:cubicBezTo>
                    <a:cubicBezTo>
                      <a:pt x="2834194" y="212805"/>
                      <a:pt x="2845620" y="225390"/>
                      <a:pt x="2854066" y="244270"/>
                    </a:cubicBezTo>
                    <a:lnTo>
                      <a:pt x="2863009" y="244270"/>
                    </a:lnTo>
                    <a:cubicBezTo>
                      <a:pt x="2867315" y="207339"/>
                      <a:pt x="2882716" y="138116"/>
                      <a:pt x="2940182" y="108804"/>
                    </a:cubicBezTo>
                    <a:cubicBezTo>
                      <a:pt x="2940182" y="108804"/>
                      <a:pt x="2896130" y="187467"/>
                      <a:pt x="2922793" y="244435"/>
                    </a:cubicBezTo>
                    <a:lnTo>
                      <a:pt x="2939519" y="244435"/>
                    </a:lnTo>
                    <a:cubicBezTo>
                      <a:pt x="2939851" y="221085"/>
                      <a:pt x="2943163" y="187135"/>
                      <a:pt x="2957736" y="171237"/>
                    </a:cubicBezTo>
                    <a:cubicBezTo>
                      <a:pt x="2957736" y="171237"/>
                      <a:pt x="2959889" y="215289"/>
                      <a:pt x="2971978" y="244601"/>
                    </a:cubicBezTo>
                    <a:cubicBezTo>
                      <a:pt x="2985558" y="244601"/>
                      <a:pt x="2999138" y="244932"/>
                      <a:pt x="3012552" y="245098"/>
                    </a:cubicBezTo>
                    <a:cubicBezTo>
                      <a:pt x="3017686" y="221250"/>
                      <a:pt x="3016361" y="188626"/>
                      <a:pt x="3016361" y="188626"/>
                    </a:cubicBezTo>
                    <a:cubicBezTo>
                      <a:pt x="3016361" y="188626"/>
                      <a:pt x="3032922" y="217110"/>
                      <a:pt x="3037062" y="245429"/>
                    </a:cubicBezTo>
                    <a:cubicBezTo>
                      <a:pt x="3044348" y="245594"/>
                      <a:pt x="3051635" y="245594"/>
                      <a:pt x="3058922" y="245760"/>
                    </a:cubicBezTo>
                    <a:cubicBezTo>
                      <a:pt x="3065546" y="231849"/>
                      <a:pt x="3070349" y="214295"/>
                      <a:pt x="3067202" y="193760"/>
                    </a:cubicBezTo>
                    <a:cubicBezTo>
                      <a:pt x="3067202" y="193760"/>
                      <a:pt x="3081776" y="220919"/>
                      <a:pt x="3087572" y="246091"/>
                    </a:cubicBezTo>
                    <a:cubicBezTo>
                      <a:pt x="3105623" y="246423"/>
                      <a:pt x="3123508" y="246920"/>
                      <a:pt x="3141560" y="247251"/>
                    </a:cubicBezTo>
                    <a:cubicBezTo>
                      <a:pt x="3147356" y="220422"/>
                      <a:pt x="3154477" y="164613"/>
                      <a:pt x="3125827" y="124370"/>
                    </a:cubicBezTo>
                    <a:cubicBezTo>
                      <a:pt x="3125827" y="124370"/>
                      <a:pt x="3176006" y="174549"/>
                      <a:pt x="3183458" y="227047"/>
                    </a:cubicBezTo>
                    <a:cubicBezTo>
                      <a:pt x="3187764" y="203696"/>
                      <a:pt x="3198197" y="175212"/>
                      <a:pt x="3223369" y="161467"/>
                    </a:cubicBezTo>
                    <a:cubicBezTo>
                      <a:pt x="3223369" y="161467"/>
                      <a:pt x="3199356" y="214295"/>
                      <a:pt x="3213102" y="249072"/>
                    </a:cubicBezTo>
                    <a:cubicBezTo>
                      <a:pt x="3222872" y="249404"/>
                      <a:pt x="3232809" y="249569"/>
                      <a:pt x="3242745" y="249900"/>
                    </a:cubicBezTo>
                    <a:cubicBezTo>
                      <a:pt x="3242414" y="231021"/>
                      <a:pt x="3237115" y="206346"/>
                      <a:pt x="3237115" y="206346"/>
                    </a:cubicBezTo>
                    <a:lnTo>
                      <a:pt x="3263612" y="250728"/>
                    </a:lnTo>
                    <a:cubicBezTo>
                      <a:pt x="3265599" y="250728"/>
                      <a:pt x="3267586" y="250728"/>
                      <a:pt x="3269408" y="250894"/>
                    </a:cubicBezTo>
                    <a:cubicBezTo>
                      <a:pt x="3265765" y="226881"/>
                      <a:pt x="3263115" y="178855"/>
                      <a:pt x="3297727" y="161467"/>
                    </a:cubicBezTo>
                    <a:cubicBezTo>
                      <a:pt x="3297727" y="161467"/>
                      <a:pt x="3288121" y="217607"/>
                      <a:pt x="3331014" y="253047"/>
                    </a:cubicBezTo>
                    <a:lnTo>
                      <a:pt x="3331345" y="253378"/>
                    </a:lnTo>
                    <a:cubicBezTo>
                      <a:pt x="3340122" y="253710"/>
                      <a:pt x="3349065" y="254041"/>
                      <a:pt x="3358007" y="254372"/>
                    </a:cubicBezTo>
                    <a:cubicBezTo>
                      <a:pt x="3374734" y="235990"/>
                      <a:pt x="3375893" y="179021"/>
                      <a:pt x="3375893" y="179021"/>
                    </a:cubicBezTo>
                    <a:cubicBezTo>
                      <a:pt x="3375893" y="179021"/>
                      <a:pt x="3401562" y="223237"/>
                      <a:pt x="3406696" y="256525"/>
                    </a:cubicBezTo>
                    <a:cubicBezTo>
                      <a:pt x="3422594" y="257187"/>
                      <a:pt x="3438658" y="258181"/>
                      <a:pt x="3454722" y="259009"/>
                    </a:cubicBezTo>
                    <a:cubicBezTo>
                      <a:pt x="3464824" y="242614"/>
                      <a:pt x="3477741" y="211645"/>
                      <a:pt x="3471614" y="165441"/>
                    </a:cubicBezTo>
                    <a:cubicBezTo>
                      <a:pt x="3471614" y="165441"/>
                      <a:pt x="3525105" y="207008"/>
                      <a:pt x="3503245" y="261327"/>
                    </a:cubicBezTo>
                    <a:cubicBezTo>
                      <a:pt x="3518646" y="262487"/>
                      <a:pt x="3534213" y="263315"/>
                      <a:pt x="3549780" y="264308"/>
                    </a:cubicBezTo>
                    <a:cubicBezTo>
                      <a:pt x="3549780" y="264308"/>
                      <a:pt x="3559385" y="201378"/>
                      <a:pt x="3559385" y="201378"/>
                    </a:cubicBezTo>
                    <a:lnTo>
                      <a:pt x="3578430" y="266130"/>
                    </a:lnTo>
                    <a:cubicBezTo>
                      <a:pt x="3579258" y="266130"/>
                      <a:pt x="3580086" y="266295"/>
                      <a:pt x="3581080" y="266295"/>
                    </a:cubicBezTo>
                    <a:cubicBezTo>
                      <a:pt x="3581908" y="248244"/>
                      <a:pt x="3588366" y="206015"/>
                      <a:pt x="3627781" y="190779"/>
                    </a:cubicBezTo>
                    <a:cubicBezTo>
                      <a:pt x="3627781" y="190779"/>
                      <a:pt x="3608239" y="237646"/>
                      <a:pt x="3615691" y="268614"/>
                    </a:cubicBezTo>
                    <a:cubicBezTo>
                      <a:pt x="3623144" y="269111"/>
                      <a:pt x="3630430" y="269608"/>
                      <a:pt x="3637883" y="270104"/>
                    </a:cubicBezTo>
                    <a:cubicBezTo>
                      <a:pt x="3643679" y="256525"/>
                      <a:pt x="3649475" y="236486"/>
                      <a:pt x="3647322" y="212308"/>
                    </a:cubicBezTo>
                    <a:cubicBezTo>
                      <a:pt x="3647322" y="212308"/>
                      <a:pt x="3666864" y="242614"/>
                      <a:pt x="3675972" y="272754"/>
                    </a:cubicBezTo>
                    <a:cubicBezTo>
                      <a:pt x="3693858" y="274079"/>
                      <a:pt x="3711743" y="275569"/>
                      <a:pt x="3729629" y="277060"/>
                    </a:cubicBezTo>
                    <a:cubicBezTo>
                      <a:pt x="3729629" y="277060"/>
                      <a:pt x="3729794" y="276729"/>
                      <a:pt x="3729794" y="276729"/>
                    </a:cubicBezTo>
                    <a:cubicBezTo>
                      <a:pt x="3729794" y="276729"/>
                      <a:pt x="3711743" y="218104"/>
                      <a:pt x="3764572" y="179021"/>
                    </a:cubicBezTo>
                    <a:cubicBezTo>
                      <a:pt x="3764572" y="179021"/>
                      <a:pt x="3753145" y="251557"/>
                      <a:pt x="3778317" y="280703"/>
                    </a:cubicBezTo>
                    <a:lnTo>
                      <a:pt x="3778649" y="281035"/>
                    </a:lnTo>
                    <a:cubicBezTo>
                      <a:pt x="3784113" y="281366"/>
                      <a:pt x="3789578" y="281862"/>
                      <a:pt x="3795043" y="282359"/>
                    </a:cubicBezTo>
                    <a:cubicBezTo>
                      <a:pt x="3805477" y="268117"/>
                      <a:pt x="3807464" y="224066"/>
                      <a:pt x="3807464" y="224066"/>
                    </a:cubicBezTo>
                    <a:cubicBezTo>
                      <a:pt x="3807464" y="224066"/>
                      <a:pt x="3828496" y="258015"/>
                      <a:pt x="3823694" y="284843"/>
                    </a:cubicBezTo>
                    <a:cubicBezTo>
                      <a:pt x="3834789" y="285837"/>
                      <a:pt x="3845719" y="286831"/>
                      <a:pt x="3856815" y="287990"/>
                    </a:cubicBezTo>
                    <a:cubicBezTo>
                      <a:pt x="3859464" y="282359"/>
                      <a:pt x="3877350" y="243938"/>
                      <a:pt x="3872051" y="210983"/>
                    </a:cubicBezTo>
                    <a:cubicBezTo>
                      <a:pt x="3872051" y="210983"/>
                      <a:pt x="3898051" y="256690"/>
                      <a:pt x="3894407" y="291468"/>
                    </a:cubicBezTo>
                    <a:cubicBezTo>
                      <a:pt x="3908153" y="292793"/>
                      <a:pt x="3922064" y="294117"/>
                      <a:pt x="3935809" y="295442"/>
                    </a:cubicBezTo>
                    <a:cubicBezTo>
                      <a:pt x="3931835" y="280041"/>
                      <a:pt x="3929847" y="256194"/>
                      <a:pt x="3942268" y="229862"/>
                    </a:cubicBezTo>
                    <a:cubicBezTo>
                      <a:pt x="3942268" y="229862"/>
                      <a:pt x="3953363" y="274741"/>
                      <a:pt x="3974230" y="299417"/>
                    </a:cubicBezTo>
                    <a:lnTo>
                      <a:pt x="4010001" y="303392"/>
                    </a:lnTo>
                    <a:cubicBezTo>
                      <a:pt x="4013975" y="284346"/>
                      <a:pt x="4004039" y="248244"/>
                      <a:pt x="4003045" y="244435"/>
                    </a:cubicBezTo>
                    <a:cubicBezTo>
                      <a:pt x="4005530" y="246754"/>
                      <a:pt x="4032855" y="273913"/>
                      <a:pt x="4031199" y="305876"/>
                    </a:cubicBezTo>
                    <a:lnTo>
                      <a:pt x="4068460" y="309850"/>
                    </a:lnTo>
                    <a:cubicBezTo>
                      <a:pt x="4065811" y="280206"/>
                      <a:pt x="4069123" y="243110"/>
                      <a:pt x="4096613" y="222079"/>
                    </a:cubicBezTo>
                    <a:cubicBezTo>
                      <a:pt x="4096613" y="222079"/>
                      <a:pt x="4089492" y="284512"/>
                      <a:pt x="4105059" y="314156"/>
                    </a:cubicBezTo>
                    <a:cubicBezTo>
                      <a:pt x="4114499" y="315315"/>
                      <a:pt x="4123939" y="316640"/>
                      <a:pt x="4133378" y="317799"/>
                    </a:cubicBezTo>
                    <a:cubicBezTo>
                      <a:pt x="4141493" y="298754"/>
                      <a:pt x="4141658" y="261162"/>
                      <a:pt x="4141658" y="261162"/>
                    </a:cubicBezTo>
                    <a:cubicBezTo>
                      <a:pt x="4141658" y="261162"/>
                      <a:pt x="4164678" y="296933"/>
                      <a:pt x="4167162" y="322105"/>
                    </a:cubicBezTo>
                    <a:cubicBezTo>
                      <a:pt x="4191175" y="325086"/>
                      <a:pt x="4215354" y="328067"/>
                      <a:pt x="4239367" y="331213"/>
                    </a:cubicBezTo>
                    <a:cubicBezTo>
                      <a:pt x="4247316" y="316640"/>
                      <a:pt x="4255927" y="296933"/>
                      <a:pt x="4258742" y="276729"/>
                    </a:cubicBezTo>
                    <a:cubicBezTo>
                      <a:pt x="4258742" y="276729"/>
                      <a:pt x="4282260" y="303226"/>
                      <a:pt x="4273481" y="335850"/>
                    </a:cubicBezTo>
                    <a:lnTo>
                      <a:pt x="4273481" y="336181"/>
                    </a:lnTo>
                    <a:lnTo>
                      <a:pt x="4304782" y="340653"/>
                    </a:lnTo>
                    <a:cubicBezTo>
                      <a:pt x="4304782" y="328067"/>
                      <a:pt x="4308590" y="309187"/>
                      <a:pt x="4325151" y="288652"/>
                    </a:cubicBezTo>
                    <a:cubicBezTo>
                      <a:pt x="4325151" y="288652"/>
                      <a:pt x="4314386" y="318296"/>
                      <a:pt x="4328959" y="344131"/>
                    </a:cubicBezTo>
                    <a:cubicBezTo>
                      <a:pt x="4332603" y="344627"/>
                      <a:pt x="4336081" y="345124"/>
                      <a:pt x="4339724" y="345621"/>
                    </a:cubicBezTo>
                    <a:cubicBezTo>
                      <a:pt x="4338235" y="322767"/>
                      <a:pt x="4338235" y="274907"/>
                      <a:pt x="4358437" y="244104"/>
                    </a:cubicBezTo>
                    <a:cubicBezTo>
                      <a:pt x="4358437" y="244104"/>
                      <a:pt x="4350488" y="306372"/>
                      <a:pt x="4373011" y="350092"/>
                    </a:cubicBezTo>
                    <a:cubicBezTo>
                      <a:pt x="4404476" y="327735"/>
                      <a:pt x="4419712" y="259174"/>
                      <a:pt x="4419712" y="259174"/>
                    </a:cubicBezTo>
                    <a:cubicBezTo>
                      <a:pt x="4433623" y="300576"/>
                      <a:pt x="4419712" y="346615"/>
                      <a:pt x="4419712" y="346615"/>
                    </a:cubicBezTo>
                    <a:cubicBezTo>
                      <a:pt x="4440579" y="348933"/>
                      <a:pt x="4458961" y="295939"/>
                      <a:pt x="4458961" y="295939"/>
                    </a:cubicBezTo>
                    <a:cubicBezTo>
                      <a:pt x="4465751" y="327073"/>
                      <a:pt x="4442732" y="351252"/>
                      <a:pt x="4442732" y="351252"/>
                    </a:cubicBezTo>
                    <a:cubicBezTo>
                      <a:pt x="4442732" y="351252"/>
                      <a:pt x="4444056" y="355392"/>
                      <a:pt x="4445878" y="361519"/>
                    </a:cubicBezTo>
                    <a:cubicBezTo>
                      <a:pt x="4452502" y="362679"/>
                      <a:pt x="4459126" y="363838"/>
                      <a:pt x="4465916" y="364832"/>
                    </a:cubicBezTo>
                    <a:cubicBezTo>
                      <a:pt x="4470388" y="319124"/>
                      <a:pt x="4498045" y="281862"/>
                      <a:pt x="4504834" y="273582"/>
                    </a:cubicBezTo>
                    <a:cubicBezTo>
                      <a:pt x="4475853" y="314984"/>
                      <a:pt x="4490757" y="356054"/>
                      <a:pt x="4497547" y="370131"/>
                    </a:cubicBezTo>
                    <a:cubicBezTo>
                      <a:pt x="4498209" y="370296"/>
                      <a:pt x="4498872" y="370462"/>
                      <a:pt x="4499534" y="370462"/>
                    </a:cubicBezTo>
                    <a:cubicBezTo>
                      <a:pt x="4494235" y="342475"/>
                      <a:pt x="4516426" y="316640"/>
                      <a:pt x="4516426" y="316640"/>
                    </a:cubicBezTo>
                    <a:cubicBezTo>
                      <a:pt x="4506160" y="351252"/>
                      <a:pt x="4528019" y="371952"/>
                      <a:pt x="4528019" y="371952"/>
                    </a:cubicBezTo>
                    <a:cubicBezTo>
                      <a:pt x="4529178" y="331710"/>
                      <a:pt x="4557994" y="311009"/>
                      <a:pt x="4557994" y="311009"/>
                    </a:cubicBezTo>
                    <a:cubicBezTo>
                      <a:pt x="4544084" y="335188"/>
                      <a:pt x="4550541" y="361188"/>
                      <a:pt x="4550541" y="361188"/>
                    </a:cubicBezTo>
                    <a:cubicBezTo>
                      <a:pt x="4550541" y="361188"/>
                      <a:pt x="4552529" y="371787"/>
                      <a:pt x="4556503" y="380067"/>
                    </a:cubicBezTo>
                    <a:cubicBezTo>
                      <a:pt x="4562962" y="381226"/>
                      <a:pt x="4569421" y="382220"/>
                      <a:pt x="4575879" y="383379"/>
                    </a:cubicBezTo>
                    <a:cubicBezTo>
                      <a:pt x="4577535" y="381226"/>
                      <a:pt x="4579191" y="378742"/>
                      <a:pt x="4581013" y="375430"/>
                    </a:cubicBezTo>
                    <a:cubicBezTo>
                      <a:pt x="4600886" y="337838"/>
                      <a:pt x="4586809" y="283022"/>
                      <a:pt x="4585815" y="278882"/>
                    </a:cubicBezTo>
                    <a:cubicBezTo>
                      <a:pt x="4613141" y="306703"/>
                      <a:pt x="4605192" y="378908"/>
                      <a:pt x="4605192" y="378908"/>
                    </a:cubicBezTo>
                    <a:cubicBezTo>
                      <a:pt x="4622414" y="367316"/>
                      <a:pt x="4628211" y="309850"/>
                      <a:pt x="4628211" y="309850"/>
                    </a:cubicBezTo>
                    <a:cubicBezTo>
                      <a:pt x="4636988" y="343965"/>
                      <a:pt x="4630529" y="373609"/>
                      <a:pt x="4623739" y="392157"/>
                    </a:cubicBezTo>
                    <a:cubicBezTo>
                      <a:pt x="4633676" y="393978"/>
                      <a:pt x="4643612" y="395800"/>
                      <a:pt x="4653548" y="397621"/>
                    </a:cubicBezTo>
                    <a:cubicBezTo>
                      <a:pt x="4646096" y="330717"/>
                      <a:pt x="4687996" y="298257"/>
                      <a:pt x="4687996" y="298257"/>
                    </a:cubicBezTo>
                    <a:cubicBezTo>
                      <a:pt x="4652389" y="353570"/>
                      <a:pt x="4683689" y="386029"/>
                      <a:pt x="4683689" y="386029"/>
                    </a:cubicBezTo>
                    <a:lnTo>
                      <a:pt x="4690313" y="345455"/>
                    </a:lnTo>
                    <a:lnTo>
                      <a:pt x="4698428" y="390335"/>
                    </a:lnTo>
                    <a:lnTo>
                      <a:pt x="4720951" y="410208"/>
                    </a:lnTo>
                    <a:cubicBezTo>
                      <a:pt x="4722275" y="410539"/>
                      <a:pt x="4723436" y="410704"/>
                      <a:pt x="4724761" y="411036"/>
                    </a:cubicBezTo>
                    <a:cubicBezTo>
                      <a:pt x="4727740" y="353736"/>
                      <a:pt x="4769805" y="316640"/>
                      <a:pt x="4769805" y="316640"/>
                    </a:cubicBezTo>
                    <a:cubicBezTo>
                      <a:pt x="4739830" y="354729"/>
                      <a:pt x="4752581" y="406896"/>
                      <a:pt x="4752581" y="406896"/>
                    </a:cubicBezTo>
                    <a:cubicBezTo>
                      <a:pt x="4752581" y="406896"/>
                      <a:pt x="4755065" y="411533"/>
                      <a:pt x="4758875" y="417825"/>
                    </a:cubicBezTo>
                    <a:cubicBezTo>
                      <a:pt x="4766659" y="419316"/>
                      <a:pt x="4774276" y="420972"/>
                      <a:pt x="4782059" y="422628"/>
                    </a:cubicBezTo>
                    <a:cubicBezTo>
                      <a:pt x="4778582" y="369137"/>
                      <a:pt x="4828596" y="304054"/>
                      <a:pt x="4828596" y="304054"/>
                    </a:cubicBezTo>
                    <a:cubicBezTo>
                      <a:pt x="4828596" y="304054"/>
                      <a:pt x="4806900" y="408717"/>
                      <a:pt x="4825780" y="431571"/>
                    </a:cubicBezTo>
                    <a:cubicBezTo>
                      <a:pt x="4830748" y="432730"/>
                      <a:pt x="4835716" y="433724"/>
                      <a:pt x="4840684" y="434718"/>
                    </a:cubicBezTo>
                    <a:cubicBezTo>
                      <a:pt x="4841346" y="434552"/>
                      <a:pt x="4841844" y="434386"/>
                      <a:pt x="4842340" y="434221"/>
                    </a:cubicBezTo>
                    <a:cubicBezTo>
                      <a:pt x="4887220" y="413354"/>
                      <a:pt x="4888379" y="298257"/>
                      <a:pt x="4888379" y="298257"/>
                    </a:cubicBezTo>
                    <a:cubicBezTo>
                      <a:pt x="4908914" y="363838"/>
                      <a:pt x="4897156" y="412030"/>
                      <a:pt x="4881423" y="443163"/>
                    </a:cubicBezTo>
                    <a:cubicBezTo>
                      <a:pt x="4886226" y="444157"/>
                      <a:pt x="4891028" y="445151"/>
                      <a:pt x="4895832" y="446144"/>
                    </a:cubicBezTo>
                    <a:cubicBezTo>
                      <a:pt x="4905933" y="448297"/>
                      <a:pt x="4915869" y="450616"/>
                      <a:pt x="4925806" y="452934"/>
                    </a:cubicBezTo>
                    <a:cubicBezTo>
                      <a:pt x="4925144" y="397125"/>
                      <a:pt x="4948329" y="354729"/>
                      <a:pt x="4948329" y="354729"/>
                    </a:cubicBezTo>
                    <a:cubicBezTo>
                      <a:pt x="4930278" y="397787"/>
                      <a:pt x="4948991" y="439355"/>
                      <a:pt x="4962902" y="461380"/>
                    </a:cubicBezTo>
                    <a:cubicBezTo>
                      <a:pt x="4965717" y="462043"/>
                      <a:pt x="4968533" y="462705"/>
                      <a:pt x="4971348" y="463367"/>
                    </a:cubicBezTo>
                    <a:cubicBezTo>
                      <a:pt x="4968698" y="453431"/>
                      <a:pt x="4967208" y="443991"/>
                      <a:pt x="4967208" y="435380"/>
                    </a:cubicBezTo>
                    <a:cubicBezTo>
                      <a:pt x="4967208" y="367316"/>
                      <a:pt x="5037259" y="299417"/>
                      <a:pt x="5041731" y="295111"/>
                    </a:cubicBezTo>
                    <a:cubicBezTo>
                      <a:pt x="4992049" y="378908"/>
                      <a:pt x="5028316" y="462539"/>
                      <a:pt x="5028316" y="462539"/>
                    </a:cubicBezTo>
                    <a:lnTo>
                      <a:pt x="5062266" y="374271"/>
                    </a:lnTo>
                    <a:cubicBezTo>
                      <a:pt x="5062266" y="374271"/>
                      <a:pt x="5053157" y="494336"/>
                      <a:pt x="5087272" y="460386"/>
                    </a:cubicBezTo>
                    <a:cubicBezTo>
                      <a:pt x="5121223" y="426437"/>
                      <a:pt x="5087272" y="344793"/>
                      <a:pt x="5087272" y="344793"/>
                    </a:cubicBezTo>
                    <a:cubicBezTo>
                      <a:pt x="5145400" y="375927"/>
                      <a:pt x="5129172" y="452934"/>
                      <a:pt x="5126190" y="465520"/>
                    </a:cubicBezTo>
                    <a:lnTo>
                      <a:pt x="5143910" y="410539"/>
                    </a:lnTo>
                    <a:lnTo>
                      <a:pt x="5167262" y="510234"/>
                    </a:lnTo>
                    <a:cubicBezTo>
                      <a:pt x="5167262" y="510234"/>
                      <a:pt x="5168089" y="510400"/>
                      <a:pt x="5168585" y="510565"/>
                    </a:cubicBezTo>
                    <a:cubicBezTo>
                      <a:pt x="5166432" y="450781"/>
                      <a:pt x="5223401" y="387354"/>
                      <a:pt x="5226879" y="383545"/>
                    </a:cubicBezTo>
                    <a:cubicBezTo>
                      <a:pt x="5192599" y="460386"/>
                      <a:pt x="5227707" y="505597"/>
                      <a:pt x="5227707" y="505597"/>
                    </a:cubicBezTo>
                    <a:cubicBezTo>
                      <a:pt x="5220917" y="458068"/>
                      <a:pt x="5277554" y="415010"/>
                      <a:pt x="5277554" y="415010"/>
                    </a:cubicBezTo>
                    <a:cubicBezTo>
                      <a:pt x="5277554" y="415010"/>
                      <a:pt x="5229861" y="517024"/>
                      <a:pt x="5277554" y="507915"/>
                    </a:cubicBezTo>
                    <a:cubicBezTo>
                      <a:pt x="5325084" y="498807"/>
                      <a:pt x="5337835" y="383379"/>
                      <a:pt x="5337835" y="383379"/>
                    </a:cubicBezTo>
                    <a:cubicBezTo>
                      <a:pt x="5358702" y="437698"/>
                      <a:pt x="5339657" y="504107"/>
                      <a:pt x="5338001" y="509572"/>
                    </a:cubicBezTo>
                    <a:lnTo>
                      <a:pt x="5384040" y="451278"/>
                    </a:lnTo>
                    <a:lnTo>
                      <a:pt x="5363504" y="532756"/>
                    </a:lnTo>
                    <a:cubicBezTo>
                      <a:pt x="5363504" y="532756"/>
                      <a:pt x="5370957" y="550145"/>
                      <a:pt x="5379734" y="565878"/>
                    </a:cubicBezTo>
                    <a:cubicBezTo>
                      <a:pt x="5389505" y="568693"/>
                      <a:pt x="5399275" y="571508"/>
                      <a:pt x="5409047" y="574158"/>
                    </a:cubicBezTo>
                    <a:cubicBezTo>
                      <a:pt x="5409709" y="567368"/>
                      <a:pt x="5409709" y="558260"/>
                      <a:pt x="5408881" y="546502"/>
                    </a:cubicBezTo>
                    <a:cubicBezTo>
                      <a:pt x="5402257" y="441011"/>
                      <a:pt x="5464028" y="386692"/>
                      <a:pt x="5467671" y="383545"/>
                    </a:cubicBezTo>
                    <a:cubicBezTo>
                      <a:pt x="5415671" y="471813"/>
                      <a:pt x="5449620" y="555444"/>
                      <a:pt x="5449620" y="555444"/>
                    </a:cubicBezTo>
                    <a:lnTo>
                      <a:pt x="5472308" y="496654"/>
                    </a:lnTo>
                    <a:lnTo>
                      <a:pt x="5490360" y="578133"/>
                    </a:lnTo>
                    <a:cubicBezTo>
                      <a:pt x="5492678" y="519011"/>
                      <a:pt x="5560742" y="468170"/>
                      <a:pt x="5565048" y="465023"/>
                    </a:cubicBezTo>
                    <a:cubicBezTo>
                      <a:pt x="5517685" y="519342"/>
                      <a:pt x="5535736" y="587241"/>
                      <a:pt x="5535736" y="587241"/>
                    </a:cubicBezTo>
                    <a:cubicBezTo>
                      <a:pt x="5555443" y="543356"/>
                      <a:pt x="5611417" y="520667"/>
                      <a:pt x="5614896" y="519342"/>
                    </a:cubicBezTo>
                    <a:cubicBezTo>
                      <a:pt x="5611914" y="523814"/>
                      <a:pt x="5561073" y="599331"/>
                      <a:pt x="5569188" y="619700"/>
                    </a:cubicBezTo>
                    <a:cubicBezTo>
                      <a:pt x="5574156" y="621025"/>
                      <a:pt x="5578959" y="622515"/>
                      <a:pt x="5583761" y="623840"/>
                    </a:cubicBezTo>
                    <a:cubicBezTo>
                      <a:pt x="5586412" y="623343"/>
                      <a:pt x="5589061" y="622515"/>
                      <a:pt x="5592373" y="621190"/>
                    </a:cubicBezTo>
                    <a:cubicBezTo>
                      <a:pt x="5658119" y="594031"/>
                      <a:pt x="5652322" y="451278"/>
                      <a:pt x="5652322" y="451278"/>
                    </a:cubicBezTo>
                    <a:cubicBezTo>
                      <a:pt x="5700845" y="503444"/>
                      <a:pt x="5652322" y="605458"/>
                      <a:pt x="5652322" y="605458"/>
                    </a:cubicBezTo>
                    <a:cubicBezTo>
                      <a:pt x="5652322" y="605458"/>
                      <a:pt x="5655139" y="623675"/>
                      <a:pt x="5657953" y="645700"/>
                    </a:cubicBezTo>
                    <a:cubicBezTo>
                      <a:pt x="5659941" y="646197"/>
                      <a:pt x="5662093" y="646860"/>
                      <a:pt x="5664081" y="647522"/>
                    </a:cubicBezTo>
                    <a:cubicBezTo>
                      <a:pt x="5664413" y="644707"/>
                      <a:pt x="5664579" y="642223"/>
                      <a:pt x="5664909" y="639242"/>
                    </a:cubicBezTo>
                    <a:cubicBezTo>
                      <a:pt x="5671533" y="560247"/>
                      <a:pt x="5743903" y="513215"/>
                      <a:pt x="5748540" y="510400"/>
                    </a:cubicBezTo>
                    <a:cubicBezTo>
                      <a:pt x="5685278" y="582770"/>
                      <a:pt x="5710119" y="648350"/>
                      <a:pt x="5710119" y="648350"/>
                    </a:cubicBezTo>
                    <a:cubicBezTo>
                      <a:pt x="5739598" y="598502"/>
                      <a:pt x="5800706" y="582604"/>
                      <a:pt x="5800706" y="582604"/>
                    </a:cubicBezTo>
                    <a:cubicBezTo>
                      <a:pt x="5800706" y="582604"/>
                      <a:pt x="5732807" y="659611"/>
                      <a:pt x="5773547" y="665408"/>
                    </a:cubicBezTo>
                    <a:cubicBezTo>
                      <a:pt x="5814451" y="671204"/>
                      <a:pt x="5848402" y="578133"/>
                      <a:pt x="5848402" y="578133"/>
                    </a:cubicBezTo>
                    <a:cubicBezTo>
                      <a:pt x="5850553" y="630299"/>
                      <a:pt x="5824222" y="659280"/>
                      <a:pt x="5824222" y="659280"/>
                    </a:cubicBezTo>
                    <a:cubicBezTo>
                      <a:pt x="5824222" y="659280"/>
                      <a:pt x="5800706" y="674847"/>
                      <a:pt x="5790438" y="685777"/>
                    </a:cubicBezTo>
                    <a:cubicBezTo>
                      <a:pt x="5797725" y="688096"/>
                      <a:pt x="5805177" y="690249"/>
                      <a:pt x="5812630" y="692567"/>
                    </a:cubicBezTo>
                    <a:cubicBezTo>
                      <a:pt x="5816108" y="691573"/>
                      <a:pt x="5819916" y="690580"/>
                      <a:pt x="5824222" y="689089"/>
                    </a:cubicBezTo>
                    <a:cubicBezTo>
                      <a:pt x="5911166" y="661930"/>
                      <a:pt x="5932198" y="501125"/>
                      <a:pt x="5932198" y="501125"/>
                    </a:cubicBezTo>
                    <a:cubicBezTo>
                      <a:pt x="5993306" y="634770"/>
                      <a:pt x="5900401" y="710784"/>
                      <a:pt x="5900401" y="710784"/>
                    </a:cubicBezTo>
                    <a:cubicBezTo>
                      <a:pt x="5979727" y="711943"/>
                      <a:pt x="6020466" y="627980"/>
                      <a:pt x="6020466" y="627980"/>
                    </a:cubicBezTo>
                    <a:cubicBezTo>
                      <a:pt x="6020466" y="714096"/>
                      <a:pt x="5977408" y="738937"/>
                      <a:pt x="5977408" y="738937"/>
                    </a:cubicBezTo>
                    <a:cubicBezTo>
                      <a:pt x="5977408" y="738937"/>
                      <a:pt x="5979562" y="741587"/>
                      <a:pt x="5983039" y="745727"/>
                    </a:cubicBezTo>
                    <a:cubicBezTo>
                      <a:pt x="6011192" y="754835"/>
                      <a:pt x="6039511" y="763944"/>
                      <a:pt x="6067664" y="772886"/>
                    </a:cubicBezTo>
                    <a:cubicBezTo>
                      <a:pt x="6049447" y="675013"/>
                      <a:pt x="6108900" y="591712"/>
                      <a:pt x="6108900" y="591712"/>
                    </a:cubicBezTo>
                    <a:cubicBezTo>
                      <a:pt x="6079422" y="686936"/>
                      <a:pt x="6145168" y="768415"/>
                      <a:pt x="6145168" y="768415"/>
                    </a:cubicBezTo>
                    <a:lnTo>
                      <a:pt x="6151627" y="766593"/>
                    </a:lnTo>
                    <a:cubicBezTo>
                      <a:pt x="6170506" y="704988"/>
                      <a:pt x="6228137" y="662592"/>
                      <a:pt x="6231780" y="660108"/>
                    </a:cubicBezTo>
                    <a:cubicBezTo>
                      <a:pt x="6228468" y="666898"/>
                      <a:pt x="6149474" y="827371"/>
                      <a:pt x="6231946" y="799880"/>
                    </a:cubicBezTo>
                    <a:cubicBezTo>
                      <a:pt x="6316239" y="771727"/>
                      <a:pt x="6313755" y="680312"/>
                      <a:pt x="6313755" y="680312"/>
                    </a:cubicBezTo>
                    <a:cubicBezTo>
                      <a:pt x="6339590" y="772555"/>
                      <a:pt x="6259933" y="829855"/>
                      <a:pt x="6259933" y="829855"/>
                    </a:cubicBezTo>
                    <a:cubicBezTo>
                      <a:pt x="6259933" y="829855"/>
                      <a:pt x="6271526" y="834658"/>
                      <a:pt x="6290736" y="845091"/>
                    </a:cubicBezTo>
                    <a:cubicBezTo>
                      <a:pt x="6301666" y="848734"/>
                      <a:pt x="6312762" y="852378"/>
                      <a:pt x="6323692" y="855855"/>
                    </a:cubicBezTo>
                    <a:cubicBezTo>
                      <a:pt x="6340087" y="771065"/>
                      <a:pt x="6431833" y="709790"/>
                      <a:pt x="6431833" y="709790"/>
                    </a:cubicBezTo>
                    <a:cubicBezTo>
                      <a:pt x="6379501" y="766428"/>
                      <a:pt x="6381820" y="832339"/>
                      <a:pt x="6393578" y="878875"/>
                    </a:cubicBezTo>
                    <a:lnTo>
                      <a:pt x="6422393" y="888314"/>
                    </a:lnTo>
                    <a:cubicBezTo>
                      <a:pt x="6440941" y="833167"/>
                      <a:pt x="6497082" y="801867"/>
                      <a:pt x="6500560" y="800046"/>
                    </a:cubicBezTo>
                    <a:cubicBezTo>
                      <a:pt x="6498738" y="804517"/>
                      <a:pt x="6469757" y="876059"/>
                      <a:pt x="6469094" y="903716"/>
                    </a:cubicBezTo>
                    <a:cubicBezTo>
                      <a:pt x="6474394" y="905537"/>
                      <a:pt x="6479859" y="907193"/>
                      <a:pt x="6485158" y="909015"/>
                    </a:cubicBezTo>
                    <a:cubicBezTo>
                      <a:pt x="6516955" y="882518"/>
                      <a:pt x="6549911" y="780008"/>
                      <a:pt x="6549911" y="780008"/>
                    </a:cubicBezTo>
                    <a:cubicBezTo>
                      <a:pt x="6556204" y="821906"/>
                      <a:pt x="6540637" y="904213"/>
                      <a:pt x="6536331" y="925907"/>
                    </a:cubicBezTo>
                    <a:cubicBezTo>
                      <a:pt x="6537821" y="926238"/>
                      <a:pt x="6539312" y="926735"/>
                      <a:pt x="6540637" y="927232"/>
                    </a:cubicBezTo>
                    <a:cubicBezTo>
                      <a:pt x="6593962" y="882352"/>
                      <a:pt x="6590484" y="704656"/>
                      <a:pt x="6590484" y="704656"/>
                    </a:cubicBezTo>
                    <a:cubicBezTo>
                      <a:pt x="6643478" y="772389"/>
                      <a:pt x="6620625" y="876225"/>
                      <a:pt x="6603402" y="929716"/>
                    </a:cubicBezTo>
                    <a:cubicBezTo>
                      <a:pt x="6626918" y="882518"/>
                      <a:pt x="6671797" y="835320"/>
                      <a:pt x="6671797" y="835320"/>
                    </a:cubicBezTo>
                    <a:cubicBezTo>
                      <a:pt x="6647950" y="876556"/>
                      <a:pt x="6651428" y="928557"/>
                      <a:pt x="6662523" y="967309"/>
                    </a:cubicBezTo>
                    <a:cubicBezTo>
                      <a:pt x="6675440" y="971614"/>
                      <a:pt x="6688358" y="975754"/>
                      <a:pt x="6701275" y="980060"/>
                    </a:cubicBezTo>
                    <a:cubicBezTo>
                      <a:pt x="6705912" y="894607"/>
                      <a:pt x="6808919" y="805676"/>
                      <a:pt x="6815378" y="800212"/>
                    </a:cubicBezTo>
                    <a:cubicBezTo>
                      <a:pt x="6734893" y="885002"/>
                      <a:pt x="6767849" y="971449"/>
                      <a:pt x="6788715" y="1008545"/>
                    </a:cubicBezTo>
                    <a:cubicBezTo>
                      <a:pt x="6792524" y="1009704"/>
                      <a:pt x="6796168" y="1011029"/>
                      <a:pt x="6799977" y="1012188"/>
                    </a:cubicBezTo>
                    <a:cubicBezTo>
                      <a:pt x="6800639" y="949920"/>
                      <a:pt x="6862576" y="894276"/>
                      <a:pt x="6866551" y="890798"/>
                    </a:cubicBezTo>
                    <a:cubicBezTo>
                      <a:pt x="6864067" y="896263"/>
                      <a:pt x="6802295" y="1026761"/>
                      <a:pt x="6866551" y="1002417"/>
                    </a:cubicBezTo>
                    <a:cubicBezTo>
                      <a:pt x="6932462" y="977576"/>
                      <a:pt x="6926003" y="872250"/>
                      <a:pt x="6926003" y="872250"/>
                    </a:cubicBezTo>
                    <a:cubicBezTo>
                      <a:pt x="6977507" y="968137"/>
                      <a:pt x="6926003" y="1048290"/>
                      <a:pt x="6926003" y="1048290"/>
                    </a:cubicBezTo>
                    <a:cubicBezTo>
                      <a:pt x="7013775" y="1014175"/>
                      <a:pt x="7023214" y="877715"/>
                      <a:pt x="7023214" y="877715"/>
                    </a:cubicBezTo>
                    <a:cubicBezTo>
                      <a:pt x="7080846" y="962175"/>
                      <a:pt x="7033482" y="1066507"/>
                      <a:pt x="7024705" y="1084227"/>
                    </a:cubicBezTo>
                    <a:cubicBezTo>
                      <a:pt x="7025367" y="1084227"/>
                      <a:pt x="7026030" y="1084724"/>
                      <a:pt x="7026527" y="1084889"/>
                    </a:cubicBezTo>
                    <a:cubicBezTo>
                      <a:pt x="7095750" y="1035704"/>
                      <a:pt x="7086807" y="799880"/>
                      <a:pt x="7086807" y="799880"/>
                    </a:cubicBezTo>
                    <a:cubicBezTo>
                      <a:pt x="7184350" y="897423"/>
                      <a:pt x="7126718" y="1057896"/>
                      <a:pt x="7110158" y="1097641"/>
                    </a:cubicBezTo>
                    <a:cubicBezTo>
                      <a:pt x="7166795" y="976748"/>
                      <a:pt x="7247280" y="924913"/>
                      <a:pt x="7252249" y="921767"/>
                    </a:cubicBezTo>
                    <a:cubicBezTo>
                      <a:pt x="7182363" y="1013844"/>
                      <a:pt x="7204388" y="1105921"/>
                      <a:pt x="7219127" y="1145170"/>
                    </a:cubicBezTo>
                    <a:cubicBezTo>
                      <a:pt x="7221942" y="1145998"/>
                      <a:pt x="7224592" y="1146826"/>
                      <a:pt x="7227242" y="1147654"/>
                    </a:cubicBezTo>
                    <a:cubicBezTo>
                      <a:pt x="7229229" y="1087539"/>
                      <a:pt x="7281561" y="1018978"/>
                      <a:pt x="7281561" y="1018978"/>
                    </a:cubicBezTo>
                    <a:cubicBezTo>
                      <a:pt x="7281561" y="1018978"/>
                      <a:pt x="7283548" y="1113870"/>
                      <a:pt x="7301268" y="1170177"/>
                    </a:cubicBezTo>
                    <a:cubicBezTo>
                      <a:pt x="7321803" y="1176304"/>
                      <a:pt x="7342339" y="1182597"/>
                      <a:pt x="7362708" y="1188725"/>
                    </a:cubicBezTo>
                    <a:cubicBezTo>
                      <a:pt x="7400798" y="1130928"/>
                      <a:pt x="7351778" y="1008876"/>
                      <a:pt x="7349625" y="1003245"/>
                    </a:cubicBezTo>
                    <a:cubicBezTo>
                      <a:pt x="7431766" y="1065348"/>
                      <a:pt x="7422823" y="1203795"/>
                      <a:pt x="7422823" y="1203795"/>
                    </a:cubicBezTo>
                    <a:cubicBezTo>
                      <a:pt x="7450314" y="1075781"/>
                      <a:pt x="7564086" y="999271"/>
                      <a:pt x="7578162" y="990162"/>
                    </a:cubicBezTo>
                    <a:cubicBezTo>
                      <a:pt x="7463894" y="1074291"/>
                      <a:pt x="7496684" y="1205782"/>
                      <a:pt x="7504302" y="1231286"/>
                    </a:cubicBezTo>
                    <a:cubicBezTo>
                      <a:pt x="7505296" y="1231617"/>
                      <a:pt x="7506123" y="1231783"/>
                      <a:pt x="7506952" y="1232114"/>
                    </a:cubicBezTo>
                    <a:cubicBezTo>
                      <a:pt x="7538251" y="1116520"/>
                      <a:pt x="7666265" y="1111552"/>
                      <a:pt x="7666265" y="1111552"/>
                    </a:cubicBezTo>
                    <a:cubicBezTo>
                      <a:pt x="7666265" y="1111552"/>
                      <a:pt x="7601513" y="1194686"/>
                      <a:pt x="7581640" y="1254139"/>
                    </a:cubicBezTo>
                    <a:cubicBezTo>
                      <a:pt x="7618736" y="1264904"/>
                      <a:pt x="7655832" y="1275834"/>
                      <a:pt x="7692928" y="1286598"/>
                    </a:cubicBezTo>
                    <a:cubicBezTo>
                      <a:pt x="7804712" y="1219196"/>
                      <a:pt x="7770432" y="1061373"/>
                      <a:pt x="7768776" y="1053424"/>
                    </a:cubicBezTo>
                    <a:cubicBezTo>
                      <a:pt x="7835846" y="1117348"/>
                      <a:pt x="7835681" y="1220356"/>
                      <a:pt x="7829222" y="1278152"/>
                    </a:cubicBezTo>
                    <a:cubicBezTo>
                      <a:pt x="7859363" y="1178788"/>
                      <a:pt x="7975287" y="1060711"/>
                      <a:pt x="7982574" y="1053424"/>
                    </a:cubicBezTo>
                    <a:cubicBezTo>
                      <a:pt x="7885859" y="1194190"/>
                      <a:pt x="7928420" y="1330981"/>
                      <a:pt x="7937529" y="1355822"/>
                    </a:cubicBezTo>
                    <a:cubicBezTo>
                      <a:pt x="7938191" y="1356153"/>
                      <a:pt x="7938854" y="1356319"/>
                      <a:pt x="7939516" y="1356484"/>
                    </a:cubicBezTo>
                    <a:cubicBezTo>
                      <a:pt x="7946968" y="1281133"/>
                      <a:pt x="8041695" y="1189387"/>
                      <a:pt x="8046664" y="1184916"/>
                    </a:cubicBezTo>
                    <a:cubicBezTo>
                      <a:pt x="8043848" y="1192865"/>
                      <a:pt x="7974625" y="1383478"/>
                      <a:pt x="8046829" y="1345223"/>
                    </a:cubicBezTo>
                    <a:cubicBezTo>
                      <a:pt x="8120690" y="1306306"/>
                      <a:pt x="8136919" y="1165043"/>
                      <a:pt x="8136919" y="1165043"/>
                    </a:cubicBezTo>
                    <a:cubicBezTo>
                      <a:pt x="8193723" y="1286929"/>
                      <a:pt x="8136919" y="1369733"/>
                      <a:pt x="8136919" y="1369733"/>
                    </a:cubicBezTo>
                    <a:cubicBezTo>
                      <a:pt x="8242411" y="1311274"/>
                      <a:pt x="8265264" y="1096979"/>
                      <a:pt x="8265264" y="1096979"/>
                    </a:cubicBezTo>
                    <a:cubicBezTo>
                      <a:pt x="8348068" y="1286929"/>
                      <a:pt x="8226347" y="1418421"/>
                      <a:pt x="8226347" y="1418421"/>
                    </a:cubicBezTo>
                    <a:lnTo>
                      <a:pt x="8215417" y="1431835"/>
                    </a:lnTo>
                    <a:cubicBezTo>
                      <a:pt x="8234296" y="1436803"/>
                      <a:pt x="8253009" y="1441938"/>
                      <a:pt x="8271723" y="1446906"/>
                    </a:cubicBezTo>
                    <a:cubicBezTo>
                      <a:pt x="8294577" y="1429186"/>
                      <a:pt x="8391623" y="1346216"/>
                      <a:pt x="8375890" y="1226317"/>
                    </a:cubicBezTo>
                    <a:cubicBezTo>
                      <a:pt x="8375890" y="1226317"/>
                      <a:pt x="8435342" y="1344395"/>
                      <a:pt x="8377711" y="1450549"/>
                    </a:cubicBezTo>
                    <a:lnTo>
                      <a:pt x="8440807" y="1373873"/>
                    </a:lnTo>
                    <a:lnTo>
                      <a:pt x="8440807" y="1458332"/>
                    </a:lnTo>
                    <a:cubicBezTo>
                      <a:pt x="8440807" y="1458332"/>
                      <a:pt x="8505725" y="1430014"/>
                      <a:pt x="8505725" y="1320713"/>
                    </a:cubicBezTo>
                    <a:cubicBezTo>
                      <a:pt x="8505725" y="1320713"/>
                      <a:pt x="8550770" y="1450715"/>
                      <a:pt x="8512515" y="1509505"/>
                    </a:cubicBezTo>
                    <a:cubicBezTo>
                      <a:pt x="8516655" y="1510498"/>
                      <a:pt x="8520796" y="1511492"/>
                      <a:pt x="8524936" y="1512651"/>
                    </a:cubicBezTo>
                    <a:lnTo>
                      <a:pt x="8587369" y="1493441"/>
                    </a:lnTo>
                    <a:cubicBezTo>
                      <a:pt x="8587369" y="1493441"/>
                      <a:pt x="8550107" y="1273515"/>
                      <a:pt x="8712403" y="1179119"/>
                    </a:cubicBezTo>
                    <a:cubicBezTo>
                      <a:pt x="8712403" y="1179119"/>
                      <a:pt x="8591344" y="1406332"/>
                      <a:pt x="8673982" y="1518448"/>
                    </a:cubicBezTo>
                    <a:cubicBezTo>
                      <a:pt x="8673982" y="1518448"/>
                      <a:pt x="8668020" y="1400536"/>
                      <a:pt x="8747842" y="1348866"/>
                    </a:cubicBezTo>
                    <a:cubicBezTo>
                      <a:pt x="8747842" y="1348866"/>
                      <a:pt x="8714720" y="1469428"/>
                      <a:pt x="8782785" y="1539645"/>
                    </a:cubicBezTo>
                    <a:lnTo>
                      <a:pt x="8818556" y="1403351"/>
                    </a:lnTo>
                    <a:lnTo>
                      <a:pt x="8860455" y="1557696"/>
                    </a:lnTo>
                    <a:lnTo>
                      <a:pt x="8883474" y="1459492"/>
                    </a:lnTo>
                    <a:cubicBezTo>
                      <a:pt x="8883474" y="1459492"/>
                      <a:pt x="8915105" y="1553722"/>
                      <a:pt x="8952366" y="1578894"/>
                    </a:cubicBezTo>
                    <a:cubicBezTo>
                      <a:pt x="8952366" y="1578894"/>
                      <a:pt x="9019271" y="1542129"/>
                      <a:pt x="9013310" y="1435810"/>
                    </a:cubicBezTo>
                    <a:cubicBezTo>
                      <a:pt x="9013310" y="1435810"/>
                      <a:pt x="9063985" y="1577238"/>
                      <a:pt x="9005029" y="1630232"/>
                    </a:cubicBezTo>
                    <a:cubicBezTo>
                      <a:pt x="9007016" y="1630563"/>
                      <a:pt x="9009004" y="1631060"/>
                      <a:pt x="9010991" y="1631557"/>
                    </a:cubicBezTo>
                    <a:cubicBezTo>
                      <a:pt x="9046927" y="1622614"/>
                      <a:pt x="9173617" y="1578728"/>
                      <a:pt x="9160865" y="1406332"/>
                    </a:cubicBezTo>
                    <a:cubicBezTo>
                      <a:pt x="9160865" y="1406332"/>
                      <a:pt x="9221477" y="1580053"/>
                      <a:pt x="9162024" y="1651098"/>
                    </a:cubicBezTo>
                    <a:cubicBezTo>
                      <a:pt x="9165998" y="1649939"/>
                      <a:pt x="9229426" y="1627914"/>
                      <a:pt x="9252446" y="1547926"/>
                    </a:cubicBezTo>
                    <a:cubicBezTo>
                      <a:pt x="9252446" y="1547926"/>
                      <a:pt x="9292356" y="1642321"/>
                      <a:pt x="9253936" y="1687532"/>
                    </a:cubicBezTo>
                    <a:cubicBezTo>
                      <a:pt x="9265032" y="1690016"/>
                      <a:pt x="9275962" y="1692500"/>
                      <a:pt x="9286892" y="1694985"/>
                    </a:cubicBezTo>
                    <a:cubicBezTo>
                      <a:pt x="9316204" y="1683889"/>
                      <a:pt x="9349988" y="1667991"/>
                      <a:pt x="9349988" y="1667991"/>
                    </a:cubicBezTo>
                    <a:cubicBezTo>
                      <a:pt x="9349988" y="1667991"/>
                      <a:pt x="9302459" y="1516129"/>
                      <a:pt x="9414740" y="1442103"/>
                    </a:cubicBezTo>
                    <a:cubicBezTo>
                      <a:pt x="9414740" y="1442103"/>
                      <a:pt x="9361580" y="1634703"/>
                      <a:pt x="9447199" y="1704921"/>
                    </a:cubicBezTo>
                    <a:cubicBezTo>
                      <a:pt x="9447199" y="1704921"/>
                      <a:pt x="9411759" y="1607047"/>
                      <a:pt x="9461939" y="1553887"/>
                    </a:cubicBezTo>
                    <a:cubicBezTo>
                      <a:pt x="9461939" y="1553887"/>
                      <a:pt x="9473862" y="1660538"/>
                      <a:pt x="9540104" y="1709061"/>
                    </a:cubicBezTo>
                    <a:cubicBezTo>
                      <a:pt x="9606513" y="1757584"/>
                      <a:pt x="9615289" y="1615825"/>
                      <a:pt x="9615289" y="1615825"/>
                    </a:cubicBezTo>
                    <a:cubicBezTo>
                      <a:pt x="9615289" y="1615825"/>
                      <a:pt x="9670437" y="1712704"/>
                      <a:pt x="9657850" y="1775138"/>
                    </a:cubicBezTo>
                    <a:cubicBezTo>
                      <a:pt x="9660169" y="1775635"/>
                      <a:pt x="9662488" y="1776132"/>
                      <a:pt x="9664971" y="1776629"/>
                    </a:cubicBezTo>
                    <a:cubicBezTo>
                      <a:pt x="9688653" y="1762386"/>
                      <a:pt x="9755890" y="1714194"/>
                      <a:pt x="9751087" y="1621786"/>
                    </a:cubicBezTo>
                    <a:cubicBezTo>
                      <a:pt x="9751087" y="1621786"/>
                      <a:pt x="9785534" y="1735392"/>
                      <a:pt x="9763839" y="1797164"/>
                    </a:cubicBezTo>
                    <a:cubicBezTo>
                      <a:pt x="9764335" y="1797164"/>
                      <a:pt x="9764833" y="1797329"/>
                      <a:pt x="9765329" y="1797329"/>
                    </a:cubicBezTo>
                    <a:lnTo>
                      <a:pt x="9818986" y="1713201"/>
                    </a:lnTo>
                    <a:lnTo>
                      <a:pt x="9818986" y="1795839"/>
                    </a:lnTo>
                    <a:lnTo>
                      <a:pt x="9863203" y="1645303"/>
                    </a:lnTo>
                    <a:lnTo>
                      <a:pt x="9880923" y="1819521"/>
                    </a:lnTo>
                    <a:cubicBezTo>
                      <a:pt x="9880923" y="1819521"/>
                      <a:pt x="9905433" y="1733902"/>
                      <a:pt x="9946338" y="1695481"/>
                    </a:cubicBezTo>
                    <a:cubicBezTo>
                      <a:pt x="9946338" y="1695481"/>
                      <a:pt x="9934082" y="1796170"/>
                      <a:pt x="9975319" y="1837406"/>
                    </a:cubicBezTo>
                    <a:cubicBezTo>
                      <a:pt x="9975319" y="1837406"/>
                      <a:pt x="10057791" y="1772323"/>
                      <a:pt x="10007943" y="1574920"/>
                    </a:cubicBezTo>
                    <a:cubicBezTo>
                      <a:pt x="10012249" y="1581047"/>
                      <a:pt x="10090085" y="1695978"/>
                      <a:pt x="10068059" y="1818361"/>
                    </a:cubicBezTo>
                    <a:cubicBezTo>
                      <a:pt x="10066899" y="1824654"/>
                      <a:pt x="10065574" y="1830947"/>
                      <a:pt x="10063918" y="1837406"/>
                    </a:cubicBezTo>
                    <a:cubicBezTo>
                      <a:pt x="10063918" y="1837406"/>
                      <a:pt x="10143575" y="1763380"/>
                      <a:pt x="10128836" y="1660207"/>
                    </a:cubicBezTo>
                    <a:cubicBezTo>
                      <a:pt x="10128836" y="1660207"/>
                      <a:pt x="10179677" y="1763711"/>
                      <a:pt x="10130657" y="1837406"/>
                    </a:cubicBezTo>
                    <a:lnTo>
                      <a:pt x="10193753" y="1857776"/>
                    </a:lnTo>
                    <a:cubicBezTo>
                      <a:pt x="10193753" y="1857776"/>
                      <a:pt x="10199550" y="1757584"/>
                      <a:pt x="10267449" y="1716182"/>
                    </a:cubicBezTo>
                    <a:cubicBezTo>
                      <a:pt x="10267449" y="1716182"/>
                      <a:pt x="10226213" y="1807597"/>
                      <a:pt x="10249729" y="1857776"/>
                    </a:cubicBezTo>
                    <a:cubicBezTo>
                      <a:pt x="10249729" y="1857776"/>
                      <a:pt x="10261321" y="1795011"/>
                      <a:pt x="10295436" y="1762055"/>
                    </a:cubicBezTo>
                    <a:cubicBezTo>
                      <a:pt x="10289640" y="1773151"/>
                      <a:pt x="10296099" y="1844362"/>
                      <a:pt x="10310673" y="1882451"/>
                    </a:cubicBezTo>
                    <a:cubicBezTo>
                      <a:pt x="10338991" y="1875993"/>
                      <a:pt x="10397119" y="1854795"/>
                      <a:pt x="10397119" y="1791202"/>
                    </a:cubicBezTo>
                    <a:cubicBezTo>
                      <a:pt x="10397119" y="1791202"/>
                      <a:pt x="10411361" y="1873343"/>
                      <a:pt x="10388673" y="1916897"/>
                    </a:cubicBezTo>
                    <a:cubicBezTo>
                      <a:pt x="10400762" y="1919050"/>
                      <a:pt x="10412686" y="1921203"/>
                      <a:pt x="10424609" y="1923356"/>
                    </a:cubicBezTo>
                    <a:cubicBezTo>
                      <a:pt x="10436036" y="1917228"/>
                      <a:pt x="10444979" y="1912095"/>
                      <a:pt x="10444979" y="1912095"/>
                    </a:cubicBezTo>
                    <a:cubicBezTo>
                      <a:pt x="10444979" y="1912095"/>
                      <a:pt x="10541693" y="1821508"/>
                      <a:pt x="10474291" y="1677099"/>
                    </a:cubicBezTo>
                    <a:cubicBezTo>
                      <a:pt x="10479922" y="1682564"/>
                      <a:pt x="10595515" y="1798157"/>
                      <a:pt x="10524139" y="1926006"/>
                    </a:cubicBezTo>
                    <a:cubicBezTo>
                      <a:pt x="10521324" y="1930974"/>
                      <a:pt x="10518839" y="1935445"/>
                      <a:pt x="10516686" y="1939751"/>
                    </a:cubicBezTo>
                    <a:cubicBezTo>
                      <a:pt x="10531260" y="1942235"/>
                      <a:pt x="10545833" y="1944885"/>
                      <a:pt x="10560407" y="1947535"/>
                    </a:cubicBezTo>
                    <a:cubicBezTo>
                      <a:pt x="10564713" y="1943395"/>
                      <a:pt x="10567363" y="1940745"/>
                      <a:pt x="10567363" y="1940745"/>
                    </a:cubicBezTo>
                    <a:cubicBezTo>
                      <a:pt x="10567363" y="1940745"/>
                      <a:pt x="10558088" y="1833100"/>
                      <a:pt x="10627975" y="1784246"/>
                    </a:cubicBezTo>
                    <a:cubicBezTo>
                      <a:pt x="10627975" y="1784246"/>
                      <a:pt x="10608433" y="1905967"/>
                      <a:pt x="10663745" y="1950019"/>
                    </a:cubicBezTo>
                    <a:cubicBezTo>
                      <a:pt x="10663745" y="1950019"/>
                      <a:pt x="10651325" y="1886757"/>
                      <a:pt x="10681631" y="1842540"/>
                    </a:cubicBezTo>
                    <a:cubicBezTo>
                      <a:pt x="10681631" y="1842540"/>
                      <a:pt x="10692562" y="1939420"/>
                      <a:pt x="10741912" y="1963267"/>
                    </a:cubicBezTo>
                    <a:cubicBezTo>
                      <a:pt x="10791097" y="1986949"/>
                      <a:pt x="10784142" y="1865725"/>
                      <a:pt x="10784142" y="1865725"/>
                    </a:cubicBezTo>
                    <a:cubicBezTo>
                      <a:pt x="10784142" y="1865725"/>
                      <a:pt x="10824550" y="1944719"/>
                      <a:pt x="10809314" y="1989433"/>
                    </a:cubicBezTo>
                    <a:cubicBezTo>
                      <a:pt x="10810970" y="1989433"/>
                      <a:pt x="10812461" y="1989930"/>
                      <a:pt x="10813951" y="1990095"/>
                    </a:cubicBezTo>
                    <a:cubicBezTo>
                      <a:pt x="10831339" y="1970720"/>
                      <a:pt x="10866117" y="1915075"/>
                      <a:pt x="10835479" y="1801138"/>
                    </a:cubicBezTo>
                    <a:cubicBezTo>
                      <a:pt x="10835479" y="1801138"/>
                      <a:pt x="10920601" y="1887916"/>
                      <a:pt x="10903544" y="1979000"/>
                    </a:cubicBezTo>
                    <a:cubicBezTo>
                      <a:pt x="10911493" y="1956809"/>
                      <a:pt x="10930703" y="1921534"/>
                      <a:pt x="10975251" y="1907789"/>
                    </a:cubicBezTo>
                    <a:cubicBezTo>
                      <a:pt x="10975251" y="1907789"/>
                      <a:pt x="10943787" y="1963930"/>
                      <a:pt x="10962831" y="2013777"/>
                    </a:cubicBezTo>
                    <a:cubicBezTo>
                      <a:pt x="10982208" y="2016758"/>
                      <a:pt x="11001418" y="2019905"/>
                      <a:pt x="11020628" y="2022886"/>
                    </a:cubicBezTo>
                    <a:cubicBezTo>
                      <a:pt x="11037354" y="1991917"/>
                      <a:pt x="11047622" y="1942732"/>
                      <a:pt x="11047622" y="1942732"/>
                    </a:cubicBezTo>
                    <a:cubicBezTo>
                      <a:pt x="11047622" y="1942732"/>
                      <a:pt x="11070145" y="1998045"/>
                      <a:pt x="11065177" y="2030007"/>
                    </a:cubicBezTo>
                    <a:cubicBezTo>
                      <a:pt x="11066667" y="2030172"/>
                      <a:pt x="11068157" y="2030338"/>
                      <a:pt x="11069482" y="2030503"/>
                    </a:cubicBezTo>
                    <a:cubicBezTo>
                      <a:pt x="11087036" y="2012618"/>
                      <a:pt x="11136553" y="1948197"/>
                      <a:pt x="11078093" y="1842705"/>
                    </a:cubicBezTo>
                    <a:cubicBezTo>
                      <a:pt x="11083061" y="1846680"/>
                      <a:pt x="11168184" y="1917228"/>
                      <a:pt x="11151127" y="2039612"/>
                    </a:cubicBezTo>
                    <a:cubicBezTo>
                      <a:pt x="11189878" y="2004006"/>
                      <a:pt x="11267051" y="1907292"/>
                      <a:pt x="11225318" y="1728934"/>
                    </a:cubicBezTo>
                    <a:cubicBezTo>
                      <a:pt x="11229790" y="1737877"/>
                      <a:pt x="11321535" y="1928986"/>
                      <a:pt x="11261254" y="2058657"/>
                    </a:cubicBezTo>
                    <a:cubicBezTo>
                      <a:pt x="11261586" y="2058657"/>
                      <a:pt x="11261916" y="2058822"/>
                      <a:pt x="11262082" y="2058822"/>
                    </a:cubicBezTo>
                    <a:cubicBezTo>
                      <a:pt x="11271688" y="2056504"/>
                      <a:pt x="11352007" y="2034643"/>
                      <a:pt x="11361116" y="1941242"/>
                    </a:cubicBezTo>
                    <a:cubicBezTo>
                      <a:pt x="11361116" y="1941242"/>
                      <a:pt x="11383638" y="2009637"/>
                      <a:pt x="11374860" y="2075052"/>
                    </a:cubicBezTo>
                    <a:cubicBezTo>
                      <a:pt x="11401689" y="2078861"/>
                      <a:pt x="11428518" y="2082835"/>
                      <a:pt x="11455346" y="2086478"/>
                    </a:cubicBezTo>
                    <a:cubicBezTo>
                      <a:pt x="11455346" y="2085319"/>
                      <a:pt x="11429511" y="1929152"/>
                      <a:pt x="11529703" y="1880795"/>
                    </a:cubicBezTo>
                    <a:cubicBezTo>
                      <a:pt x="11529703" y="1880795"/>
                      <a:pt x="11520926" y="2028516"/>
                      <a:pt x="11567627" y="2101549"/>
                    </a:cubicBezTo>
                    <a:cubicBezTo>
                      <a:pt x="11595118" y="2105358"/>
                      <a:pt x="11622608" y="2109001"/>
                      <a:pt x="11650099" y="2112645"/>
                    </a:cubicBezTo>
                    <a:cubicBezTo>
                      <a:pt x="11648277" y="2078695"/>
                      <a:pt x="11639335" y="2021892"/>
                      <a:pt x="11681896" y="1965089"/>
                    </a:cubicBezTo>
                    <a:cubicBezTo>
                      <a:pt x="11681896" y="1965089"/>
                      <a:pt x="11687857" y="2101880"/>
                      <a:pt x="11779437" y="2129205"/>
                    </a:cubicBezTo>
                    <a:lnTo>
                      <a:pt x="11798814" y="2131689"/>
                    </a:lnTo>
                    <a:cubicBezTo>
                      <a:pt x="11865387" y="2125727"/>
                      <a:pt x="11836241" y="1953827"/>
                      <a:pt x="11834419" y="1943229"/>
                    </a:cubicBezTo>
                    <a:cubicBezTo>
                      <a:pt x="11839388" y="1950847"/>
                      <a:pt x="11905795" y="2058325"/>
                      <a:pt x="11901325" y="2144275"/>
                    </a:cubicBezTo>
                    <a:cubicBezTo>
                      <a:pt x="11916726" y="2146097"/>
                      <a:pt x="11932127" y="2148084"/>
                      <a:pt x="11947528" y="2149906"/>
                    </a:cubicBezTo>
                    <a:cubicBezTo>
                      <a:pt x="11983631" y="2113307"/>
                      <a:pt x="12020064" y="2041102"/>
                      <a:pt x="11996217" y="1903483"/>
                    </a:cubicBezTo>
                    <a:cubicBezTo>
                      <a:pt x="11996217" y="1903483"/>
                      <a:pt x="12084320" y="2066109"/>
                      <a:pt x="12054841" y="2162492"/>
                    </a:cubicBezTo>
                    <a:cubicBezTo>
                      <a:pt x="12078689" y="2165307"/>
                      <a:pt x="12102536" y="2167791"/>
                      <a:pt x="12126383" y="2170441"/>
                    </a:cubicBezTo>
                    <a:cubicBezTo>
                      <a:pt x="12125142" y="2126597"/>
                      <a:pt x="12130234" y="2067475"/>
                      <a:pt x="12159337" y="2023328"/>
                    </a:cubicBezTo>
                    <a:lnTo>
                      <a:pt x="12192000" y="1990428"/>
                    </a:lnTo>
                    <a:lnTo>
                      <a:pt x="12192000" y="2004805"/>
                    </a:lnTo>
                    <a:lnTo>
                      <a:pt x="12185567" y="2050501"/>
                    </a:lnTo>
                    <a:cubicBezTo>
                      <a:pt x="12184460" y="2069504"/>
                      <a:pt x="12185127" y="2091209"/>
                      <a:pt x="12189622" y="2113566"/>
                    </a:cubicBezTo>
                    <a:lnTo>
                      <a:pt x="12192000" y="2119461"/>
                    </a:lnTo>
                    <a:lnTo>
                      <a:pt x="12192000" y="2728672"/>
                    </a:lnTo>
                    <a:lnTo>
                      <a:pt x="0" y="2728672"/>
                    </a:lnTo>
                    <a:lnTo>
                      <a:pt x="0" y="289610"/>
                    </a:lnTo>
                    <a:lnTo>
                      <a:pt x="6488" y="280395"/>
                    </a:lnTo>
                    <a:cubicBezTo>
                      <a:pt x="13643" y="271678"/>
                      <a:pt x="19004" y="266171"/>
                      <a:pt x="20039" y="265136"/>
                    </a:cubicBezTo>
                    <a:cubicBezTo>
                      <a:pt x="-12254" y="345787"/>
                      <a:pt x="19708" y="395634"/>
                      <a:pt x="19708" y="395634"/>
                    </a:cubicBezTo>
                    <a:lnTo>
                      <a:pt x="77505" y="425278"/>
                    </a:lnTo>
                    <a:cubicBezTo>
                      <a:pt x="22027" y="301570"/>
                      <a:pt x="101683" y="146562"/>
                      <a:pt x="101683" y="146562"/>
                    </a:cubicBezTo>
                    <a:cubicBezTo>
                      <a:pt x="101683" y="146562"/>
                      <a:pt x="53989" y="396959"/>
                      <a:pt x="117250" y="380067"/>
                    </a:cubicBezTo>
                    <a:cubicBezTo>
                      <a:pt x="178525" y="363506"/>
                      <a:pt x="154843" y="246423"/>
                      <a:pt x="153518" y="239798"/>
                    </a:cubicBezTo>
                    <a:cubicBezTo>
                      <a:pt x="208997" y="320614"/>
                      <a:pt x="170410" y="373277"/>
                      <a:pt x="170410" y="373277"/>
                    </a:cubicBezTo>
                    <a:cubicBezTo>
                      <a:pt x="170410" y="373277"/>
                      <a:pt x="126856" y="433227"/>
                      <a:pt x="192767" y="393647"/>
                    </a:cubicBezTo>
                    <a:cubicBezTo>
                      <a:pt x="258844" y="353901"/>
                      <a:pt x="214793" y="208996"/>
                      <a:pt x="214793" y="208996"/>
                    </a:cubicBezTo>
                    <a:cubicBezTo>
                      <a:pt x="287660" y="267952"/>
                      <a:pt x="267953" y="381226"/>
                      <a:pt x="267953" y="381226"/>
                    </a:cubicBezTo>
                    <a:cubicBezTo>
                      <a:pt x="267953" y="381226"/>
                      <a:pt x="405572" y="452934"/>
                      <a:pt x="338170" y="389341"/>
                    </a:cubicBezTo>
                    <a:cubicBezTo>
                      <a:pt x="270768" y="325914"/>
                      <a:pt x="323265" y="234996"/>
                      <a:pt x="323265" y="234996"/>
                    </a:cubicBezTo>
                    <a:cubicBezTo>
                      <a:pt x="319953" y="343302"/>
                      <a:pt x="357877" y="372615"/>
                      <a:pt x="357877" y="372615"/>
                    </a:cubicBezTo>
                    <a:cubicBezTo>
                      <a:pt x="357877" y="372615"/>
                      <a:pt x="382056" y="420310"/>
                      <a:pt x="396463" y="442170"/>
                    </a:cubicBezTo>
                    <a:cubicBezTo>
                      <a:pt x="399444" y="441839"/>
                      <a:pt x="402425" y="441342"/>
                      <a:pt x="405406" y="441011"/>
                    </a:cubicBezTo>
                    <a:cubicBezTo>
                      <a:pt x="403916" y="434552"/>
                      <a:pt x="401266" y="425609"/>
                      <a:pt x="397126" y="413188"/>
                    </a:cubicBezTo>
                    <a:cubicBezTo>
                      <a:pt x="360527" y="304054"/>
                      <a:pt x="441840" y="228371"/>
                      <a:pt x="441840" y="228371"/>
                    </a:cubicBezTo>
                    <a:cubicBezTo>
                      <a:pt x="441840" y="228371"/>
                      <a:pt x="391495" y="391163"/>
                      <a:pt x="458897" y="362679"/>
                    </a:cubicBezTo>
                    <a:cubicBezTo>
                      <a:pt x="526299" y="334194"/>
                      <a:pt x="536567" y="213467"/>
                      <a:pt x="536567" y="213467"/>
                    </a:cubicBezTo>
                    <a:cubicBezTo>
                      <a:pt x="569688" y="317302"/>
                      <a:pt x="521828" y="388679"/>
                      <a:pt x="521828" y="388679"/>
                    </a:cubicBezTo>
                    <a:cubicBezTo>
                      <a:pt x="521828" y="388679"/>
                      <a:pt x="565051" y="411036"/>
                      <a:pt x="596019" y="415341"/>
                    </a:cubicBezTo>
                    <a:cubicBezTo>
                      <a:pt x="604300" y="414348"/>
                      <a:pt x="612414" y="413354"/>
                      <a:pt x="620695" y="412195"/>
                    </a:cubicBezTo>
                    <a:cubicBezTo>
                      <a:pt x="627981" y="406730"/>
                      <a:pt x="629306" y="395137"/>
                      <a:pt x="619370" y="373609"/>
                    </a:cubicBezTo>
                    <a:cubicBezTo>
                      <a:pt x="580121" y="287659"/>
                      <a:pt x="632287" y="138778"/>
                      <a:pt x="632287" y="138778"/>
                    </a:cubicBezTo>
                    <a:cubicBezTo>
                      <a:pt x="620529" y="271098"/>
                      <a:pt x="692734" y="335850"/>
                      <a:pt x="692734" y="335850"/>
                    </a:cubicBezTo>
                    <a:cubicBezTo>
                      <a:pt x="692734" y="335850"/>
                      <a:pt x="730161" y="368640"/>
                      <a:pt x="760798" y="394309"/>
                    </a:cubicBezTo>
                    <a:cubicBezTo>
                      <a:pt x="765435" y="393647"/>
                      <a:pt x="770072" y="393150"/>
                      <a:pt x="774875" y="392488"/>
                    </a:cubicBezTo>
                    <a:cubicBezTo>
                      <a:pt x="731486" y="324423"/>
                      <a:pt x="786964" y="215785"/>
                      <a:pt x="786964" y="215785"/>
                    </a:cubicBezTo>
                    <a:cubicBezTo>
                      <a:pt x="786964" y="215785"/>
                      <a:pt x="777855" y="413023"/>
                      <a:pt x="871092" y="364335"/>
                    </a:cubicBezTo>
                    <a:cubicBezTo>
                      <a:pt x="964494" y="315481"/>
                      <a:pt x="924252" y="90421"/>
                      <a:pt x="924252" y="90421"/>
                    </a:cubicBezTo>
                    <a:cubicBezTo>
                      <a:pt x="1011858" y="178689"/>
                      <a:pt x="969628" y="327404"/>
                      <a:pt x="969628" y="327404"/>
                    </a:cubicBezTo>
                    <a:cubicBezTo>
                      <a:pt x="969628" y="327404"/>
                      <a:pt x="957539" y="353901"/>
                      <a:pt x="959857" y="370131"/>
                    </a:cubicBezTo>
                    <a:cubicBezTo>
                      <a:pt x="976418" y="368143"/>
                      <a:pt x="992979" y="366156"/>
                      <a:pt x="1009705" y="364169"/>
                    </a:cubicBezTo>
                    <a:cubicBezTo>
                      <a:pt x="1052100" y="317799"/>
                      <a:pt x="1064521" y="186308"/>
                      <a:pt x="1064521" y="186308"/>
                    </a:cubicBezTo>
                    <a:cubicBezTo>
                      <a:pt x="1099464" y="269276"/>
                      <a:pt x="1080750" y="329888"/>
                      <a:pt x="1067170" y="357711"/>
                    </a:cubicBezTo>
                    <a:cubicBezTo>
                      <a:pt x="1092839" y="354729"/>
                      <a:pt x="1118343" y="351914"/>
                      <a:pt x="1144012" y="349099"/>
                    </a:cubicBezTo>
                    <a:cubicBezTo>
                      <a:pt x="1121324" y="269111"/>
                      <a:pt x="1178624" y="188792"/>
                      <a:pt x="1178624" y="188792"/>
                    </a:cubicBezTo>
                    <a:cubicBezTo>
                      <a:pt x="1151795" y="268945"/>
                      <a:pt x="1198165" y="342640"/>
                      <a:pt x="1198165" y="342640"/>
                    </a:cubicBezTo>
                    <a:lnTo>
                      <a:pt x="1198993" y="343137"/>
                    </a:lnTo>
                    <a:cubicBezTo>
                      <a:pt x="1218700" y="340984"/>
                      <a:pt x="1238242" y="338831"/>
                      <a:pt x="1257784" y="336844"/>
                    </a:cubicBezTo>
                    <a:cubicBezTo>
                      <a:pt x="1224165" y="214295"/>
                      <a:pt x="1298688" y="105326"/>
                      <a:pt x="1298688" y="105326"/>
                    </a:cubicBezTo>
                    <a:cubicBezTo>
                      <a:pt x="1275007" y="217110"/>
                      <a:pt x="1301835" y="287162"/>
                      <a:pt x="1337109" y="328729"/>
                    </a:cubicBezTo>
                    <a:cubicBezTo>
                      <a:pt x="1362281" y="326245"/>
                      <a:pt x="1387288" y="323595"/>
                      <a:pt x="1412295" y="321111"/>
                    </a:cubicBezTo>
                    <a:cubicBezTo>
                      <a:pt x="1415441" y="289315"/>
                      <a:pt x="1428690" y="256525"/>
                      <a:pt x="1428690" y="256525"/>
                    </a:cubicBezTo>
                    <a:cubicBezTo>
                      <a:pt x="1428690" y="256525"/>
                      <a:pt x="1436308" y="289977"/>
                      <a:pt x="1447238" y="317965"/>
                    </a:cubicBezTo>
                    <a:cubicBezTo>
                      <a:pt x="1466117" y="316143"/>
                      <a:pt x="1484830" y="314321"/>
                      <a:pt x="1503544" y="312666"/>
                    </a:cubicBezTo>
                    <a:cubicBezTo>
                      <a:pt x="1518614" y="273251"/>
                      <a:pt x="1529379" y="220919"/>
                      <a:pt x="1529379" y="220919"/>
                    </a:cubicBezTo>
                    <a:cubicBezTo>
                      <a:pt x="1545111" y="249404"/>
                      <a:pt x="1547264" y="284678"/>
                      <a:pt x="1546436" y="308691"/>
                    </a:cubicBezTo>
                    <a:cubicBezTo>
                      <a:pt x="1569290" y="306538"/>
                      <a:pt x="1592309" y="304550"/>
                      <a:pt x="1615163" y="302563"/>
                    </a:cubicBezTo>
                    <a:cubicBezTo>
                      <a:pt x="1606386" y="184486"/>
                      <a:pt x="1501225" y="0"/>
                      <a:pt x="15012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F905A"/>
                  </a:gs>
                  <a:gs pos="100000">
                    <a:srgbClr val="BDD377"/>
                  </a:gs>
                </a:gsLst>
                <a:lin ang="21101917" scaled="1"/>
              </a:gradFill>
              <a:ln w="16551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F2E4894-FA5F-4D5E-E10D-B5E6054BA530}"/>
                  </a:ext>
                </a:extLst>
              </p:cNvPr>
              <p:cNvSpPr/>
              <p:nvPr/>
            </p:nvSpPr>
            <p:spPr>
              <a:xfrm>
                <a:off x="1" y="4972244"/>
                <a:ext cx="9972503" cy="1885756"/>
              </a:xfrm>
              <a:custGeom>
                <a:avLst/>
                <a:gdLst>
                  <a:gd name="connsiteX0" fmla="*/ 9437925 w 9972503"/>
                  <a:gd name="connsiteY0" fmla="*/ 1774807 h 1885756"/>
                  <a:gd name="connsiteX1" fmla="*/ 9463015 w 9972503"/>
                  <a:gd name="connsiteY1" fmla="*/ 1843066 h 1885756"/>
                  <a:gd name="connsiteX2" fmla="*/ 9472850 w 9972503"/>
                  <a:gd name="connsiteY2" fmla="*/ 1885756 h 1885756"/>
                  <a:gd name="connsiteX3" fmla="*/ 9431520 w 9972503"/>
                  <a:gd name="connsiteY3" fmla="*/ 1885756 h 1885756"/>
                  <a:gd name="connsiteX4" fmla="*/ 9439483 w 9972503"/>
                  <a:gd name="connsiteY4" fmla="*/ 1843389 h 1885756"/>
                  <a:gd name="connsiteX5" fmla="*/ 9437925 w 9972503"/>
                  <a:gd name="connsiteY5" fmla="*/ 1774807 h 1885756"/>
                  <a:gd name="connsiteX6" fmla="*/ 8915105 w 9972503"/>
                  <a:gd name="connsiteY6" fmla="*/ 1709061 h 1885756"/>
                  <a:gd name="connsiteX7" fmla="*/ 8870556 w 9972503"/>
                  <a:gd name="connsiteY7" fmla="*/ 1863924 h 1885756"/>
                  <a:gd name="connsiteX8" fmla="*/ 8867527 w 9972503"/>
                  <a:gd name="connsiteY8" fmla="*/ 1885756 h 1885756"/>
                  <a:gd name="connsiteX9" fmla="*/ 8777928 w 9972503"/>
                  <a:gd name="connsiteY9" fmla="*/ 1885756 h 1885756"/>
                  <a:gd name="connsiteX10" fmla="*/ 8831556 w 9972503"/>
                  <a:gd name="connsiteY10" fmla="*/ 1803126 h 1885756"/>
                  <a:gd name="connsiteX11" fmla="*/ 8915105 w 9972503"/>
                  <a:gd name="connsiteY11" fmla="*/ 1709061 h 1885756"/>
                  <a:gd name="connsiteX12" fmla="*/ 9972503 w 9972503"/>
                  <a:gd name="connsiteY12" fmla="*/ 1699787 h 1885756"/>
                  <a:gd name="connsiteX13" fmla="*/ 9918593 w 9972503"/>
                  <a:gd name="connsiteY13" fmla="*/ 1823405 h 1885756"/>
                  <a:gd name="connsiteX14" fmla="*/ 9898261 w 9972503"/>
                  <a:gd name="connsiteY14" fmla="*/ 1885756 h 1885756"/>
                  <a:gd name="connsiteX15" fmla="*/ 9814951 w 9972503"/>
                  <a:gd name="connsiteY15" fmla="*/ 1885756 h 1885756"/>
                  <a:gd name="connsiteX16" fmla="*/ 9828591 w 9972503"/>
                  <a:gd name="connsiteY16" fmla="*/ 1848833 h 1885756"/>
                  <a:gd name="connsiteX17" fmla="*/ 9972503 w 9972503"/>
                  <a:gd name="connsiteY17" fmla="*/ 1699787 h 1885756"/>
                  <a:gd name="connsiteX18" fmla="*/ 9058520 w 9972503"/>
                  <a:gd name="connsiteY18" fmla="*/ 1677430 h 1885756"/>
                  <a:gd name="connsiteX19" fmla="*/ 9098343 w 9972503"/>
                  <a:gd name="connsiteY19" fmla="*/ 1862294 h 1885756"/>
                  <a:gd name="connsiteX20" fmla="*/ 9095693 w 9972503"/>
                  <a:gd name="connsiteY20" fmla="*/ 1885756 h 1885756"/>
                  <a:gd name="connsiteX21" fmla="*/ 8990523 w 9972503"/>
                  <a:gd name="connsiteY21" fmla="*/ 1885756 h 1885756"/>
                  <a:gd name="connsiteX22" fmla="*/ 9030946 w 9972503"/>
                  <a:gd name="connsiteY22" fmla="*/ 1797371 h 1885756"/>
                  <a:gd name="connsiteX23" fmla="*/ 9058520 w 9972503"/>
                  <a:gd name="connsiteY23" fmla="*/ 1677430 h 1885756"/>
                  <a:gd name="connsiteX24" fmla="*/ 9262216 w 9972503"/>
                  <a:gd name="connsiteY24" fmla="*/ 1569454 h 1885756"/>
                  <a:gd name="connsiteX25" fmla="*/ 9300456 w 9972503"/>
                  <a:gd name="connsiteY25" fmla="*/ 1863599 h 1885756"/>
                  <a:gd name="connsiteX26" fmla="*/ 9294546 w 9972503"/>
                  <a:gd name="connsiteY26" fmla="*/ 1885756 h 1885756"/>
                  <a:gd name="connsiteX27" fmla="*/ 9165203 w 9972503"/>
                  <a:gd name="connsiteY27" fmla="*/ 1885756 h 1885756"/>
                  <a:gd name="connsiteX28" fmla="*/ 9180544 w 9972503"/>
                  <a:gd name="connsiteY28" fmla="*/ 1859675 h 1885756"/>
                  <a:gd name="connsiteX29" fmla="*/ 9262216 w 9972503"/>
                  <a:gd name="connsiteY29" fmla="*/ 1569454 h 1885756"/>
                  <a:gd name="connsiteX30" fmla="*/ 803028 w 9972503"/>
                  <a:gd name="connsiteY30" fmla="*/ 0 h 1885756"/>
                  <a:gd name="connsiteX31" fmla="*/ 775537 w 9972503"/>
                  <a:gd name="connsiteY31" fmla="*/ 215289 h 1885756"/>
                  <a:gd name="connsiteX32" fmla="*/ 802200 w 9972503"/>
                  <a:gd name="connsiteY32" fmla="*/ 215289 h 1885756"/>
                  <a:gd name="connsiteX33" fmla="*/ 831015 w 9972503"/>
                  <a:gd name="connsiteY33" fmla="*/ 99032 h 1885756"/>
                  <a:gd name="connsiteX34" fmla="*/ 853703 w 9972503"/>
                  <a:gd name="connsiteY34" fmla="*/ 215454 h 1885756"/>
                  <a:gd name="connsiteX35" fmla="*/ 918124 w 9972503"/>
                  <a:gd name="connsiteY35" fmla="*/ 216282 h 1885756"/>
                  <a:gd name="connsiteX36" fmla="*/ 924252 w 9972503"/>
                  <a:gd name="connsiteY36" fmla="*/ 126523 h 1885756"/>
                  <a:gd name="connsiteX37" fmla="*/ 957042 w 9972503"/>
                  <a:gd name="connsiteY37" fmla="*/ 216779 h 1885756"/>
                  <a:gd name="connsiteX38" fmla="*/ 991819 w 9972503"/>
                  <a:gd name="connsiteY38" fmla="*/ 217276 h 1885756"/>
                  <a:gd name="connsiteX39" fmla="*/ 1004902 w 9972503"/>
                  <a:gd name="connsiteY39" fmla="*/ 134804 h 1885756"/>
                  <a:gd name="connsiteX40" fmla="*/ 1037361 w 9972503"/>
                  <a:gd name="connsiteY40" fmla="*/ 217938 h 1885756"/>
                  <a:gd name="connsiteX41" fmla="*/ 1123145 w 9972503"/>
                  <a:gd name="connsiteY41" fmla="*/ 219760 h 1885756"/>
                  <a:gd name="connsiteX42" fmla="*/ 1098304 w 9972503"/>
                  <a:gd name="connsiteY42" fmla="*/ 24675 h 1885756"/>
                  <a:gd name="connsiteX43" fmla="*/ 1189719 w 9972503"/>
                  <a:gd name="connsiteY43" fmla="*/ 187632 h 1885756"/>
                  <a:gd name="connsiteX44" fmla="*/ 1252981 w 9972503"/>
                  <a:gd name="connsiteY44" fmla="*/ 83465 h 1885756"/>
                  <a:gd name="connsiteX45" fmla="*/ 1236752 w 9972503"/>
                  <a:gd name="connsiteY45" fmla="*/ 222575 h 1885756"/>
                  <a:gd name="connsiteX46" fmla="*/ 1283784 w 9972503"/>
                  <a:gd name="connsiteY46" fmla="*/ 223900 h 1885756"/>
                  <a:gd name="connsiteX47" fmla="*/ 1275007 w 9972503"/>
                  <a:gd name="connsiteY47" fmla="*/ 155173 h 1885756"/>
                  <a:gd name="connsiteX48" fmla="*/ 1316905 w 9972503"/>
                  <a:gd name="connsiteY48" fmla="*/ 225225 h 1885756"/>
                  <a:gd name="connsiteX49" fmla="*/ 1326179 w 9972503"/>
                  <a:gd name="connsiteY49" fmla="*/ 225556 h 1885756"/>
                  <a:gd name="connsiteX50" fmla="*/ 1371224 w 9972503"/>
                  <a:gd name="connsiteY50" fmla="*/ 83465 h 1885756"/>
                  <a:gd name="connsiteX51" fmla="*/ 1424053 w 9972503"/>
                  <a:gd name="connsiteY51" fmla="*/ 228868 h 1885756"/>
                  <a:gd name="connsiteX52" fmla="*/ 1424549 w 9972503"/>
                  <a:gd name="connsiteY52" fmla="*/ 229365 h 1885756"/>
                  <a:gd name="connsiteX53" fmla="*/ 1466945 w 9972503"/>
                  <a:gd name="connsiteY53" fmla="*/ 231021 h 1885756"/>
                  <a:gd name="connsiteX54" fmla="*/ 1495429 w 9972503"/>
                  <a:gd name="connsiteY54" fmla="*/ 111288 h 1885756"/>
                  <a:gd name="connsiteX55" fmla="*/ 1544283 w 9972503"/>
                  <a:gd name="connsiteY55" fmla="*/ 234499 h 1885756"/>
                  <a:gd name="connsiteX56" fmla="*/ 1620628 w 9972503"/>
                  <a:gd name="connsiteY56" fmla="*/ 238308 h 1885756"/>
                  <a:gd name="connsiteX57" fmla="*/ 1647456 w 9972503"/>
                  <a:gd name="connsiteY57" fmla="*/ 89758 h 1885756"/>
                  <a:gd name="connsiteX58" fmla="*/ 1697635 w 9972503"/>
                  <a:gd name="connsiteY58" fmla="*/ 242117 h 1885756"/>
                  <a:gd name="connsiteX59" fmla="*/ 1771661 w 9972503"/>
                  <a:gd name="connsiteY59" fmla="*/ 246754 h 1885756"/>
                  <a:gd name="connsiteX60" fmla="*/ 1786897 w 9972503"/>
                  <a:gd name="connsiteY60" fmla="*/ 146893 h 1885756"/>
                  <a:gd name="connsiteX61" fmla="*/ 1817037 w 9972503"/>
                  <a:gd name="connsiteY61" fmla="*/ 249735 h 1885756"/>
                  <a:gd name="connsiteX62" fmla="*/ 1821343 w 9972503"/>
                  <a:gd name="connsiteY62" fmla="*/ 249735 h 1885756"/>
                  <a:gd name="connsiteX63" fmla="*/ 1895535 w 9972503"/>
                  <a:gd name="connsiteY63" fmla="*/ 129836 h 1885756"/>
                  <a:gd name="connsiteX64" fmla="*/ 1876325 w 9972503"/>
                  <a:gd name="connsiteY64" fmla="*/ 253544 h 1885756"/>
                  <a:gd name="connsiteX65" fmla="*/ 1911599 w 9972503"/>
                  <a:gd name="connsiteY65" fmla="*/ 255862 h 1885756"/>
                  <a:gd name="connsiteX66" fmla="*/ 1926503 w 9972503"/>
                  <a:gd name="connsiteY66" fmla="*/ 164116 h 1885756"/>
                  <a:gd name="connsiteX67" fmla="*/ 1972045 w 9972503"/>
                  <a:gd name="connsiteY67" fmla="*/ 260002 h 1885756"/>
                  <a:gd name="connsiteX68" fmla="*/ 2057333 w 9972503"/>
                  <a:gd name="connsiteY68" fmla="*/ 266958 h 1885756"/>
                  <a:gd name="connsiteX69" fmla="*/ 2057498 w 9972503"/>
                  <a:gd name="connsiteY69" fmla="*/ 266295 h 1885756"/>
                  <a:gd name="connsiteX70" fmla="*/ 2112811 w 9972503"/>
                  <a:gd name="connsiteY70" fmla="*/ 111122 h 1885756"/>
                  <a:gd name="connsiteX71" fmla="*/ 2134671 w 9972503"/>
                  <a:gd name="connsiteY71" fmla="*/ 272754 h 1885756"/>
                  <a:gd name="connsiteX72" fmla="*/ 2135168 w 9972503"/>
                  <a:gd name="connsiteY72" fmla="*/ 273251 h 1885756"/>
                  <a:gd name="connsiteX73" fmla="*/ 2161168 w 9972503"/>
                  <a:gd name="connsiteY73" fmla="*/ 275238 h 1885756"/>
                  <a:gd name="connsiteX74" fmla="*/ 2180875 w 9972503"/>
                  <a:gd name="connsiteY74" fmla="*/ 182664 h 1885756"/>
                  <a:gd name="connsiteX75" fmla="*/ 2206710 w 9972503"/>
                  <a:gd name="connsiteY75" fmla="*/ 279213 h 1885756"/>
                  <a:gd name="connsiteX76" fmla="*/ 2259373 w 9972503"/>
                  <a:gd name="connsiteY76" fmla="*/ 284181 h 1885756"/>
                  <a:gd name="connsiteX77" fmla="*/ 2283552 w 9972503"/>
                  <a:gd name="connsiteY77" fmla="*/ 161963 h 1885756"/>
                  <a:gd name="connsiteX78" fmla="*/ 2318991 w 9972503"/>
                  <a:gd name="connsiteY78" fmla="*/ 289812 h 1885756"/>
                  <a:gd name="connsiteX79" fmla="*/ 2384737 w 9972503"/>
                  <a:gd name="connsiteY79" fmla="*/ 296105 h 1885756"/>
                  <a:gd name="connsiteX80" fmla="*/ 2395005 w 9972503"/>
                  <a:gd name="connsiteY80" fmla="*/ 191938 h 1885756"/>
                  <a:gd name="connsiteX81" fmla="*/ 2445846 w 9972503"/>
                  <a:gd name="connsiteY81" fmla="*/ 302397 h 1885756"/>
                  <a:gd name="connsiteX82" fmla="*/ 2502649 w 9972503"/>
                  <a:gd name="connsiteY82" fmla="*/ 308691 h 1885756"/>
                  <a:gd name="connsiteX83" fmla="*/ 2491553 w 9972503"/>
                  <a:gd name="connsiteY83" fmla="*/ 215123 h 1885756"/>
                  <a:gd name="connsiteX84" fmla="*/ 2536267 w 9972503"/>
                  <a:gd name="connsiteY84" fmla="*/ 312665 h 1885756"/>
                  <a:gd name="connsiteX85" fmla="*/ 2595554 w 9972503"/>
                  <a:gd name="connsiteY85" fmla="*/ 318958 h 1885756"/>
                  <a:gd name="connsiteX86" fmla="*/ 2640268 w 9972503"/>
                  <a:gd name="connsiteY86" fmla="*/ 179518 h 1885756"/>
                  <a:gd name="connsiteX87" fmla="*/ 2653682 w 9972503"/>
                  <a:gd name="connsiteY87" fmla="*/ 325748 h 1885756"/>
                  <a:gd name="connsiteX88" fmla="*/ 2698727 w 9972503"/>
                  <a:gd name="connsiteY88" fmla="*/ 331544 h 1885756"/>
                  <a:gd name="connsiteX89" fmla="*/ 2711810 w 9972503"/>
                  <a:gd name="connsiteY89" fmla="*/ 241620 h 1885756"/>
                  <a:gd name="connsiteX90" fmla="*/ 2752384 w 9972503"/>
                  <a:gd name="connsiteY90" fmla="*/ 338500 h 1885756"/>
                  <a:gd name="connsiteX91" fmla="*/ 2866984 w 9972503"/>
                  <a:gd name="connsiteY91" fmla="*/ 352908 h 1885756"/>
                  <a:gd name="connsiteX92" fmla="*/ 2897787 w 9972503"/>
                  <a:gd name="connsiteY92" fmla="*/ 266295 h 1885756"/>
                  <a:gd name="connsiteX93" fmla="*/ 2921137 w 9972503"/>
                  <a:gd name="connsiteY93" fmla="*/ 360360 h 1885756"/>
                  <a:gd name="connsiteX94" fmla="*/ 2921137 w 9972503"/>
                  <a:gd name="connsiteY94" fmla="*/ 360857 h 1885756"/>
                  <a:gd name="connsiteX95" fmla="*/ 2970985 w 9972503"/>
                  <a:gd name="connsiteY95" fmla="*/ 367978 h 1885756"/>
                  <a:gd name="connsiteX96" fmla="*/ 3003112 w 9972503"/>
                  <a:gd name="connsiteY96" fmla="*/ 285506 h 1885756"/>
                  <a:gd name="connsiteX97" fmla="*/ 3009405 w 9972503"/>
                  <a:gd name="connsiteY97" fmla="*/ 373443 h 1885756"/>
                  <a:gd name="connsiteX98" fmla="*/ 3026463 w 9972503"/>
                  <a:gd name="connsiteY98" fmla="*/ 375762 h 1885756"/>
                  <a:gd name="connsiteX99" fmla="*/ 3056107 w 9972503"/>
                  <a:gd name="connsiteY99" fmla="*/ 214626 h 1885756"/>
                  <a:gd name="connsiteX100" fmla="*/ 3079291 w 9972503"/>
                  <a:gd name="connsiteY100" fmla="*/ 382883 h 1885756"/>
                  <a:gd name="connsiteX101" fmla="*/ 3153483 w 9972503"/>
                  <a:gd name="connsiteY101" fmla="*/ 238473 h 1885756"/>
                  <a:gd name="connsiteX102" fmla="*/ 3153483 w 9972503"/>
                  <a:gd name="connsiteY102" fmla="*/ 377417 h 1885756"/>
                  <a:gd name="connsiteX103" fmla="*/ 3215917 w 9972503"/>
                  <a:gd name="connsiteY103" fmla="*/ 296933 h 1885756"/>
                  <a:gd name="connsiteX104" fmla="*/ 3190082 w 9972503"/>
                  <a:gd name="connsiteY104" fmla="*/ 384704 h 1885756"/>
                  <a:gd name="connsiteX105" fmla="*/ 3195051 w 9972503"/>
                  <a:gd name="connsiteY105" fmla="*/ 401099 h 1885756"/>
                  <a:gd name="connsiteX106" fmla="*/ 3226847 w 9972503"/>
                  <a:gd name="connsiteY106" fmla="*/ 406398 h 1885756"/>
                  <a:gd name="connsiteX107" fmla="*/ 3290274 w 9972503"/>
                  <a:gd name="connsiteY107" fmla="*/ 259340 h 1885756"/>
                  <a:gd name="connsiteX108" fmla="*/ 3277192 w 9972503"/>
                  <a:gd name="connsiteY108" fmla="*/ 414679 h 1885756"/>
                  <a:gd name="connsiteX109" fmla="*/ 3280338 w 9972503"/>
                  <a:gd name="connsiteY109" fmla="*/ 415341 h 1885756"/>
                  <a:gd name="connsiteX110" fmla="*/ 3307166 w 9972503"/>
                  <a:gd name="connsiteY110" fmla="*/ 329723 h 1885756"/>
                  <a:gd name="connsiteX111" fmla="*/ 3325549 w 9972503"/>
                  <a:gd name="connsiteY111" fmla="*/ 417660 h 1885756"/>
                  <a:gd name="connsiteX112" fmla="*/ 3373243 w 9972503"/>
                  <a:gd name="connsiteY112" fmla="*/ 320780 h 1885756"/>
                  <a:gd name="connsiteX113" fmla="*/ 3361320 w 9972503"/>
                  <a:gd name="connsiteY113" fmla="*/ 400603 h 1885756"/>
                  <a:gd name="connsiteX114" fmla="*/ 3370759 w 9972503"/>
                  <a:gd name="connsiteY114" fmla="*/ 430577 h 1885756"/>
                  <a:gd name="connsiteX115" fmla="*/ 3401562 w 9972503"/>
                  <a:gd name="connsiteY115" fmla="*/ 435711 h 1885756"/>
                  <a:gd name="connsiteX116" fmla="*/ 3409677 w 9972503"/>
                  <a:gd name="connsiteY116" fmla="*/ 423125 h 1885756"/>
                  <a:gd name="connsiteX117" fmla="*/ 3417295 w 9972503"/>
                  <a:gd name="connsiteY117" fmla="*/ 269773 h 1885756"/>
                  <a:gd name="connsiteX118" fmla="*/ 3448098 w 9972503"/>
                  <a:gd name="connsiteY118" fmla="*/ 428755 h 1885756"/>
                  <a:gd name="connsiteX119" fmla="*/ 3484697 w 9972503"/>
                  <a:gd name="connsiteY119" fmla="*/ 318958 h 1885756"/>
                  <a:gd name="connsiteX120" fmla="*/ 3477575 w 9972503"/>
                  <a:gd name="connsiteY120" fmla="*/ 449788 h 1885756"/>
                  <a:gd name="connsiteX121" fmla="*/ 3524939 w 9972503"/>
                  <a:gd name="connsiteY121" fmla="*/ 458399 h 1885756"/>
                  <a:gd name="connsiteX122" fmla="*/ 3579755 w 9972503"/>
                  <a:gd name="connsiteY122" fmla="*/ 300576 h 1885756"/>
                  <a:gd name="connsiteX123" fmla="*/ 3572799 w 9972503"/>
                  <a:gd name="connsiteY123" fmla="*/ 440017 h 1885756"/>
                  <a:gd name="connsiteX124" fmla="*/ 3583398 w 9972503"/>
                  <a:gd name="connsiteY124" fmla="*/ 375596 h 1885756"/>
                  <a:gd name="connsiteX125" fmla="*/ 3596315 w 9972503"/>
                  <a:gd name="connsiteY125" fmla="*/ 446806 h 1885756"/>
                  <a:gd name="connsiteX126" fmla="*/ 3632087 w 9972503"/>
                  <a:gd name="connsiteY126" fmla="*/ 478437 h 1885756"/>
                  <a:gd name="connsiteX127" fmla="*/ 3638048 w 9972503"/>
                  <a:gd name="connsiteY127" fmla="*/ 479763 h 1885756"/>
                  <a:gd name="connsiteX128" fmla="*/ 3708928 w 9972503"/>
                  <a:gd name="connsiteY128" fmla="*/ 330385 h 1885756"/>
                  <a:gd name="connsiteX129" fmla="*/ 3682265 w 9972503"/>
                  <a:gd name="connsiteY129" fmla="*/ 473138 h 1885756"/>
                  <a:gd name="connsiteX130" fmla="*/ 3692202 w 9972503"/>
                  <a:gd name="connsiteY130" fmla="*/ 490527 h 1885756"/>
                  <a:gd name="connsiteX131" fmla="*/ 3729132 w 9972503"/>
                  <a:gd name="connsiteY131" fmla="*/ 498145 h 1885756"/>
                  <a:gd name="connsiteX132" fmla="*/ 3802993 w 9972503"/>
                  <a:gd name="connsiteY132" fmla="*/ 309850 h 1885756"/>
                  <a:gd name="connsiteX133" fmla="*/ 3798521 w 9972503"/>
                  <a:gd name="connsiteY133" fmla="*/ 512387 h 1885756"/>
                  <a:gd name="connsiteX134" fmla="*/ 3822203 w 9972503"/>
                  <a:gd name="connsiteY134" fmla="*/ 517355 h 1885756"/>
                  <a:gd name="connsiteX135" fmla="*/ 3824853 w 9972503"/>
                  <a:gd name="connsiteY135" fmla="*/ 516527 h 1885756"/>
                  <a:gd name="connsiteX136" fmla="*/ 3898051 w 9972503"/>
                  <a:gd name="connsiteY136" fmla="*/ 300576 h 1885756"/>
                  <a:gd name="connsiteX137" fmla="*/ 3886955 w 9972503"/>
                  <a:gd name="connsiteY137" fmla="*/ 530769 h 1885756"/>
                  <a:gd name="connsiteX138" fmla="*/ 3909809 w 9972503"/>
                  <a:gd name="connsiteY138" fmla="*/ 535572 h 1885756"/>
                  <a:gd name="connsiteX139" fmla="*/ 3957504 w 9972503"/>
                  <a:gd name="connsiteY139" fmla="*/ 546336 h 1885756"/>
                  <a:gd name="connsiteX140" fmla="*/ 3992943 w 9972503"/>
                  <a:gd name="connsiteY140" fmla="*/ 391163 h 1885756"/>
                  <a:gd name="connsiteX141" fmla="*/ 4016460 w 9972503"/>
                  <a:gd name="connsiteY141" fmla="*/ 559750 h 1885756"/>
                  <a:gd name="connsiteX142" fmla="*/ 4029874 w 9972503"/>
                  <a:gd name="connsiteY142" fmla="*/ 562897 h 1885756"/>
                  <a:gd name="connsiteX143" fmla="*/ 4023249 w 9972503"/>
                  <a:gd name="connsiteY143" fmla="*/ 518349 h 1885756"/>
                  <a:gd name="connsiteX144" fmla="*/ 4141658 w 9972503"/>
                  <a:gd name="connsiteY144" fmla="*/ 295608 h 1885756"/>
                  <a:gd name="connsiteX145" fmla="*/ 4120295 w 9972503"/>
                  <a:gd name="connsiteY145" fmla="*/ 561572 h 1885756"/>
                  <a:gd name="connsiteX146" fmla="*/ 4174283 w 9972503"/>
                  <a:gd name="connsiteY146" fmla="*/ 421303 h 1885756"/>
                  <a:gd name="connsiteX147" fmla="*/ 4214029 w 9972503"/>
                  <a:gd name="connsiteY147" fmla="*/ 558094 h 1885756"/>
                  <a:gd name="connsiteX148" fmla="*/ 4214194 w 9972503"/>
                  <a:gd name="connsiteY148" fmla="*/ 374602 h 1885756"/>
                  <a:gd name="connsiteX149" fmla="*/ 4275800 w 9972503"/>
                  <a:gd name="connsiteY149" fmla="*/ 566209 h 1885756"/>
                  <a:gd name="connsiteX150" fmla="*/ 4303953 w 9972503"/>
                  <a:gd name="connsiteY150" fmla="*/ 478934 h 1885756"/>
                  <a:gd name="connsiteX151" fmla="*/ 4341049 w 9972503"/>
                  <a:gd name="connsiteY151" fmla="*/ 637254 h 1885756"/>
                  <a:gd name="connsiteX152" fmla="*/ 4343036 w 9972503"/>
                  <a:gd name="connsiteY152" fmla="*/ 637751 h 1885756"/>
                  <a:gd name="connsiteX153" fmla="*/ 4435776 w 9972503"/>
                  <a:gd name="connsiteY153" fmla="*/ 436042 h 1885756"/>
                  <a:gd name="connsiteX154" fmla="*/ 4437100 w 9972503"/>
                  <a:gd name="connsiteY154" fmla="*/ 629967 h 1885756"/>
                  <a:gd name="connsiteX155" fmla="*/ 4516095 w 9972503"/>
                  <a:gd name="connsiteY155" fmla="*/ 486221 h 1885756"/>
                  <a:gd name="connsiteX156" fmla="*/ 4516261 w 9972503"/>
                  <a:gd name="connsiteY156" fmla="*/ 633611 h 1885756"/>
                  <a:gd name="connsiteX157" fmla="*/ 4611983 w 9972503"/>
                  <a:gd name="connsiteY157" fmla="*/ 435711 h 1885756"/>
                  <a:gd name="connsiteX158" fmla="*/ 4612313 w 9972503"/>
                  <a:gd name="connsiteY158" fmla="*/ 636261 h 1885756"/>
                  <a:gd name="connsiteX159" fmla="*/ 4685345 w 9972503"/>
                  <a:gd name="connsiteY159" fmla="*/ 543686 h 1885756"/>
                  <a:gd name="connsiteX160" fmla="*/ 4652721 w 9972503"/>
                  <a:gd name="connsiteY160" fmla="*/ 673025 h 1885756"/>
                  <a:gd name="connsiteX161" fmla="*/ 4678555 w 9972503"/>
                  <a:gd name="connsiteY161" fmla="*/ 725688 h 1885756"/>
                  <a:gd name="connsiteX162" fmla="*/ 4725091 w 9972503"/>
                  <a:gd name="connsiteY162" fmla="*/ 738771 h 1885756"/>
                  <a:gd name="connsiteX163" fmla="*/ 4724761 w 9972503"/>
                  <a:gd name="connsiteY163" fmla="*/ 694885 h 1885756"/>
                  <a:gd name="connsiteX164" fmla="*/ 4818162 w 9972503"/>
                  <a:gd name="connsiteY164" fmla="*/ 436042 h 1885756"/>
                  <a:gd name="connsiteX165" fmla="*/ 4789512 w 9972503"/>
                  <a:gd name="connsiteY165" fmla="*/ 709127 h 1885756"/>
                  <a:gd name="connsiteX166" fmla="*/ 4825614 w 9972503"/>
                  <a:gd name="connsiteY166" fmla="*/ 615725 h 1885756"/>
                  <a:gd name="connsiteX167" fmla="*/ 4854264 w 9972503"/>
                  <a:gd name="connsiteY167" fmla="*/ 745230 h 1885756"/>
                  <a:gd name="connsiteX168" fmla="*/ 4972838 w 9972503"/>
                  <a:gd name="connsiteY168" fmla="*/ 565547 h 1885756"/>
                  <a:gd name="connsiteX169" fmla="*/ 4926303 w 9972503"/>
                  <a:gd name="connsiteY169" fmla="*/ 759638 h 1885756"/>
                  <a:gd name="connsiteX170" fmla="*/ 5052164 w 9972503"/>
                  <a:gd name="connsiteY170" fmla="*/ 651828 h 1885756"/>
                  <a:gd name="connsiteX171" fmla="*/ 4979462 w 9972503"/>
                  <a:gd name="connsiteY171" fmla="*/ 811141 h 1885756"/>
                  <a:gd name="connsiteX172" fmla="*/ 5002648 w 9972503"/>
                  <a:gd name="connsiteY172" fmla="*/ 817766 h 1885756"/>
                  <a:gd name="connsiteX173" fmla="*/ 5016393 w 9972503"/>
                  <a:gd name="connsiteY173" fmla="*/ 813626 h 1885756"/>
                  <a:gd name="connsiteX174" fmla="*/ 5111617 w 9972503"/>
                  <a:gd name="connsiteY174" fmla="*/ 543686 h 1885756"/>
                  <a:gd name="connsiteX175" fmla="*/ 5111617 w 9972503"/>
                  <a:gd name="connsiteY175" fmla="*/ 788619 h 1885756"/>
                  <a:gd name="connsiteX176" fmla="*/ 5120559 w 9972503"/>
                  <a:gd name="connsiteY176" fmla="*/ 852543 h 1885756"/>
                  <a:gd name="connsiteX177" fmla="*/ 5130164 w 9972503"/>
                  <a:gd name="connsiteY177" fmla="*/ 855358 h 1885756"/>
                  <a:gd name="connsiteX178" fmla="*/ 5131490 w 9972503"/>
                  <a:gd name="connsiteY178" fmla="*/ 842275 h 1885756"/>
                  <a:gd name="connsiteX179" fmla="*/ 5264473 w 9972503"/>
                  <a:gd name="connsiteY179" fmla="*/ 637586 h 1885756"/>
                  <a:gd name="connsiteX180" fmla="*/ 5203363 w 9972503"/>
                  <a:gd name="connsiteY180" fmla="*/ 856683 h 1885756"/>
                  <a:gd name="connsiteX181" fmla="*/ 5347110 w 9972503"/>
                  <a:gd name="connsiteY181" fmla="*/ 752351 h 1885756"/>
                  <a:gd name="connsiteX182" fmla="*/ 5304051 w 9972503"/>
                  <a:gd name="connsiteY182" fmla="*/ 883843 h 1885756"/>
                  <a:gd name="connsiteX183" fmla="*/ 5422957 w 9972503"/>
                  <a:gd name="connsiteY183" fmla="*/ 745230 h 1885756"/>
                  <a:gd name="connsiteX184" fmla="*/ 5384702 w 9972503"/>
                  <a:gd name="connsiteY184" fmla="*/ 874072 h 1885756"/>
                  <a:gd name="connsiteX185" fmla="*/ 5330881 w 9972503"/>
                  <a:gd name="connsiteY185" fmla="*/ 916136 h 1885756"/>
                  <a:gd name="connsiteX186" fmla="*/ 5366154 w 9972503"/>
                  <a:gd name="connsiteY186" fmla="*/ 926901 h 1885756"/>
                  <a:gd name="connsiteX187" fmla="*/ 5384702 w 9972503"/>
                  <a:gd name="connsiteY187" fmla="*/ 921435 h 1885756"/>
                  <a:gd name="connsiteX188" fmla="*/ 5556105 w 9972503"/>
                  <a:gd name="connsiteY188" fmla="*/ 622846 h 1885756"/>
                  <a:gd name="connsiteX189" fmla="*/ 5505595 w 9972503"/>
                  <a:gd name="connsiteY189" fmla="*/ 955882 h 1885756"/>
                  <a:gd name="connsiteX190" fmla="*/ 5696374 w 9972503"/>
                  <a:gd name="connsiteY190" fmla="*/ 824390 h 1885756"/>
                  <a:gd name="connsiteX191" fmla="*/ 5627978 w 9972503"/>
                  <a:gd name="connsiteY191" fmla="*/ 1000595 h 1885756"/>
                  <a:gd name="connsiteX192" fmla="*/ 5636921 w 9972503"/>
                  <a:gd name="connsiteY192" fmla="*/ 1011360 h 1885756"/>
                  <a:gd name="connsiteX193" fmla="*/ 5771394 w 9972503"/>
                  <a:gd name="connsiteY193" fmla="*/ 1054583 h 1885756"/>
                  <a:gd name="connsiteX194" fmla="*/ 5836643 w 9972503"/>
                  <a:gd name="connsiteY194" fmla="*/ 767090 h 1885756"/>
                  <a:gd name="connsiteX195" fmla="*/ 5894440 w 9972503"/>
                  <a:gd name="connsiteY195" fmla="*/ 1047462 h 1885756"/>
                  <a:gd name="connsiteX196" fmla="*/ 5904707 w 9972503"/>
                  <a:gd name="connsiteY196" fmla="*/ 1044481 h 1885756"/>
                  <a:gd name="connsiteX197" fmla="*/ 6032059 w 9972503"/>
                  <a:gd name="connsiteY197" fmla="*/ 875397 h 1885756"/>
                  <a:gd name="connsiteX198" fmla="*/ 6032390 w 9972503"/>
                  <a:gd name="connsiteY198" fmla="*/ 1097475 h 1885756"/>
                  <a:gd name="connsiteX199" fmla="*/ 6162225 w 9972503"/>
                  <a:gd name="connsiteY199" fmla="*/ 907524 h 1885756"/>
                  <a:gd name="connsiteX200" fmla="*/ 6076772 w 9972503"/>
                  <a:gd name="connsiteY200" fmla="*/ 1145004 h 1885756"/>
                  <a:gd name="connsiteX201" fmla="*/ 6125626 w 9972503"/>
                  <a:gd name="connsiteY201" fmla="*/ 1169183 h 1885756"/>
                  <a:gd name="connsiteX202" fmla="*/ 6178123 w 9972503"/>
                  <a:gd name="connsiteY202" fmla="*/ 1186406 h 1885756"/>
                  <a:gd name="connsiteX203" fmla="*/ 6349857 w 9972503"/>
                  <a:gd name="connsiteY203" fmla="*/ 954226 h 1885756"/>
                  <a:gd name="connsiteX204" fmla="*/ 6289080 w 9972503"/>
                  <a:gd name="connsiteY204" fmla="*/ 1222840 h 1885756"/>
                  <a:gd name="connsiteX205" fmla="*/ 6334788 w 9972503"/>
                  <a:gd name="connsiteY205" fmla="*/ 1237910 h 1885756"/>
                  <a:gd name="connsiteX206" fmla="*/ 6458993 w 9972503"/>
                  <a:gd name="connsiteY206" fmla="*/ 1097641 h 1885756"/>
                  <a:gd name="connsiteX207" fmla="*/ 6408979 w 9972503"/>
                  <a:gd name="connsiteY207" fmla="*/ 1262419 h 1885756"/>
                  <a:gd name="connsiteX208" fmla="*/ 6434483 w 9972503"/>
                  <a:gd name="connsiteY208" fmla="*/ 1270866 h 1885756"/>
                  <a:gd name="connsiteX209" fmla="*/ 6537490 w 9972503"/>
                  <a:gd name="connsiteY209" fmla="*/ 1065844 h 1885756"/>
                  <a:gd name="connsiteX210" fmla="*/ 6515796 w 9972503"/>
                  <a:gd name="connsiteY210" fmla="*/ 1297694 h 1885756"/>
                  <a:gd name="connsiteX211" fmla="*/ 6522751 w 9972503"/>
                  <a:gd name="connsiteY211" fmla="*/ 1299681 h 1885756"/>
                  <a:gd name="connsiteX212" fmla="*/ 6601911 w 9972503"/>
                  <a:gd name="connsiteY212" fmla="*/ 946111 h 1885756"/>
                  <a:gd name="connsiteX213" fmla="*/ 6622446 w 9972503"/>
                  <a:gd name="connsiteY213" fmla="*/ 1303656 h 1885756"/>
                  <a:gd name="connsiteX214" fmla="*/ 6730919 w 9972503"/>
                  <a:gd name="connsiteY214" fmla="*/ 1153947 h 1885756"/>
                  <a:gd name="connsiteX215" fmla="*/ 6716345 w 9972503"/>
                  <a:gd name="connsiteY215" fmla="*/ 1363440 h 1885756"/>
                  <a:gd name="connsiteX216" fmla="*/ 6777786 w 9972503"/>
                  <a:gd name="connsiteY216" fmla="*/ 1383644 h 1885756"/>
                  <a:gd name="connsiteX217" fmla="*/ 6959125 w 9972503"/>
                  <a:gd name="connsiteY217" fmla="*/ 1097972 h 1885756"/>
                  <a:gd name="connsiteX218" fmla="*/ 6916729 w 9972503"/>
                  <a:gd name="connsiteY218" fmla="*/ 1428854 h 1885756"/>
                  <a:gd name="connsiteX219" fmla="*/ 6934615 w 9972503"/>
                  <a:gd name="connsiteY219" fmla="*/ 1434651 h 1885756"/>
                  <a:gd name="connsiteX220" fmla="*/ 7040438 w 9972503"/>
                  <a:gd name="connsiteY220" fmla="*/ 1241884 h 1885756"/>
                  <a:gd name="connsiteX221" fmla="*/ 7040438 w 9972503"/>
                  <a:gd name="connsiteY221" fmla="*/ 1419084 h 1885756"/>
                  <a:gd name="connsiteX222" fmla="*/ 7134999 w 9972503"/>
                  <a:gd name="connsiteY222" fmla="*/ 1212406 h 1885756"/>
                  <a:gd name="connsiteX223" fmla="*/ 7134999 w 9972503"/>
                  <a:gd name="connsiteY223" fmla="*/ 1491951 h 1885756"/>
                  <a:gd name="connsiteX224" fmla="*/ 7289344 w 9972503"/>
                  <a:gd name="connsiteY224" fmla="*/ 1221018 h 1885756"/>
                  <a:gd name="connsiteX225" fmla="*/ 7291663 w 9972503"/>
                  <a:gd name="connsiteY225" fmla="*/ 1549085 h 1885756"/>
                  <a:gd name="connsiteX226" fmla="*/ 7294644 w 9972503"/>
                  <a:gd name="connsiteY226" fmla="*/ 1550244 h 1885756"/>
                  <a:gd name="connsiteX227" fmla="*/ 7390364 w 9972503"/>
                  <a:gd name="connsiteY227" fmla="*/ 1097475 h 1885756"/>
                  <a:gd name="connsiteX228" fmla="*/ 7425970 w 9972503"/>
                  <a:gd name="connsiteY228" fmla="*/ 1573926 h 1885756"/>
                  <a:gd name="connsiteX229" fmla="*/ 7653182 w 9972503"/>
                  <a:gd name="connsiteY229" fmla="*/ 1291070 h 1885756"/>
                  <a:gd name="connsiteX230" fmla="*/ 7600519 w 9972503"/>
                  <a:gd name="connsiteY230" fmla="*/ 1645965 h 1885756"/>
                  <a:gd name="connsiteX231" fmla="*/ 7613437 w 9972503"/>
                  <a:gd name="connsiteY231" fmla="*/ 1649939 h 1885756"/>
                  <a:gd name="connsiteX232" fmla="*/ 7699718 w 9972503"/>
                  <a:gd name="connsiteY232" fmla="*/ 1445415 h 1885756"/>
                  <a:gd name="connsiteX233" fmla="*/ 7731018 w 9972503"/>
                  <a:gd name="connsiteY233" fmla="*/ 1685710 h 1885756"/>
                  <a:gd name="connsiteX234" fmla="*/ 7772419 w 9972503"/>
                  <a:gd name="connsiteY234" fmla="*/ 1698131 h 1885756"/>
                  <a:gd name="connsiteX235" fmla="*/ 7809681 w 9972503"/>
                  <a:gd name="connsiteY235" fmla="*/ 1709392 h 1885756"/>
                  <a:gd name="connsiteX236" fmla="*/ 7828725 w 9972503"/>
                  <a:gd name="connsiteY236" fmla="*/ 1715188 h 1885756"/>
                  <a:gd name="connsiteX237" fmla="*/ 7807859 w 9972503"/>
                  <a:gd name="connsiteY237" fmla="*/ 1420408 h 1885756"/>
                  <a:gd name="connsiteX238" fmla="*/ 7924115 w 9972503"/>
                  <a:gd name="connsiteY238" fmla="*/ 1739035 h 1885756"/>
                  <a:gd name="connsiteX239" fmla="*/ 8172525 w 9972503"/>
                  <a:gd name="connsiteY239" fmla="*/ 1398714 h 1885756"/>
                  <a:gd name="connsiteX240" fmla="*/ 8053619 w 9972503"/>
                  <a:gd name="connsiteY240" fmla="*/ 1782756 h 1885756"/>
                  <a:gd name="connsiteX241" fmla="*/ 8057759 w 9972503"/>
                  <a:gd name="connsiteY241" fmla="*/ 1784080 h 1885756"/>
                  <a:gd name="connsiteX242" fmla="*/ 8310806 w 9972503"/>
                  <a:gd name="connsiteY242" fmla="*/ 1592474 h 1885756"/>
                  <a:gd name="connsiteX243" fmla="*/ 8176499 w 9972503"/>
                  <a:gd name="connsiteY243" fmla="*/ 1819024 h 1885756"/>
                  <a:gd name="connsiteX244" fmla="*/ 8353202 w 9972503"/>
                  <a:gd name="connsiteY244" fmla="*/ 1870527 h 1885756"/>
                  <a:gd name="connsiteX245" fmla="*/ 8473763 w 9972503"/>
                  <a:gd name="connsiteY245" fmla="*/ 1500231 h 1885756"/>
                  <a:gd name="connsiteX246" fmla="*/ 8569814 w 9972503"/>
                  <a:gd name="connsiteY246" fmla="*/ 1857113 h 1885756"/>
                  <a:gd name="connsiteX247" fmla="*/ 8701306 w 9972503"/>
                  <a:gd name="connsiteY247" fmla="*/ 1628742 h 1885756"/>
                  <a:gd name="connsiteX248" fmla="*/ 8739397 w 9972503"/>
                  <a:gd name="connsiteY248" fmla="*/ 1581875 h 1885756"/>
                  <a:gd name="connsiteX249" fmla="*/ 8739561 w 9972503"/>
                  <a:gd name="connsiteY249" fmla="*/ 1581875 h 1885756"/>
                  <a:gd name="connsiteX250" fmla="*/ 8813422 w 9972503"/>
                  <a:gd name="connsiteY250" fmla="*/ 1500231 h 1885756"/>
                  <a:gd name="connsiteX251" fmla="*/ 8717550 w 9972503"/>
                  <a:gd name="connsiteY251" fmla="*/ 1870162 h 1885756"/>
                  <a:gd name="connsiteX252" fmla="*/ 8719940 w 9972503"/>
                  <a:gd name="connsiteY252" fmla="*/ 1885756 h 1885756"/>
                  <a:gd name="connsiteX253" fmla="*/ 0 w 9972503"/>
                  <a:gd name="connsiteY253" fmla="*/ 1885756 h 1885756"/>
                  <a:gd name="connsiteX254" fmla="*/ 0 w 9972503"/>
                  <a:gd name="connsiteY254" fmla="*/ 48084 h 1885756"/>
                  <a:gd name="connsiteX255" fmla="*/ 4462 w 9972503"/>
                  <a:gd name="connsiteY255" fmla="*/ 54168 h 1885756"/>
                  <a:gd name="connsiteX256" fmla="*/ 47199 w 9972503"/>
                  <a:gd name="connsiteY256" fmla="*/ 225722 h 1885756"/>
                  <a:gd name="connsiteX257" fmla="*/ 92906 w 9972503"/>
                  <a:gd name="connsiteY257" fmla="*/ 224397 h 1885756"/>
                  <a:gd name="connsiteX258" fmla="*/ 143085 w 9972503"/>
                  <a:gd name="connsiteY258" fmla="*/ 56140 h 1885756"/>
                  <a:gd name="connsiteX259" fmla="*/ 173391 w 9972503"/>
                  <a:gd name="connsiteY259" fmla="*/ 221747 h 1885756"/>
                  <a:gd name="connsiteX260" fmla="*/ 250729 w 9972503"/>
                  <a:gd name="connsiteY260" fmla="*/ 220257 h 1885756"/>
                  <a:gd name="connsiteX261" fmla="*/ 266296 w 9972503"/>
                  <a:gd name="connsiteY261" fmla="*/ 136294 h 1885756"/>
                  <a:gd name="connsiteX262" fmla="*/ 284182 w 9972503"/>
                  <a:gd name="connsiteY262" fmla="*/ 219429 h 1885756"/>
                  <a:gd name="connsiteX263" fmla="*/ 322768 w 9972503"/>
                  <a:gd name="connsiteY263" fmla="*/ 218600 h 1885756"/>
                  <a:gd name="connsiteX264" fmla="*/ 382056 w 9972503"/>
                  <a:gd name="connsiteY264" fmla="*/ 45873 h 1885756"/>
                  <a:gd name="connsiteX265" fmla="*/ 379903 w 9972503"/>
                  <a:gd name="connsiteY265" fmla="*/ 217607 h 1885756"/>
                  <a:gd name="connsiteX266" fmla="*/ 464362 w 9972503"/>
                  <a:gd name="connsiteY266" fmla="*/ 216613 h 1885756"/>
                  <a:gd name="connsiteX267" fmla="*/ 513547 w 9972503"/>
                  <a:gd name="connsiteY267" fmla="*/ 84956 h 1885756"/>
                  <a:gd name="connsiteX268" fmla="*/ 528617 w 9972503"/>
                  <a:gd name="connsiteY268" fmla="*/ 215785 h 1885756"/>
                  <a:gd name="connsiteX269" fmla="*/ 634109 w 9972503"/>
                  <a:gd name="connsiteY269" fmla="*/ 214957 h 1885756"/>
                  <a:gd name="connsiteX270" fmla="*/ 634771 w 9972503"/>
                  <a:gd name="connsiteY270" fmla="*/ 164944 h 1885756"/>
                  <a:gd name="connsiteX271" fmla="*/ 666402 w 9972503"/>
                  <a:gd name="connsiteY271" fmla="*/ 214957 h 1885756"/>
                  <a:gd name="connsiteX272" fmla="*/ 680644 w 9972503"/>
                  <a:gd name="connsiteY272" fmla="*/ 214957 h 1885756"/>
                  <a:gd name="connsiteX273" fmla="*/ 803028 w 9972503"/>
                  <a:gd name="connsiteY273" fmla="*/ 0 h 1885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</a:cxnLst>
                <a:rect l="l" t="t" r="r" b="b"/>
                <a:pathLst>
                  <a:path w="9972503" h="1885756">
                    <a:moveTo>
                      <a:pt x="9437925" y="1774807"/>
                    </a:moveTo>
                    <a:cubicBezTo>
                      <a:pt x="9437925" y="1774807"/>
                      <a:pt x="9451223" y="1801193"/>
                      <a:pt x="9463015" y="1843066"/>
                    </a:cubicBezTo>
                    <a:lnTo>
                      <a:pt x="9472850" y="1885756"/>
                    </a:lnTo>
                    <a:lnTo>
                      <a:pt x="9431520" y="1885756"/>
                    </a:lnTo>
                    <a:lnTo>
                      <a:pt x="9439483" y="1843389"/>
                    </a:lnTo>
                    <a:cubicBezTo>
                      <a:pt x="9441377" y="1821503"/>
                      <a:pt x="9441051" y="1798613"/>
                      <a:pt x="9437925" y="1774807"/>
                    </a:cubicBezTo>
                    <a:close/>
                    <a:moveTo>
                      <a:pt x="8915105" y="1709061"/>
                    </a:moveTo>
                    <a:cubicBezTo>
                      <a:pt x="8912869" y="1715354"/>
                      <a:pt x="8884260" y="1794224"/>
                      <a:pt x="8870556" y="1863924"/>
                    </a:cubicBezTo>
                    <a:lnTo>
                      <a:pt x="8867527" y="1885756"/>
                    </a:lnTo>
                    <a:lnTo>
                      <a:pt x="8777928" y="1885756"/>
                    </a:lnTo>
                    <a:lnTo>
                      <a:pt x="8831556" y="1803126"/>
                    </a:lnTo>
                    <a:cubicBezTo>
                      <a:pt x="8871633" y="1750835"/>
                      <a:pt x="8911213" y="1712622"/>
                      <a:pt x="8915105" y="1709061"/>
                    </a:cubicBezTo>
                    <a:close/>
                    <a:moveTo>
                      <a:pt x="9972503" y="1699787"/>
                    </a:moveTo>
                    <a:cubicBezTo>
                      <a:pt x="9972503" y="1699787"/>
                      <a:pt x="9945465" y="1750556"/>
                      <a:pt x="9918593" y="1823405"/>
                    </a:cubicBezTo>
                    <a:lnTo>
                      <a:pt x="9898261" y="1885756"/>
                    </a:lnTo>
                    <a:lnTo>
                      <a:pt x="9814951" y="1885756"/>
                    </a:lnTo>
                    <a:lnTo>
                      <a:pt x="9828591" y="1848833"/>
                    </a:lnTo>
                    <a:cubicBezTo>
                      <a:pt x="9859229" y="1792030"/>
                      <a:pt x="9904936" y="1739035"/>
                      <a:pt x="9972503" y="1699787"/>
                    </a:cubicBezTo>
                    <a:close/>
                    <a:moveTo>
                      <a:pt x="9058520" y="1677430"/>
                    </a:moveTo>
                    <a:cubicBezTo>
                      <a:pt x="9091683" y="1748600"/>
                      <a:pt x="9100486" y="1811362"/>
                      <a:pt x="9098343" y="1862294"/>
                    </a:cubicBezTo>
                    <a:lnTo>
                      <a:pt x="9095693" y="1885756"/>
                    </a:lnTo>
                    <a:lnTo>
                      <a:pt x="8990523" y="1885756"/>
                    </a:lnTo>
                    <a:lnTo>
                      <a:pt x="9030946" y="1797371"/>
                    </a:lnTo>
                    <a:cubicBezTo>
                      <a:pt x="9052061" y="1733530"/>
                      <a:pt x="9058520" y="1677430"/>
                      <a:pt x="9058520" y="1677430"/>
                    </a:cubicBezTo>
                    <a:close/>
                    <a:moveTo>
                      <a:pt x="9262216" y="1569454"/>
                    </a:moveTo>
                    <a:cubicBezTo>
                      <a:pt x="9311525" y="1682605"/>
                      <a:pt x="9315166" y="1782691"/>
                      <a:pt x="9300456" y="1863599"/>
                    </a:cubicBezTo>
                    <a:lnTo>
                      <a:pt x="9294546" y="1885756"/>
                    </a:lnTo>
                    <a:lnTo>
                      <a:pt x="9165203" y="1885756"/>
                    </a:lnTo>
                    <a:lnTo>
                      <a:pt x="9180544" y="1859675"/>
                    </a:lnTo>
                    <a:cubicBezTo>
                      <a:pt x="9245169" y="1729213"/>
                      <a:pt x="9262216" y="1569454"/>
                      <a:pt x="9262216" y="1569454"/>
                    </a:cubicBezTo>
                    <a:close/>
                    <a:moveTo>
                      <a:pt x="803028" y="0"/>
                    </a:moveTo>
                    <a:cubicBezTo>
                      <a:pt x="799881" y="5796"/>
                      <a:pt x="734301" y="126855"/>
                      <a:pt x="775537" y="215289"/>
                    </a:cubicBezTo>
                    <a:lnTo>
                      <a:pt x="802200" y="215289"/>
                    </a:lnTo>
                    <a:cubicBezTo>
                      <a:pt x="802696" y="178192"/>
                      <a:pt x="807996" y="124205"/>
                      <a:pt x="831015" y="99032"/>
                    </a:cubicBezTo>
                    <a:cubicBezTo>
                      <a:pt x="831015" y="99032"/>
                      <a:pt x="834493" y="168918"/>
                      <a:pt x="853703" y="215454"/>
                    </a:cubicBezTo>
                    <a:cubicBezTo>
                      <a:pt x="875232" y="215454"/>
                      <a:pt x="896927" y="215951"/>
                      <a:pt x="918124" y="216282"/>
                    </a:cubicBezTo>
                    <a:cubicBezTo>
                      <a:pt x="926405" y="178358"/>
                      <a:pt x="924252" y="126523"/>
                      <a:pt x="924252" y="126523"/>
                    </a:cubicBezTo>
                    <a:cubicBezTo>
                      <a:pt x="924252" y="126523"/>
                      <a:pt x="950583" y="171900"/>
                      <a:pt x="957042" y="216779"/>
                    </a:cubicBezTo>
                    <a:cubicBezTo>
                      <a:pt x="968634" y="217110"/>
                      <a:pt x="980227" y="217110"/>
                      <a:pt x="991819" y="217276"/>
                    </a:cubicBezTo>
                    <a:cubicBezTo>
                      <a:pt x="1002418" y="195250"/>
                      <a:pt x="1010036" y="167428"/>
                      <a:pt x="1004902" y="134804"/>
                    </a:cubicBezTo>
                    <a:cubicBezTo>
                      <a:pt x="1004902" y="134804"/>
                      <a:pt x="1028087" y="177861"/>
                      <a:pt x="1037361" y="217938"/>
                    </a:cubicBezTo>
                    <a:cubicBezTo>
                      <a:pt x="1066011" y="218435"/>
                      <a:pt x="1094495" y="219263"/>
                      <a:pt x="1123145" y="219760"/>
                    </a:cubicBezTo>
                    <a:cubicBezTo>
                      <a:pt x="1132254" y="177034"/>
                      <a:pt x="1143681" y="88600"/>
                      <a:pt x="1098304" y="24675"/>
                    </a:cubicBezTo>
                    <a:cubicBezTo>
                      <a:pt x="1103107" y="29478"/>
                      <a:pt x="1178127" y="106816"/>
                      <a:pt x="1189719" y="187632"/>
                    </a:cubicBezTo>
                    <a:cubicBezTo>
                      <a:pt x="1196509" y="150536"/>
                      <a:pt x="1213070" y="105326"/>
                      <a:pt x="1252981" y="83465"/>
                    </a:cubicBezTo>
                    <a:cubicBezTo>
                      <a:pt x="1252981" y="83465"/>
                      <a:pt x="1214892" y="167428"/>
                      <a:pt x="1236752" y="222575"/>
                    </a:cubicBezTo>
                    <a:cubicBezTo>
                      <a:pt x="1252319" y="223072"/>
                      <a:pt x="1268051" y="223403"/>
                      <a:pt x="1283784" y="223900"/>
                    </a:cubicBezTo>
                    <a:cubicBezTo>
                      <a:pt x="1283287" y="195747"/>
                      <a:pt x="1275835" y="159479"/>
                      <a:pt x="1275007" y="155173"/>
                    </a:cubicBezTo>
                    <a:lnTo>
                      <a:pt x="1316905" y="225225"/>
                    </a:lnTo>
                    <a:cubicBezTo>
                      <a:pt x="1320217" y="225225"/>
                      <a:pt x="1323364" y="225225"/>
                      <a:pt x="1326179" y="225556"/>
                    </a:cubicBezTo>
                    <a:cubicBezTo>
                      <a:pt x="1320383" y="187301"/>
                      <a:pt x="1316243" y="111122"/>
                      <a:pt x="1371224" y="83465"/>
                    </a:cubicBezTo>
                    <a:cubicBezTo>
                      <a:pt x="1371224" y="83465"/>
                      <a:pt x="1355988" y="172562"/>
                      <a:pt x="1424053" y="228868"/>
                    </a:cubicBezTo>
                    <a:lnTo>
                      <a:pt x="1424549" y="229365"/>
                    </a:lnTo>
                    <a:cubicBezTo>
                      <a:pt x="1438461" y="230027"/>
                      <a:pt x="1452703" y="230524"/>
                      <a:pt x="1466945" y="231021"/>
                    </a:cubicBezTo>
                    <a:cubicBezTo>
                      <a:pt x="1493442" y="201875"/>
                      <a:pt x="1495429" y="111288"/>
                      <a:pt x="1495429" y="111288"/>
                    </a:cubicBezTo>
                    <a:cubicBezTo>
                      <a:pt x="1495429" y="111288"/>
                      <a:pt x="1536168" y="181505"/>
                      <a:pt x="1544283" y="234499"/>
                    </a:cubicBezTo>
                    <a:cubicBezTo>
                      <a:pt x="1569455" y="235493"/>
                      <a:pt x="1595124" y="237148"/>
                      <a:pt x="1620628" y="238308"/>
                    </a:cubicBezTo>
                    <a:cubicBezTo>
                      <a:pt x="1636692" y="212307"/>
                      <a:pt x="1657061" y="163123"/>
                      <a:pt x="1647456" y="89758"/>
                    </a:cubicBezTo>
                    <a:cubicBezTo>
                      <a:pt x="1647456" y="89758"/>
                      <a:pt x="1732412" y="155836"/>
                      <a:pt x="1697635" y="242117"/>
                    </a:cubicBezTo>
                    <a:cubicBezTo>
                      <a:pt x="1722145" y="243938"/>
                      <a:pt x="1746820" y="245263"/>
                      <a:pt x="1771661" y="246754"/>
                    </a:cubicBezTo>
                    <a:cubicBezTo>
                      <a:pt x="1771661" y="246754"/>
                      <a:pt x="1786897" y="146893"/>
                      <a:pt x="1786897" y="146893"/>
                    </a:cubicBezTo>
                    <a:lnTo>
                      <a:pt x="1817037" y="249735"/>
                    </a:lnTo>
                    <a:cubicBezTo>
                      <a:pt x="1818362" y="249735"/>
                      <a:pt x="1819687" y="249735"/>
                      <a:pt x="1821343" y="249735"/>
                    </a:cubicBezTo>
                    <a:cubicBezTo>
                      <a:pt x="1822668" y="221085"/>
                      <a:pt x="1832936" y="154014"/>
                      <a:pt x="1895535" y="129836"/>
                    </a:cubicBezTo>
                    <a:cubicBezTo>
                      <a:pt x="1895535" y="129836"/>
                      <a:pt x="1864401" y="204359"/>
                      <a:pt x="1876325" y="253544"/>
                    </a:cubicBezTo>
                    <a:cubicBezTo>
                      <a:pt x="1888083" y="254206"/>
                      <a:pt x="1899675" y="255034"/>
                      <a:pt x="1911599" y="255862"/>
                    </a:cubicBezTo>
                    <a:cubicBezTo>
                      <a:pt x="1920707" y="234333"/>
                      <a:pt x="1929981" y="202371"/>
                      <a:pt x="1926503" y="164116"/>
                    </a:cubicBezTo>
                    <a:cubicBezTo>
                      <a:pt x="1926503" y="164116"/>
                      <a:pt x="1957637" y="212142"/>
                      <a:pt x="1972045" y="260002"/>
                    </a:cubicBezTo>
                    <a:cubicBezTo>
                      <a:pt x="2000530" y="262155"/>
                      <a:pt x="2028848" y="264474"/>
                      <a:pt x="2057333" y="266958"/>
                    </a:cubicBezTo>
                    <a:cubicBezTo>
                      <a:pt x="2057333" y="266627"/>
                      <a:pt x="2057498" y="266295"/>
                      <a:pt x="2057498" y="266295"/>
                    </a:cubicBezTo>
                    <a:cubicBezTo>
                      <a:pt x="2057498" y="266295"/>
                      <a:pt x="2028848" y="173224"/>
                      <a:pt x="2112811" y="111122"/>
                    </a:cubicBezTo>
                    <a:cubicBezTo>
                      <a:pt x="2112811" y="111122"/>
                      <a:pt x="2094594" y="226384"/>
                      <a:pt x="2134671" y="272754"/>
                    </a:cubicBezTo>
                    <a:lnTo>
                      <a:pt x="2135168" y="273251"/>
                    </a:lnTo>
                    <a:cubicBezTo>
                      <a:pt x="2143779" y="273748"/>
                      <a:pt x="2152557" y="274576"/>
                      <a:pt x="2161168" y="275238"/>
                    </a:cubicBezTo>
                    <a:cubicBezTo>
                      <a:pt x="2177729" y="252715"/>
                      <a:pt x="2180875" y="182664"/>
                      <a:pt x="2180875" y="182664"/>
                    </a:cubicBezTo>
                    <a:cubicBezTo>
                      <a:pt x="2180875" y="182664"/>
                      <a:pt x="2214328" y="236652"/>
                      <a:pt x="2206710" y="279213"/>
                    </a:cubicBezTo>
                    <a:cubicBezTo>
                      <a:pt x="2224264" y="280869"/>
                      <a:pt x="2241653" y="282359"/>
                      <a:pt x="2259373" y="284181"/>
                    </a:cubicBezTo>
                    <a:cubicBezTo>
                      <a:pt x="2263513" y="275238"/>
                      <a:pt x="2291997" y="214295"/>
                      <a:pt x="2283552" y="161963"/>
                    </a:cubicBezTo>
                    <a:cubicBezTo>
                      <a:pt x="2283552" y="161963"/>
                      <a:pt x="2324787" y="234499"/>
                      <a:pt x="2318991" y="289812"/>
                    </a:cubicBezTo>
                    <a:cubicBezTo>
                      <a:pt x="2340851" y="291965"/>
                      <a:pt x="2363043" y="293952"/>
                      <a:pt x="2384737" y="296105"/>
                    </a:cubicBezTo>
                    <a:cubicBezTo>
                      <a:pt x="2378444" y="271595"/>
                      <a:pt x="2375298" y="233671"/>
                      <a:pt x="2395005" y="191938"/>
                    </a:cubicBezTo>
                    <a:cubicBezTo>
                      <a:pt x="2395005" y="191938"/>
                      <a:pt x="2412725" y="263149"/>
                      <a:pt x="2445846" y="302397"/>
                    </a:cubicBezTo>
                    <a:cubicBezTo>
                      <a:pt x="2464725" y="304550"/>
                      <a:pt x="2483770" y="306703"/>
                      <a:pt x="2502649" y="308691"/>
                    </a:cubicBezTo>
                    <a:cubicBezTo>
                      <a:pt x="2508942" y="278550"/>
                      <a:pt x="2493209" y="221085"/>
                      <a:pt x="2491553" y="215123"/>
                    </a:cubicBezTo>
                    <a:cubicBezTo>
                      <a:pt x="2495528" y="218766"/>
                      <a:pt x="2538917" y="261824"/>
                      <a:pt x="2536267" y="312665"/>
                    </a:cubicBezTo>
                    <a:cubicBezTo>
                      <a:pt x="2556140" y="314818"/>
                      <a:pt x="2575847" y="316806"/>
                      <a:pt x="2595554" y="318958"/>
                    </a:cubicBezTo>
                    <a:cubicBezTo>
                      <a:pt x="2591249" y="271926"/>
                      <a:pt x="2596548" y="212970"/>
                      <a:pt x="2640268" y="179518"/>
                    </a:cubicBezTo>
                    <a:cubicBezTo>
                      <a:pt x="2640268" y="179518"/>
                      <a:pt x="2629007" y="278716"/>
                      <a:pt x="2653682" y="325748"/>
                    </a:cubicBezTo>
                    <a:cubicBezTo>
                      <a:pt x="2668587" y="327735"/>
                      <a:pt x="2683657" y="329723"/>
                      <a:pt x="2698727" y="331544"/>
                    </a:cubicBezTo>
                    <a:cubicBezTo>
                      <a:pt x="2711479" y="301404"/>
                      <a:pt x="2711810" y="241620"/>
                      <a:pt x="2711810" y="241620"/>
                    </a:cubicBezTo>
                    <a:cubicBezTo>
                      <a:pt x="2711810" y="241620"/>
                      <a:pt x="2748409" y="298423"/>
                      <a:pt x="2752384" y="338500"/>
                    </a:cubicBezTo>
                    <a:cubicBezTo>
                      <a:pt x="2790473" y="343137"/>
                      <a:pt x="2828894" y="347939"/>
                      <a:pt x="2866984" y="352908"/>
                    </a:cubicBezTo>
                    <a:cubicBezTo>
                      <a:pt x="2879570" y="329723"/>
                      <a:pt x="2893315" y="298423"/>
                      <a:pt x="2897787" y="266295"/>
                    </a:cubicBezTo>
                    <a:cubicBezTo>
                      <a:pt x="2897787" y="266295"/>
                      <a:pt x="2935214" y="308525"/>
                      <a:pt x="2921137" y="360360"/>
                    </a:cubicBezTo>
                    <a:lnTo>
                      <a:pt x="2921137" y="360857"/>
                    </a:lnTo>
                    <a:cubicBezTo>
                      <a:pt x="2937698" y="363175"/>
                      <a:pt x="2954424" y="365494"/>
                      <a:pt x="2970985" y="367978"/>
                    </a:cubicBezTo>
                    <a:cubicBezTo>
                      <a:pt x="2970985" y="347939"/>
                      <a:pt x="2976947" y="318130"/>
                      <a:pt x="3003112" y="285506"/>
                    </a:cubicBezTo>
                    <a:cubicBezTo>
                      <a:pt x="3002119" y="288818"/>
                      <a:pt x="2987049" y="333863"/>
                      <a:pt x="3009405" y="373443"/>
                    </a:cubicBezTo>
                    <a:cubicBezTo>
                      <a:pt x="3015202" y="374271"/>
                      <a:pt x="3020667" y="375099"/>
                      <a:pt x="3026463" y="375762"/>
                    </a:cubicBezTo>
                    <a:cubicBezTo>
                      <a:pt x="3024144" y="339494"/>
                      <a:pt x="3024144" y="263480"/>
                      <a:pt x="3056107" y="214626"/>
                    </a:cubicBezTo>
                    <a:cubicBezTo>
                      <a:pt x="3056107" y="214626"/>
                      <a:pt x="3043521" y="313493"/>
                      <a:pt x="3079291" y="382883"/>
                    </a:cubicBezTo>
                    <a:cubicBezTo>
                      <a:pt x="3129305" y="347442"/>
                      <a:pt x="3153483" y="238473"/>
                      <a:pt x="3153483" y="238473"/>
                    </a:cubicBezTo>
                    <a:cubicBezTo>
                      <a:pt x="3175675" y="304219"/>
                      <a:pt x="3153483" y="377417"/>
                      <a:pt x="3153483" y="377417"/>
                    </a:cubicBezTo>
                    <a:cubicBezTo>
                      <a:pt x="3186605" y="381061"/>
                      <a:pt x="3215917" y="296933"/>
                      <a:pt x="3215917" y="296933"/>
                    </a:cubicBezTo>
                    <a:cubicBezTo>
                      <a:pt x="3226681" y="346284"/>
                      <a:pt x="3190082" y="384704"/>
                      <a:pt x="3190082" y="384704"/>
                    </a:cubicBezTo>
                    <a:cubicBezTo>
                      <a:pt x="3190082" y="384704"/>
                      <a:pt x="3192235" y="391329"/>
                      <a:pt x="3195051" y="401099"/>
                    </a:cubicBezTo>
                    <a:cubicBezTo>
                      <a:pt x="3205649" y="402921"/>
                      <a:pt x="3216083" y="404743"/>
                      <a:pt x="3226847" y="406398"/>
                    </a:cubicBezTo>
                    <a:cubicBezTo>
                      <a:pt x="3234465" y="329060"/>
                      <a:pt x="3283981" y="266627"/>
                      <a:pt x="3290274" y="259340"/>
                    </a:cubicBezTo>
                    <a:cubicBezTo>
                      <a:pt x="3242083" y="325748"/>
                      <a:pt x="3266427" y="392156"/>
                      <a:pt x="3277192" y="414679"/>
                    </a:cubicBezTo>
                    <a:cubicBezTo>
                      <a:pt x="3278185" y="415010"/>
                      <a:pt x="3279179" y="415341"/>
                      <a:pt x="3280338" y="415341"/>
                    </a:cubicBezTo>
                    <a:cubicBezTo>
                      <a:pt x="3271892" y="370793"/>
                      <a:pt x="3307166" y="329723"/>
                      <a:pt x="3307166" y="329723"/>
                    </a:cubicBezTo>
                    <a:cubicBezTo>
                      <a:pt x="3290771" y="384704"/>
                      <a:pt x="3325549" y="417660"/>
                      <a:pt x="3325549" y="417660"/>
                    </a:cubicBezTo>
                    <a:cubicBezTo>
                      <a:pt x="3327370" y="353736"/>
                      <a:pt x="3373243" y="320780"/>
                      <a:pt x="3373243" y="320780"/>
                    </a:cubicBezTo>
                    <a:cubicBezTo>
                      <a:pt x="3351052" y="359201"/>
                      <a:pt x="3361320" y="400603"/>
                      <a:pt x="3361320" y="400603"/>
                    </a:cubicBezTo>
                    <a:cubicBezTo>
                      <a:pt x="3361320" y="400603"/>
                      <a:pt x="3364466" y="417328"/>
                      <a:pt x="3370759" y="430577"/>
                    </a:cubicBezTo>
                    <a:cubicBezTo>
                      <a:pt x="3381027" y="432399"/>
                      <a:pt x="3391295" y="433889"/>
                      <a:pt x="3401562" y="435711"/>
                    </a:cubicBezTo>
                    <a:cubicBezTo>
                      <a:pt x="3404212" y="432399"/>
                      <a:pt x="3406861" y="428424"/>
                      <a:pt x="3409677" y="423125"/>
                    </a:cubicBezTo>
                    <a:cubicBezTo>
                      <a:pt x="3441308" y="363506"/>
                      <a:pt x="3418951" y="276398"/>
                      <a:pt x="3417295" y="269773"/>
                    </a:cubicBezTo>
                    <a:cubicBezTo>
                      <a:pt x="3460849" y="313990"/>
                      <a:pt x="3448098" y="428755"/>
                      <a:pt x="3448098" y="428755"/>
                    </a:cubicBezTo>
                    <a:cubicBezTo>
                      <a:pt x="3475423" y="410208"/>
                      <a:pt x="3484697" y="318958"/>
                      <a:pt x="3484697" y="318958"/>
                    </a:cubicBezTo>
                    <a:cubicBezTo>
                      <a:pt x="3498608" y="373112"/>
                      <a:pt x="3488340" y="420310"/>
                      <a:pt x="3477575" y="449788"/>
                    </a:cubicBezTo>
                    <a:cubicBezTo>
                      <a:pt x="3493308" y="452603"/>
                      <a:pt x="3509206" y="455584"/>
                      <a:pt x="3524939" y="458399"/>
                    </a:cubicBezTo>
                    <a:cubicBezTo>
                      <a:pt x="3513181" y="352079"/>
                      <a:pt x="3579755" y="300576"/>
                      <a:pt x="3579755" y="300576"/>
                    </a:cubicBezTo>
                    <a:cubicBezTo>
                      <a:pt x="3523117" y="388513"/>
                      <a:pt x="3572799" y="440017"/>
                      <a:pt x="3572799" y="440017"/>
                    </a:cubicBezTo>
                    <a:lnTo>
                      <a:pt x="3583398" y="375596"/>
                    </a:lnTo>
                    <a:lnTo>
                      <a:pt x="3596315" y="446806"/>
                    </a:lnTo>
                    <a:lnTo>
                      <a:pt x="3632087" y="478437"/>
                    </a:lnTo>
                    <a:cubicBezTo>
                      <a:pt x="3634074" y="478934"/>
                      <a:pt x="3635895" y="479266"/>
                      <a:pt x="3638048" y="479763"/>
                    </a:cubicBezTo>
                    <a:cubicBezTo>
                      <a:pt x="3642520" y="394309"/>
                      <a:pt x="3701641" y="337010"/>
                      <a:pt x="3708928" y="330385"/>
                    </a:cubicBezTo>
                    <a:cubicBezTo>
                      <a:pt x="3662227" y="390997"/>
                      <a:pt x="3682265" y="473138"/>
                      <a:pt x="3682265" y="473138"/>
                    </a:cubicBezTo>
                    <a:cubicBezTo>
                      <a:pt x="3682265" y="473138"/>
                      <a:pt x="3686240" y="480590"/>
                      <a:pt x="3692202" y="490527"/>
                    </a:cubicBezTo>
                    <a:cubicBezTo>
                      <a:pt x="3704622" y="492845"/>
                      <a:pt x="3716712" y="495495"/>
                      <a:pt x="3729132" y="498145"/>
                    </a:cubicBezTo>
                    <a:cubicBezTo>
                      <a:pt x="3723501" y="413188"/>
                      <a:pt x="3802993" y="309850"/>
                      <a:pt x="3802993" y="309850"/>
                    </a:cubicBezTo>
                    <a:cubicBezTo>
                      <a:pt x="3802993" y="309850"/>
                      <a:pt x="3768547" y="476119"/>
                      <a:pt x="3798521" y="512387"/>
                    </a:cubicBezTo>
                    <a:cubicBezTo>
                      <a:pt x="3806470" y="514209"/>
                      <a:pt x="3814419" y="515699"/>
                      <a:pt x="3822203" y="517355"/>
                    </a:cubicBezTo>
                    <a:cubicBezTo>
                      <a:pt x="3823362" y="517024"/>
                      <a:pt x="3824025" y="516858"/>
                      <a:pt x="3824853" y="516527"/>
                    </a:cubicBezTo>
                    <a:cubicBezTo>
                      <a:pt x="3896229" y="483406"/>
                      <a:pt x="3898051" y="300576"/>
                      <a:pt x="3898051" y="300576"/>
                    </a:cubicBezTo>
                    <a:cubicBezTo>
                      <a:pt x="3930675" y="404743"/>
                      <a:pt x="3911962" y="481253"/>
                      <a:pt x="3886955" y="530769"/>
                    </a:cubicBezTo>
                    <a:cubicBezTo>
                      <a:pt x="3894573" y="532260"/>
                      <a:pt x="3902191" y="533916"/>
                      <a:pt x="3909809" y="535572"/>
                    </a:cubicBezTo>
                    <a:cubicBezTo>
                      <a:pt x="3925873" y="538884"/>
                      <a:pt x="3941605" y="542527"/>
                      <a:pt x="3957504" y="546336"/>
                    </a:cubicBezTo>
                    <a:cubicBezTo>
                      <a:pt x="3956344" y="463036"/>
                      <a:pt x="3988803" y="398615"/>
                      <a:pt x="3992943" y="391163"/>
                    </a:cubicBezTo>
                    <a:cubicBezTo>
                      <a:pt x="3964790" y="459227"/>
                      <a:pt x="3994434" y="524808"/>
                      <a:pt x="4016460" y="559750"/>
                    </a:cubicBezTo>
                    <a:cubicBezTo>
                      <a:pt x="4020931" y="560744"/>
                      <a:pt x="4025402" y="561738"/>
                      <a:pt x="4029874" y="562897"/>
                    </a:cubicBezTo>
                    <a:cubicBezTo>
                      <a:pt x="4025568" y="546999"/>
                      <a:pt x="4023249" y="532094"/>
                      <a:pt x="4023249" y="518349"/>
                    </a:cubicBezTo>
                    <a:cubicBezTo>
                      <a:pt x="4023249" y="410208"/>
                      <a:pt x="4134537" y="302397"/>
                      <a:pt x="4141658" y="295608"/>
                    </a:cubicBezTo>
                    <a:cubicBezTo>
                      <a:pt x="4062664" y="428755"/>
                      <a:pt x="4120295" y="561572"/>
                      <a:pt x="4120295" y="561572"/>
                    </a:cubicBezTo>
                    <a:lnTo>
                      <a:pt x="4174283" y="421303"/>
                    </a:lnTo>
                    <a:cubicBezTo>
                      <a:pt x="4174283" y="421303"/>
                      <a:pt x="4159709" y="612082"/>
                      <a:pt x="4214029" y="558094"/>
                    </a:cubicBezTo>
                    <a:cubicBezTo>
                      <a:pt x="4266692" y="505431"/>
                      <a:pt x="4216181" y="379736"/>
                      <a:pt x="4214194" y="374602"/>
                    </a:cubicBezTo>
                    <a:cubicBezTo>
                      <a:pt x="4306271" y="424118"/>
                      <a:pt x="4280437" y="546336"/>
                      <a:pt x="4275800" y="566209"/>
                    </a:cubicBezTo>
                    <a:lnTo>
                      <a:pt x="4303953" y="478934"/>
                    </a:lnTo>
                    <a:lnTo>
                      <a:pt x="4341049" y="637254"/>
                    </a:lnTo>
                    <a:cubicBezTo>
                      <a:pt x="4341049" y="637254"/>
                      <a:pt x="4342375" y="637586"/>
                      <a:pt x="4343036" y="637751"/>
                    </a:cubicBezTo>
                    <a:cubicBezTo>
                      <a:pt x="4339724" y="542859"/>
                      <a:pt x="4430145" y="442169"/>
                      <a:pt x="4435776" y="436042"/>
                    </a:cubicBezTo>
                    <a:cubicBezTo>
                      <a:pt x="4381291" y="558094"/>
                      <a:pt x="4437100" y="629967"/>
                      <a:pt x="4437100" y="629967"/>
                    </a:cubicBezTo>
                    <a:cubicBezTo>
                      <a:pt x="4426502" y="556604"/>
                      <a:pt x="4510961" y="490030"/>
                      <a:pt x="4516095" y="486221"/>
                    </a:cubicBezTo>
                    <a:cubicBezTo>
                      <a:pt x="4513114" y="492680"/>
                      <a:pt x="4442069" y="647687"/>
                      <a:pt x="4516261" y="633611"/>
                    </a:cubicBezTo>
                    <a:cubicBezTo>
                      <a:pt x="4591778" y="619203"/>
                      <a:pt x="4611983" y="435711"/>
                      <a:pt x="4611983" y="435711"/>
                    </a:cubicBezTo>
                    <a:cubicBezTo>
                      <a:pt x="4645103" y="522158"/>
                      <a:pt x="4614797" y="627649"/>
                      <a:pt x="4612313" y="636261"/>
                    </a:cubicBezTo>
                    <a:lnTo>
                      <a:pt x="4685345" y="543686"/>
                    </a:lnTo>
                    <a:lnTo>
                      <a:pt x="4652721" y="673025"/>
                    </a:lnTo>
                    <a:cubicBezTo>
                      <a:pt x="4652721" y="673025"/>
                      <a:pt x="4664644" y="700682"/>
                      <a:pt x="4678555" y="725688"/>
                    </a:cubicBezTo>
                    <a:cubicBezTo>
                      <a:pt x="4694122" y="730160"/>
                      <a:pt x="4709524" y="734631"/>
                      <a:pt x="4725091" y="738771"/>
                    </a:cubicBezTo>
                    <a:cubicBezTo>
                      <a:pt x="4726085" y="728007"/>
                      <a:pt x="4726085" y="713599"/>
                      <a:pt x="4724761" y="694885"/>
                    </a:cubicBezTo>
                    <a:cubicBezTo>
                      <a:pt x="4714326" y="527292"/>
                      <a:pt x="4812365" y="441011"/>
                      <a:pt x="4818162" y="436042"/>
                    </a:cubicBezTo>
                    <a:cubicBezTo>
                      <a:pt x="4735690" y="576311"/>
                      <a:pt x="4789512" y="709127"/>
                      <a:pt x="4789512" y="709127"/>
                    </a:cubicBezTo>
                    <a:lnTo>
                      <a:pt x="4825614" y="615725"/>
                    </a:lnTo>
                    <a:lnTo>
                      <a:pt x="4854264" y="745230"/>
                    </a:lnTo>
                    <a:cubicBezTo>
                      <a:pt x="4857907" y="651165"/>
                      <a:pt x="4966048" y="570515"/>
                      <a:pt x="4972838" y="565547"/>
                    </a:cubicBezTo>
                    <a:cubicBezTo>
                      <a:pt x="4897653" y="651828"/>
                      <a:pt x="4926303" y="759638"/>
                      <a:pt x="4926303" y="759638"/>
                    </a:cubicBezTo>
                    <a:cubicBezTo>
                      <a:pt x="4957604" y="689917"/>
                      <a:pt x="5046533" y="653815"/>
                      <a:pt x="5052164" y="651828"/>
                    </a:cubicBezTo>
                    <a:cubicBezTo>
                      <a:pt x="5047361" y="658949"/>
                      <a:pt x="4966546" y="778848"/>
                      <a:pt x="4979462" y="811141"/>
                    </a:cubicBezTo>
                    <a:cubicBezTo>
                      <a:pt x="4987412" y="813294"/>
                      <a:pt x="4995029" y="815613"/>
                      <a:pt x="5002648" y="817766"/>
                    </a:cubicBezTo>
                    <a:cubicBezTo>
                      <a:pt x="5006788" y="816938"/>
                      <a:pt x="5011094" y="815613"/>
                      <a:pt x="5016393" y="813626"/>
                    </a:cubicBezTo>
                    <a:cubicBezTo>
                      <a:pt x="5120726" y="770402"/>
                      <a:pt x="5111617" y="543686"/>
                      <a:pt x="5111617" y="543686"/>
                    </a:cubicBezTo>
                    <a:cubicBezTo>
                      <a:pt x="5188624" y="626490"/>
                      <a:pt x="5111617" y="788619"/>
                      <a:pt x="5111617" y="788619"/>
                    </a:cubicBezTo>
                    <a:cubicBezTo>
                      <a:pt x="5111617" y="788619"/>
                      <a:pt x="5116088" y="817434"/>
                      <a:pt x="5120559" y="852543"/>
                    </a:cubicBezTo>
                    <a:cubicBezTo>
                      <a:pt x="5123706" y="853205"/>
                      <a:pt x="5127018" y="854365"/>
                      <a:pt x="5130164" y="855358"/>
                    </a:cubicBezTo>
                    <a:cubicBezTo>
                      <a:pt x="5130827" y="850887"/>
                      <a:pt x="5130994" y="846912"/>
                      <a:pt x="5131490" y="842275"/>
                    </a:cubicBezTo>
                    <a:cubicBezTo>
                      <a:pt x="5142088" y="716746"/>
                      <a:pt x="5257019" y="642057"/>
                      <a:pt x="5264473" y="637586"/>
                    </a:cubicBezTo>
                    <a:cubicBezTo>
                      <a:pt x="5163948" y="752517"/>
                      <a:pt x="5203363" y="856683"/>
                      <a:pt x="5203363" y="856683"/>
                    </a:cubicBezTo>
                    <a:cubicBezTo>
                      <a:pt x="5249070" y="779510"/>
                      <a:pt x="5342307" y="753510"/>
                      <a:pt x="5347110" y="752351"/>
                    </a:cubicBezTo>
                    <a:cubicBezTo>
                      <a:pt x="5342141" y="757982"/>
                      <a:pt x="5240955" y="874734"/>
                      <a:pt x="5304051" y="883843"/>
                    </a:cubicBezTo>
                    <a:cubicBezTo>
                      <a:pt x="5369135" y="892951"/>
                      <a:pt x="5422957" y="745230"/>
                      <a:pt x="5422957" y="745230"/>
                    </a:cubicBezTo>
                    <a:cubicBezTo>
                      <a:pt x="5426436" y="828033"/>
                      <a:pt x="5384702" y="874072"/>
                      <a:pt x="5384702" y="874072"/>
                    </a:cubicBezTo>
                    <a:cubicBezTo>
                      <a:pt x="5384702" y="874072"/>
                      <a:pt x="5347275" y="898747"/>
                      <a:pt x="5330881" y="916136"/>
                    </a:cubicBezTo>
                    <a:cubicBezTo>
                      <a:pt x="5342473" y="919779"/>
                      <a:pt x="5354396" y="923257"/>
                      <a:pt x="5366154" y="926901"/>
                    </a:cubicBezTo>
                    <a:cubicBezTo>
                      <a:pt x="5371785" y="925410"/>
                      <a:pt x="5377747" y="923754"/>
                      <a:pt x="5384702" y="921435"/>
                    </a:cubicBezTo>
                    <a:cubicBezTo>
                      <a:pt x="5522818" y="878212"/>
                      <a:pt x="5556105" y="622846"/>
                      <a:pt x="5556105" y="622846"/>
                    </a:cubicBezTo>
                    <a:cubicBezTo>
                      <a:pt x="5653151" y="835154"/>
                      <a:pt x="5505595" y="955882"/>
                      <a:pt x="5505595" y="955882"/>
                    </a:cubicBezTo>
                    <a:cubicBezTo>
                      <a:pt x="5631621" y="957703"/>
                      <a:pt x="5696374" y="824390"/>
                      <a:pt x="5696374" y="824390"/>
                    </a:cubicBezTo>
                    <a:cubicBezTo>
                      <a:pt x="5696374" y="961181"/>
                      <a:pt x="5627978" y="1000595"/>
                      <a:pt x="5627978" y="1000595"/>
                    </a:cubicBezTo>
                    <a:cubicBezTo>
                      <a:pt x="5627978" y="1000595"/>
                      <a:pt x="5631456" y="1004735"/>
                      <a:pt x="5636921" y="1011360"/>
                    </a:cubicBezTo>
                    <a:cubicBezTo>
                      <a:pt x="5681635" y="1025933"/>
                      <a:pt x="5726680" y="1040341"/>
                      <a:pt x="5771394" y="1054583"/>
                    </a:cubicBezTo>
                    <a:cubicBezTo>
                      <a:pt x="5743241" y="903218"/>
                      <a:pt x="5831840" y="773880"/>
                      <a:pt x="5836643" y="767090"/>
                    </a:cubicBezTo>
                    <a:cubicBezTo>
                      <a:pt x="5790108" y="918123"/>
                      <a:pt x="5894440" y="1047462"/>
                      <a:pt x="5894440" y="1047462"/>
                    </a:cubicBezTo>
                    <a:lnTo>
                      <a:pt x="5904707" y="1044481"/>
                    </a:lnTo>
                    <a:cubicBezTo>
                      <a:pt x="5934682" y="946608"/>
                      <a:pt x="6026262" y="879372"/>
                      <a:pt x="6032059" y="875397"/>
                    </a:cubicBezTo>
                    <a:cubicBezTo>
                      <a:pt x="6026760" y="886161"/>
                      <a:pt x="5901229" y="1141030"/>
                      <a:pt x="6032390" y="1097475"/>
                    </a:cubicBezTo>
                    <a:cubicBezTo>
                      <a:pt x="6166200" y="1052761"/>
                      <a:pt x="6162225" y="907524"/>
                      <a:pt x="6162225" y="907524"/>
                    </a:cubicBezTo>
                    <a:cubicBezTo>
                      <a:pt x="6203296" y="1054086"/>
                      <a:pt x="6076772" y="1145004"/>
                      <a:pt x="6076772" y="1145004"/>
                    </a:cubicBezTo>
                    <a:cubicBezTo>
                      <a:pt x="6076772" y="1145004"/>
                      <a:pt x="6095155" y="1152623"/>
                      <a:pt x="6125626" y="1169183"/>
                    </a:cubicBezTo>
                    <a:cubicBezTo>
                      <a:pt x="6143015" y="1174979"/>
                      <a:pt x="6160735" y="1180775"/>
                      <a:pt x="6178123" y="1186406"/>
                    </a:cubicBezTo>
                    <a:cubicBezTo>
                      <a:pt x="6204124" y="1051602"/>
                      <a:pt x="6349857" y="954226"/>
                      <a:pt x="6349857" y="954226"/>
                    </a:cubicBezTo>
                    <a:cubicBezTo>
                      <a:pt x="6266723" y="1044316"/>
                      <a:pt x="6270366" y="1148979"/>
                      <a:pt x="6289080" y="1222840"/>
                    </a:cubicBezTo>
                    <a:cubicBezTo>
                      <a:pt x="6304316" y="1227973"/>
                      <a:pt x="6319552" y="1232941"/>
                      <a:pt x="6334788" y="1237910"/>
                    </a:cubicBezTo>
                    <a:cubicBezTo>
                      <a:pt x="6364266" y="1150304"/>
                      <a:pt x="6453527" y="1100622"/>
                      <a:pt x="6458993" y="1097641"/>
                    </a:cubicBezTo>
                    <a:cubicBezTo>
                      <a:pt x="6456177" y="1104762"/>
                      <a:pt x="6410139" y="1218368"/>
                      <a:pt x="6408979" y="1262419"/>
                    </a:cubicBezTo>
                    <a:cubicBezTo>
                      <a:pt x="6417425" y="1265235"/>
                      <a:pt x="6426202" y="1267885"/>
                      <a:pt x="6434483" y="1270866"/>
                    </a:cubicBezTo>
                    <a:cubicBezTo>
                      <a:pt x="6484993" y="1228636"/>
                      <a:pt x="6537490" y="1065844"/>
                      <a:pt x="6537490" y="1065844"/>
                    </a:cubicBezTo>
                    <a:cubicBezTo>
                      <a:pt x="6547427" y="1132419"/>
                      <a:pt x="6522751" y="1263082"/>
                      <a:pt x="6515796" y="1297694"/>
                    </a:cubicBezTo>
                    <a:cubicBezTo>
                      <a:pt x="6518280" y="1298191"/>
                      <a:pt x="6520598" y="1298853"/>
                      <a:pt x="6522751" y="1299681"/>
                    </a:cubicBezTo>
                    <a:cubicBezTo>
                      <a:pt x="6607376" y="1228470"/>
                      <a:pt x="6601911" y="946111"/>
                      <a:pt x="6601911" y="946111"/>
                    </a:cubicBezTo>
                    <a:cubicBezTo>
                      <a:pt x="6686039" y="1053755"/>
                      <a:pt x="6649771" y="1218700"/>
                      <a:pt x="6622446" y="1303656"/>
                    </a:cubicBezTo>
                    <a:cubicBezTo>
                      <a:pt x="6658549" y="1230954"/>
                      <a:pt x="6726613" y="1158418"/>
                      <a:pt x="6730919" y="1153947"/>
                    </a:cubicBezTo>
                    <a:cubicBezTo>
                      <a:pt x="6693160" y="1219362"/>
                      <a:pt x="6698626" y="1301834"/>
                      <a:pt x="6716345" y="1363440"/>
                    </a:cubicBezTo>
                    <a:cubicBezTo>
                      <a:pt x="6736881" y="1370230"/>
                      <a:pt x="6757416" y="1376854"/>
                      <a:pt x="6777786" y="1383644"/>
                    </a:cubicBezTo>
                    <a:cubicBezTo>
                      <a:pt x="6785238" y="1247846"/>
                      <a:pt x="6948857" y="1106583"/>
                      <a:pt x="6959125" y="1097972"/>
                    </a:cubicBezTo>
                    <a:cubicBezTo>
                      <a:pt x="6831276" y="1232610"/>
                      <a:pt x="6883608" y="1369898"/>
                      <a:pt x="6916729" y="1428854"/>
                    </a:cubicBezTo>
                    <a:cubicBezTo>
                      <a:pt x="6922857" y="1430676"/>
                      <a:pt x="6928653" y="1432829"/>
                      <a:pt x="6934615" y="1434651"/>
                    </a:cubicBezTo>
                    <a:cubicBezTo>
                      <a:pt x="6935774" y="1335784"/>
                      <a:pt x="7034144" y="1247349"/>
                      <a:pt x="7040438" y="1241884"/>
                    </a:cubicBezTo>
                    <a:cubicBezTo>
                      <a:pt x="7036463" y="1250496"/>
                      <a:pt x="6938258" y="1457836"/>
                      <a:pt x="7040438" y="1419084"/>
                    </a:cubicBezTo>
                    <a:cubicBezTo>
                      <a:pt x="7145267" y="1379669"/>
                      <a:pt x="7134999" y="1212406"/>
                      <a:pt x="7134999" y="1212406"/>
                    </a:cubicBezTo>
                    <a:cubicBezTo>
                      <a:pt x="7216809" y="1364765"/>
                      <a:pt x="7134999" y="1491951"/>
                      <a:pt x="7134999" y="1491951"/>
                    </a:cubicBezTo>
                    <a:cubicBezTo>
                      <a:pt x="7274440" y="1437797"/>
                      <a:pt x="7289344" y="1221018"/>
                      <a:pt x="7289344" y="1221018"/>
                    </a:cubicBezTo>
                    <a:cubicBezTo>
                      <a:pt x="7380925" y="1355159"/>
                      <a:pt x="7305739" y="1520932"/>
                      <a:pt x="7291663" y="1549085"/>
                    </a:cubicBezTo>
                    <a:cubicBezTo>
                      <a:pt x="7292822" y="1549416"/>
                      <a:pt x="7293816" y="1549913"/>
                      <a:pt x="7294644" y="1550244"/>
                    </a:cubicBezTo>
                    <a:cubicBezTo>
                      <a:pt x="7404606" y="1472078"/>
                      <a:pt x="7390364" y="1097475"/>
                      <a:pt x="7390364" y="1097475"/>
                    </a:cubicBezTo>
                    <a:cubicBezTo>
                      <a:pt x="7548519" y="1255629"/>
                      <a:pt x="7449817" y="1517454"/>
                      <a:pt x="7425970" y="1573926"/>
                    </a:cubicBezTo>
                    <a:cubicBezTo>
                      <a:pt x="7515894" y="1379338"/>
                      <a:pt x="7645068" y="1296038"/>
                      <a:pt x="7653182" y="1291070"/>
                    </a:cubicBezTo>
                    <a:cubicBezTo>
                      <a:pt x="7542226" y="1437135"/>
                      <a:pt x="7577169" y="1583531"/>
                      <a:pt x="7600519" y="1645965"/>
                    </a:cubicBezTo>
                    <a:cubicBezTo>
                      <a:pt x="7604991" y="1647290"/>
                      <a:pt x="7609297" y="1648614"/>
                      <a:pt x="7613437" y="1649939"/>
                    </a:cubicBezTo>
                    <a:cubicBezTo>
                      <a:pt x="7616583" y="1554384"/>
                      <a:pt x="7699718" y="1445415"/>
                      <a:pt x="7699718" y="1445415"/>
                    </a:cubicBezTo>
                    <a:cubicBezTo>
                      <a:pt x="7699718" y="1445415"/>
                      <a:pt x="7702864" y="1596283"/>
                      <a:pt x="7731018" y="1685710"/>
                    </a:cubicBezTo>
                    <a:cubicBezTo>
                      <a:pt x="7744763" y="1689850"/>
                      <a:pt x="7758674" y="1693990"/>
                      <a:pt x="7772419" y="1698131"/>
                    </a:cubicBezTo>
                    <a:cubicBezTo>
                      <a:pt x="7784840" y="1701940"/>
                      <a:pt x="7797260" y="1705749"/>
                      <a:pt x="7809681" y="1709392"/>
                    </a:cubicBezTo>
                    <a:cubicBezTo>
                      <a:pt x="7816139" y="1711379"/>
                      <a:pt x="7822432" y="1713367"/>
                      <a:pt x="7828725" y="1715188"/>
                    </a:cubicBezTo>
                    <a:cubicBezTo>
                      <a:pt x="7889172" y="1623276"/>
                      <a:pt x="7811336" y="1429351"/>
                      <a:pt x="7807859" y="1420408"/>
                    </a:cubicBezTo>
                    <a:cubicBezTo>
                      <a:pt x="7938357" y="1519110"/>
                      <a:pt x="7924115" y="1739035"/>
                      <a:pt x="7924115" y="1739035"/>
                    </a:cubicBezTo>
                    <a:cubicBezTo>
                      <a:pt x="7969160" y="1529046"/>
                      <a:pt x="8160436" y="1406332"/>
                      <a:pt x="8172525" y="1398714"/>
                    </a:cubicBezTo>
                    <a:cubicBezTo>
                      <a:pt x="7989198" y="1532027"/>
                      <a:pt x="8041530" y="1742182"/>
                      <a:pt x="8053619" y="1782756"/>
                    </a:cubicBezTo>
                    <a:cubicBezTo>
                      <a:pt x="8055109" y="1783253"/>
                      <a:pt x="8056435" y="1783584"/>
                      <a:pt x="8057759" y="1784080"/>
                    </a:cubicBezTo>
                    <a:cubicBezTo>
                      <a:pt x="8107607" y="1600423"/>
                      <a:pt x="8310806" y="1592474"/>
                      <a:pt x="8310806" y="1592474"/>
                    </a:cubicBezTo>
                    <a:cubicBezTo>
                      <a:pt x="8310806" y="1592474"/>
                      <a:pt x="8207965" y="1724628"/>
                      <a:pt x="8176499" y="1819024"/>
                    </a:cubicBezTo>
                    <a:cubicBezTo>
                      <a:pt x="8235455" y="1836081"/>
                      <a:pt x="8294245" y="1853470"/>
                      <a:pt x="8353202" y="1870527"/>
                    </a:cubicBezTo>
                    <a:cubicBezTo>
                      <a:pt x="8530732" y="1763545"/>
                      <a:pt x="8476413" y="1512817"/>
                      <a:pt x="8473763" y="1500231"/>
                    </a:cubicBezTo>
                    <a:cubicBezTo>
                      <a:pt x="8580248" y="1601748"/>
                      <a:pt x="8580083" y="1765367"/>
                      <a:pt x="8569814" y="1857113"/>
                    </a:cubicBezTo>
                    <a:cubicBezTo>
                      <a:pt x="8593331" y="1780106"/>
                      <a:pt x="8648975" y="1695978"/>
                      <a:pt x="8701306" y="1628742"/>
                    </a:cubicBezTo>
                    <a:cubicBezTo>
                      <a:pt x="8714390" y="1612015"/>
                      <a:pt x="8727307" y="1596283"/>
                      <a:pt x="8739397" y="1581875"/>
                    </a:cubicBezTo>
                    <a:lnTo>
                      <a:pt x="8739561" y="1581875"/>
                    </a:lnTo>
                    <a:cubicBezTo>
                      <a:pt x="8778148" y="1536002"/>
                      <a:pt x="8808951" y="1504702"/>
                      <a:pt x="8813422" y="1500231"/>
                    </a:cubicBezTo>
                    <a:cubicBezTo>
                      <a:pt x="8717371" y="1639962"/>
                      <a:pt x="8707745" y="1777234"/>
                      <a:pt x="8717550" y="1870162"/>
                    </a:cubicBezTo>
                    <a:lnTo>
                      <a:pt x="8719940" y="1885756"/>
                    </a:lnTo>
                    <a:lnTo>
                      <a:pt x="0" y="1885756"/>
                    </a:lnTo>
                    <a:lnTo>
                      <a:pt x="0" y="48084"/>
                    </a:lnTo>
                    <a:lnTo>
                      <a:pt x="4462" y="54168"/>
                    </a:lnTo>
                    <a:cubicBezTo>
                      <a:pt x="34352" y="101688"/>
                      <a:pt x="55273" y="159956"/>
                      <a:pt x="47199" y="225722"/>
                    </a:cubicBezTo>
                    <a:cubicBezTo>
                      <a:pt x="62435" y="225225"/>
                      <a:pt x="77670" y="224728"/>
                      <a:pt x="92906" y="224397"/>
                    </a:cubicBezTo>
                    <a:cubicBezTo>
                      <a:pt x="118244" y="192601"/>
                      <a:pt x="142919" y="140600"/>
                      <a:pt x="143085" y="56140"/>
                    </a:cubicBezTo>
                    <a:cubicBezTo>
                      <a:pt x="143085" y="56140"/>
                      <a:pt x="177697" y="148714"/>
                      <a:pt x="173391" y="221747"/>
                    </a:cubicBezTo>
                    <a:cubicBezTo>
                      <a:pt x="199226" y="221085"/>
                      <a:pt x="224895" y="220753"/>
                      <a:pt x="250729" y="220257"/>
                    </a:cubicBezTo>
                    <a:cubicBezTo>
                      <a:pt x="251557" y="193097"/>
                      <a:pt x="255532" y="162625"/>
                      <a:pt x="266296" y="136294"/>
                    </a:cubicBezTo>
                    <a:cubicBezTo>
                      <a:pt x="266296" y="136294"/>
                      <a:pt x="269112" y="179683"/>
                      <a:pt x="284182" y="219429"/>
                    </a:cubicBezTo>
                    <a:cubicBezTo>
                      <a:pt x="297099" y="219263"/>
                      <a:pt x="310017" y="218932"/>
                      <a:pt x="322768" y="218600"/>
                    </a:cubicBezTo>
                    <a:cubicBezTo>
                      <a:pt x="324093" y="164281"/>
                      <a:pt x="334692" y="84790"/>
                      <a:pt x="382056" y="45873"/>
                    </a:cubicBezTo>
                    <a:cubicBezTo>
                      <a:pt x="382056" y="45873"/>
                      <a:pt x="368807" y="140269"/>
                      <a:pt x="379903" y="217607"/>
                    </a:cubicBezTo>
                    <a:cubicBezTo>
                      <a:pt x="408056" y="217110"/>
                      <a:pt x="436209" y="216779"/>
                      <a:pt x="464362" y="216613"/>
                    </a:cubicBezTo>
                    <a:cubicBezTo>
                      <a:pt x="464031" y="180180"/>
                      <a:pt x="472477" y="128179"/>
                      <a:pt x="513547" y="84956"/>
                    </a:cubicBezTo>
                    <a:cubicBezTo>
                      <a:pt x="513547" y="84956"/>
                      <a:pt x="503280" y="159148"/>
                      <a:pt x="528617" y="215785"/>
                    </a:cubicBezTo>
                    <a:cubicBezTo>
                      <a:pt x="563892" y="215454"/>
                      <a:pt x="599000" y="214957"/>
                      <a:pt x="634109" y="214957"/>
                    </a:cubicBezTo>
                    <a:cubicBezTo>
                      <a:pt x="636924" y="189123"/>
                      <a:pt x="634771" y="164944"/>
                      <a:pt x="634771" y="164944"/>
                    </a:cubicBezTo>
                    <a:cubicBezTo>
                      <a:pt x="634771" y="164944"/>
                      <a:pt x="652988" y="184982"/>
                      <a:pt x="666402" y="214957"/>
                    </a:cubicBezTo>
                    <a:lnTo>
                      <a:pt x="680644" y="214957"/>
                    </a:lnTo>
                    <a:cubicBezTo>
                      <a:pt x="687434" y="156333"/>
                      <a:pt x="711944" y="46535"/>
                      <a:pt x="803028" y="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7F905A"/>
                  </a:gs>
                  <a:gs pos="63000">
                    <a:srgbClr val="BDD377"/>
                  </a:gs>
                </a:gsLst>
                <a:lin ang="21101917" scaled="1"/>
              </a:gradFill>
              <a:ln w="16551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3BE4CD89-613A-D5C4-70FD-1F702108D56A}"/>
                  </a:ext>
                </a:extLst>
              </p:cNvPr>
              <p:cNvSpPr/>
              <p:nvPr/>
            </p:nvSpPr>
            <p:spPr>
              <a:xfrm>
                <a:off x="0" y="5042866"/>
                <a:ext cx="3386930" cy="1815134"/>
              </a:xfrm>
              <a:custGeom>
                <a:avLst/>
                <a:gdLst>
                  <a:gd name="connsiteX0" fmla="*/ 3331342 w 3386930"/>
                  <a:gd name="connsiteY0" fmla="*/ 1671799 h 1815134"/>
                  <a:gd name="connsiteX1" fmla="*/ 3380176 w 3386930"/>
                  <a:gd name="connsiteY1" fmla="*/ 1789918 h 1815134"/>
                  <a:gd name="connsiteX2" fmla="*/ 3386930 w 3386930"/>
                  <a:gd name="connsiteY2" fmla="*/ 1815134 h 1815134"/>
                  <a:gd name="connsiteX3" fmla="*/ 3316063 w 3386930"/>
                  <a:gd name="connsiteY3" fmla="*/ 1815134 h 1815134"/>
                  <a:gd name="connsiteX4" fmla="*/ 3325246 w 3386930"/>
                  <a:gd name="connsiteY4" fmla="*/ 1777777 h 1815134"/>
                  <a:gd name="connsiteX5" fmla="*/ 3331342 w 3386930"/>
                  <a:gd name="connsiteY5" fmla="*/ 1671799 h 1815134"/>
                  <a:gd name="connsiteX6" fmla="*/ 2092604 w 3386930"/>
                  <a:gd name="connsiteY6" fmla="*/ 1607047 h 1815134"/>
                  <a:gd name="connsiteX7" fmla="*/ 2030439 w 3386930"/>
                  <a:gd name="connsiteY7" fmla="*/ 1748972 h 1815134"/>
                  <a:gd name="connsiteX8" fmla="*/ 2005981 w 3386930"/>
                  <a:gd name="connsiteY8" fmla="*/ 1815134 h 1815134"/>
                  <a:gd name="connsiteX9" fmla="*/ 1841329 w 3386930"/>
                  <a:gd name="connsiteY9" fmla="*/ 1815134 h 1815134"/>
                  <a:gd name="connsiteX10" fmla="*/ 1847051 w 3386930"/>
                  <a:gd name="connsiteY10" fmla="*/ 1808032 h 1815134"/>
                  <a:gd name="connsiteX11" fmla="*/ 2092604 w 3386930"/>
                  <a:gd name="connsiteY11" fmla="*/ 1607047 h 1815134"/>
                  <a:gd name="connsiteX12" fmla="*/ 252881 w 3386930"/>
                  <a:gd name="connsiteY12" fmla="*/ 1552728 h 1815134"/>
                  <a:gd name="connsiteX13" fmla="*/ 262399 w 3386930"/>
                  <a:gd name="connsiteY13" fmla="*/ 1794257 h 1815134"/>
                  <a:gd name="connsiteX14" fmla="*/ 262066 w 3386930"/>
                  <a:gd name="connsiteY14" fmla="*/ 1815134 h 1815134"/>
                  <a:gd name="connsiteX15" fmla="*/ 133452 w 3386930"/>
                  <a:gd name="connsiteY15" fmla="*/ 1815134 h 1815134"/>
                  <a:gd name="connsiteX16" fmla="*/ 199745 w 3386930"/>
                  <a:gd name="connsiteY16" fmla="*/ 1686673 h 1815134"/>
                  <a:gd name="connsiteX17" fmla="*/ 252881 w 3386930"/>
                  <a:gd name="connsiteY17" fmla="*/ 1552728 h 1815134"/>
                  <a:gd name="connsiteX18" fmla="*/ 2623209 w 3386930"/>
                  <a:gd name="connsiteY18" fmla="*/ 1347045 h 1815134"/>
                  <a:gd name="connsiteX19" fmla="*/ 2575351 w 3386930"/>
                  <a:gd name="connsiteY19" fmla="*/ 1812278 h 1815134"/>
                  <a:gd name="connsiteX20" fmla="*/ 2574887 w 3386930"/>
                  <a:gd name="connsiteY20" fmla="*/ 1815134 h 1815134"/>
                  <a:gd name="connsiteX21" fmla="*/ 2379317 w 3386930"/>
                  <a:gd name="connsiteY21" fmla="*/ 1815134 h 1815134"/>
                  <a:gd name="connsiteX22" fmla="*/ 2442481 w 3386930"/>
                  <a:gd name="connsiteY22" fmla="*/ 1699048 h 1815134"/>
                  <a:gd name="connsiteX23" fmla="*/ 2623209 w 3386930"/>
                  <a:gd name="connsiteY23" fmla="*/ 1347045 h 1815134"/>
                  <a:gd name="connsiteX24" fmla="*/ 2980422 w 3386930"/>
                  <a:gd name="connsiteY24" fmla="*/ 1325350 h 1815134"/>
                  <a:gd name="connsiteX25" fmla="*/ 3087526 w 3386930"/>
                  <a:gd name="connsiteY25" fmla="*/ 1803019 h 1815134"/>
                  <a:gd name="connsiteX26" fmla="*/ 3088013 w 3386930"/>
                  <a:gd name="connsiteY26" fmla="*/ 1815134 h 1815134"/>
                  <a:gd name="connsiteX27" fmla="*/ 2917193 w 3386930"/>
                  <a:gd name="connsiteY27" fmla="*/ 1815134 h 1815134"/>
                  <a:gd name="connsiteX28" fmla="*/ 2931899 w 3386930"/>
                  <a:gd name="connsiteY28" fmla="*/ 1761144 h 1815134"/>
                  <a:gd name="connsiteX29" fmla="*/ 2980422 w 3386930"/>
                  <a:gd name="connsiteY29" fmla="*/ 1325350 h 1815134"/>
                  <a:gd name="connsiteX30" fmla="*/ 1999534 w 3386930"/>
                  <a:gd name="connsiteY30" fmla="*/ 1217209 h 1815134"/>
                  <a:gd name="connsiteX31" fmla="*/ 1684232 w 3386930"/>
                  <a:gd name="connsiteY31" fmla="*/ 1743924 h 1815134"/>
                  <a:gd name="connsiteX32" fmla="*/ 1655841 w 3386930"/>
                  <a:gd name="connsiteY32" fmla="*/ 1815134 h 1815134"/>
                  <a:gd name="connsiteX33" fmla="*/ 1466307 w 3386930"/>
                  <a:gd name="connsiteY33" fmla="*/ 1815134 h 1815134"/>
                  <a:gd name="connsiteX34" fmla="*/ 1493942 w 3386930"/>
                  <a:gd name="connsiteY34" fmla="*/ 1755894 h 1815134"/>
                  <a:gd name="connsiteX35" fmla="*/ 1999534 w 3386930"/>
                  <a:gd name="connsiteY35" fmla="*/ 1217209 h 1815134"/>
                  <a:gd name="connsiteX36" fmla="*/ 913154 w 3386930"/>
                  <a:gd name="connsiteY36" fmla="*/ 1011525 h 1815134"/>
                  <a:gd name="connsiteX37" fmla="*/ 983229 w 3386930"/>
                  <a:gd name="connsiteY37" fmla="*/ 1709270 h 1815134"/>
                  <a:gd name="connsiteX38" fmla="*/ 964459 w 3386930"/>
                  <a:gd name="connsiteY38" fmla="*/ 1815134 h 1815134"/>
                  <a:gd name="connsiteX39" fmla="*/ 620666 w 3386930"/>
                  <a:gd name="connsiteY39" fmla="*/ 1815134 h 1815134"/>
                  <a:gd name="connsiteX40" fmla="*/ 654227 w 3386930"/>
                  <a:gd name="connsiteY40" fmla="*/ 1766182 h 1815134"/>
                  <a:gd name="connsiteX41" fmla="*/ 913154 w 3386930"/>
                  <a:gd name="connsiteY41" fmla="*/ 1011525 h 1815134"/>
                  <a:gd name="connsiteX42" fmla="*/ 306869 w 3386930"/>
                  <a:gd name="connsiteY42" fmla="*/ 827702 h 1815134"/>
                  <a:gd name="connsiteX43" fmla="*/ 35630 w 3386930"/>
                  <a:gd name="connsiteY43" fmla="*/ 1433525 h 1815134"/>
                  <a:gd name="connsiteX44" fmla="*/ 0 w 3386930"/>
                  <a:gd name="connsiteY44" fmla="*/ 1528437 h 1815134"/>
                  <a:gd name="connsiteX45" fmla="*/ 0 w 3386930"/>
                  <a:gd name="connsiteY45" fmla="*/ 1184645 h 1815134"/>
                  <a:gd name="connsiteX46" fmla="*/ 14905 w 3386930"/>
                  <a:gd name="connsiteY46" fmla="*/ 1153844 h 1815134"/>
                  <a:gd name="connsiteX47" fmla="*/ 306869 w 3386930"/>
                  <a:gd name="connsiteY47" fmla="*/ 827702 h 1815134"/>
                  <a:gd name="connsiteX48" fmla="*/ 1400203 w 3386930"/>
                  <a:gd name="connsiteY48" fmla="*/ 427099 h 1815134"/>
                  <a:gd name="connsiteX49" fmla="*/ 1445125 w 3386930"/>
                  <a:gd name="connsiteY49" fmla="*/ 1773371 h 1815134"/>
                  <a:gd name="connsiteX50" fmla="*/ 1435739 w 3386930"/>
                  <a:gd name="connsiteY50" fmla="*/ 1815134 h 1815134"/>
                  <a:gd name="connsiteX51" fmla="*/ 1147031 w 3386930"/>
                  <a:gd name="connsiteY51" fmla="*/ 1815134 h 1815134"/>
                  <a:gd name="connsiteX52" fmla="*/ 1177730 w 3386930"/>
                  <a:gd name="connsiteY52" fmla="*/ 1763028 h 1815134"/>
                  <a:gd name="connsiteX53" fmla="*/ 1400203 w 3386930"/>
                  <a:gd name="connsiteY53" fmla="*/ 427099 h 1815134"/>
                  <a:gd name="connsiteX54" fmla="*/ 306869 w 3386930"/>
                  <a:gd name="connsiteY54" fmla="*/ 0 h 1815134"/>
                  <a:gd name="connsiteX55" fmla="*/ 70286 w 3386930"/>
                  <a:gd name="connsiteY55" fmla="*/ 552514 h 1815134"/>
                  <a:gd name="connsiteX56" fmla="*/ 0 w 3386930"/>
                  <a:gd name="connsiteY56" fmla="*/ 741028 h 1815134"/>
                  <a:gd name="connsiteX57" fmla="*/ 0 w 3386930"/>
                  <a:gd name="connsiteY57" fmla="*/ 409351 h 1815134"/>
                  <a:gd name="connsiteX58" fmla="*/ 56513 w 3386930"/>
                  <a:gd name="connsiteY58" fmla="*/ 304778 h 1815134"/>
                  <a:gd name="connsiteX59" fmla="*/ 306869 w 3386930"/>
                  <a:gd name="connsiteY59" fmla="*/ 0 h 1815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3386930" h="1815134">
                    <a:moveTo>
                      <a:pt x="3331342" y="1671799"/>
                    </a:moveTo>
                    <a:cubicBezTo>
                      <a:pt x="3331342" y="1671799"/>
                      <a:pt x="3357881" y="1718666"/>
                      <a:pt x="3380176" y="1789918"/>
                    </a:cubicBezTo>
                    <a:lnTo>
                      <a:pt x="3386930" y="1815134"/>
                    </a:lnTo>
                    <a:lnTo>
                      <a:pt x="3316063" y="1815134"/>
                    </a:lnTo>
                    <a:lnTo>
                      <a:pt x="3325246" y="1777777"/>
                    </a:lnTo>
                    <a:cubicBezTo>
                      <a:pt x="3330597" y="1743414"/>
                      <a:pt x="3332874" y="1708026"/>
                      <a:pt x="3331342" y="1671799"/>
                    </a:cubicBezTo>
                    <a:close/>
                    <a:moveTo>
                      <a:pt x="2092604" y="1607047"/>
                    </a:moveTo>
                    <a:cubicBezTo>
                      <a:pt x="2090617" y="1611105"/>
                      <a:pt x="2062670" y="1666417"/>
                      <a:pt x="2030439" y="1748972"/>
                    </a:cubicBezTo>
                    <a:lnTo>
                      <a:pt x="2005981" y="1815134"/>
                    </a:lnTo>
                    <a:lnTo>
                      <a:pt x="1841329" y="1815134"/>
                    </a:lnTo>
                    <a:lnTo>
                      <a:pt x="1847051" y="1808032"/>
                    </a:lnTo>
                    <a:cubicBezTo>
                      <a:pt x="1919545" y="1727071"/>
                      <a:pt x="2002514" y="1653666"/>
                      <a:pt x="2092604" y="1607047"/>
                    </a:cubicBezTo>
                    <a:close/>
                    <a:moveTo>
                      <a:pt x="252881" y="1552728"/>
                    </a:moveTo>
                    <a:cubicBezTo>
                      <a:pt x="252881" y="1552728"/>
                      <a:pt x="262455" y="1658561"/>
                      <a:pt x="262399" y="1794257"/>
                    </a:cubicBezTo>
                    <a:lnTo>
                      <a:pt x="262066" y="1815134"/>
                    </a:lnTo>
                    <a:lnTo>
                      <a:pt x="133452" y="1815134"/>
                    </a:lnTo>
                    <a:lnTo>
                      <a:pt x="199745" y="1686673"/>
                    </a:lnTo>
                    <a:cubicBezTo>
                      <a:pt x="220557" y="1641721"/>
                      <a:pt x="238763" y="1596656"/>
                      <a:pt x="252881" y="1552728"/>
                    </a:cubicBezTo>
                    <a:close/>
                    <a:moveTo>
                      <a:pt x="2623209" y="1347045"/>
                    </a:moveTo>
                    <a:cubicBezTo>
                      <a:pt x="2623209" y="1347045"/>
                      <a:pt x="2611006" y="1569497"/>
                      <a:pt x="2575351" y="1812278"/>
                    </a:cubicBezTo>
                    <a:lnTo>
                      <a:pt x="2574887" y="1815134"/>
                    </a:lnTo>
                    <a:lnTo>
                      <a:pt x="2379317" y="1815134"/>
                    </a:lnTo>
                    <a:lnTo>
                      <a:pt x="2442481" y="1699048"/>
                    </a:lnTo>
                    <a:cubicBezTo>
                      <a:pt x="2545581" y="1506442"/>
                      <a:pt x="2623209" y="1347045"/>
                      <a:pt x="2623209" y="1347045"/>
                    </a:cubicBezTo>
                    <a:close/>
                    <a:moveTo>
                      <a:pt x="2980422" y="1325350"/>
                    </a:moveTo>
                    <a:cubicBezTo>
                      <a:pt x="2980422" y="1325350"/>
                      <a:pt x="3065472" y="1552180"/>
                      <a:pt x="3087526" y="1803019"/>
                    </a:cubicBezTo>
                    <a:lnTo>
                      <a:pt x="3088013" y="1815134"/>
                    </a:lnTo>
                    <a:lnTo>
                      <a:pt x="2917193" y="1815134"/>
                    </a:lnTo>
                    <a:lnTo>
                      <a:pt x="2931899" y="1761144"/>
                    </a:lnTo>
                    <a:cubicBezTo>
                      <a:pt x="2960467" y="1641204"/>
                      <a:pt x="2978518" y="1497498"/>
                      <a:pt x="2980422" y="1325350"/>
                    </a:cubicBezTo>
                    <a:close/>
                    <a:moveTo>
                      <a:pt x="1999534" y="1217209"/>
                    </a:moveTo>
                    <a:cubicBezTo>
                      <a:pt x="1999534" y="1217209"/>
                      <a:pt x="1816300" y="1448603"/>
                      <a:pt x="1684232" y="1743924"/>
                    </a:cubicBezTo>
                    <a:lnTo>
                      <a:pt x="1655841" y="1815134"/>
                    </a:lnTo>
                    <a:lnTo>
                      <a:pt x="1466307" y="1815134"/>
                    </a:lnTo>
                    <a:lnTo>
                      <a:pt x="1493942" y="1755894"/>
                    </a:lnTo>
                    <a:cubicBezTo>
                      <a:pt x="1598197" y="1562406"/>
                      <a:pt x="1758204" y="1354828"/>
                      <a:pt x="1999534" y="1217209"/>
                    </a:cubicBezTo>
                    <a:close/>
                    <a:moveTo>
                      <a:pt x="913154" y="1011525"/>
                    </a:moveTo>
                    <a:cubicBezTo>
                      <a:pt x="913154" y="1011525"/>
                      <a:pt x="1019629" y="1355263"/>
                      <a:pt x="983229" y="1709270"/>
                    </a:cubicBezTo>
                    <a:lnTo>
                      <a:pt x="964459" y="1815134"/>
                    </a:lnTo>
                    <a:lnTo>
                      <a:pt x="620666" y="1815134"/>
                    </a:lnTo>
                    <a:lnTo>
                      <a:pt x="654227" y="1766182"/>
                    </a:lnTo>
                    <a:cubicBezTo>
                      <a:pt x="777448" y="1571573"/>
                      <a:pt x="884794" y="1319657"/>
                      <a:pt x="913154" y="1011525"/>
                    </a:cubicBezTo>
                    <a:close/>
                    <a:moveTo>
                      <a:pt x="306869" y="827702"/>
                    </a:moveTo>
                    <a:cubicBezTo>
                      <a:pt x="302936" y="835465"/>
                      <a:pt x="160501" y="1118808"/>
                      <a:pt x="35630" y="1433525"/>
                    </a:cubicBezTo>
                    <a:lnTo>
                      <a:pt x="0" y="1528437"/>
                    </a:lnTo>
                    <a:lnTo>
                      <a:pt x="0" y="1184645"/>
                    </a:lnTo>
                    <a:lnTo>
                      <a:pt x="14905" y="1153844"/>
                    </a:lnTo>
                    <a:cubicBezTo>
                      <a:pt x="86240" y="1031812"/>
                      <a:pt x="181008" y="917544"/>
                      <a:pt x="306869" y="827702"/>
                    </a:cubicBezTo>
                    <a:close/>
                    <a:moveTo>
                      <a:pt x="1400203" y="427099"/>
                    </a:moveTo>
                    <a:cubicBezTo>
                      <a:pt x="1400203" y="427099"/>
                      <a:pt x="1608489" y="951817"/>
                      <a:pt x="1445125" y="1773371"/>
                    </a:cubicBezTo>
                    <a:lnTo>
                      <a:pt x="1435739" y="1815134"/>
                    </a:lnTo>
                    <a:lnTo>
                      <a:pt x="1147031" y="1815134"/>
                    </a:lnTo>
                    <a:lnTo>
                      <a:pt x="1177730" y="1763028"/>
                    </a:lnTo>
                    <a:cubicBezTo>
                      <a:pt x="1332061" y="1484389"/>
                      <a:pt x="1461002" y="1055349"/>
                      <a:pt x="1400203" y="427099"/>
                    </a:cubicBezTo>
                    <a:close/>
                    <a:moveTo>
                      <a:pt x="306869" y="0"/>
                    </a:moveTo>
                    <a:cubicBezTo>
                      <a:pt x="303143" y="7867"/>
                      <a:pt x="191384" y="240272"/>
                      <a:pt x="70286" y="552514"/>
                    </a:cubicBezTo>
                    <a:lnTo>
                      <a:pt x="0" y="741028"/>
                    </a:lnTo>
                    <a:lnTo>
                      <a:pt x="0" y="409351"/>
                    </a:lnTo>
                    <a:lnTo>
                      <a:pt x="56513" y="304778"/>
                    </a:lnTo>
                    <a:cubicBezTo>
                      <a:pt x="130374" y="183161"/>
                      <a:pt x="213798" y="76510"/>
                      <a:pt x="306869" y="0"/>
                    </a:cubicBezTo>
                    <a:close/>
                  </a:path>
                </a:pathLst>
              </a:custGeom>
              <a:solidFill>
                <a:srgbClr val="8D9F6A"/>
              </a:solidFill>
              <a:ln w="16551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805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lem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8C1294F-F07C-8FFE-7786-CD84E3A1A06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53599" y="225854"/>
            <a:ext cx="11886467" cy="1200329"/>
          </a:xfrm>
        </p:spPr>
        <p:txBody>
          <a:bodyPr>
            <a:spAutoFit/>
          </a:bodyPr>
          <a:lstStyle>
            <a:lvl1pPr>
              <a:defRPr sz="8000" b="1">
                <a:solidFill>
                  <a:schemeClr val="tx1">
                    <a:lumMod val="85000"/>
                    <a:lumOff val="15000"/>
                  </a:schemeClr>
                </a:solidFill>
                <a:latin typeface="Questrial" pitchFamily="2" charset="0"/>
              </a:defRPr>
            </a:lvl1pPr>
          </a:lstStyle>
          <a:p>
            <a:r>
              <a:rPr lang="en-US" dirty="0"/>
              <a:t>Headline</a:t>
            </a:r>
          </a:p>
        </p:txBody>
      </p:sp>
      <p:grpSp>
        <p:nvGrpSpPr>
          <p:cNvPr id="626" name="Group 625">
            <a:extLst>
              <a:ext uri="{FF2B5EF4-FFF2-40B4-BE49-F238E27FC236}">
                <a16:creationId xmlns:a16="http://schemas.microsoft.com/office/drawing/2014/main" id="{DD4AA909-06BA-1921-F071-6A08A7D3EEDA}"/>
              </a:ext>
            </a:extLst>
          </p:cNvPr>
          <p:cNvGrpSpPr/>
          <p:nvPr userDrawn="1"/>
        </p:nvGrpSpPr>
        <p:grpSpPr>
          <a:xfrm>
            <a:off x="0" y="5441034"/>
            <a:ext cx="12192001" cy="1416966"/>
            <a:chOff x="0" y="5441034"/>
            <a:chExt cx="12192001" cy="1416966"/>
          </a:xfrm>
        </p:grpSpPr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765141CC-6D1F-7473-2573-61A7ABFF70FD}"/>
                </a:ext>
              </a:extLst>
            </p:cNvPr>
            <p:cNvSpPr/>
            <p:nvPr/>
          </p:nvSpPr>
          <p:spPr>
            <a:xfrm>
              <a:off x="8201972" y="5441034"/>
              <a:ext cx="3990029" cy="1416966"/>
            </a:xfrm>
            <a:custGeom>
              <a:avLst/>
              <a:gdLst>
                <a:gd name="connsiteX0" fmla="*/ 96197 w 3990029"/>
                <a:gd name="connsiteY0" fmla="*/ 1390599 h 1416966"/>
                <a:gd name="connsiteX1" fmla="*/ 106465 w 3990029"/>
                <a:gd name="connsiteY1" fmla="*/ 1404469 h 1416966"/>
                <a:gd name="connsiteX2" fmla="*/ 113070 w 3990029"/>
                <a:gd name="connsiteY2" fmla="*/ 1416966 h 1416966"/>
                <a:gd name="connsiteX3" fmla="*/ 99960 w 3990029"/>
                <a:gd name="connsiteY3" fmla="*/ 1416966 h 1416966"/>
                <a:gd name="connsiteX4" fmla="*/ 100275 w 3990029"/>
                <a:gd name="connsiteY4" fmla="*/ 1415347 h 1416966"/>
                <a:gd name="connsiteX5" fmla="*/ 96197 w 3990029"/>
                <a:gd name="connsiteY5" fmla="*/ 1390599 h 1416966"/>
                <a:gd name="connsiteX6" fmla="*/ 8756 w 3990029"/>
                <a:gd name="connsiteY6" fmla="*/ 1390599 h 1416966"/>
                <a:gd name="connsiteX7" fmla="*/ 10037 w 3990029"/>
                <a:gd name="connsiteY7" fmla="*/ 1401051 h 1416966"/>
                <a:gd name="connsiteX8" fmla="*/ 13107 w 3990029"/>
                <a:gd name="connsiteY8" fmla="*/ 1416966 h 1416966"/>
                <a:gd name="connsiteX9" fmla="*/ 0 w 3990029"/>
                <a:gd name="connsiteY9" fmla="*/ 1416966 h 1416966"/>
                <a:gd name="connsiteX10" fmla="*/ 185624 w 3990029"/>
                <a:gd name="connsiteY10" fmla="*/ 1368739 h 1416966"/>
                <a:gd name="connsiteX11" fmla="*/ 199248 w 3990029"/>
                <a:gd name="connsiteY11" fmla="*/ 1405418 h 1416966"/>
                <a:gd name="connsiteX12" fmla="*/ 208061 w 3990029"/>
                <a:gd name="connsiteY12" fmla="*/ 1416966 h 1416966"/>
                <a:gd name="connsiteX13" fmla="*/ 173761 w 3990029"/>
                <a:gd name="connsiteY13" fmla="*/ 1416966 h 1416966"/>
                <a:gd name="connsiteX14" fmla="*/ 174239 w 3990029"/>
                <a:gd name="connsiteY14" fmla="*/ 1410824 h 1416966"/>
                <a:gd name="connsiteX15" fmla="*/ 185624 w 3990029"/>
                <a:gd name="connsiteY15" fmla="*/ 1368739 h 1416966"/>
                <a:gd name="connsiteX16" fmla="*/ 3943902 w 3990029"/>
                <a:gd name="connsiteY16" fmla="*/ 0 h 1416966"/>
                <a:gd name="connsiteX17" fmla="*/ 3986869 w 3990029"/>
                <a:gd name="connsiteY17" fmla="*/ 59665 h 1416966"/>
                <a:gd name="connsiteX18" fmla="*/ 3990029 w 3990029"/>
                <a:gd name="connsiteY18" fmla="*/ 77595 h 1416966"/>
                <a:gd name="connsiteX19" fmla="*/ 3990029 w 3990029"/>
                <a:gd name="connsiteY19" fmla="*/ 1416966 h 1416966"/>
                <a:gd name="connsiteX20" fmla="*/ 216488 w 3990029"/>
                <a:gd name="connsiteY20" fmla="*/ 1416966 h 1416966"/>
                <a:gd name="connsiteX21" fmla="*/ 216593 w 3990029"/>
                <a:gd name="connsiteY21" fmla="*/ 1416930 h 1416966"/>
                <a:gd name="connsiteX22" fmla="*/ 223383 w 3990029"/>
                <a:gd name="connsiteY22" fmla="*/ 1380662 h 1416966"/>
                <a:gd name="connsiteX23" fmla="*/ 241434 w 3990029"/>
                <a:gd name="connsiteY23" fmla="*/ 1408319 h 1416966"/>
                <a:gd name="connsiteX24" fmla="*/ 255179 w 3990029"/>
                <a:gd name="connsiteY24" fmla="*/ 1343236 h 1416966"/>
                <a:gd name="connsiteX25" fmla="*/ 282339 w 3990029"/>
                <a:gd name="connsiteY25" fmla="*/ 1394077 h 1416966"/>
                <a:gd name="connsiteX26" fmla="*/ 282504 w 3990029"/>
                <a:gd name="connsiteY26" fmla="*/ 1394077 h 1416966"/>
                <a:gd name="connsiteX27" fmla="*/ 300887 w 3990029"/>
                <a:gd name="connsiteY27" fmla="*/ 1356816 h 1416966"/>
                <a:gd name="connsiteX28" fmla="*/ 314301 w 3990029"/>
                <a:gd name="connsiteY28" fmla="*/ 1382981 h 1416966"/>
                <a:gd name="connsiteX29" fmla="*/ 314632 w 3990029"/>
                <a:gd name="connsiteY29" fmla="*/ 1382815 h 1416966"/>
                <a:gd name="connsiteX30" fmla="*/ 330696 w 3990029"/>
                <a:gd name="connsiteY30" fmla="*/ 1299184 h 1416966"/>
                <a:gd name="connsiteX31" fmla="*/ 355703 w 3990029"/>
                <a:gd name="connsiteY31" fmla="*/ 1368408 h 1416966"/>
                <a:gd name="connsiteX32" fmla="*/ 391971 w 3990029"/>
                <a:gd name="connsiteY32" fmla="*/ 1355821 h 1416966"/>
                <a:gd name="connsiteX33" fmla="*/ 400417 w 3990029"/>
                <a:gd name="connsiteY33" fmla="*/ 1311108 h 1416966"/>
                <a:gd name="connsiteX34" fmla="*/ 405550 w 3990029"/>
                <a:gd name="connsiteY34" fmla="*/ 1324522 h 1416966"/>
                <a:gd name="connsiteX35" fmla="*/ 419958 w 3990029"/>
                <a:gd name="connsiteY35" fmla="*/ 1346051 h 1416966"/>
                <a:gd name="connsiteX36" fmla="*/ 434200 w 3990029"/>
                <a:gd name="connsiteY36" fmla="*/ 1259439 h 1416966"/>
                <a:gd name="connsiteX37" fmla="*/ 468315 w 3990029"/>
                <a:gd name="connsiteY37" fmla="*/ 1328662 h 1416966"/>
                <a:gd name="connsiteX38" fmla="*/ 493488 w 3990029"/>
                <a:gd name="connsiteY38" fmla="*/ 1319719 h 1416966"/>
                <a:gd name="connsiteX39" fmla="*/ 493322 w 3990029"/>
                <a:gd name="connsiteY39" fmla="*/ 1259439 h 1416966"/>
                <a:gd name="connsiteX40" fmla="*/ 530583 w 3990029"/>
                <a:gd name="connsiteY40" fmla="*/ 1306305 h 1416966"/>
                <a:gd name="connsiteX41" fmla="*/ 530749 w 3990029"/>
                <a:gd name="connsiteY41" fmla="*/ 1306305 h 1416966"/>
                <a:gd name="connsiteX42" fmla="*/ 549463 w 3990029"/>
                <a:gd name="connsiteY42" fmla="*/ 1269375 h 1416966"/>
                <a:gd name="connsiteX43" fmla="*/ 561386 w 3990029"/>
                <a:gd name="connsiteY43" fmla="*/ 1295210 h 1416966"/>
                <a:gd name="connsiteX44" fmla="*/ 561552 w 3990029"/>
                <a:gd name="connsiteY44" fmla="*/ 1295210 h 1416966"/>
                <a:gd name="connsiteX45" fmla="*/ 561386 w 3990029"/>
                <a:gd name="connsiteY45" fmla="*/ 1241553 h 1416966"/>
                <a:gd name="connsiteX46" fmla="*/ 593348 w 3990029"/>
                <a:gd name="connsiteY46" fmla="*/ 1283617 h 1416966"/>
                <a:gd name="connsiteX47" fmla="*/ 593514 w 3990029"/>
                <a:gd name="connsiteY47" fmla="*/ 1283617 h 1416966"/>
                <a:gd name="connsiteX48" fmla="*/ 609081 w 3990029"/>
                <a:gd name="connsiteY48" fmla="*/ 1241553 h 1416966"/>
                <a:gd name="connsiteX49" fmla="*/ 618686 w 3990029"/>
                <a:gd name="connsiteY49" fmla="*/ 1274509 h 1416966"/>
                <a:gd name="connsiteX50" fmla="*/ 626966 w 3990029"/>
                <a:gd name="connsiteY50" fmla="*/ 1207769 h 1416966"/>
                <a:gd name="connsiteX51" fmla="*/ 649654 w 3990029"/>
                <a:gd name="connsiteY51" fmla="*/ 1263247 h 1416966"/>
                <a:gd name="connsiteX52" fmla="*/ 686419 w 3990029"/>
                <a:gd name="connsiteY52" fmla="*/ 1197170 h 1416966"/>
                <a:gd name="connsiteX53" fmla="*/ 686584 w 3990029"/>
                <a:gd name="connsiteY53" fmla="*/ 1249668 h 1416966"/>
                <a:gd name="connsiteX54" fmla="*/ 689897 w 3990029"/>
                <a:gd name="connsiteY54" fmla="*/ 1245196 h 1416966"/>
                <a:gd name="connsiteX55" fmla="*/ 698673 w 3990029"/>
                <a:gd name="connsiteY55" fmla="*/ 1150966 h 1416966"/>
                <a:gd name="connsiteX56" fmla="*/ 728648 w 3990029"/>
                <a:gd name="connsiteY56" fmla="*/ 1233769 h 1416966"/>
                <a:gd name="connsiteX57" fmla="*/ 728648 w 3990029"/>
                <a:gd name="connsiteY57" fmla="*/ 1234101 h 1416966"/>
                <a:gd name="connsiteX58" fmla="*/ 744215 w 3990029"/>
                <a:gd name="connsiteY58" fmla="*/ 1197005 h 1416966"/>
                <a:gd name="connsiteX59" fmla="*/ 744215 w 3990029"/>
                <a:gd name="connsiteY59" fmla="*/ 1228305 h 1416966"/>
                <a:gd name="connsiteX60" fmla="*/ 744381 w 3990029"/>
                <a:gd name="connsiteY60" fmla="*/ 1228305 h 1416966"/>
                <a:gd name="connsiteX61" fmla="*/ 765910 w 3990029"/>
                <a:gd name="connsiteY61" fmla="*/ 1166533 h 1416966"/>
                <a:gd name="connsiteX62" fmla="*/ 779490 w 3990029"/>
                <a:gd name="connsiteY62" fmla="*/ 1213234 h 1416966"/>
                <a:gd name="connsiteX63" fmla="*/ 779490 w 3990029"/>
                <a:gd name="connsiteY63" fmla="*/ 1215221 h 1416966"/>
                <a:gd name="connsiteX64" fmla="*/ 791580 w 3990029"/>
                <a:gd name="connsiteY64" fmla="*/ 1182100 h 1416966"/>
                <a:gd name="connsiteX65" fmla="*/ 806815 w 3990029"/>
                <a:gd name="connsiteY65" fmla="*/ 1204954 h 1416966"/>
                <a:gd name="connsiteX66" fmla="*/ 833312 w 3990029"/>
                <a:gd name="connsiteY66" fmla="*/ 1127615 h 1416966"/>
                <a:gd name="connsiteX67" fmla="*/ 845898 w 3990029"/>
                <a:gd name="connsiteY67" fmla="*/ 1190215 h 1416966"/>
                <a:gd name="connsiteX68" fmla="*/ 853351 w 3990029"/>
                <a:gd name="connsiteY68" fmla="*/ 1187565 h 1416966"/>
                <a:gd name="connsiteX69" fmla="*/ 853351 w 3990029"/>
                <a:gd name="connsiteY69" fmla="*/ 1160571 h 1416966"/>
                <a:gd name="connsiteX70" fmla="*/ 863452 w 3990029"/>
                <a:gd name="connsiteY70" fmla="*/ 1183756 h 1416966"/>
                <a:gd name="connsiteX71" fmla="*/ 877860 w 3990029"/>
                <a:gd name="connsiteY71" fmla="*/ 1127947 h 1416966"/>
                <a:gd name="connsiteX72" fmla="*/ 886638 w 3990029"/>
                <a:gd name="connsiteY72" fmla="*/ 1141361 h 1416966"/>
                <a:gd name="connsiteX73" fmla="*/ 896077 w 3990029"/>
                <a:gd name="connsiteY73" fmla="*/ 1171502 h 1416966"/>
                <a:gd name="connsiteX74" fmla="*/ 906511 w 3990029"/>
                <a:gd name="connsiteY74" fmla="*/ 1143845 h 1416966"/>
                <a:gd name="connsiteX75" fmla="*/ 919096 w 3990029"/>
                <a:gd name="connsiteY75" fmla="*/ 1162724 h 1416966"/>
                <a:gd name="connsiteX76" fmla="*/ 937147 w 3990029"/>
                <a:gd name="connsiteY76" fmla="*/ 1094494 h 1416966"/>
                <a:gd name="connsiteX77" fmla="*/ 953211 w 3990029"/>
                <a:gd name="connsiteY77" fmla="*/ 1149807 h 1416966"/>
                <a:gd name="connsiteX78" fmla="*/ 967784 w 3990029"/>
                <a:gd name="connsiteY78" fmla="*/ 1144342 h 1416966"/>
                <a:gd name="connsiteX79" fmla="*/ 975403 w 3990029"/>
                <a:gd name="connsiteY79" fmla="*/ 1107411 h 1416966"/>
                <a:gd name="connsiteX80" fmla="*/ 991797 w 3990029"/>
                <a:gd name="connsiteY80" fmla="*/ 1135234 h 1416966"/>
                <a:gd name="connsiteX81" fmla="*/ 1012002 w 3990029"/>
                <a:gd name="connsiteY81" fmla="*/ 1127450 h 1416966"/>
                <a:gd name="connsiteX82" fmla="*/ 1002562 w 3990029"/>
                <a:gd name="connsiteY82" fmla="*/ 1077271 h 1416966"/>
                <a:gd name="connsiteX83" fmla="*/ 1026906 w 3990029"/>
                <a:gd name="connsiteY83" fmla="*/ 1121820 h 1416966"/>
                <a:gd name="connsiteX84" fmla="*/ 1053238 w 3990029"/>
                <a:gd name="connsiteY84" fmla="*/ 1111717 h 1416966"/>
                <a:gd name="connsiteX85" fmla="*/ 1053238 w 3990029"/>
                <a:gd name="connsiteY85" fmla="*/ 1032888 h 1416966"/>
                <a:gd name="connsiteX86" fmla="*/ 1084538 w 3990029"/>
                <a:gd name="connsiteY86" fmla="*/ 1099794 h 1416966"/>
                <a:gd name="connsiteX87" fmla="*/ 1095302 w 3990029"/>
                <a:gd name="connsiteY87" fmla="*/ 1095653 h 1416966"/>
                <a:gd name="connsiteX88" fmla="*/ 1084538 w 3990029"/>
                <a:gd name="connsiteY88" fmla="*/ 1054418 h 1416966"/>
                <a:gd name="connsiteX89" fmla="*/ 1111034 w 3990029"/>
                <a:gd name="connsiteY89" fmla="*/ 1089692 h 1416966"/>
                <a:gd name="connsiteX90" fmla="*/ 1149952 w 3990029"/>
                <a:gd name="connsiteY90" fmla="*/ 1074622 h 1416966"/>
                <a:gd name="connsiteX91" fmla="*/ 1134550 w 3990029"/>
                <a:gd name="connsiteY91" fmla="*/ 1004073 h 1416966"/>
                <a:gd name="connsiteX92" fmla="*/ 1178436 w 3990029"/>
                <a:gd name="connsiteY92" fmla="*/ 1063691 h 1416966"/>
                <a:gd name="connsiteX93" fmla="*/ 1182245 w 3990029"/>
                <a:gd name="connsiteY93" fmla="*/ 1062201 h 1416966"/>
                <a:gd name="connsiteX94" fmla="*/ 1192016 w 3990029"/>
                <a:gd name="connsiteY94" fmla="*/ 1032888 h 1416966"/>
                <a:gd name="connsiteX95" fmla="*/ 1207086 w 3990029"/>
                <a:gd name="connsiteY95" fmla="*/ 1052596 h 1416966"/>
                <a:gd name="connsiteX96" fmla="*/ 1207086 w 3990029"/>
                <a:gd name="connsiteY96" fmla="*/ 1004073 h 1416966"/>
                <a:gd name="connsiteX97" fmla="*/ 1232590 w 3990029"/>
                <a:gd name="connsiteY97" fmla="*/ 1042825 h 1416966"/>
                <a:gd name="connsiteX98" fmla="*/ 1250807 w 3990029"/>
                <a:gd name="connsiteY98" fmla="*/ 976914 h 1416966"/>
                <a:gd name="connsiteX99" fmla="*/ 1276475 w 3990029"/>
                <a:gd name="connsiteY99" fmla="*/ 1025933 h 1416966"/>
                <a:gd name="connsiteX100" fmla="*/ 1299826 w 3990029"/>
                <a:gd name="connsiteY100" fmla="*/ 1016825 h 1416966"/>
                <a:gd name="connsiteX101" fmla="*/ 1298170 w 3990029"/>
                <a:gd name="connsiteY101" fmla="*/ 984035 h 1416966"/>
                <a:gd name="connsiteX102" fmla="*/ 1317215 w 3990029"/>
                <a:gd name="connsiteY102" fmla="*/ 1010035 h 1416966"/>
                <a:gd name="connsiteX103" fmla="*/ 1328310 w 3990029"/>
                <a:gd name="connsiteY103" fmla="*/ 951079 h 1416966"/>
                <a:gd name="connsiteX104" fmla="*/ 1347521 w 3990029"/>
                <a:gd name="connsiteY104" fmla="*/ 998442 h 1416966"/>
                <a:gd name="connsiteX105" fmla="*/ 1374184 w 3990029"/>
                <a:gd name="connsiteY105" fmla="*/ 988009 h 1416966"/>
                <a:gd name="connsiteX106" fmla="*/ 1374184 w 3990029"/>
                <a:gd name="connsiteY106" fmla="*/ 943792 h 1416966"/>
                <a:gd name="connsiteX107" fmla="*/ 1394221 w 3990029"/>
                <a:gd name="connsiteY107" fmla="*/ 980226 h 1416966"/>
                <a:gd name="connsiteX108" fmla="*/ 1394387 w 3990029"/>
                <a:gd name="connsiteY108" fmla="*/ 980226 h 1416966"/>
                <a:gd name="connsiteX109" fmla="*/ 1405980 w 3990029"/>
                <a:gd name="connsiteY109" fmla="*/ 919779 h 1416966"/>
                <a:gd name="connsiteX110" fmla="*/ 1425521 w 3990029"/>
                <a:gd name="connsiteY110" fmla="*/ 968137 h 1416966"/>
                <a:gd name="connsiteX111" fmla="*/ 1455828 w 3990029"/>
                <a:gd name="connsiteY111" fmla="*/ 956378 h 1416966"/>
                <a:gd name="connsiteX112" fmla="*/ 1461789 w 3990029"/>
                <a:gd name="connsiteY112" fmla="*/ 906531 h 1416966"/>
                <a:gd name="connsiteX113" fmla="*/ 1483152 w 3990029"/>
                <a:gd name="connsiteY113" fmla="*/ 945614 h 1416966"/>
                <a:gd name="connsiteX114" fmla="*/ 1505178 w 3990029"/>
                <a:gd name="connsiteY114" fmla="*/ 937168 h 1416966"/>
                <a:gd name="connsiteX115" fmla="*/ 1490439 w 3990029"/>
                <a:gd name="connsiteY115" fmla="*/ 899409 h 1416966"/>
                <a:gd name="connsiteX116" fmla="*/ 1520249 w 3990029"/>
                <a:gd name="connsiteY116" fmla="*/ 931372 h 1416966"/>
                <a:gd name="connsiteX117" fmla="*/ 1530847 w 3990029"/>
                <a:gd name="connsiteY117" fmla="*/ 927232 h 1416966"/>
                <a:gd name="connsiteX118" fmla="*/ 1520249 w 3990029"/>
                <a:gd name="connsiteY118" fmla="*/ 867779 h 1416966"/>
                <a:gd name="connsiteX119" fmla="*/ 1562810 w 3990029"/>
                <a:gd name="connsiteY119" fmla="*/ 914811 h 1416966"/>
                <a:gd name="connsiteX120" fmla="*/ 1570593 w 3990029"/>
                <a:gd name="connsiteY120" fmla="*/ 911665 h 1416966"/>
                <a:gd name="connsiteX121" fmla="*/ 1583676 w 3990029"/>
                <a:gd name="connsiteY121" fmla="*/ 886492 h 1416966"/>
                <a:gd name="connsiteX122" fmla="*/ 1598249 w 3990029"/>
                <a:gd name="connsiteY122" fmla="*/ 900900 h 1416966"/>
                <a:gd name="connsiteX123" fmla="*/ 1605205 w 3990029"/>
                <a:gd name="connsiteY123" fmla="*/ 898251 h 1416966"/>
                <a:gd name="connsiteX124" fmla="*/ 1605205 w 3990029"/>
                <a:gd name="connsiteY124" fmla="*/ 867779 h 1416966"/>
                <a:gd name="connsiteX125" fmla="*/ 1622594 w 3990029"/>
                <a:gd name="connsiteY125" fmla="*/ 891461 h 1416966"/>
                <a:gd name="connsiteX126" fmla="*/ 1641142 w 3990029"/>
                <a:gd name="connsiteY126" fmla="*/ 841944 h 1416966"/>
                <a:gd name="connsiteX127" fmla="*/ 1641142 w 3990029"/>
                <a:gd name="connsiteY127" fmla="*/ 843103 h 1416966"/>
                <a:gd name="connsiteX128" fmla="*/ 1657536 w 3990029"/>
                <a:gd name="connsiteY128" fmla="*/ 877881 h 1416966"/>
                <a:gd name="connsiteX129" fmla="*/ 1666645 w 3990029"/>
                <a:gd name="connsiteY129" fmla="*/ 874403 h 1416966"/>
                <a:gd name="connsiteX130" fmla="*/ 1640148 w 3990029"/>
                <a:gd name="connsiteY130" fmla="*/ 809319 h 1416966"/>
                <a:gd name="connsiteX131" fmla="*/ 1692149 w 3990029"/>
                <a:gd name="connsiteY131" fmla="*/ 864467 h 1416966"/>
                <a:gd name="connsiteX132" fmla="*/ 1711524 w 3990029"/>
                <a:gd name="connsiteY132" fmla="*/ 857014 h 1416966"/>
                <a:gd name="connsiteX133" fmla="*/ 1710199 w 3990029"/>
                <a:gd name="connsiteY133" fmla="*/ 816275 h 1416966"/>
                <a:gd name="connsiteX134" fmla="*/ 1735206 w 3990029"/>
                <a:gd name="connsiteY134" fmla="*/ 847740 h 1416966"/>
                <a:gd name="connsiteX135" fmla="*/ 1761206 w 3990029"/>
                <a:gd name="connsiteY135" fmla="*/ 837638 h 1416966"/>
                <a:gd name="connsiteX136" fmla="*/ 1744148 w 3990029"/>
                <a:gd name="connsiteY136" fmla="*/ 750032 h 1416966"/>
                <a:gd name="connsiteX137" fmla="*/ 1793500 w 3990029"/>
                <a:gd name="connsiteY137" fmla="*/ 825218 h 1416966"/>
                <a:gd name="connsiteX138" fmla="*/ 1802442 w 3990029"/>
                <a:gd name="connsiteY138" fmla="*/ 821740 h 1416966"/>
                <a:gd name="connsiteX139" fmla="*/ 1786379 w 3990029"/>
                <a:gd name="connsiteY139" fmla="*/ 778682 h 1416966"/>
                <a:gd name="connsiteX140" fmla="*/ 1821487 w 3990029"/>
                <a:gd name="connsiteY140" fmla="*/ 814288 h 1416966"/>
                <a:gd name="connsiteX141" fmla="*/ 1832914 w 3990029"/>
                <a:gd name="connsiteY141" fmla="*/ 809982 h 1416966"/>
                <a:gd name="connsiteX142" fmla="*/ 1833245 w 3990029"/>
                <a:gd name="connsiteY142" fmla="*/ 808160 h 1416966"/>
                <a:gd name="connsiteX143" fmla="*/ 1785716 w 3990029"/>
                <a:gd name="connsiteY143" fmla="*/ 754504 h 1416966"/>
                <a:gd name="connsiteX144" fmla="*/ 1853615 w 3990029"/>
                <a:gd name="connsiteY144" fmla="*/ 794581 h 1416966"/>
                <a:gd name="connsiteX145" fmla="*/ 1839042 w 3990029"/>
                <a:gd name="connsiteY145" fmla="*/ 761625 h 1416966"/>
                <a:gd name="connsiteX146" fmla="*/ 1880940 w 3990029"/>
                <a:gd name="connsiteY146" fmla="*/ 791268 h 1416966"/>
                <a:gd name="connsiteX147" fmla="*/ 1885080 w 3990029"/>
                <a:gd name="connsiteY147" fmla="*/ 789778 h 1416966"/>
                <a:gd name="connsiteX148" fmla="*/ 1866532 w 3990029"/>
                <a:gd name="connsiteY148" fmla="*/ 714758 h 1416966"/>
                <a:gd name="connsiteX149" fmla="*/ 1917042 w 3990029"/>
                <a:gd name="connsiteY149" fmla="*/ 771230 h 1416966"/>
                <a:gd name="connsiteX150" fmla="*/ 1902966 w 3990029"/>
                <a:gd name="connsiteY150" fmla="*/ 708796 h 1416966"/>
                <a:gd name="connsiteX151" fmla="*/ 1941221 w 3990029"/>
                <a:gd name="connsiteY151" fmla="*/ 751854 h 1416966"/>
                <a:gd name="connsiteX152" fmla="*/ 1917870 w 3990029"/>
                <a:gd name="connsiteY152" fmla="*/ 669216 h 1416966"/>
                <a:gd name="connsiteX153" fmla="*/ 1970036 w 3990029"/>
                <a:gd name="connsiteY153" fmla="*/ 727841 h 1416966"/>
                <a:gd name="connsiteX154" fmla="*/ 1967221 w 3990029"/>
                <a:gd name="connsiteY154" fmla="*/ 681637 h 1416966"/>
                <a:gd name="connsiteX155" fmla="*/ 1991399 w 3990029"/>
                <a:gd name="connsiteY155" fmla="*/ 728007 h 1416966"/>
                <a:gd name="connsiteX156" fmla="*/ 2018393 w 3990029"/>
                <a:gd name="connsiteY156" fmla="*/ 738440 h 1416966"/>
                <a:gd name="connsiteX157" fmla="*/ 2032470 w 3990029"/>
                <a:gd name="connsiteY157" fmla="*/ 732975 h 1416966"/>
                <a:gd name="connsiteX158" fmla="*/ 2018063 w 3990029"/>
                <a:gd name="connsiteY158" fmla="*/ 715586 h 1416966"/>
                <a:gd name="connsiteX159" fmla="*/ 1978151 w 3990029"/>
                <a:gd name="connsiteY159" fmla="*/ 615726 h 1416966"/>
                <a:gd name="connsiteX160" fmla="*/ 2040585 w 3990029"/>
                <a:gd name="connsiteY160" fmla="*/ 703000 h 1416966"/>
                <a:gd name="connsiteX161" fmla="*/ 2026839 w 3990029"/>
                <a:gd name="connsiteY161" fmla="*/ 666401 h 1416966"/>
                <a:gd name="connsiteX162" fmla="*/ 2068904 w 3990029"/>
                <a:gd name="connsiteY162" fmla="*/ 696707 h 1416966"/>
                <a:gd name="connsiteX163" fmla="*/ 2056980 w 3990029"/>
                <a:gd name="connsiteY163" fmla="*/ 613407 h 1416966"/>
                <a:gd name="connsiteX164" fmla="*/ 2093745 w 3990029"/>
                <a:gd name="connsiteY164" fmla="*/ 682299 h 1416966"/>
                <a:gd name="connsiteX165" fmla="*/ 2102522 w 3990029"/>
                <a:gd name="connsiteY165" fmla="*/ 618044 h 1416966"/>
                <a:gd name="connsiteX166" fmla="*/ 2133987 w 3990029"/>
                <a:gd name="connsiteY166" fmla="*/ 674682 h 1416966"/>
                <a:gd name="connsiteX167" fmla="*/ 2091757 w 3990029"/>
                <a:gd name="connsiteY167" fmla="*/ 571177 h 1416966"/>
                <a:gd name="connsiteX168" fmla="*/ 2155184 w 3990029"/>
                <a:gd name="connsiteY168" fmla="*/ 642719 h 1416966"/>
                <a:gd name="connsiteX169" fmla="*/ 2186980 w 3990029"/>
                <a:gd name="connsiteY169" fmla="*/ 670376 h 1416966"/>
                <a:gd name="connsiteX170" fmla="*/ 2175057 w 3990029"/>
                <a:gd name="connsiteY170" fmla="*/ 653318 h 1416966"/>
                <a:gd name="connsiteX171" fmla="*/ 2160815 w 3990029"/>
                <a:gd name="connsiteY171" fmla="*/ 558922 h 1416966"/>
                <a:gd name="connsiteX172" fmla="*/ 2199733 w 3990029"/>
                <a:gd name="connsiteY172" fmla="*/ 638910 h 1416966"/>
                <a:gd name="connsiteX173" fmla="*/ 2214803 w 3990029"/>
                <a:gd name="connsiteY173" fmla="*/ 571012 h 1416966"/>
                <a:gd name="connsiteX174" fmla="*/ 2236332 w 3990029"/>
                <a:gd name="connsiteY174" fmla="*/ 620694 h 1416966"/>
                <a:gd name="connsiteX175" fmla="*/ 2235173 w 3990029"/>
                <a:gd name="connsiteY175" fmla="*/ 549648 h 1416966"/>
                <a:gd name="connsiteX176" fmla="*/ 2257199 w 3990029"/>
                <a:gd name="connsiteY176" fmla="*/ 597012 h 1416966"/>
                <a:gd name="connsiteX177" fmla="*/ 2269619 w 3990029"/>
                <a:gd name="connsiteY177" fmla="*/ 610757 h 1416966"/>
                <a:gd name="connsiteX178" fmla="*/ 2242128 w 3990029"/>
                <a:gd name="connsiteY178" fmla="*/ 479100 h 1416966"/>
                <a:gd name="connsiteX179" fmla="*/ 2313836 w 3990029"/>
                <a:gd name="connsiteY179" fmla="*/ 589394 h 1416966"/>
                <a:gd name="connsiteX180" fmla="*/ 2335364 w 3990029"/>
                <a:gd name="connsiteY180" fmla="*/ 501622 h 1416966"/>
                <a:gd name="connsiteX181" fmla="*/ 2361199 w 3990029"/>
                <a:gd name="connsiteY181" fmla="*/ 570846 h 1416966"/>
                <a:gd name="connsiteX182" fmla="*/ 2427773 w 3990029"/>
                <a:gd name="connsiteY182" fmla="*/ 556935 h 1416966"/>
                <a:gd name="connsiteX183" fmla="*/ 2361531 w 3990029"/>
                <a:gd name="connsiteY183" fmla="*/ 448463 h 1416966"/>
                <a:gd name="connsiteX184" fmla="*/ 2496831 w 3990029"/>
                <a:gd name="connsiteY184" fmla="*/ 554617 h 1416966"/>
                <a:gd name="connsiteX185" fmla="*/ 2484079 w 3990029"/>
                <a:gd name="connsiteY185" fmla="*/ 440679 h 1416966"/>
                <a:gd name="connsiteX186" fmla="*/ 2544692 w 3990029"/>
                <a:gd name="connsiteY186" fmla="*/ 541368 h 1416966"/>
                <a:gd name="connsiteX187" fmla="*/ 2588080 w 3990029"/>
                <a:gd name="connsiteY187" fmla="*/ 525636 h 1416966"/>
                <a:gd name="connsiteX188" fmla="*/ 2571851 w 3990029"/>
                <a:gd name="connsiteY188" fmla="*/ 462208 h 1416966"/>
                <a:gd name="connsiteX189" fmla="*/ 2588080 w 3990029"/>
                <a:gd name="connsiteY189" fmla="*/ 477444 h 1416966"/>
                <a:gd name="connsiteX190" fmla="*/ 2619711 w 3990029"/>
                <a:gd name="connsiteY190" fmla="*/ 514209 h 1416966"/>
                <a:gd name="connsiteX191" fmla="*/ 2632297 w 3990029"/>
                <a:gd name="connsiteY191" fmla="*/ 509737 h 1416966"/>
                <a:gd name="connsiteX192" fmla="*/ 2600501 w 3990029"/>
                <a:gd name="connsiteY192" fmla="*/ 422793 h 1416966"/>
                <a:gd name="connsiteX193" fmla="*/ 2671380 w 3990029"/>
                <a:gd name="connsiteY193" fmla="*/ 495826 h 1416966"/>
                <a:gd name="connsiteX194" fmla="*/ 2698043 w 3990029"/>
                <a:gd name="connsiteY194" fmla="*/ 486386 h 1416966"/>
                <a:gd name="connsiteX195" fmla="*/ 2698043 w 3990029"/>
                <a:gd name="connsiteY195" fmla="*/ 422793 h 1416966"/>
                <a:gd name="connsiteX196" fmla="*/ 2722719 w 3990029"/>
                <a:gd name="connsiteY196" fmla="*/ 477609 h 1416966"/>
                <a:gd name="connsiteX197" fmla="*/ 2762133 w 3990029"/>
                <a:gd name="connsiteY197" fmla="*/ 463533 h 1416966"/>
                <a:gd name="connsiteX198" fmla="*/ 2758159 w 3990029"/>
                <a:gd name="connsiteY198" fmla="*/ 458730 h 1416966"/>
                <a:gd name="connsiteX199" fmla="*/ 2743916 w 3990029"/>
                <a:gd name="connsiteY199" fmla="*/ 381557 h 1416966"/>
                <a:gd name="connsiteX200" fmla="*/ 2784324 w 3990029"/>
                <a:gd name="connsiteY200" fmla="*/ 455915 h 1416966"/>
                <a:gd name="connsiteX201" fmla="*/ 2820923 w 3990029"/>
                <a:gd name="connsiteY201" fmla="*/ 443163 h 1416966"/>
                <a:gd name="connsiteX202" fmla="*/ 2810158 w 3990029"/>
                <a:gd name="connsiteY202" fmla="*/ 397787 h 1416966"/>
                <a:gd name="connsiteX203" fmla="*/ 2846758 w 3990029"/>
                <a:gd name="connsiteY203" fmla="*/ 434220 h 1416966"/>
                <a:gd name="connsiteX204" fmla="*/ 2857853 w 3990029"/>
                <a:gd name="connsiteY204" fmla="*/ 430412 h 1416966"/>
                <a:gd name="connsiteX205" fmla="*/ 2838809 w 3990029"/>
                <a:gd name="connsiteY205" fmla="*/ 345786 h 1416966"/>
                <a:gd name="connsiteX206" fmla="*/ 2892134 w 3990029"/>
                <a:gd name="connsiteY206" fmla="*/ 418488 h 1416966"/>
                <a:gd name="connsiteX207" fmla="*/ 2932376 w 3990029"/>
                <a:gd name="connsiteY207" fmla="*/ 404742 h 1416966"/>
                <a:gd name="connsiteX208" fmla="*/ 2917638 w 3990029"/>
                <a:gd name="connsiteY208" fmla="*/ 352907 h 1416966"/>
                <a:gd name="connsiteX209" fmla="*/ 2961855 w 3990029"/>
                <a:gd name="connsiteY209" fmla="*/ 394641 h 1416966"/>
                <a:gd name="connsiteX210" fmla="*/ 2948109 w 3990029"/>
                <a:gd name="connsiteY210" fmla="*/ 279544 h 1416966"/>
                <a:gd name="connsiteX211" fmla="*/ 2995969 w 3990029"/>
                <a:gd name="connsiteY211" fmla="*/ 383379 h 1416966"/>
                <a:gd name="connsiteX212" fmla="*/ 3025613 w 3990029"/>
                <a:gd name="connsiteY212" fmla="*/ 373443 h 1416966"/>
                <a:gd name="connsiteX213" fmla="*/ 3017995 w 3990029"/>
                <a:gd name="connsiteY213" fmla="*/ 327901 h 1416966"/>
                <a:gd name="connsiteX214" fmla="*/ 3048964 w 3990029"/>
                <a:gd name="connsiteY214" fmla="*/ 365494 h 1416966"/>
                <a:gd name="connsiteX215" fmla="*/ 3060887 w 3990029"/>
                <a:gd name="connsiteY215" fmla="*/ 304550 h 1416966"/>
                <a:gd name="connsiteX216" fmla="*/ 3094008 w 3990029"/>
                <a:gd name="connsiteY216" fmla="*/ 350755 h 1416966"/>
                <a:gd name="connsiteX217" fmla="*/ 3148162 w 3990029"/>
                <a:gd name="connsiteY217" fmla="*/ 333200 h 1416966"/>
                <a:gd name="connsiteX218" fmla="*/ 3139716 w 3990029"/>
                <a:gd name="connsiteY218" fmla="*/ 258015 h 1416966"/>
                <a:gd name="connsiteX219" fmla="*/ 3180620 w 3990029"/>
                <a:gd name="connsiteY219" fmla="*/ 322436 h 1416966"/>
                <a:gd name="connsiteX220" fmla="*/ 3180620 w 3990029"/>
                <a:gd name="connsiteY220" fmla="*/ 270601 h 1416966"/>
                <a:gd name="connsiteX221" fmla="*/ 3188901 w 3990029"/>
                <a:gd name="connsiteY221" fmla="*/ 284512 h 1416966"/>
                <a:gd name="connsiteX222" fmla="*/ 3218545 w 3990029"/>
                <a:gd name="connsiteY222" fmla="*/ 310347 h 1416966"/>
                <a:gd name="connsiteX223" fmla="*/ 3238748 w 3990029"/>
                <a:gd name="connsiteY223" fmla="*/ 304054 h 1416966"/>
                <a:gd name="connsiteX224" fmla="*/ 3243552 w 3990029"/>
                <a:gd name="connsiteY224" fmla="*/ 266957 h 1416966"/>
                <a:gd name="connsiteX225" fmla="*/ 3261602 w 3990029"/>
                <a:gd name="connsiteY225" fmla="*/ 296933 h 1416966"/>
                <a:gd name="connsiteX226" fmla="*/ 3299361 w 3990029"/>
                <a:gd name="connsiteY226" fmla="*/ 285174 h 1416966"/>
                <a:gd name="connsiteX227" fmla="*/ 3299361 w 3990029"/>
                <a:gd name="connsiteY227" fmla="*/ 284843 h 1416966"/>
                <a:gd name="connsiteX228" fmla="*/ 3279488 w 3990029"/>
                <a:gd name="connsiteY228" fmla="*/ 188294 h 1416966"/>
                <a:gd name="connsiteX229" fmla="*/ 3347056 w 3990029"/>
                <a:gd name="connsiteY229" fmla="*/ 270270 h 1416966"/>
                <a:gd name="connsiteX230" fmla="*/ 3357158 w 3990029"/>
                <a:gd name="connsiteY230" fmla="*/ 267123 h 1416966"/>
                <a:gd name="connsiteX231" fmla="*/ 3359973 w 3990029"/>
                <a:gd name="connsiteY231" fmla="*/ 198893 h 1416966"/>
                <a:gd name="connsiteX232" fmla="*/ 3394088 w 3990029"/>
                <a:gd name="connsiteY232" fmla="*/ 256028 h 1416966"/>
                <a:gd name="connsiteX233" fmla="*/ 3429362 w 3990029"/>
                <a:gd name="connsiteY233" fmla="*/ 245429 h 1416966"/>
                <a:gd name="connsiteX234" fmla="*/ 3429693 w 3990029"/>
                <a:gd name="connsiteY234" fmla="*/ 245098 h 1416966"/>
                <a:gd name="connsiteX235" fmla="*/ 3406508 w 3990029"/>
                <a:gd name="connsiteY235" fmla="*/ 197072 h 1416966"/>
                <a:gd name="connsiteX236" fmla="*/ 3460330 w 3990029"/>
                <a:gd name="connsiteY236" fmla="*/ 235989 h 1416966"/>
                <a:gd name="connsiteX237" fmla="*/ 3469274 w 3990029"/>
                <a:gd name="connsiteY237" fmla="*/ 168919 h 1416966"/>
                <a:gd name="connsiteX238" fmla="*/ 3500738 w 3990029"/>
                <a:gd name="connsiteY238" fmla="*/ 224231 h 1416966"/>
                <a:gd name="connsiteX239" fmla="*/ 3550918 w 3990029"/>
                <a:gd name="connsiteY239" fmla="*/ 209823 h 1416966"/>
                <a:gd name="connsiteX240" fmla="*/ 3538993 w 3990029"/>
                <a:gd name="connsiteY240" fmla="*/ 129007 h 1416966"/>
                <a:gd name="connsiteX241" fmla="*/ 3582714 w 3990029"/>
                <a:gd name="connsiteY241" fmla="*/ 200549 h 1416966"/>
                <a:gd name="connsiteX242" fmla="*/ 3564332 w 3990029"/>
                <a:gd name="connsiteY242" fmla="*/ 68727 h 1416966"/>
                <a:gd name="connsiteX243" fmla="*/ 3620473 w 3990029"/>
                <a:gd name="connsiteY243" fmla="*/ 189785 h 1416966"/>
                <a:gd name="connsiteX244" fmla="*/ 3620307 w 3990029"/>
                <a:gd name="connsiteY244" fmla="*/ 190116 h 1416966"/>
                <a:gd name="connsiteX245" fmla="*/ 3660052 w 3990029"/>
                <a:gd name="connsiteY245" fmla="*/ 178855 h 1416966"/>
                <a:gd name="connsiteX246" fmla="*/ 3651937 w 3990029"/>
                <a:gd name="connsiteY246" fmla="*/ 104001 h 1416966"/>
                <a:gd name="connsiteX247" fmla="*/ 3689861 w 3990029"/>
                <a:gd name="connsiteY247" fmla="*/ 170575 h 1416966"/>
                <a:gd name="connsiteX248" fmla="*/ 3689861 w 3990029"/>
                <a:gd name="connsiteY248" fmla="*/ 114765 h 1416966"/>
                <a:gd name="connsiteX249" fmla="*/ 3714371 w 3990029"/>
                <a:gd name="connsiteY249" fmla="*/ 164282 h 1416966"/>
                <a:gd name="connsiteX250" fmla="*/ 3740040 w 3990029"/>
                <a:gd name="connsiteY250" fmla="*/ 157326 h 1416966"/>
                <a:gd name="connsiteX251" fmla="*/ 3739709 w 3990029"/>
                <a:gd name="connsiteY251" fmla="*/ 95058 h 1416966"/>
                <a:gd name="connsiteX252" fmla="*/ 3772334 w 3990029"/>
                <a:gd name="connsiteY252" fmla="*/ 148715 h 1416966"/>
                <a:gd name="connsiteX253" fmla="*/ 3780944 w 3990029"/>
                <a:gd name="connsiteY253" fmla="*/ 146396 h 1416966"/>
                <a:gd name="connsiteX254" fmla="*/ 3766537 w 3990029"/>
                <a:gd name="connsiteY254" fmla="*/ 55644 h 1416966"/>
                <a:gd name="connsiteX255" fmla="*/ 3819365 w 3990029"/>
                <a:gd name="connsiteY255" fmla="*/ 127683 h 1416966"/>
                <a:gd name="connsiteX256" fmla="*/ 3856131 w 3990029"/>
                <a:gd name="connsiteY256" fmla="*/ 55644 h 1416966"/>
                <a:gd name="connsiteX257" fmla="*/ 3873685 w 3990029"/>
                <a:gd name="connsiteY257" fmla="*/ 122714 h 1416966"/>
                <a:gd name="connsiteX258" fmla="*/ 3917239 w 3990029"/>
                <a:gd name="connsiteY258" fmla="*/ 111784 h 1416966"/>
                <a:gd name="connsiteX259" fmla="*/ 3917074 w 3990029"/>
                <a:gd name="connsiteY259" fmla="*/ 111453 h 1416966"/>
                <a:gd name="connsiteX260" fmla="*/ 3918399 w 3990029"/>
                <a:gd name="connsiteY260" fmla="*/ 55644 h 1416966"/>
                <a:gd name="connsiteX261" fmla="*/ 3940093 w 3990029"/>
                <a:gd name="connsiteY261" fmla="*/ 105988 h 1416966"/>
                <a:gd name="connsiteX262" fmla="*/ 3951686 w 3990029"/>
                <a:gd name="connsiteY262" fmla="*/ 103007 h 1416966"/>
                <a:gd name="connsiteX263" fmla="*/ 3943902 w 3990029"/>
                <a:gd name="connsiteY263" fmla="*/ 0 h 1416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</a:cxnLst>
              <a:rect l="l" t="t" r="r" b="b"/>
              <a:pathLst>
                <a:path w="3990029" h="1416966">
                  <a:moveTo>
                    <a:pt x="96197" y="1390599"/>
                  </a:moveTo>
                  <a:cubicBezTo>
                    <a:pt x="96197" y="1390599"/>
                    <a:pt x="100627" y="1395071"/>
                    <a:pt x="106465" y="1404469"/>
                  </a:cubicBezTo>
                  <a:lnTo>
                    <a:pt x="113070" y="1416966"/>
                  </a:lnTo>
                  <a:lnTo>
                    <a:pt x="99960" y="1416966"/>
                  </a:lnTo>
                  <a:lnTo>
                    <a:pt x="100275" y="1415347"/>
                  </a:lnTo>
                  <a:cubicBezTo>
                    <a:pt x="100638" y="1407284"/>
                    <a:pt x="99592" y="1398838"/>
                    <a:pt x="96197" y="1390599"/>
                  </a:cubicBezTo>
                  <a:close/>
                  <a:moveTo>
                    <a:pt x="8756" y="1390599"/>
                  </a:moveTo>
                  <a:cubicBezTo>
                    <a:pt x="8756" y="1390599"/>
                    <a:pt x="9108" y="1394646"/>
                    <a:pt x="10037" y="1401051"/>
                  </a:cubicBezTo>
                  <a:lnTo>
                    <a:pt x="13107" y="1416966"/>
                  </a:lnTo>
                  <a:lnTo>
                    <a:pt x="0" y="1416966"/>
                  </a:lnTo>
                  <a:close/>
                  <a:moveTo>
                    <a:pt x="185624" y="1368739"/>
                  </a:moveTo>
                  <a:cubicBezTo>
                    <a:pt x="185624" y="1368739"/>
                    <a:pt x="190189" y="1389233"/>
                    <a:pt x="199248" y="1405418"/>
                  </a:cubicBezTo>
                  <a:lnTo>
                    <a:pt x="208061" y="1416966"/>
                  </a:lnTo>
                  <a:lnTo>
                    <a:pt x="173761" y="1416966"/>
                  </a:lnTo>
                  <a:lnTo>
                    <a:pt x="174239" y="1410824"/>
                  </a:lnTo>
                  <a:cubicBezTo>
                    <a:pt x="175688" y="1398879"/>
                    <a:pt x="178834" y="1383395"/>
                    <a:pt x="185624" y="1368739"/>
                  </a:cubicBezTo>
                  <a:close/>
                  <a:moveTo>
                    <a:pt x="3943902" y="0"/>
                  </a:moveTo>
                  <a:cubicBezTo>
                    <a:pt x="3943902" y="0"/>
                    <a:pt x="3973711" y="27201"/>
                    <a:pt x="3986869" y="59665"/>
                  </a:cubicBezTo>
                  <a:lnTo>
                    <a:pt x="3990029" y="77595"/>
                  </a:lnTo>
                  <a:lnTo>
                    <a:pt x="3990029" y="1416966"/>
                  </a:lnTo>
                  <a:lnTo>
                    <a:pt x="216488" y="1416966"/>
                  </a:lnTo>
                  <a:lnTo>
                    <a:pt x="216593" y="1416930"/>
                  </a:lnTo>
                  <a:lnTo>
                    <a:pt x="223383" y="1380662"/>
                  </a:lnTo>
                  <a:lnTo>
                    <a:pt x="241434" y="1408319"/>
                  </a:lnTo>
                  <a:cubicBezTo>
                    <a:pt x="241434" y="1408319"/>
                    <a:pt x="259154" y="1375032"/>
                    <a:pt x="255179" y="1343236"/>
                  </a:cubicBezTo>
                  <a:cubicBezTo>
                    <a:pt x="255179" y="1343236"/>
                    <a:pt x="279358" y="1364268"/>
                    <a:pt x="282339" y="1394077"/>
                  </a:cubicBezTo>
                  <a:lnTo>
                    <a:pt x="282504" y="1394077"/>
                  </a:lnTo>
                  <a:lnTo>
                    <a:pt x="300887" y="1356816"/>
                  </a:lnTo>
                  <a:lnTo>
                    <a:pt x="314301" y="1382981"/>
                  </a:lnTo>
                  <a:cubicBezTo>
                    <a:pt x="314301" y="1382981"/>
                    <a:pt x="314301" y="1382815"/>
                    <a:pt x="314632" y="1382815"/>
                  </a:cubicBezTo>
                  <a:cubicBezTo>
                    <a:pt x="316950" y="1379007"/>
                    <a:pt x="344110" y="1333465"/>
                    <a:pt x="330696" y="1299184"/>
                  </a:cubicBezTo>
                  <a:cubicBezTo>
                    <a:pt x="330696" y="1299184"/>
                    <a:pt x="356696" y="1330815"/>
                    <a:pt x="355703" y="1368408"/>
                  </a:cubicBezTo>
                  <a:cubicBezTo>
                    <a:pt x="367792" y="1364268"/>
                    <a:pt x="379881" y="1359962"/>
                    <a:pt x="391971" y="1355821"/>
                  </a:cubicBezTo>
                  <a:cubicBezTo>
                    <a:pt x="391971" y="1354663"/>
                    <a:pt x="390645" y="1334293"/>
                    <a:pt x="400417" y="1311108"/>
                  </a:cubicBezTo>
                  <a:cubicBezTo>
                    <a:pt x="400417" y="1311108"/>
                    <a:pt x="402238" y="1317070"/>
                    <a:pt x="405550" y="1324522"/>
                  </a:cubicBezTo>
                  <a:cubicBezTo>
                    <a:pt x="409028" y="1331975"/>
                    <a:pt x="413831" y="1340586"/>
                    <a:pt x="419958" y="1346051"/>
                  </a:cubicBezTo>
                  <a:cubicBezTo>
                    <a:pt x="419792" y="1345057"/>
                    <a:pt x="412340" y="1283120"/>
                    <a:pt x="434200" y="1259439"/>
                  </a:cubicBezTo>
                  <a:cubicBezTo>
                    <a:pt x="434200" y="1259439"/>
                    <a:pt x="439168" y="1302828"/>
                    <a:pt x="468315" y="1328662"/>
                  </a:cubicBezTo>
                  <a:cubicBezTo>
                    <a:pt x="476761" y="1325681"/>
                    <a:pt x="485041" y="1322700"/>
                    <a:pt x="493488" y="1319719"/>
                  </a:cubicBezTo>
                  <a:cubicBezTo>
                    <a:pt x="493818" y="1318229"/>
                    <a:pt x="502761" y="1280802"/>
                    <a:pt x="493322" y="1259439"/>
                  </a:cubicBezTo>
                  <a:cubicBezTo>
                    <a:pt x="493322" y="1259439"/>
                    <a:pt x="529424" y="1279974"/>
                    <a:pt x="530583" y="1306305"/>
                  </a:cubicBezTo>
                  <a:lnTo>
                    <a:pt x="530749" y="1306305"/>
                  </a:lnTo>
                  <a:cubicBezTo>
                    <a:pt x="530749" y="1306305"/>
                    <a:pt x="549463" y="1269375"/>
                    <a:pt x="549463" y="1269375"/>
                  </a:cubicBezTo>
                  <a:lnTo>
                    <a:pt x="561386" y="1295210"/>
                  </a:lnTo>
                  <a:lnTo>
                    <a:pt x="561552" y="1295210"/>
                  </a:lnTo>
                  <a:cubicBezTo>
                    <a:pt x="562214" y="1293222"/>
                    <a:pt x="570991" y="1270203"/>
                    <a:pt x="561386" y="1241553"/>
                  </a:cubicBezTo>
                  <a:cubicBezTo>
                    <a:pt x="561386" y="1241553"/>
                    <a:pt x="593348" y="1252649"/>
                    <a:pt x="593348" y="1283617"/>
                  </a:cubicBezTo>
                  <a:lnTo>
                    <a:pt x="593514" y="1283617"/>
                  </a:lnTo>
                  <a:lnTo>
                    <a:pt x="609081" y="1241553"/>
                  </a:lnTo>
                  <a:lnTo>
                    <a:pt x="618686" y="1274509"/>
                  </a:lnTo>
                  <a:lnTo>
                    <a:pt x="626966" y="1207769"/>
                  </a:lnTo>
                  <a:lnTo>
                    <a:pt x="649654" y="1263247"/>
                  </a:lnTo>
                  <a:cubicBezTo>
                    <a:pt x="649654" y="1263247"/>
                    <a:pt x="656775" y="1222177"/>
                    <a:pt x="686419" y="1197170"/>
                  </a:cubicBezTo>
                  <a:cubicBezTo>
                    <a:pt x="685095" y="1199820"/>
                    <a:pt x="669362" y="1232611"/>
                    <a:pt x="686584" y="1249668"/>
                  </a:cubicBezTo>
                  <a:cubicBezTo>
                    <a:pt x="686584" y="1249668"/>
                    <a:pt x="687910" y="1248177"/>
                    <a:pt x="689897" y="1245196"/>
                  </a:cubicBezTo>
                  <a:cubicBezTo>
                    <a:pt x="698839" y="1232611"/>
                    <a:pt x="720368" y="1195183"/>
                    <a:pt x="698673" y="1150966"/>
                  </a:cubicBezTo>
                  <a:cubicBezTo>
                    <a:pt x="701986" y="1156597"/>
                    <a:pt x="728648" y="1201807"/>
                    <a:pt x="728648" y="1233769"/>
                  </a:cubicBezTo>
                  <a:lnTo>
                    <a:pt x="728648" y="1234101"/>
                  </a:lnTo>
                  <a:lnTo>
                    <a:pt x="744215" y="1197005"/>
                  </a:lnTo>
                  <a:lnTo>
                    <a:pt x="744215" y="1228305"/>
                  </a:lnTo>
                  <a:lnTo>
                    <a:pt x="744381" y="1228305"/>
                  </a:lnTo>
                  <a:cubicBezTo>
                    <a:pt x="745540" y="1227145"/>
                    <a:pt x="776840" y="1198827"/>
                    <a:pt x="765910" y="1166533"/>
                  </a:cubicBezTo>
                  <a:cubicBezTo>
                    <a:pt x="767401" y="1169183"/>
                    <a:pt x="779490" y="1191043"/>
                    <a:pt x="779490" y="1213234"/>
                  </a:cubicBezTo>
                  <a:lnTo>
                    <a:pt x="779490" y="1215221"/>
                  </a:lnTo>
                  <a:lnTo>
                    <a:pt x="791580" y="1182100"/>
                  </a:lnTo>
                  <a:lnTo>
                    <a:pt x="806815" y="1204954"/>
                  </a:lnTo>
                  <a:cubicBezTo>
                    <a:pt x="806815" y="1204954"/>
                    <a:pt x="805987" y="1146164"/>
                    <a:pt x="833312" y="1127615"/>
                  </a:cubicBezTo>
                  <a:cubicBezTo>
                    <a:pt x="833312" y="1127615"/>
                    <a:pt x="826357" y="1168023"/>
                    <a:pt x="845898" y="1190215"/>
                  </a:cubicBezTo>
                  <a:cubicBezTo>
                    <a:pt x="848383" y="1189387"/>
                    <a:pt x="850866" y="1188393"/>
                    <a:pt x="853351" y="1187565"/>
                  </a:cubicBezTo>
                  <a:lnTo>
                    <a:pt x="853351" y="1160571"/>
                  </a:lnTo>
                  <a:lnTo>
                    <a:pt x="863452" y="1183756"/>
                  </a:lnTo>
                  <a:cubicBezTo>
                    <a:pt x="863452" y="1183756"/>
                    <a:pt x="887631" y="1152125"/>
                    <a:pt x="877860" y="1127947"/>
                  </a:cubicBezTo>
                  <a:cubicBezTo>
                    <a:pt x="878854" y="1129106"/>
                    <a:pt x="882663" y="1134074"/>
                    <a:pt x="886638" y="1141361"/>
                  </a:cubicBezTo>
                  <a:cubicBezTo>
                    <a:pt x="891274" y="1149476"/>
                    <a:pt x="895912" y="1160406"/>
                    <a:pt x="896077" y="1171502"/>
                  </a:cubicBezTo>
                  <a:lnTo>
                    <a:pt x="906511" y="1143845"/>
                  </a:lnTo>
                  <a:lnTo>
                    <a:pt x="919096" y="1162724"/>
                  </a:lnTo>
                  <a:cubicBezTo>
                    <a:pt x="919096" y="1162724"/>
                    <a:pt x="914791" y="1110227"/>
                    <a:pt x="937147" y="1094494"/>
                  </a:cubicBezTo>
                  <a:cubicBezTo>
                    <a:pt x="937147" y="1094494"/>
                    <a:pt x="932510" y="1139042"/>
                    <a:pt x="953211" y="1149807"/>
                  </a:cubicBezTo>
                  <a:cubicBezTo>
                    <a:pt x="958014" y="1147985"/>
                    <a:pt x="962816" y="1146164"/>
                    <a:pt x="967784" y="1144342"/>
                  </a:cubicBezTo>
                  <a:cubicBezTo>
                    <a:pt x="974575" y="1131921"/>
                    <a:pt x="975403" y="1107411"/>
                    <a:pt x="975403" y="1107411"/>
                  </a:cubicBezTo>
                  <a:cubicBezTo>
                    <a:pt x="975403" y="1107411"/>
                    <a:pt x="988651" y="1119501"/>
                    <a:pt x="991797" y="1135234"/>
                  </a:cubicBezTo>
                  <a:cubicBezTo>
                    <a:pt x="998588" y="1132584"/>
                    <a:pt x="1005212" y="1130100"/>
                    <a:pt x="1012002" y="1127450"/>
                  </a:cubicBezTo>
                  <a:cubicBezTo>
                    <a:pt x="1012002" y="1127450"/>
                    <a:pt x="1018295" y="1101616"/>
                    <a:pt x="1002562" y="1077271"/>
                  </a:cubicBezTo>
                  <a:cubicBezTo>
                    <a:pt x="1002562" y="1077271"/>
                    <a:pt x="1025582" y="1088864"/>
                    <a:pt x="1026906" y="1121820"/>
                  </a:cubicBezTo>
                  <a:cubicBezTo>
                    <a:pt x="1035684" y="1118507"/>
                    <a:pt x="1044460" y="1115030"/>
                    <a:pt x="1053238" y="1111717"/>
                  </a:cubicBezTo>
                  <a:cubicBezTo>
                    <a:pt x="1053238" y="1111386"/>
                    <a:pt x="1036346" y="1071475"/>
                    <a:pt x="1053238" y="1032888"/>
                  </a:cubicBezTo>
                  <a:cubicBezTo>
                    <a:pt x="1053238" y="1032888"/>
                    <a:pt x="1060359" y="1083564"/>
                    <a:pt x="1084538" y="1099794"/>
                  </a:cubicBezTo>
                  <a:cubicBezTo>
                    <a:pt x="1088181" y="1098469"/>
                    <a:pt x="1091659" y="1096979"/>
                    <a:pt x="1095302" y="1095653"/>
                  </a:cubicBezTo>
                  <a:cubicBezTo>
                    <a:pt x="1095302" y="1082405"/>
                    <a:pt x="1084538" y="1054418"/>
                    <a:pt x="1084538" y="1054418"/>
                  </a:cubicBezTo>
                  <a:cubicBezTo>
                    <a:pt x="1084538" y="1054418"/>
                    <a:pt x="1106894" y="1072634"/>
                    <a:pt x="1111034" y="1089692"/>
                  </a:cubicBezTo>
                  <a:cubicBezTo>
                    <a:pt x="1124117" y="1084723"/>
                    <a:pt x="1137035" y="1079590"/>
                    <a:pt x="1149952" y="1074622"/>
                  </a:cubicBezTo>
                  <a:cubicBezTo>
                    <a:pt x="1157901" y="1057895"/>
                    <a:pt x="1157901" y="1033882"/>
                    <a:pt x="1134550" y="1004073"/>
                  </a:cubicBezTo>
                  <a:cubicBezTo>
                    <a:pt x="1134550" y="1004073"/>
                    <a:pt x="1173137" y="1034379"/>
                    <a:pt x="1178436" y="1063691"/>
                  </a:cubicBezTo>
                  <a:cubicBezTo>
                    <a:pt x="1179762" y="1063195"/>
                    <a:pt x="1180920" y="1062698"/>
                    <a:pt x="1182245" y="1062201"/>
                  </a:cubicBezTo>
                  <a:lnTo>
                    <a:pt x="1192016" y="1032888"/>
                  </a:lnTo>
                  <a:lnTo>
                    <a:pt x="1207086" y="1052596"/>
                  </a:lnTo>
                  <a:lnTo>
                    <a:pt x="1207086" y="1004073"/>
                  </a:lnTo>
                  <a:lnTo>
                    <a:pt x="1232590" y="1042825"/>
                  </a:lnTo>
                  <a:cubicBezTo>
                    <a:pt x="1232590" y="1042825"/>
                    <a:pt x="1226462" y="999767"/>
                    <a:pt x="1250807" y="976914"/>
                  </a:cubicBezTo>
                  <a:cubicBezTo>
                    <a:pt x="1250807" y="976914"/>
                    <a:pt x="1242029" y="1004570"/>
                    <a:pt x="1276475" y="1025933"/>
                  </a:cubicBezTo>
                  <a:cubicBezTo>
                    <a:pt x="1284259" y="1022787"/>
                    <a:pt x="1292042" y="1019806"/>
                    <a:pt x="1299826" y="1016825"/>
                  </a:cubicBezTo>
                  <a:cubicBezTo>
                    <a:pt x="1302144" y="1003245"/>
                    <a:pt x="1298170" y="984035"/>
                    <a:pt x="1298170" y="984035"/>
                  </a:cubicBezTo>
                  <a:lnTo>
                    <a:pt x="1317215" y="1010035"/>
                  </a:lnTo>
                  <a:cubicBezTo>
                    <a:pt x="1317215" y="1010035"/>
                    <a:pt x="1341228" y="989831"/>
                    <a:pt x="1328310" y="951079"/>
                  </a:cubicBezTo>
                  <a:cubicBezTo>
                    <a:pt x="1328310" y="951079"/>
                    <a:pt x="1345203" y="965321"/>
                    <a:pt x="1347521" y="998442"/>
                  </a:cubicBezTo>
                  <a:cubicBezTo>
                    <a:pt x="1356464" y="994965"/>
                    <a:pt x="1365240" y="991487"/>
                    <a:pt x="1374184" y="988009"/>
                  </a:cubicBezTo>
                  <a:lnTo>
                    <a:pt x="1374184" y="943792"/>
                  </a:lnTo>
                  <a:cubicBezTo>
                    <a:pt x="1374184" y="943792"/>
                    <a:pt x="1395712" y="959194"/>
                    <a:pt x="1394221" y="980226"/>
                  </a:cubicBezTo>
                  <a:lnTo>
                    <a:pt x="1394387" y="980226"/>
                  </a:lnTo>
                  <a:cubicBezTo>
                    <a:pt x="1394387" y="980226"/>
                    <a:pt x="1417075" y="949754"/>
                    <a:pt x="1405980" y="919779"/>
                  </a:cubicBezTo>
                  <a:cubicBezTo>
                    <a:pt x="1407801" y="922263"/>
                    <a:pt x="1422209" y="943461"/>
                    <a:pt x="1425521" y="968137"/>
                  </a:cubicBezTo>
                  <a:cubicBezTo>
                    <a:pt x="1435623" y="964162"/>
                    <a:pt x="1445726" y="960187"/>
                    <a:pt x="1455828" y="956378"/>
                  </a:cubicBezTo>
                  <a:cubicBezTo>
                    <a:pt x="1455828" y="956378"/>
                    <a:pt x="1446056" y="925244"/>
                    <a:pt x="1461789" y="906531"/>
                  </a:cubicBezTo>
                  <a:cubicBezTo>
                    <a:pt x="1461789" y="906531"/>
                    <a:pt x="1467420" y="933193"/>
                    <a:pt x="1483152" y="945614"/>
                  </a:cubicBezTo>
                  <a:cubicBezTo>
                    <a:pt x="1490605" y="942799"/>
                    <a:pt x="1497891" y="939983"/>
                    <a:pt x="1505178" y="937168"/>
                  </a:cubicBezTo>
                  <a:lnTo>
                    <a:pt x="1490439" y="899409"/>
                  </a:lnTo>
                  <a:cubicBezTo>
                    <a:pt x="1490439" y="899409"/>
                    <a:pt x="1519752" y="914480"/>
                    <a:pt x="1520249" y="931372"/>
                  </a:cubicBezTo>
                  <a:cubicBezTo>
                    <a:pt x="1523726" y="929881"/>
                    <a:pt x="1527370" y="928556"/>
                    <a:pt x="1530847" y="927232"/>
                  </a:cubicBezTo>
                  <a:cubicBezTo>
                    <a:pt x="1537472" y="915142"/>
                    <a:pt x="1541114" y="891626"/>
                    <a:pt x="1520249" y="867779"/>
                  </a:cubicBezTo>
                  <a:cubicBezTo>
                    <a:pt x="1520249" y="867779"/>
                    <a:pt x="1556517" y="888148"/>
                    <a:pt x="1562810" y="914811"/>
                  </a:cubicBezTo>
                  <a:cubicBezTo>
                    <a:pt x="1565459" y="913818"/>
                    <a:pt x="1568108" y="912658"/>
                    <a:pt x="1570593" y="911665"/>
                  </a:cubicBezTo>
                  <a:lnTo>
                    <a:pt x="1583676" y="886492"/>
                  </a:lnTo>
                  <a:lnTo>
                    <a:pt x="1598249" y="900900"/>
                  </a:lnTo>
                  <a:cubicBezTo>
                    <a:pt x="1600568" y="900072"/>
                    <a:pt x="1602886" y="899078"/>
                    <a:pt x="1605205" y="898251"/>
                  </a:cubicBezTo>
                  <a:lnTo>
                    <a:pt x="1605205" y="867779"/>
                  </a:lnTo>
                  <a:lnTo>
                    <a:pt x="1622594" y="891461"/>
                  </a:lnTo>
                  <a:cubicBezTo>
                    <a:pt x="1622594" y="891461"/>
                    <a:pt x="1625409" y="862148"/>
                    <a:pt x="1641142" y="841944"/>
                  </a:cubicBezTo>
                  <a:lnTo>
                    <a:pt x="1641142" y="843103"/>
                  </a:lnTo>
                  <a:cubicBezTo>
                    <a:pt x="1641142" y="847243"/>
                    <a:pt x="1642135" y="863307"/>
                    <a:pt x="1657536" y="877881"/>
                  </a:cubicBezTo>
                  <a:cubicBezTo>
                    <a:pt x="1660683" y="876721"/>
                    <a:pt x="1663664" y="875562"/>
                    <a:pt x="1666645" y="874403"/>
                  </a:cubicBezTo>
                  <a:cubicBezTo>
                    <a:pt x="1669129" y="859499"/>
                    <a:pt x="1659358" y="820912"/>
                    <a:pt x="1640148" y="809319"/>
                  </a:cubicBezTo>
                  <a:cubicBezTo>
                    <a:pt x="1644784" y="811804"/>
                    <a:pt x="1682543" y="833829"/>
                    <a:pt x="1692149" y="864467"/>
                  </a:cubicBezTo>
                  <a:cubicBezTo>
                    <a:pt x="1698607" y="861983"/>
                    <a:pt x="1705065" y="859499"/>
                    <a:pt x="1711524" y="857014"/>
                  </a:cubicBezTo>
                  <a:cubicBezTo>
                    <a:pt x="1715001" y="841779"/>
                    <a:pt x="1715996" y="824059"/>
                    <a:pt x="1710199" y="816275"/>
                  </a:cubicBezTo>
                  <a:cubicBezTo>
                    <a:pt x="1712352" y="817765"/>
                    <a:pt x="1729244" y="830020"/>
                    <a:pt x="1735206" y="847740"/>
                  </a:cubicBezTo>
                  <a:cubicBezTo>
                    <a:pt x="1743818" y="844428"/>
                    <a:pt x="1752429" y="841116"/>
                    <a:pt x="1761206" y="837638"/>
                  </a:cubicBezTo>
                  <a:cubicBezTo>
                    <a:pt x="1739346" y="803689"/>
                    <a:pt x="1744148" y="750032"/>
                    <a:pt x="1744148" y="750032"/>
                  </a:cubicBezTo>
                  <a:cubicBezTo>
                    <a:pt x="1751767" y="789944"/>
                    <a:pt x="1777436" y="813791"/>
                    <a:pt x="1793500" y="825218"/>
                  </a:cubicBezTo>
                  <a:lnTo>
                    <a:pt x="1802442" y="821740"/>
                  </a:lnTo>
                  <a:lnTo>
                    <a:pt x="1786379" y="778682"/>
                  </a:lnTo>
                  <a:cubicBezTo>
                    <a:pt x="1788862" y="781829"/>
                    <a:pt x="1808404" y="806835"/>
                    <a:pt x="1821487" y="814288"/>
                  </a:cubicBezTo>
                  <a:cubicBezTo>
                    <a:pt x="1825296" y="812797"/>
                    <a:pt x="1829105" y="811307"/>
                    <a:pt x="1832914" y="809982"/>
                  </a:cubicBezTo>
                  <a:cubicBezTo>
                    <a:pt x="1833079" y="809319"/>
                    <a:pt x="1833245" y="808823"/>
                    <a:pt x="1833245" y="808160"/>
                  </a:cubicBezTo>
                  <a:cubicBezTo>
                    <a:pt x="1835066" y="778351"/>
                    <a:pt x="1785716" y="754504"/>
                    <a:pt x="1785716" y="754504"/>
                  </a:cubicBezTo>
                  <a:cubicBezTo>
                    <a:pt x="1825792" y="744899"/>
                    <a:pt x="1850137" y="787956"/>
                    <a:pt x="1853615" y="794581"/>
                  </a:cubicBezTo>
                  <a:lnTo>
                    <a:pt x="1839042" y="761625"/>
                  </a:lnTo>
                  <a:lnTo>
                    <a:pt x="1880940" y="791268"/>
                  </a:lnTo>
                  <a:cubicBezTo>
                    <a:pt x="1882431" y="790771"/>
                    <a:pt x="1883755" y="790275"/>
                    <a:pt x="1885080" y="789778"/>
                  </a:cubicBezTo>
                  <a:cubicBezTo>
                    <a:pt x="1865538" y="760466"/>
                    <a:pt x="1866532" y="714758"/>
                    <a:pt x="1866532" y="714758"/>
                  </a:cubicBezTo>
                  <a:cubicBezTo>
                    <a:pt x="1882099" y="764772"/>
                    <a:pt x="1917042" y="771230"/>
                    <a:pt x="1917042" y="771230"/>
                  </a:cubicBezTo>
                  <a:cubicBezTo>
                    <a:pt x="1894354" y="752020"/>
                    <a:pt x="1902966" y="708796"/>
                    <a:pt x="1902966" y="708796"/>
                  </a:cubicBezTo>
                  <a:cubicBezTo>
                    <a:pt x="1902966" y="708796"/>
                    <a:pt x="1922839" y="775701"/>
                    <a:pt x="1941221" y="751854"/>
                  </a:cubicBezTo>
                  <a:cubicBezTo>
                    <a:pt x="1959437" y="728007"/>
                    <a:pt x="1917870" y="669216"/>
                    <a:pt x="1917870" y="669216"/>
                  </a:cubicBezTo>
                  <a:cubicBezTo>
                    <a:pt x="1951323" y="686439"/>
                    <a:pt x="1970036" y="727841"/>
                    <a:pt x="1970036" y="727841"/>
                  </a:cubicBezTo>
                  <a:lnTo>
                    <a:pt x="1967221" y="681637"/>
                  </a:lnTo>
                  <a:lnTo>
                    <a:pt x="1991399" y="728007"/>
                  </a:lnTo>
                  <a:cubicBezTo>
                    <a:pt x="1991399" y="728007"/>
                    <a:pt x="2006138" y="734962"/>
                    <a:pt x="2018393" y="738440"/>
                  </a:cubicBezTo>
                  <a:cubicBezTo>
                    <a:pt x="2023031" y="736618"/>
                    <a:pt x="2027833" y="734796"/>
                    <a:pt x="2032470" y="732975"/>
                  </a:cubicBezTo>
                  <a:cubicBezTo>
                    <a:pt x="2030483" y="729166"/>
                    <a:pt x="2026011" y="723701"/>
                    <a:pt x="2018063" y="715586"/>
                  </a:cubicBezTo>
                  <a:cubicBezTo>
                    <a:pt x="1970036" y="667892"/>
                    <a:pt x="1978151" y="615726"/>
                    <a:pt x="1978151" y="615726"/>
                  </a:cubicBezTo>
                  <a:cubicBezTo>
                    <a:pt x="1990405" y="678159"/>
                    <a:pt x="2040585" y="703000"/>
                    <a:pt x="2040585" y="703000"/>
                  </a:cubicBezTo>
                  <a:lnTo>
                    <a:pt x="2026839" y="666401"/>
                  </a:lnTo>
                  <a:lnTo>
                    <a:pt x="2068904" y="696707"/>
                  </a:lnTo>
                  <a:cubicBezTo>
                    <a:pt x="2044725" y="667395"/>
                    <a:pt x="2056980" y="613407"/>
                    <a:pt x="2056980" y="613407"/>
                  </a:cubicBezTo>
                  <a:cubicBezTo>
                    <a:pt x="2057311" y="658286"/>
                    <a:pt x="2093745" y="682299"/>
                    <a:pt x="2093745" y="682299"/>
                  </a:cubicBezTo>
                  <a:cubicBezTo>
                    <a:pt x="2084471" y="652821"/>
                    <a:pt x="2102522" y="618044"/>
                    <a:pt x="2102522" y="618044"/>
                  </a:cubicBezTo>
                  <a:cubicBezTo>
                    <a:pt x="2102522" y="618044"/>
                    <a:pt x="2114610" y="714427"/>
                    <a:pt x="2133987" y="674682"/>
                  </a:cubicBezTo>
                  <a:cubicBezTo>
                    <a:pt x="2153197" y="635101"/>
                    <a:pt x="2091757" y="571177"/>
                    <a:pt x="2091757" y="571177"/>
                  </a:cubicBezTo>
                  <a:cubicBezTo>
                    <a:pt x="2135809" y="575483"/>
                    <a:pt x="2155184" y="642719"/>
                    <a:pt x="2155184" y="642719"/>
                  </a:cubicBezTo>
                  <a:cubicBezTo>
                    <a:pt x="2155184" y="642719"/>
                    <a:pt x="2172573" y="656961"/>
                    <a:pt x="2186980" y="670376"/>
                  </a:cubicBezTo>
                  <a:cubicBezTo>
                    <a:pt x="2183835" y="665573"/>
                    <a:pt x="2180191" y="660108"/>
                    <a:pt x="2175057" y="653318"/>
                  </a:cubicBezTo>
                  <a:cubicBezTo>
                    <a:pt x="2144585" y="612579"/>
                    <a:pt x="2160815" y="558922"/>
                    <a:pt x="2160815" y="558922"/>
                  </a:cubicBezTo>
                  <a:cubicBezTo>
                    <a:pt x="2161146" y="618706"/>
                    <a:pt x="2199733" y="638910"/>
                    <a:pt x="2199733" y="638910"/>
                  </a:cubicBezTo>
                  <a:cubicBezTo>
                    <a:pt x="2192943" y="603636"/>
                    <a:pt x="2214803" y="571012"/>
                    <a:pt x="2214803" y="571012"/>
                  </a:cubicBezTo>
                  <a:cubicBezTo>
                    <a:pt x="2214803" y="571012"/>
                    <a:pt x="2214968" y="634770"/>
                    <a:pt x="2236332" y="620694"/>
                  </a:cubicBezTo>
                  <a:cubicBezTo>
                    <a:pt x="2256701" y="607279"/>
                    <a:pt x="2236828" y="554120"/>
                    <a:pt x="2235173" y="549648"/>
                  </a:cubicBezTo>
                  <a:cubicBezTo>
                    <a:pt x="2256867" y="572171"/>
                    <a:pt x="2257199" y="595687"/>
                    <a:pt x="2257199" y="597012"/>
                  </a:cubicBezTo>
                  <a:cubicBezTo>
                    <a:pt x="2257199" y="597012"/>
                    <a:pt x="2240472" y="659280"/>
                    <a:pt x="2269619" y="610757"/>
                  </a:cubicBezTo>
                  <a:cubicBezTo>
                    <a:pt x="2298600" y="562400"/>
                    <a:pt x="2242128" y="479100"/>
                    <a:pt x="2242128" y="479100"/>
                  </a:cubicBezTo>
                  <a:cubicBezTo>
                    <a:pt x="2325594" y="516030"/>
                    <a:pt x="2313836" y="589394"/>
                    <a:pt x="2313836" y="589394"/>
                  </a:cubicBezTo>
                  <a:cubicBezTo>
                    <a:pt x="2351097" y="557432"/>
                    <a:pt x="2335364" y="501622"/>
                    <a:pt x="2335364" y="501622"/>
                  </a:cubicBezTo>
                  <a:cubicBezTo>
                    <a:pt x="2370805" y="541534"/>
                    <a:pt x="2361199" y="570846"/>
                    <a:pt x="2361199" y="570846"/>
                  </a:cubicBezTo>
                  <a:cubicBezTo>
                    <a:pt x="2361199" y="570846"/>
                    <a:pt x="2486232" y="593203"/>
                    <a:pt x="2427773" y="556935"/>
                  </a:cubicBezTo>
                  <a:cubicBezTo>
                    <a:pt x="2369148" y="520502"/>
                    <a:pt x="2361531" y="448463"/>
                    <a:pt x="2361531" y="448463"/>
                  </a:cubicBezTo>
                  <a:cubicBezTo>
                    <a:pt x="2380078" y="489202"/>
                    <a:pt x="2456257" y="533419"/>
                    <a:pt x="2496831" y="554617"/>
                  </a:cubicBezTo>
                  <a:cubicBezTo>
                    <a:pt x="2504449" y="530604"/>
                    <a:pt x="2513723" y="482081"/>
                    <a:pt x="2484079" y="440679"/>
                  </a:cubicBezTo>
                  <a:cubicBezTo>
                    <a:pt x="2484079" y="440679"/>
                    <a:pt x="2538233" y="496323"/>
                    <a:pt x="2544692" y="541368"/>
                  </a:cubicBezTo>
                  <a:cubicBezTo>
                    <a:pt x="2559265" y="536234"/>
                    <a:pt x="2573673" y="530935"/>
                    <a:pt x="2588080" y="525636"/>
                  </a:cubicBezTo>
                  <a:lnTo>
                    <a:pt x="2571851" y="462208"/>
                  </a:lnTo>
                  <a:cubicBezTo>
                    <a:pt x="2571851" y="462208"/>
                    <a:pt x="2578806" y="468004"/>
                    <a:pt x="2588080" y="477444"/>
                  </a:cubicBezTo>
                  <a:cubicBezTo>
                    <a:pt x="2597520" y="486884"/>
                    <a:pt x="2609609" y="499966"/>
                    <a:pt x="2619711" y="514209"/>
                  </a:cubicBezTo>
                  <a:cubicBezTo>
                    <a:pt x="2623851" y="512718"/>
                    <a:pt x="2627991" y="511227"/>
                    <a:pt x="2632297" y="509737"/>
                  </a:cubicBezTo>
                  <a:cubicBezTo>
                    <a:pt x="2635941" y="488539"/>
                    <a:pt x="2627329" y="438692"/>
                    <a:pt x="2600501" y="422793"/>
                  </a:cubicBezTo>
                  <a:cubicBezTo>
                    <a:pt x="2600501" y="422793"/>
                    <a:pt x="2663431" y="440844"/>
                    <a:pt x="2671380" y="495826"/>
                  </a:cubicBezTo>
                  <a:cubicBezTo>
                    <a:pt x="2680158" y="492679"/>
                    <a:pt x="2689100" y="489533"/>
                    <a:pt x="2698043" y="486386"/>
                  </a:cubicBezTo>
                  <a:cubicBezTo>
                    <a:pt x="2698043" y="486386"/>
                    <a:pt x="2686285" y="455087"/>
                    <a:pt x="2698043" y="422793"/>
                  </a:cubicBezTo>
                  <a:cubicBezTo>
                    <a:pt x="2698043" y="422793"/>
                    <a:pt x="2699865" y="460552"/>
                    <a:pt x="2722719" y="477609"/>
                  </a:cubicBezTo>
                  <a:cubicBezTo>
                    <a:pt x="2735801" y="472972"/>
                    <a:pt x="2748885" y="468170"/>
                    <a:pt x="2762133" y="463533"/>
                  </a:cubicBezTo>
                  <a:cubicBezTo>
                    <a:pt x="2759980" y="460717"/>
                    <a:pt x="2758159" y="458730"/>
                    <a:pt x="2758159" y="458730"/>
                  </a:cubicBezTo>
                  <a:cubicBezTo>
                    <a:pt x="2758159" y="458730"/>
                    <a:pt x="2742094" y="426437"/>
                    <a:pt x="2743916" y="381557"/>
                  </a:cubicBezTo>
                  <a:cubicBezTo>
                    <a:pt x="2743916" y="381557"/>
                    <a:pt x="2759318" y="435049"/>
                    <a:pt x="2784324" y="455915"/>
                  </a:cubicBezTo>
                  <a:cubicBezTo>
                    <a:pt x="2796579" y="451609"/>
                    <a:pt x="2808668" y="447469"/>
                    <a:pt x="2820923" y="443163"/>
                  </a:cubicBezTo>
                  <a:cubicBezTo>
                    <a:pt x="2820923" y="423787"/>
                    <a:pt x="2810158" y="397787"/>
                    <a:pt x="2810158" y="397787"/>
                  </a:cubicBezTo>
                  <a:cubicBezTo>
                    <a:pt x="2810158" y="397787"/>
                    <a:pt x="2836159" y="413023"/>
                    <a:pt x="2846758" y="434220"/>
                  </a:cubicBezTo>
                  <a:cubicBezTo>
                    <a:pt x="2850566" y="432896"/>
                    <a:pt x="2854210" y="431571"/>
                    <a:pt x="2857853" y="430412"/>
                  </a:cubicBezTo>
                  <a:cubicBezTo>
                    <a:pt x="2862159" y="412029"/>
                    <a:pt x="2863153" y="381226"/>
                    <a:pt x="2838809" y="345786"/>
                  </a:cubicBezTo>
                  <a:cubicBezTo>
                    <a:pt x="2838809" y="345786"/>
                    <a:pt x="2889650" y="382551"/>
                    <a:pt x="2892134" y="418488"/>
                  </a:cubicBezTo>
                  <a:cubicBezTo>
                    <a:pt x="2905548" y="413851"/>
                    <a:pt x="2918962" y="409379"/>
                    <a:pt x="2932376" y="404742"/>
                  </a:cubicBezTo>
                  <a:cubicBezTo>
                    <a:pt x="2932376" y="404742"/>
                    <a:pt x="2908694" y="388844"/>
                    <a:pt x="2917638" y="352907"/>
                  </a:cubicBezTo>
                  <a:cubicBezTo>
                    <a:pt x="2917638" y="352907"/>
                    <a:pt x="2931052" y="384373"/>
                    <a:pt x="2961855" y="394641"/>
                  </a:cubicBezTo>
                  <a:cubicBezTo>
                    <a:pt x="2961855" y="394641"/>
                    <a:pt x="2919459" y="313493"/>
                    <a:pt x="2948109" y="279544"/>
                  </a:cubicBezTo>
                  <a:cubicBezTo>
                    <a:pt x="2948109" y="279544"/>
                    <a:pt x="2971625" y="354729"/>
                    <a:pt x="2995969" y="383379"/>
                  </a:cubicBezTo>
                  <a:cubicBezTo>
                    <a:pt x="3005740" y="380067"/>
                    <a:pt x="3015677" y="376755"/>
                    <a:pt x="3025613" y="373443"/>
                  </a:cubicBezTo>
                  <a:cubicBezTo>
                    <a:pt x="3025613" y="353901"/>
                    <a:pt x="3017995" y="327901"/>
                    <a:pt x="3017995" y="327901"/>
                  </a:cubicBezTo>
                  <a:cubicBezTo>
                    <a:pt x="3017995" y="327901"/>
                    <a:pt x="3043995" y="331544"/>
                    <a:pt x="3048964" y="365494"/>
                  </a:cubicBezTo>
                  <a:cubicBezTo>
                    <a:pt x="3048964" y="365494"/>
                    <a:pt x="3066352" y="338665"/>
                    <a:pt x="3060887" y="304550"/>
                  </a:cubicBezTo>
                  <a:cubicBezTo>
                    <a:pt x="3060887" y="304550"/>
                    <a:pt x="3091193" y="327073"/>
                    <a:pt x="3094008" y="350755"/>
                  </a:cubicBezTo>
                  <a:cubicBezTo>
                    <a:pt x="3112060" y="344793"/>
                    <a:pt x="3130110" y="338996"/>
                    <a:pt x="3148162" y="333200"/>
                  </a:cubicBezTo>
                  <a:cubicBezTo>
                    <a:pt x="3138060" y="317137"/>
                    <a:pt x="3123321" y="285837"/>
                    <a:pt x="3139716" y="258015"/>
                  </a:cubicBezTo>
                  <a:cubicBezTo>
                    <a:pt x="3139716" y="258015"/>
                    <a:pt x="3137231" y="308194"/>
                    <a:pt x="3180620" y="322436"/>
                  </a:cubicBezTo>
                  <a:cubicBezTo>
                    <a:pt x="3180620" y="322436"/>
                    <a:pt x="3169525" y="288487"/>
                    <a:pt x="3180620" y="270601"/>
                  </a:cubicBezTo>
                  <a:cubicBezTo>
                    <a:pt x="3180620" y="270601"/>
                    <a:pt x="3182939" y="276563"/>
                    <a:pt x="3188901" y="284512"/>
                  </a:cubicBezTo>
                  <a:cubicBezTo>
                    <a:pt x="3194697" y="292627"/>
                    <a:pt x="3204137" y="302563"/>
                    <a:pt x="3218545" y="310347"/>
                  </a:cubicBezTo>
                  <a:cubicBezTo>
                    <a:pt x="3225334" y="308194"/>
                    <a:pt x="3232125" y="306207"/>
                    <a:pt x="3238748" y="304054"/>
                  </a:cubicBezTo>
                  <a:cubicBezTo>
                    <a:pt x="3245042" y="290805"/>
                    <a:pt x="3243552" y="266957"/>
                    <a:pt x="3243552" y="266957"/>
                  </a:cubicBezTo>
                  <a:cubicBezTo>
                    <a:pt x="3243552" y="266957"/>
                    <a:pt x="3254150" y="281531"/>
                    <a:pt x="3261602" y="296933"/>
                  </a:cubicBezTo>
                  <a:cubicBezTo>
                    <a:pt x="3274188" y="292958"/>
                    <a:pt x="3286775" y="289149"/>
                    <a:pt x="3299361" y="285174"/>
                  </a:cubicBezTo>
                  <a:cubicBezTo>
                    <a:pt x="3299361" y="285174"/>
                    <a:pt x="3299361" y="284843"/>
                    <a:pt x="3299361" y="284843"/>
                  </a:cubicBezTo>
                  <a:cubicBezTo>
                    <a:pt x="3299361" y="284843"/>
                    <a:pt x="3313271" y="224231"/>
                    <a:pt x="3279488" y="188294"/>
                  </a:cubicBezTo>
                  <a:cubicBezTo>
                    <a:pt x="3282966" y="190282"/>
                    <a:pt x="3339106" y="224397"/>
                    <a:pt x="3347056" y="270270"/>
                  </a:cubicBezTo>
                  <a:cubicBezTo>
                    <a:pt x="3350533" y="269110"/>
                    <a:pt x="3353845" y="268117"/>
                    <a:pt x="3357158" y="267123"/>
                  </a:cubicBezTo>
                  <a:cubicBezTo>
                    <a:pt x="3364113" y="247251"/>
                    <a:pt x="3370572" y="219097"/>
                    <a:pt x="3359973" y="198893"/>
                  </a:cubicBezTo>
                  <a:cubicBezTo>
                    <a:pt x="3359973" y="198893"/>
                    <a:pt x="3389782" y="227543"/>
                    <a:pt x="3394088" y="256028"/>
                  </a:cubicBezTo>
                  <a:cubicBezTo>
                    <a:pt x="3405846" y="252384"/>
                    <a:pt x="3417604" y="248906"/>
                    <a:pt x="3429362" y="245429"/>
                  </a:cubicBezTo>
                  <a:cubicBezTo>
                    <a:pt x="3429362" y="245429"/>
                    <a:pt x="3429693" y="245098"/>
                    <a:pt x="3429693" y="245098"/>
                  </a:cubicBezTo>
                  <a:cubicBezTo>
                    <a:pt x="3429693" y="245098"/>
                    <a:pt x="3401044" y="222244"/>
                    <a:pt x="3406508" y="197072"/>
                  </a:cubicBezTo>
                  <a:cubicBezTo>
                    <a:pt x="3406508" y="197072"/>
                    <a:pt x="3430521" y="244766"/>
                    <a:pt x="3460330" y="235989"/>
                  </a:cubicBezTo>
                  <a:cubicBezTo>
                    <a:pt x="3488318" y="227709"/>
                    <a:pt x="3471261" y="174715"/>
                    <a:pt x="3469274" y="168919"/>
                  </a:cubicBezTo>
                  <a:cubicBezTo>
                    <a:pt x="3472254" y="173059"/>
                    <a:pt x="3491796" y="202537"/>
                    <a:pt x="3500738" y="224231"/>
                  </a:cubicBezTo>
                  <a:cubicBezTo>
                    <a:pt x="3517465" y="219263"/>
                    <a:pt x="3534191" y="214626"/>
                    <a:pt x="3550918" y="209823"/>
                  </a:cubicBezTo>
                  <a:cubicBezTo>
                    <a:pt x="3558866" y="190282"/>
                    <a:pt x="3563669" y="160141"/>
                    <a:pt x="3538993" y="129007"/>
                  </a:cubicBezTo>
                  <a:cubicBezTo>
                    <a:pt x="3538993" y="129007"/>
                    <a:pt x="3587020" y="151861"/>
                    <a:pt x="3582714" y="200549"/>
                  </a:cubicBezTo>
                  <a:cubicBezTo>
                    <a:pt x="3582714" y="200549"/>
                    <a:pt x="3616001" y="153186"/>
                    <a:pt x="3564332" y="68727"/>
                  </a:cubicBezTo>
                  <a:cubicBezTo>
                    <a:pt x="3567975" y="72535"/>
                    <a:pt x="3629746" y="137453"/>
                    <a:pt x="3620473" y="189785"/>
                  </a:cubicBezTo>
                  <a:cubicBezTo>
                    <a:pt x="3620473" y="189785"/>
                    <a:pt x="3620422" y="189901"/>
                    <a:pt x="3620307" y="190116"/>
                  </a:cubicBezTo>
                  <a:cubicBezTo>
                    <a:pt x="3633555" y="186307"/>
                    <a:pt x="3646803" y="182498"/>
                    <a:pt x="3660052" y="178855"/>
                  </a:cubicBezTo>
                  <a:cubicBezTo>
                    <a:pt x="3653594" y="163453"/>
                    <a:pt x="3642829" y="131326"/>
                    <a:pt x="3651937" y="104001"/>
                  </a:cubicBezTo>
                  <a:cubicBezTo>
                    <a:pt x="3651937" y="104001"/>
                    <a:pt x="3668829" y="151364"/>
                    <a:pt x="3689861" y="170575"/>
                  </a:cubicBezTo>
                  <a:cubicBezTo>
                    <a:pt x="3689861" y="170575"/>
                    <a:pt x="3685059" y="145237"/>
                    <a:pt x="3689861" y="114765"/>
                  </a:cubicBezTo>
                  <a:cubicBezTo>
                    <a:pt x="3689861" y="114765"/>
                    <a:pt x="3697148" y="147390"/>
                    <a:pt x="3714371" y="164282"/>
                  </a:cubicBezTo>
                  <a:cubicBezTo>
                    <a:pt x="3722982" y="161963"/>
                    <a:pt x="3731428" y="159645"/>
                    <a:pt x="3740040" y="157326"/>
                  </a:cubicBezTo>
                  <a:cubicBezTo>
                    <a:pt x="3744512" y="134638"/>
                    <a:pt x="3739709" y="95058"/>
                    <a:pt x="3739709" y="95058"/>
                  </a:cubicBezTo>
                  <a:cubicBezTo>
                    <a:pt x="3739709" y="95058"/>
                    <a:pt x="3765709" y="123542"/>
                    <a:pt x="3772334" y="148715"/>
                  </a:cubicBezTo>
                  <a:cubicBezTo>
                    <a:pt x="3775149" y="147887"/>
                    <a:pt x="3778129" y="147224"/>
                    <a:pt x="3780944" y="146396"/>
                  </a:cubicBezTo>
                  <a:cubicBezTo>
                    <a:pt x="3786079" y="128510"/>
                    <a:pt x="3788894" y="96880"/>
                    <a:pt x="3766537" y="55644"/>
                  </a:cubicBezTo>
                  <a:cubicBezTo>
                    <a:pt x="3766537" y="55644"/>
                    <a:pt x="3809264" y="94727"/>
                    <a:pt x="3819365" y="127683"/>
                  </a:cubicBezTo>
                  <a:cubicBezTo>
                    <a:pt x="3820359" y="106982"/>
                    <a:pt x="3826984" y="75682"/>
                    <a:pt x="3856131" y="55644"/>
                  </a:cubicBezTo>
                  <a:cubicBezTo>
                    <a:pt x="3856131" y="55644"/>
                    <a:pt x="3847850" y="99695"/>
                    <a:pt x="3873685" y="122714"/>
                  </a:cubicBezTo>
                  <a:cubicBezTo>
                    <a:pt x="3888258" y="119071"/>
                    <a:pt x="3902666" y="115262"/>
                    <a:pt x="3917239" y="111784"/>
                  </a:cubicBezTo>
                  <a:cubicBezTo>
                    <a:pt x="3917074" y="111619"/>
                    <a:pt x="3917074" y="111453"/>
                    <a:pt x="3917074" y="111453"/>
                  </a:cubicBezTo>
                  <a:lnTo>
                    <a:pt x="3918399" y="55644"/>
                  </a:lnTo>
                  <a:lnTo>
                    <a:pt x="3940093" y="105988"/>
                  </a:lnTo>
                  <a:cubicBezTo>
                    <a:pt x="3943902" y="104994"/>
                    <a:pt x="3947876" y="104001"/>
                    <a:pt x="3951686" y="103007"/>
                  </a:cubicBezTo>
                  <a:cubicBezTo>
                    <a:pt x="3960794" y="85949"/>
                    <a:pt x="3971062" y="50675"/>
                    <a:pt x="3943902" y="0"/>
                  </a:cubicBezTo>
                  <a:close/>
                </a:path>
              </a:pathLst>
            </a:custGeom>
            <a:gradFill>
              <a:gsLst>
                <a:gs pos="100000">
                  <a:srgbClr val="90A16A"/>
                </a:gs>
                <a:gs pos="43000">
                  <a:srgbClr val="C3D784"/>
                </a:gs>
              </a:gsLst>
              <a:lin ang="21101917" scaled="1"/>
            </a:gradFill>
            <a:ln w="165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110184D2-89E7-D08D-F582-209488AFAF9F}"/>
                </a:ext>
              </a:extLst>
            </p:cNvPr>
            <p:cNvSpPr/>
            <p:nvPr/>
          </p:nvSpPr>
          <p:spPr>
            <a:xfrm>
              <a:off x="0" y="5788250"/>
              <a:ext cx="7946084" cy="1069750"/>
            </a:xfrm>
            <a:custGeom>
              <a:avLst/>
              <a:gdLst>
                <a:gd name="connsiteX0" fmla="*/ 7946084 w 7946084"/>
                <a:gd name="connsiteY0" fmla="*/ 1053424 h 1069750"/>
                <a:gd name="connsiteX1" fmla="*/ 7936711 w 7946084"/>
                <a:gd name="connsiteY1" fmla="*/ 1069750 h 1069750"/>
                <a:gd name="connsiteX2" fmla="*/ 7930609 w 7946084"/>
                <a:gd name="connsiteY2" fmla="*/ 1069750 h 1069750"/>
                <a:gd name="connsiteX3" fmla="*/ 7938639 w 7946084"/>
                <a:gd name="connsiteY3" fmla="*/ 1061097 h 1069750"/>
                <a:gd name="connsiteX4" fmla="*/ 7946084 w 7946084"/>
                <a:gd name="connsiteY4" fmla="*/ 1053424 h 1069750"/>
                <a:gd name="connsiteX5" fmla="*/ 7732286 w 7946084"/>
                <a:gd name="connsiteY5" fmla="*/ 1053424 h 1069750"/>
                <a:gd name="connsiteX6" fmla="*/ 7743981 w 7946084"/>
                <a:gd name="connsiteY6" fmla="*/ 1069750 h 1069750"/>
                <a:gd name="connsiteX7" fmla="*/ 7734991 w 7946084"/>
                <a:gd name="connsiteY7" fmla="*/ 1069750 h 1069750"/>
                <a:gd name="connsiteX8" fmla="*/ 7734087 w 7946084"/>
                <a:gd name="connsiteY8" fmla="*/ 1062961 h 1069750"/>
                <a:gd name="connsiteX9" fmla="*/ 7732286 w 7946084"/>
                <a:gd name="connsiteY9" fmla="*/ 1053424 h 1069750"/>
                <a:gd name="connsiteX10" fmla="*/ 7245071 w 7946084"/>
                <a:gd name="connsiteY10" fmla="*/ 1018978 h 1069750"/>
                <a:gd name="connsiteX11" fmla="*/ 7245658 w 7946084"/>
                <a:gd name="connsiteY11" fmla="*/ 1034685 h 1069750"/>
                <a:gd name="connsiteX12" fmla="*/ 7248029 w 7946084"/>
                <a:gd name="connsiteY12" fmla="*/ 1069750 h 1069750"/>
                <a:gd name="connsiteX13" fmla="*/ 7214630 w 7946084"/>
                <a:gd name="connsiteY13" fmla="*/ 1069750 h 1069750"/>
                <a:gd name="connsiteX14" fmla="*/ 7218657 w 7946084"/>
                <a:gd name="connsiteY14" fmla="*/ 1060773 h 1069750"/>
                <a:gd name="connsiteX15" fmla="*/ 7245071 w 7946084"/>
                <a:gd name="connsiteY15" fmla="*/ 1018978 h 1069750"/>
                <a:gd name="connsiteX16" fmla="*/ 7313135 w 7946084"/>
                <a:gd name="connsiteY16" fmla="*/ 1003245 h 1069750"/>
                <a:gd name="connsiteX17" fmla="*/ 7359226 w 7946084"/>
                <a:gd name="connsiteY17" fmla="*/ 1060781 h 1069750"/>
                <a:gd name="connsiteX18" fmla="*/ 7362121 w 7946084"/>
                <a:gd name="connsiteY18" fmla="*/ 1069750 h 1069750"/>
                <a:gd name="connsiteX19" fmla="*/ 7332988 w 7946084"/>
                <a:gd name="connsiteY19" fmla="*/ 1069750 h 1069750"/>
                <a:gd name="connsiteX20" fmla="*/ 7321444 w 7946084"/>
                <a:gd name="connsiteY20" fmla="*/ 1026474 h 1069750"/>
                <a:gd name="connsiteX21" fmla="*/ 7313135 w 7946084"/>
                <a:gd name="connsiteY21" fmla="*/ 1003245 h 1069750"/>
                <a:gd name="connsiteX22" fmla="*/ 7541672 w 7946084"/>
                <a:gd name="connsiteY22" fmla="*/ 990162 h 1069750"/>
                <a:gd name="connsiteX23" fmla="*/ 7480854 w 7946084"/>
                <a:gd name="connsiteY23" fmla="*/ 1059743 h 1069750"/>
                <a:gd name="connsiteX24" fmla="*/ 7477861 w 7946084"/>
                <a:gd name="connsiteY24" fmla="*/ 1069750 h 1069750"/>
                <a:gd name="connsiteX25" fmla="*/ 7456057 w 7946084"/>
                <a:gd name="connsiteY25" fmla="*/ 1069750 h 1069750"/>
                <a:gd name="connsiteX26" fmla="*/ 7469033 w 7946084"/>
                <a:gd name="connsiteY26" fmla="*/ 1052389 h 1069750"/>
                <a:gd name="connsiteX27" fmla="*/ 7541672 w 7946084"/>
                <a:gd name="connsiteY27" fmla="*/ 990162 h 1069750"/>
                <a:gd name="connsiteX28" fmla="*/ 7215759 w 7946084"/>
                <a:gd name="connsiteY28" fmla="*/ 921767 h 1069750"/>
                <a:gd name="connsiteX29" fmla="*/ 7167464 w 7946084"/>
                <a:gd name="connsiteY29" fmla="*/ 1053279 h 1069750"/>
                <a:gd name="connsiteX30" fmla="*/ 7168792 w 7946084"/>
                <a:gd name="connsiteY30" fmla="*/ 1069750 h 1069750"/>
                <a:gd name="connsiteX31" fmla="*/ 7089893 w 7946084"/>
                <a:gd name="connsiteY31" fmla="*/ 1069750 h 1069750"/>
                <a:gd name="connsiteX32" fmla="*/ 7119065 w 7946084"/>
                <a:gd name="connsiteY32" fmla="*/ 1019602 h 1069750"/>
                <a:gd name="connsiteX33" fmla="*/ 7215759 w 7946084"/>
                <a:gd name="connsiteY33" fmla="*/ 921767 h 1069750"/>
                <a:gd name="connsiteX34" fmla="*/ 7050317 w 7946084"/>
                <a:gd name="connsiteY34" fmla="*/ 799880 h 1069750"/>
                <a:gd name="connsiteX35" fmla="*/ 7090723 w 7946084"/>
                <a:gd name="connsiteY35" fmla="*/ 1048066 h 1069750"/>
                <a:gd name="connsiteX36" fmla="*/ 7083855 w 7946084"/>
                <a:gd name="connsiteY36" fmla="*/ 1069750 h 1069750"/>
                <a:gd name="connsiteX37" fmla="*/ 7002935 w 7946084"/>
                <a:gd name="connsiteY37" fmla="*/ 1069750 h 1069750"/>
                <a:gd name="connsiteX38" fmla="*/ 7012502 w 7946084"/>
                <a:gd name="connsiteY38" fmla="*/ 1058521 h 1069750"/>
                <a:gd name="connsiteX39" fmla="*/ 7050317 w 7946084"/>
                <a:gd name="connsiteY39" fmla="*/ 799880 h 1069750"/>
                <a:gd name="connsiteX40" fmla="*/ 1464735 w 7946084"/>
                <a:gd name="connsiteY40" fmla="*/ 0 h 1069750"/>
                <a:gd name="connsiteX41" fmla="*/ 1604839 w 7946084"/>
                <a:gd name="connsiteY41" fmla="*/ 211314 h 1069750"/>
                <a:gd name="connsiteX42" fmla="*/ 1664788 w 7946084"/>
                <a:gd name="connsiteY42" fmla="*/ 34115 h 1069750"/>
                <a:gd name="connsiteX43" fmla="*/ 1731031 w 7946084"/>
                <a:gd name="connsiteY43" fmla="*/ 288487 h 1069750"/>
                <a:gd name="connsiteX44" fmla="*/ 1769452 w 7946084"/>
                <a:gd name="connsiteY44" fmla="*/ 141097 h 1069750"/>
                <a:gd name="connsiteX45" fmla="*/ 1808700 w 7946084"/>
                <a:gd name="connsiteY45" fmla="*/ 258512 h 1069750"/>
                <a:gd name="connsiteX46" fmla="*/ 1876765 w 7946084"/>
                <a:gd name="connsiteY46" fmla="*/ 173390 h 1069750"/>
                <a:gd name="connsiteX47" fmla="*/ 1911873 w 7946084"/>
                <a:gd name="connsiteY47" fmla="*/ 276894 h 1069750"/>
                <a:gd name="connsiteX48" fmla="*/ 1957747 w 7946084"/>
                <a:gd name="connsiteY48" fmla="*/ 273913 h 1069750"/>
                <a:gd name="connsiteX49" fmla="*/ 1975466 w 7946084"/>
                <a:gd name="connsiteY49" fmla="*/ 257850 h 1069750"/>
                <a:gd name="connsiteX50" fmla="*/ 1963046 w 7946084"/>
                <a:gd name="connsiteY50" fmla="*/ 94727 h 1069750"/>
                <a:gd name="connsiteX51" fmla="*/ 2013722 w 7946084"/>
                <a:gd name="connsiteY51" fmla="*/ 270436 h 1069750"/>
                <a:gd name="connsiteX52" fmla="*/ 2068041 w 7946084"/>
                <a:gd name="connsiteY52" fmla="*/ 267124 h 1069750"/>
                <a:gd name="connsiteX53" fmla="*/ 2073506 w 7946084"/>
                <a:gd name="connsiteY53" fmla="*/ 185479 h 1069750"/>
                <a:gd name="connsiteX54" fmla="*/ 2113417 w 7946084"/>
                <a:gd name="connsiteY54" fmla="*/ 264639 h 1069750"/>
                <a:gd name="connsiteX55" fmla="*/ 2144716 w 7946084"/>
                <a:gd name="connsiteY55" fmla="*/ 262984 h 1069750"/>
                <a:gd name="connsiteX56" fmla="*/ 2183965 w 7946084"/>
                <a:gd name="connsiteY56" fmla="*/ 133645 h 1069750"/>
                <a:gd name="connsiteX57" fmla="*/ 2184959 w 7946084"/>
                <a:gd name="connsiteY57" fmla="*/ 260996 h 1069750"/>
                <a:gd name="connsiteX58" fmla="*/ 2192411 w 7946084"/>
                <a:gd name="connsiteY58" fmla="*/ 260665 h 1069750"/>
                <a:gd name="connsiteX59" fmla="*/ 2249049 w 7946084"/>
                <a:gd name="connsiteY59" fmla="*/ 54484 h 1069750"/>
                <a:gd name="connsiteX60" fmla="*/ 2239112 w 7946084"/>
                <a:gd name="connsiteY60" fmla="*/ 258347 h 1069750"/>
                <a:gd name="connsiteX61" fmla="*/ 2286973 w 7946084"/>
                <a:gd name="connsiteY61" fmla="*/ 256359 h 1069750"/>
                <a:gd name="connsiteX62" fmla="*/ 2284820 w 7946084"/>
                <a:gd name="connsiteY62" fmla="*/ 159148 h 1069750"/>
                <a:gd name="connsiteX63" fmla="*/ 2318769 w 7946084"/>
                <a:gd name="connsiteY63" fmla="*/ 255034 h 1069750"/>
                <a:gd name="connsiteX64" fmla="*/ 2367954 w 7946084"/>
                <a:gd name="connsiteY64" fmla="*/ 253047 h 1069750"/>
                <a:gd name="connsiteX65" fmla="*/ 2320260 w 7946084"/>
                <a:gd name="connsiteY65" fmla="*/ 60943 h 1069750"/>
                <a:gd name="connsiteX66" fmla="*/ 2427738 w 7946084"/>
                <a:gd name="connsiteY66" fmla="*/ 251060 h 1069750"/>
                <a:gd name="connsiteX67" fmla="*/ 2456554 w 7946084"/>
                <a:gd name="connsiteY67" fmla="*/ 250231 h 1069750"/>
                <a:gd name="connsiteX68" fmla="*/ 2488185 w 7946084"/>
                <a:gd name="connsiteY68" fmla="*/ 144243 h 1069750"/>
                <a:gd name="connsiteX69" fmla="*/ 2507229 w 7946084"/>
                <a:gd name="connsiteY69" fmla="*/ 248575 h 1069750"/>
                <a:gd name="connsiteX70" fmla="*/ 2555918 w 7946084"/>
                <a:gd name="connsiteY70" fmla="*/ 247582 h 1069750"/>
                <a:gd name="connsiteX71" fmla="*/ 2565689 w 7946084"/>
                <a:gd name="connsiteY71" fmla="*/ 194753 h 1069750"/>
                <a:gd name="connsiteX72" fmla="*/ 2576950 w 7946084"/>
                <a:gd name="connsiteY72" fmla="*/ 247085 h 1069750"/>
                <a:gd name="connsiteX73" fmla="*/ 2601294 w 7946084"/>
                <a:gd name="connsiteY73" fmla="*/ 246588 h 1069750"/>
                <a:gd name="connsiteX74" fmla="*/ 2638556 w 7946084"/>
                <a:gd name="connsiteY74" fmla="*/ 137785 h 1069750"/>
                <a:gd name="connsiteX75" fmla="*/ 2637231 w 7946084"/>
                <a:gd name="connsiteY75" fmla="*/ 245926 h 1069750"/>
                <a:gd name="connsiteX76" fmla="*/ 2690390 w 7946084"/>
                <a:gd name="connsiteY76" fmla="*/ 245263 h 1069750"/>
                <a:gd name="connsiteX77" fmla="*/ 2721359 w 7946084"/>
                <a:gd name="connsiteY77" fmla="*/ 162460 h 1069750"/>
                <a:gd name="connsiteX78" fmla="*/ 2730798 w 7946084"/>
                <a:gd name="connsiteY78" fmla="*/ 244767 h 1069750"/>
                <a:gd name="connsiteX79" fmla="*/ 2797207 w 7946084"/>
                <a:gd name="connsiteY79" fmla="*/ 244270 h 1069750"/>
                <a:gd name="connsiteX80" fmla="*/ 2797704 w 7946084"/>
                <a:gd name="connsiteY80" fmla="*/ 212805 h 1069750"/>
                <a:gd name="connsiteX81" fmla="*/ 2817576 w 7946084"/>
                <a:gd name="connsiteY81" fmla="*/ 244270 h 1069750"/>
                <a:gd name="connsiteX82" fmla="*/ 2826519 w 7946084"/>
                <a:gd name="connsiteY82" fmla="*/ 244270 h 1069750"/>
                <a:gd name="connsiteX83" fmla="*/ 2903692 w 7946084"/>
                <a:gd name="connsiteY83" fmla="*/ 108804 h 1069750"/>
                <a:gd name="connsiteX84" fmla="*/ 2886303 w 7946084"/>
                <a:gd name="connsiteY84" fmla="*/ 244435 h 1069750"/>
                <a:gd name="connsiteX85" fmla="*/ 2903029 w 7946084"/>
                <a:gd name="connsiteY85" fmla="*/ 244435 h 1069750"/>
                <a:gd name="connsiteX86" fmla="*/ 2921246 w 7946084"/>
                <a:gd name="connsiteY86" fmla="*/ 171237 h 1069750"/>
                <a:gd name="connsiteX87" fmla="*/ 2935488 w 7946084"/>
                <a:gd name="connsiteY87" fmla="*/ 244601 h 1069750"/>
                <a:gd name="connsiteX88" fmla="*/ 2976062 w 7946084"/>
                <a:gd name="connsiteY88" fmla="*/ 245098 h 1069750"/>
                <a:gd name="connsiteX89" fmla="*/ 2979871 w 7946084"/>
                <a:gd name="connsiteY89" fmla="*/ 188626 h 1069750"/>
                <a:gd name="connsiteX90" fmla="*/ 3000572 w 7946084"/>
                <a:gd name="connsiteY90" fmla="*/ 245429 h 1069750"/>
                <a:gd name="connsiteX91" fmla="*/ 3022432 w 7946084"/>
                <a:gd name="connsiteY91" fmla="*/ 245760 h 1069750"/>
                <a:gd name="connsiteX92" fmla="*/ 3030712 w 7946084"/>
                <a:gd name="connsiteY92" fmla="*/ 193760 h 1069750"/>
                <a:gd name="connsiteX93" fmla="*/ 3051082 w 7946084"/>
                <a:gd name="connsiteY93" fmla="*/ 246091 h 1069750"/>
                <a:gd name="connsiteX94" fmla="*/ 3105070 w 7946084"/>
                <a:gd name="connsiteY94" fmla="*/ 247251 h 1069750"/>
                <a:gd name="connsiteX95" fmla="*/ 3089337 w 7946084"/>
                <a:gd name="connsiteY95" fmla="*/ 124370 h 1069750"/>
                <a:gd name="connsiteX96" fmla="*/ 3146968 w 7946084"/>
                <a:gd name="connsiteY96" fmla="*/ 227047 h 1069750"/>
                <a:gd name="connsiteX97" fmla="*/ 3186879 w 7946084"/>
                <a:gd name="connsiteY97" fmla="*/ 161467 h 1069750"/>
                <a:gd name="connsiteX98" fmla="*/ 3176612 w 7946084"/>
                <a:gd name="connsiteY98" fmla="*/ 249072 h 1069750"/>
                <a:gd name="connsiteX99" fmla="*/ 3206255 w 7946084"/>
                <a:gd name="connsiteY99" fmla="*/ 249900 h 1069750"/>
                <a:gd name="connsiteX100" fmla="*/ 3200625 w 7946084"/>
                <a:gd name="connsiteY100" fmla="*/ 206346 h 1069750"/>
                <a:gd name="connsiteX101" fmla="*/ 3227122 w 7946084"/>
                <a:gd name="connsiteY101" fmla="*/ 250728 h 1069750"/>
                <a:gd name="connsiteX102" fmla="*/ 3232918 w 7946084"/>
                <a:gd name="connsiteY102" fmla="*/ 250894 h 1069750"/>
                <a:gd name="connsiteX103" fmla="*/ 3261237 w 7946084"/>
                <a:gd name="connsiteY103" fmla="*/ 161467 h 1069750"/>
                <a:gd name="connsiteX104" fmla="*/ 3294524 w 7946084"/>
                <a:gd name="connsiteY104" fmla="*/ 253047 h 1069750"/>
                <a:gd name="connsiteX105" fmla="*/ 3294855 w 7946084"/>
                <a:gd name="connsiteY105" fmla="*/ 253378 h 1069750"/>
                <a:gd name="connsiteX106" fmla="*/ 3321517 w 7946084"/>
                <a:gd name="connsiteY106" fmla="*/ 254372 h 1069750"/>
                <a:gd name="connsiteX107" fmla="*/ 3339403 w 7946084"/>
                <a:gd name="connsiteY107" fmla="*/ 179021 h 1069750"/>
                <a:gd name="connsiteX108" fmla="*/ 3370206 w 7946084"/>
                <a:gd name="connsiteY108" fmla="*/ 256525 h 1069750"/>
                <a:gd name="connsiteX109" fmla="*/ 3418232 w 7946084"/>
                <a:gd name="connsiteY109" fmla="*/ 259009 h 1069750"/>
                <a:gd name="connsiteX110" fmla="*/ 3435124 w 7946084"/>
                <a:gd name="connsiteY110" fmla="*/ 165441 h 1069750"/>
                <a:gd name="connsiteX111" fmla="*/ 3466755 w 7946084"/>
                <a:gd name="connsiteY111" fmla="*/ 261327 h 1069750"/>
                <a:gd name="connsiteX112" fmla="*/ 3513290 w 7946084"/>
                <a:gd name="connsiteY112" fmla="*/ 264308 h 1069750"/>
                <a:gd name="connsiteX113" fmla="*/ 3522895 w 7946084"/>
                <a:gd name="connsiteY113" fmla="*/ 201378 h 1069750"/>
                <a:gd name="connsiteX114" fmla="*/ 3541940 w 7946084"/>
                <a:gd name="connsiteY114" fmla="*/ 266130 h 1069750"/>
                <a:gd name="connsiteX115" fmla="*/ 3544590 w 7946084"/>
                <a:gd name="connsiteY115" fmla="*/ 266295 h 1069750"/>
                <a:gd name="connsiteX116" fmla="*/ 3591291 w 7946084"/>
                <a:gd name="connsiteY116" fmla="*/ 190779 h 1069750"/>
                <a:gd name="connsiteX117" fmla="*/ 3579201 w 7946084"/>
                <a:gd name="connsiteY117" fmla="*/ 268614 h 1069750"/>
                <a:gd name="connsiteX118" fmla="*/ 3601393 w 7946084"/>
                <a:gd name="connsiteY118" fmla="*/ 270104 h 1069750"/>
                <a:gd name="connsiteX119" fmla="*/ 3610832 w 7946084"/>
                <a:gd name="connsiteY119" fmla="*/ 212308 h 1069750"/>
                <a:gd name="connsiteX120" fmla="*/ 3639482 w 7946084"/>
                <a:gd name="connsiteY120" fmla="*/ 272754 h 1069750"/>
                <a:gd name="connsiteX121" fmla="*/ 3693139 w 7946084"/>
                <a:gd name="connsiteY121" fmla="*/ 277060 h 1069750"/>
                <a:gd name="connsiteX122" fmla="*/ 3693304 w 7946084"/>
                <a:gd name="connsiteY122" fmla="*/ 276729 h 1069750"/>
                <a:gd name="connsiteX123" fmla="*/ 3728082 w 7946084"/>
                <a:gd name="connsiteY123" fmla="*/ 179021 h 1069750"/>
                <a:gd name="connsiteX124" fmla="*/ 3741827 w 7946084"/>
                <a:gd name="connsiteY124" fmla="*/ 280703 h 1069750"/>
                <a:gd name="connsiteX125" fmla="*/ 3742159 w 7946084"/>
                <a:gd name="connsiteY125" fmla="*/ 281035 h 1069750"/>
                <a:gd name="connsiteX126" fmla="*/ 3758553 w 7946084"/>
                <a:gd name="connsiteY126" fmla="*/ 282359 h 1069750"/>
                <a:gd name="connsiteX127" fmla="*/ 3770974 w 7946084"/>
                <a:gd name="connsiteY127" fmla="*/ 224066 h 1069750"/>
                <a:gd name="connsiteX128" fmla="*/ 3787204 w 7946084"/>
                <a:gd name="connsiteY128" fmla="*/ 284843 h 1069750"/>
                <a:gd name="connsiteX129" fmla="*/ 3820325 w 7946084"/>
                <a:gd name="connsiteY129" fmla="*/ 287990 h 1069750"/>
                <a:gd name="connsiteX130" fmla="*/ 3835561 w 7946084"/>
                <a:gd name="connsiteY130" fmla="*/ 210983 h 1069750"/>
                <a:gd name="connsiteX131" fmla="*/ 3857917 w 7946084"/>
                <a:gd name="connsiteY131" fmla="*/ 291468 h 1069750"/>
                <a:gd name="connsiteX132" fmla="*/ 3899319 w 7946084"/>
                <a:gd name="connsiteY132" fmla="*/ 295442 h 1069750"/>
                <a:gd name="connsiteX133" fmla="*/ 3905778 w 7946084"/>
                <a:gd name="connsiteY133" fmla="*/ 229862 h 1069750"/>
                <a:gd name="connsiteX134" fmla="*/ 3937740 w 7946084"/>
                <a:gd name="connsiteY134" fmla="*/ 299417 h 1069750"/>
                <a:gd name="connsiteX135" fmla="*/ 3973511 w 7946084"/>
                <a:gd name="connsiteY135" fmla="*/ 303392 h 1069750"/>
                <a:gd name="connsiteX136" fmla="*/ 3966555 w 7946084"/>
                <a:gd name="connsiteY136" fmla="*/ 244435 h 1069750"/>
                <a:gd name="connsiteX137" fmla="*/ 3994709 w 7946084"/>
                <a:gd name="connsiteY137" fmla="*/ 305876 h 1069750"/>
                <a:gd name="connsiteX138" fmla="*/ 4031970 w 7946084"/>
                <a:gd name="connsiteY138" fmla="*/ 309850 h 1069750"/>
                <a:gd name="connsiteX139" fmla="*/ 4060123 w 7946084"/>
                <a:gd name="connsiteY139" fmla="*/ 222079 h 1069750"/>
                <a:gd name="connsiteX140" fmla="*/ 4068569 w 7946084"/>
                <a:gd name="connsiteY140" fmla="*/ 314156 h 1069750"/>
                <a:gd name="connsiteX141" fmla="*/ 4096888 w 7946084"/>
                <a:gd name="connsiteY141" fmla="*/ 317799 h 1069750"/>
                <a:gd name="connsiteX142" fmla="*/ 4105168 w 7946084"/>
                <a:gd name="connsiteY142" fmla="*/ 261162 h 1069750"/>
                <a:gd name="connsiteX143" fmla="*/ 4130672 w 7946084"/>
                <a:gd name="connsiteY143" fmla="*/ 322105 h 1069750"/>
                <a:gd name="connsiteX144" fmla="*/ 4202877 w 7946084"/>
                <a:gd name="connsiteY144" fmla="*/ 331213 h 1069750"/>
                <a:gd name="connsiteX145" fmla="*/ 4222252 w 7946084"/>
                <a:gd name="connsiteY145" fmla="*/ 276729 h 1069750"/>
                <a:gd name="connsiteX146" fmla="*/ 4236991 w 7946084"/>
                <a:gd name="connsiteY146" fmla="*/ 335850 h 1069750"/>
                <a:gd name="connsiteX147" fmla="*/ 4236991 w 7946084"/>
                <a:gd name="connsiteY147" fmla="*/ 336181 h 1069750"/>
                <a:gd name="connsiteX148" fmla="*/ 4268291 w 7946084"/>
                <a:gd name="connsiteY148" fmla="*/ 340653 h 1069750"/>
                <a:gd name="connsiteX149" fmla="*/ 4288661 w 7946084"/>
                <a:gd name="connsiteY149" fmla="*/ 288652 h 1069750"/>
                <a:gd name="connsiteX150" fmla="*/ 4292469 w 7946084"/>
                <a:gd name="connsiteY150" fmla="*/ 344131 h 1069750"/>
                <a:gd name="connsiteX151" fmla="*/ 4303234 w 7946084"/>
                <a:gd name="connsiteY151" fmla="*/ 345621 h 1069750"/>
                <a:gd name="connsiteX152" fmla="*/ 4321947 w 7946084"/>
                <a:gd name="connsiteY152" fmla="*/ 244104 h 1069750"/>
                <a:gd name="connsiteX153" fmla="*/ 4336521 w 7946084"/>
                <a:gd name="connsiteY153" fmla="*/ 350092 h 1069750"/>
                <a:gd name="connsiteX154" fmla="*/ 4383222 w 7946084"/>
                <a:gd name="connsiteY154" fmla="*/ 259174 h 1069750"/>
                <a:gd name="connsiteX155" fmla="*/ 4383222 w 7946084"/>
                <a:gd name="connsiteY155" fmla="*/ 346615 h 1069750"/>
                <a:gd name="connsiteX156" fmla="*/ 4422471 w 7946084"/>
                <a:gd name="connsiteY156" fmla="*/ 295939 h 1069750"/>
                <a:gd name="connsiteX157" fmla="*/ 4406242 w 7946084"/>
                <a:gd name="connsiteY157" fmla="*/ 351252 h 1069750"/>
                <a:gd name="connsiteX158" fmla="*/ 4409388 w 7946084"/>
                <a:gd name="connsiteY158" fmla="*/ 361519 h 1069750"/>
                <a:gd name="connsiteX159" fmla="*/ 4429427 w 7946084"/>
                <a:gd name="connsiteY159" fmla="*/ 364832 h 1069750"/>
                <a:gd name="connsiteX160" fmla="*/ 4468344 w 7946084"/>
                <a:gd name="connsiteY160" fmla="*/ 273582 h 1069750"/>
                <a:gd name="connsiteX161" fmla="*/ 4461057 w 7946084"/>
                <a:gd name="connsiteY161" fmla="*/ 370131 h 1069750"/>
                <a:gd name="connsiteX162" fmla="*/ 4463044 w 7946084"/>
                <a:gd name="connsiteY162" fmla="*/ 370462 h 1069750"/>
                <a:gd name="connsiteX163" fmla="*/ 4479936 w 7946084"/>
                <a:gd name="connsiteY163" fmla="*/ 316640 h 1069750"/>
                <a:gd name="connsiteX164" fmla="*/ 4491530 w 7946084"/>
                <a:gd name="connsiteY164" fmla="*/ 371952 h 1069750"/>
                <a:gd name="connsiteX165" fmla="*/ 4521504 w 7946084"/>
                <a:gd name="connsiteY165" fmla="*/ 311009 h 1069750"/>
                <a:gd name="connsiteX166" fmla="*/ 4514052 w 7946084"/>
                <a:gd name="connsiteY166" fmla="*/ 361188 h 1069750"/>
                <a:gd name="connsiteX167" fmla="*/ 4520013 w 7946084"/>
                <a:gd name="connsiteY167" fmla="*/ 380067 h 1069750"/>
                <a:gd name="connsiteX168" fmla="*/ 4539390 w 7946084"/>
                <a:gd name="connsiteY168" fmla="*/ 383379 h 1069750"/>
                <a:gd name="connsiteX169" fmla="*/ 4544523 w 7946084"/>
                <a:gd name="connsiteY169" fmla="*/ 375430 h 1069750"/>
                <a:gd name="connsiteX170" fmla="*/ 4549326 w 7946084"/>
                <a:gd name="connsiteY170" fmla="*/ 278882 h 1069750"/>
                <a:gd name="connsiteX171" fmla="*/ 4568702 w 7946084"/>
                <a:gd name="connsiteY171" fmla="*/ 378908 h 1069750"/>
                <a:gd name="connsiteX172" fmla="*/ 4591721 w 7946084"/>
                <a:gd name="connsiteY172" fmla="*/ 309850 h 1069750"/>
                <a:gd name="connsiteX173" fmla="*/ 4587249 w 7946084"/>
                <a:gd name="connsiteY173" fmla="*/ 392157 h 1069750"/>
                <a:gd name="connsiteX174" fmla="*/ 4617058 w 7946084"/>
                <a:gd name="connsiteY174" fmla="*/ 397621 h 1069750"/>
                <a:gd name="connsiteX175" fmla="*/ 4651506 w 7946084"/>
                <a:gd name="connsiteY175" fmla="*/ 298257 h 1069750"/>
                <a:gd name="connsiteX176" fmla="*/ 4647199 w 7946084"/>
                <a:gd name="connsiteY176" fmla="*/ 386029 h 1069750"/>
                <a:gd name="connsiteX177" fmla="*/ 4653823 w 7946084"/>
                <a:gd name="connsiteY177" fmla="*/ 345455 h 1069750"/>
                <a:gd name="connsiteX178" fmla="*/ 4661938 w 7946084"/>
                <a:gd name="connsiteY178" fmla="*/ 390335 h 1069750"/>
                <a:gd name="connsiteX179" fmla="*/ 4684461 w 7946084"/>
                <a:gd name="connsiteY179" fmla="*/ 410208 h 1069750"/>
                <a:gd name="connsiteX180" fmla="*/ 4688270 w 7946084"/>
                <a:gd name="connsiteY180" fmla="*/ 411036 h 1069750"/>
                <a:gd name="connsiteX181" fmla="*/ 4733315 w 7946084"/>
                <a:gd name="connsiteY181" fmla="*/ 316640 h 1069750"/>
                <a:gd name="connsiteX182" fmla="*/ 4716091 w 7946084"/>
                <a:gd name="connsiteY182" fmla="*/ 406896 h 1069750"/>
                <a:gd name="connsiteX183" fmla="*/ 4722385 w 7946084"/>
                <a:gd name="connsiteY183" fmla="*/ 417825 h 1069750"/>
                <a:gd name="connsiteX184" fmla="*/ 4745569 w 7946084"/>
                <a:gd name="connsiteY184" fmla="*/ 422628 h 1069750"/>
                <a:gd name="connsiteX185" fmla="*/ 4792106 w 7946084"/>
                <a:gd name="connsiteY185" fmla="*/ 304054 h 1069750"/>
                <a:gd name="connsiteX186" fmla="*/ 4789289 w 7946084"/>
                <a:gd name="connsiteY186" fmla="*/ 431571 h 1069750"/>
                <a:gd name="connsiteX187" fmla="*/ 4804194 w 7946084"/>
                <a:gd name="connsiteY187" fmla="*/ 434718 h 1069750"/>
                <a:gd name="connsiteX188" fmla="*/ 4805850 w 7946084"/>
                <a:gd name="connsiteY188" fmla="*/ 434221 h 1069750"/>
                <a:gd name="connsiteX189" fmla="*/ 4851889 w 7946084"/>
                <a:gd name="connsiteY189" fmla="*/ 298257 h 1069750"/>
                <a:gd name="connsiteX190" fmla="*/ 4844933 w 7946084"/>
                <a:gd name="connsiteY190" fmla="*/ 443163 h 1069750"/>
                <a:gd name="connsiteX191" fmla="*/ 4859342 w 7946084"/>
                <a:gd name="connsiteY191" fmla="*/ 446144 h 1069750"/>
                <a:gd name="connsiteX192" fmla="*/ 4889317 w 7946084"/>
                <a:gd name="connsiteY192" fmla="*/ 452934 h 1069750"/>
                <a:gd name="connsiteX193" fmla="*/ 4911839 w 7946084"/>
                <a:gd name="connsiteY193" fmla="*/ 354729 h 1069750"/>
                <a:gd name="connsiteX194" fmla="*/ 4926412 w 7946084"/>
                <a:gd name="connsiteY194" fmla="*/ 461380 h 1069750"/>
                <a:gd name="connsiteX195" fmla="*/ 4934858 w 7946084"/>
                <a:gd name="connsiteY195" fmla="*/ 463367 h 1069750"/>
                <a:gd name="connsiteX196" fmla="*/ 4930719 w 7946084"/>
                <a:gd name="connsiteY196" fmla="*/ 435380 h 1069750"/>
                <a:gd name="connsiteX197" fmla="*/ 5005241 w 7946084"/>
                <a:gd name="connsiteY197" fmla="*/ 295111 h 1069750"/>
                <a:gd name="connsiteX198" fmla="*/ 4991827 w 7946084"/>
                <a:gd name="connsiteY198" fmla="*/ 462539 h 1069750"/>
                <a:gd name="connsiteX199" fmla="*/ 5025776 w 7946084"/>
                <a:gd name="connsiteY199" fmla="*/ 374271 h 1069750"/>
                <a:gd name="connsiteX200" fmla="*/ 5050782 w 7946084"/>
                <a:gd name="connsiteY200" fmla="*/ 460386 h 1069750"/>
                <a:gd name="connsiteX201" fmla="*/ 5050782 w 7946084"/>
                <a:gd name="connsiteY201" fmla="*/ 344793 h 1069750"/>
                <a:gd name="connsiteX202" fmla="*/ 5089700 w 7946084"/>
                <a:gd name="connsiteY202" fmla="*/ 465520 h 1069750"/>
                <a:gd name="connsiteX203" fmla="*/ 5107420 w 7946084"/>
                <a:gd name="connsiteY203" fmla="*/ 410539 h 1069750"/>
                <a:gd name="connsiteX204" fmla="*/ 5130772 w 7946084"/>
                <a:gd name="connsiteY204" fmla="*/ 510234 h 1069750"/>
                <a:gd name="connsiteX205" fmla="*/ 5132095 w 7946084"/>
                <a:gd name="connsiteY205" fmla="*/ 510565 h 1069750"/>
                <a:gd name="connsiteX206" fmla="*/ 5190389 w 7946084"/>
                <a:gd name="connsiteY206" fmla="*/ 383545 h 1069750"/>
                <a:gd name="connsiteX207" fmla="*/ 5191217 w 7946084"/>
                <a:gd name="connsiteY207" fmla="*/ 505597 h 1069750"/>
                <a:gd name="connsiteX208" fmla="*/ 5241065 w 7946084"/>
                <a:gd name="connsiteY208" fmla="*/ 415010 h 1069750"/>
                <a:gd name="connsiteX209" fmla="*/ 5241065 w 7946084"/>
                <a:gd name="connsiteY209" fmla="*/ 507915 h 1069750"/>
                <a:gd name="connsiteX210" fmla="*/ 5301345 w 7946084"/>
                <a:gd name="connsiteY210" fmla="*/ 383379 h 1069750"/>
                <a:gd name="connsiteX211" fmla="*/ 5301511 w 7946084"/>
                <a:gd name="connsiteY211" fmla="*/ 509572 h 1069750"/>
                <a:gd name="connsiteX212" fmla="*/ 5347550 w 7946084"/>
                <a:gd name="connsiteY212" fmla="*/ 451278 h 1069750"/>
                <a:gd name="connsiteX213" fmla="*/ 5327014 w 7946084"/>
                <a:gd name="connsiteY213" fmla="*/ 532756 h 1069750"/>
                <a:gd name="connsiteX214" fmla="*/ 5343245 w 7946084"/>
                <a:gd name="connsiteY214" fmla="*/ 565878 h 1069750"/>
                <a:gd name="connsiteX215" fmla="*/ 5372556 w 7946084"/>
                <a:gd name="connsiteY215" fmla="*/ 574158 h 1069750"/>
                <a:gd name="connsiteX216" fmla="*/ 5372391 w 7946084"/>
                <a:gd name="connsiteY216" fmla="*/ 546502 h 1069750"/>
                <a:gd name="connsiteX217" fmla="*/ 5431182 w 7946084"/>
                <a:gd name="connsiteY217" fmla="*/ 383545 h 1069750"/>
                <a:gd name="connsiteX218" fmla="*/ 5413130 w 7946084"/>
                <a:gd name="connsiteY218" fmla="*/ 555444 h 1069750"/>
                <a:gd name="connsiteX219" fmla="*/ 5435819 w 7946084"/>
                <a:gd name="connsiteY219" fmla="*/ 496654 h 1069750"/>
                <a:gd name="connsiteX220" fmla="*/ 5453869 w 7946084"/>
                <a:gd name="connsiteY220" fmla="*/ 578133 h 1069750"/>
                <a:gd name="connsiteX221" fmla="*/ 5528559 w 7946084"/>
                <a:gd name="connsiteY221" fmla="*/ 465023 h 1069750"/>
                <a:gd name="connsiteX222" fmla="*/ 5499246 w 7946084"/>
                <a:gd name="connsiteY222" fmla="*/ 587241 h 1069750"/>
                <a:gd name="connsiteX223" fmla="*/ 5578406 w 7946084"/>
                <a:gd name="connsiteY223" fmla="*/ 519342 h 1069750"/>
                <a:gd name="connsiteX224" fmla="*/ 5532698 w 7946084"/>
                <a:gd name="connsiteY224" fmla="*/ 619700 h 1069750"/>
                <a:gd name="connsiteX225" fmla="*/ 5547271 w 7946084"/>
                <a:gd name="connsiteY225" fmla="*/ 623840 h 1069750"/>
                <a:gd name="connsiteX226" fmla="*/ 5555884 w 7946084"/>
                <a:gd name="connsiteY226" fmla="*/ 621190 h 1069750"/>
                <a:gd name="connsiteX227" fmla="*/ 5615832 w 7946084"/>
                <a:gd name="connsiteY227" fmla="*/ 451278 h 1069750"/>
                <a:gd name="connsiteX228" fmla="*/ 5615832 w 7946084"/>
                <a:gd name="connsiteY228" fmla="*/ 605458 h 1069750"/>
                <a:gd name="connsiteX229" fmla="*/ 5621463 w 7946084"/>
                <a:gd name="connsiteY229" fmla="*/ 645700 h 1069750"/>
                <a:gd name="connsiteX230" fmla="*/ 5627591 w 7946084"/>
                <a:gd name="connsiteY230" fmla="*/ 647522 h 1069750"/>
                <a:gd name="connsiteX231" fmla="*/ 5628419 w 7946084"/>
                <a:gd name="connsiteY231" fmla="*/ 639242 h 1069750"/>
                <a:gd name="connsiteX232" fmla="*/ 5712050 w 7946084"/>
                <a:gd name="connsiteY232" fmla="*/ 510400 h 1069750"/>
                <a:gd name="connsiteX233" fmla="*/ 5673629 w 7946084"/>
                <a:gd name="connsiteY233" fmla="*/ 648350 h 1069750"/>
                <a:gd name="connsiteX234" fmla="*/ 5764216 w 7946084"/>
                <a:gd name="connsiteY234" fmla="*/ 582604 h 1069750"/>
                <a:gd name="connsiteX235" fmla="*/ 5737056 w 7946084"/>
                <a:gd name="connsiteY235" fmla="*/ 665408 h 1069750"/>
                <a:gd name="connsiteX236" fmla="*/ 5811911 w 7946084"/>
                <a:gd name="connsiteY236" fmla="*/ 578133 h 1069750"/>
                <a:gd name="connsiteX237" fmla="*/ 5787733 w 7946084"/>
                <a:gd name="connsiteY237" fmla="*/ 659280 h 1069750"/>
                <a:gd name="connsiteX238" fmla="*/ 5753948 w 7946084"/>
                <a:gd name="connsiteY238" fmla="*/ 685777 h 1069750"/>
                <a:gd name="connsiteX239" fmla="*/ 5776140 w 7946084"/>
                <a:gd name="connsiteY239" fmla="*/ 692567 h 1069750"/>
                <a:gd name="connsiteX240" fmla="*/ 5787733 w 7946084"/>
                <a:gd name="connsiteY240" fmla="*/ 689089 h 1069750"/>
                <a:gd name="connsiteX241" fmla="*/ 5895708 w 7946084"/>
                <a:gd name="connsiteY241" fmla="*/ 501125 h 1069750"/>
                <a:gd name="connsiteX242" fmla="*/ 5863911 w 7946084"/>
                <a:gd name="connsiteY242" fmla="*/ 710784 h 1069750"/>
                <a:gd name="connsiteX243" fmla="*/ 5983976 w 7946084"/>
                <a:gd name="connsiteY243" fmla="*/ 627980 h 1069750"/>
                <a:gd name="connsiteX244" fmla="*/ 5940919 w 7946084"/>
                <a:gd name="connsiteY244" fmla="*/ 738937 h 1069750"/>
                <a:gd name="connsiteX245" fmla="*/ 5946549 w 7946084"/>
                <a:gd name="connsiteY245" fmla="*/ 745727 h 1069750"/>
                <a:gd name="connsiteX246" fmla="*/ 6031174 w 7946084"/>
                <a:gd name="connsiteY246" fmla="*/ 772886 h 1069750"/>
                <a:gd name="connsiteX247" fmla="*/ 6072410 w 7946084"/>
                <a:gd name="connsiteY247" fmla="*/ 591712 h 1069750"/>
                <a:gd name="connsiteX248" fmla="*/ 6108678 w 7946084"/>
                <a:gd name="connsiteY248" fmla="*/ 768415 h 1069750"/>
                <a:gd name="connsiteX249" fmla="*/ 6115137 w 7946084"/>
                <a:gd name="connsiteY249" fmla="*/ 766593 h 1069750"/>
                <a:gd name="connsiteX250" fmla="*/ 6195290 w 7946084"/>
                <a:gd name="connsiteY250" fmla="*/ 660108 h 1069750"/>
                <a:gd name="connsiteX251" fmla="*/ 6195456 w 7946084"/>
                <a:gd name="connsiteY251" fmla="*/ 799880 h 1069750"/>
                <a:gd name="connsiteX252" fmla="*/ 6277265 w 7946084"/>
                <a:gd name="connsiteY252" fmla="*/ 680312 h 1069750"/>
                <a:gd name="connsiteX253" fmla="*/ 6223443 w 7946084"/>
                <a:gd name="connsiteY253" fmla="*/ 829855 h 1069750"/>
                <a:gd name="connsiteX254" fmla="*/ 6254246 w 7946084"/>
                <a:gd name="connsiteY254" fmla="*/ 845091 h 1069750"/>
                <a:gd name="connsiteX255" fmla="*/ 6287202 w 7946084"/>
                <a:gd name="connsiteY255" fmla="*/ 855855 h 1069750"/>
                <a:gd name="connsiteX256" fmla="*/ 6395343 w 7946084"/>
                <a:gd name="connsiteY256" fmla="*/ 709790 h 1069750"/>
                <a:gd name="connsiteX257" fmla="*/ 6357088 w 7946084"/>
                <a:gd name="connsiteY257" fmla="*/ 878875 h 1069750"/>
                <a:gd name="connsiteX258" fmla="*/ 6385903 w 7946084"/>
                <a:gd name="connsiteY258" fmla="*/ 888314 h 1069750"/>
                <a:gd name="connsiteX259" fmla="*/ 6464070 w 7946084"/>
                <a:gd name="connsiteY259" fmla="*/ 800046 h 1069750"/>
                <a:gd name="connsiteX260" fmla="*/ 6432604 w 7946084"/>
                <a:gd name="connsiteY260" fmla="*/ 903716 h 1069750"/>
                <a:gd name="connsiteX261" fmla="*/ 6448668 w 7946084"/>
                <a:gd name="connsiteY261" fmla="*/ 909015 h 1069750"/>
                <a:gd name="connsiteX262" fmla="*/ 6513421 w 7946084"/>
                <a:gd name="connsiteY262" fmla="*/ 780008 h 1069750"/>
                <a:gd name="connsiteX263" fmla="*/ 6499841 w 7946084"/>
                <a:gd name="connsiteY263" fmla="*/ 925907 h 1069750"/>
                <a:gd name="connsiteX264" fmla="*/ 6504147 w 7946084"/>
                <a:gd name="connsiteY264" fmla="*/ 927232 h 1069750"/>
                <a:gd name="connsiteX265" fmla="*/ 6553994 w 7946084"/>
                <a:gd name="connsiteY265" fmla="*/ 704656 h 1069750"/>
                <a:gd name="connsiteX266" fmla="*/ 6566912 w 7946084"/>
                <a:gd name="connsiteY266" fmla="*/ 929716 h 1069750"/>
                <a:gd name="connsiteX267" fmla="*/ 6635307 w 7946084"/>
                <a:gd name="connsiteY267" fmla="*/ 835320 h 1069750"/>
                <a:gd name="connsiteX268" fmla="*/ 6626033 w 7946084"/>
                <a:gd name="connsiteY268" fmla="*/ 967309 h 1069750"/>
                <a:gd name="connsiteX269" fmla="*/ 6664785 w 7946084"/>
                <a:gd name="connsiteY269" fmla="*/ 980060 h 1069750"/>
                <a:gd name="connsiteX270" fmla="*/ 6778888 w 7946084"/>
                <a:gd name="connsiteY270" fmla="*/ 800212 h 1069750"/>
                <a:gd name="connsiteX271" fmla="*/ 6752225 w 7946084"/>
                <a:gd name="connsiteY271" fmla="*/ 1008545 h 1069750"/>
                <a:gd name="connsiteX272" fmla="*/ 6763487 w 7946084"/>
                <a:gd name="connsiteY272" fmla="*/ 1012188 h 1069750"/>
                <a:gd name="connsiteX273" fmla="*/ 6830061 w 7946084"/>
                <a:gd name="connsiteY273" fmla="*/ 890798 h 1069750"/>
                <a:gd name="connsiteX274" fmla="*/ 6830061 w 7946084"/>
                <a:gd name="connsiteY274" fmla="*/ 1002417 h 1069750"/>
                <a:gd name="connsiteX275" fmla="*/ 6889513 w 7946084"/>
                <a:gd name="connsiteY275" fmla="*/ 872250 h 1069750"/>
                <a:gd name="connsiteX276" fmla="*/ 6889513 w 7946084"/>
                <a:gd name="connsiteY276" fmla="*/ 1048290 h 1069750"/>
                <a:gd name="connsiteX277" fmla="*/ 6986724 w 7946084"/>
                <a:gd name="connsiteY277" fmla="*/ 877715 h 1069750"/>
                <a:gd name="connsiteX278" fmla="*/ 6999790 w 7946084"/>
                <a:gd name="connsiteY278" fmla="*/ 1056361 h 1069750"/>
                <a:gd name="connsiteX279" fmla="*/ 6994583 w 7946084"/>
                <a:gd name="connsiteY279" fmla="*/ 1069750 h 1069750"/>
                <a:gd name="connsiteX280" fmla="*/ 0 w 7946084"/>
                <a:gd name="connsiteY280" fmla="*/ 1069750 h 1069750"/>
                <a:gd name="connsiteX281" fmla="*/ 0 w 7946084"/>
                <a:gd name="connsiteY281" fmla="*/ 404242 h 1069750"/>
                <a:gd name="connsiteX282" fmla="*/ 41015 w 7946084"/>
                <a:gd name="connsiteY282" fmla="*/ 425278 h 1069750"/>
                <a:gd name="connsiteX283" fmla="*/ 65193 w 7946084"/>
                <a:gd name="connsiteY283" fmla="*/ 146562 h 1069750"/>
                <a:gd name="connsiteX284" fmla="*/ 80760 w 7946084"/>
                <a:gd name="connsiteY284" fmla="*/ 380067 h 1069750"/>
                <a:gd name="connsiteX285" fmla="*/ 117028 w 7946084"/>
                <a:gd name="connsiteY285" fmla="*/ 239798 h 1069750"/>
                <a:gd name="connsiteX286" fmla="*/ 133920 w 7946084"/>
                <a:gd name="connsiteY286" fmla="*/ 373277 h 1069750"/>
                <a:gd name="connsiteX287" fmla="*/ 156277 w 7946084"/>
                <a:gd name="connsiteY287" fmla="*/ 393647 h 1069750"/>
                <a:gd name="connsiteX288" fmla="*/ 178303 w 7946084"/>
                <a:gd name="connsiteY288" fmla="*/ 208996 h 1069750"/>
                <a:gd name="connsiteX289" fmla="*/ 231463 w 7946084"/>
                <a:gd name="connsiteY289" fmla="*/ 381226 h 1069750"/>
                <a:gd name="connsiteX290" fmla="*/ 301680 w 7946084"/>
                <a:gd name="connsiteY290" fmla="*/ 389341 h 1069750"/>
                <a:gd name="connsiteX291" fmla="*/ 286775 w 7946084"/>
                <a:gd name="connsiteY291" fmla="*/ 234996 h 1069750"/>
                <a:gd name="connsiteX292" fmla="*/ 321387 w 7946084"/>
                <a:gd name="connsiteY292" fmla="*/ 372615 h 1069750"/>
                <a:gd name="connsiteX293" fmla="*/ 359973 w 7946084"/>
                <a:gd name="connsiteY293" fmla="*/ 442170 h 1069750"/>
                <a:gd name="connsiteX294" fmla="*/ 368916 w 7946084"/>
                <a:gd name="connsiteY294" fmla="*/ 441011 h 1069750"/>
                <a:gd name="connsiteX295" fmla="*/ 360636 w 7946084"/>
                <a:gd name="connsiteY295" fmla="*/ 413188 h 1069750"/>
                <a:gd name="connsiteX296" fmla="*/ 405350 w 7946084"/>
                <a:gd name="connsiteY296" fmla="*/ 228371 h 1069750"/>
                <a:gd name="connsiteX297" fmla="*/ 422407 w 7946084"/>
                <a:gd name="connsiteY297" fmla="*/ 362679 h 1069750"/>
                <a:gd name="connsiteX298" fmla="*/ 500077 w 7946084"/>
                <a:gd name="connsiteY298" fmla="*/ 213467 h 1069750"/>
                <a:gd name="connsiteX299" fmla="*/ 485338 w 7946084"/>
                <a:gd name="connsiteY299" fmla="*/ 388679 h 1069750"/>
                <a:gd name="connsiteX300" fmla="*/ 559529 w 7946084"/>
                <a:gd name="connsiteY300" fmla="*/ 415341 h 1069750"/>
                <a:gd name="connsiteX301" fmla="*/ 584205 w 7946084"/>
                <a:gd name="connsiteY301" fmla="*/ 412195 h 1069750"/>
                <a:gd name="connsiteX302" fmla="*/ 582880 w 7946084"/>
                <a:gd name="connsiteY302" fmla="*/ 373609 h 1069750"/>
                <a:gd name="connsiteX303" fmla="*/ 595797 w 7946084"/>
                <a:gd name="connsiteY303" fmla="*/ 138778 h 1069750"/>
                <a:gd name="connsiteX304" fmla="*/ 656244 w 7946084"/>
                <a:gd name="connsiteY304" fmla="*/ 335850 h 1069750"/>
                <a:gd name="connsiteX305" fmla="*/ 724308 w 7946084"/>
                <a:gd name="connsiteY305" fmla="*/ 394309 h 1069750"/>
                <a:gd name="connsiteX306" fmla="*/ 738385 w 7946084"/>
                <a:gd name="connsiteY306" fmla="*/ 392488 h 1069750"/>
                <a:gd name="connsiteX307" fmla="*/ 750474 w 7946084"/>
                <a:gd name="connsiteY307" fmla="*/ 215785 h 1069750"/>
                <a:gd name="connsiteX308" fmla="*/ 834602 w 7946084"/>
                <a:gd name="connsiteY308" fmla="*/ 364335 h 1069750"/>
                <a:gd name="connsiteX309" fmla="*/ 887762 w 7946084"/>
                <a:gd name="connsiteY309" fmla="*/ 90421 h 1069750"/>
                <a:gd name="connsiteX310" fmla="*/ 933138 w 7946084"/>
                <a:gd name="connsiteY310" fmla="*/ 327404 h 1069750"/>
                <a:gd name="connsiteX311" fmla="*/ 923367 w 7946084"/>
                <a:gd name="connsiteY311" fmla="*/ 370131 h 1069750"/>
                <a:gd name="connsiteX312" fmla="*/ 973215 w 7946084"/>
                <a:gd name="connsiteY312" fmla="*/ 364169 h 1069750"/>
                <a:gd name="connsiteX313" fmla="*/ 1028031 w 7946084"/>
                <a:gd name="connsiteY313" fmla="*/ 186308 h 1069750"/>
                <a:gd name="connsiteX314" fmla="*/ 1030680 w 7946084"/>
                <a:gd name="connsiteY314" fmla="*/ 357711 h 1069750"/>
                <a:gd name="connsiteX315" fmla="*/ 1107522 w 7946084"/>
                <a:gd name="connsiteY315" fmla="*/ 349099 h 1069750"/>
                <a:gd name="connsiteX316" fmla="*/ 1142134 w 7946084"/>
                <a:gd name="connsiteY316" fmla="*/ 188792 h 1069750"/>
                <a:gd name="connsiteX317" fmla="*/ 1161675 w 7946084"/>
                <a:gd name="connsiteY317" fmla="*/ 342640 h 1069750"/>
                <a:gd name="connsiteX318" fmla="*/ 1162503 w 7946084"/>
                <a:gd name="connsiteY318" fmla="*/ 343137 h 1069750"/>
                <a:gd name="connsiteX319" fmla="*/ 1221294 w 7946084"/>
                <a:gd name="connsiteY319" fmla="*/ 336844 h 1069750"/>
                <a:gd name="connsiteX320" fmla="*/ 1262198 w 7946084"/>
                <a:gd name="connsiteY320" fmla="*/ 105326 h 1069750"/>
                <a:gd name="connsiteX321" fmla="*/ 1300619 w 7946084"/>
                <a:gd name="connsiteY321" fmla="*/ 328729 h 1069750"/>
                <a:gd name="connsiteX322" fmla="*/ 1375805 w 7946084"/>
                <a:gd name="connsiteY322" fmla="*/ 321111 h 1069750"/>
                <a:gd name="connsiteX323" fmla="*/ 1392200 w 7946084"/>
                <a:gd name="connsiteY323" fmla="*/ 256525 h 1069750"/>
                <a:gd name="connsiteX324" fmla="*/ 1410748 w 7946084"/>
                <a:gd name="connsiteY324" fmla="*/ 317965 h 1069750"/>
                <a:gd name="connsiteX325" fmla="*/ 1467054 w 7946084"/>
                <a:gd name="connsiteY325" fmla="*/ 312666 h 1069750"/>
                <a:gd name="connsiteX326" fmla="*/ 1492889 w 7946084"/>
                <a:gd name="connsiteY326" fmla="*/ 220919 h 1069750"/>
                <a:gd name="connsiteX327" fmla="*/ 1509946 w 7946084"/>
                <a:gd name="connsiteY327" fmla="*/ 308691 h 1069750"/>
                <a:gd name="connsiteX328" fmla="*/ 1578673 w 7946084"/>
                <a:gd name="connsiteY328" fmla="*/ 302563 h 1069750"/>
                <a:gd name="connsiteX329" fmla="*/ 1464735 w 7946084"/>
                <a:gd name="connsiteY329" fmla="*/ 0 h 106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</a:cxnLst>
              <a:rect l="l" t="t" r="r" b="b"/>
              <a:pathLst>
                <a:path w="7946084" h="1069750">
                  <a:moveTo>
                    <a:pt x="7946084" y="1053424"/>
                  </a:moveTo>
                  <a:lnTo>
                    <a:pt x="7936711" y="1069750"/>
                  </a:lnTo>
                  <a:lnTo>
                    <a:pt x="7930609" y="1069750"/>
                  </a:lnTo>
                  <a:lnTo>
                    <a:pt x="7938639" y="1061097"/>
                  </a:lnTo>
                  <a:cubicBezTo>
                    <a:pt x="7942565" y="1056977"/>
                    <a:pt x="7945173" y="1054335"/>
                    <a:pt x="7946084" y="1053424"/>
                  </a:cubicBezTo>
                  <a:close/>
                  <a:moveTo>
                    <a:pt x="7732286" y="1053424"/>
                  </a:moveTo>
                  <a:lnTo>
                    <a:pt x="7743981" y="1069750"/>
                  </a:lnTo>
                  <a:lnTo>
                    <a:pt x="7734991" y="1069750"/>
                  </a:lnTo>
                  <a:lnTo>
                    <a:pt x="7734087" y="1062961"/>
                  </a:lnTo>
                  <a:cubicBezTo>
                    <a:pt x="7733210" y="1057753"/>
                    <a:pt x="7732493" y="1054418"/>
                    <a:pt x="7732286" y="1053424"/>
                  </a:cubicBezTo>
                  <a:close/>
                  <a:moveTo>
                    <a:pt x="7245071" y="1018978"/>
                  </a:moveTo>
                  <a:cubicBezTo>
                    <a:pt x="7245071" y="1018978"/>
                    <a:pt x="7245195" y="1024909"/>
                    <a:pt x="7245658" y="1034685"/>
                  </a:cubicBezTo>
                  <a:lnTo>
                    <a:pt x="7248029" y="1069750"/>
                  </a:lnTo>
                  <a:lnTo>
                    <a:pt x="7214630" y="1069750"/>
                  </a:lnTo>
                  <a:lnTo>
                    <a:pt x="7218657" y="1060773"/>
                  </a:lnTo>
                  <a:cubicBezTo>
                    <a:pt x="7231988" y="1036119"/>
                    <a:pt x="7245071" y="1018978"/>
                    <a:pt x="7245071" y="1018978"/>
                  </a:cubicBezTo>
                  <a:close/>
                  <a:moveTo>
                    <a:pt x="7313135" y="1003245"/>
                  </a:moveTo>
                  <a:cubicBezTo>
                    <a:pt x="7333671" y="1018771"/>
                    <a:pt x="7348513" y="1039068"/>
                    <a:pt x="7359226" y="1060781"/>
                  </a:cubicBezTo>
                  <a:lnTo>
                    <a:pt x="7362121" y="1069750"/>
                  </a:lnTo>
                  <a:lnTo>
                    <a:pt x="7332988" y="1069750"/>
                  </a:lnTo>
                  <a:lnTo>
                    <a:pt x="7321444" y="1026474"/>
                  </a:lnTo>
                  <a:cubicBezTo>
                    <a:pt x="7317141" y="1013337"/>
                    <a:pt x="7313674" y="1004653"/>
                    <a:pt x="7313135" y="1003245"/>
                  </a:cubicBezTo>
                  <a:close/>
                  <a:moveTo>
                    <a:pt x="7541672" y="990162"/>
                  </a:moveTo>
                  <a:cubicBezTo>
                    <a:pt x="7513105" y="1011194"/>
                    <a:pt x="7493729" y="1035187"/>
                    <a:pt x="7480854" y="1059743"/>
                  </a:cubicBezTo>
                  <a:lnTo>
                    <a:pt x="7477861" y="1069750"/>
                  </a:lnTo>
                  <a:lnTo>
                    <a:pt x="7456057" y="1069750"/>
                  </a:lnTo>
                  <a:lnTo>
                    <a:pt x="7469033" y="1052389"/>
                  </a:lnTo>
                  <a:cubicBezTo>
                    <a:pt x="7502672" y="1016121"/>
                    <a:pt x="7534634" y="994717"/>
                    <a:pt x="7541672" y="990162"/>
                  </a:cubicBezTo>
                  <a:close/>
                  <a:moveTo>
                    <a:pt x="7215759" y="921767"/>
                  </a:moveTo>
                  <a:cubicBezTo>
                    <a:pt x="7180816" y="967806"/>
                    <a:pt x="7168851" y="1013844"/>
                    <a:pt x="7167464" y="1053279"/>
                  </a:cubicBezTo>
                  <a:lnTo>
                    <a:pt x="7168792" y="1069750"/>
                  </a:lnTo>
                  <a:lnTo>
                    <a:pt x="7089893" y="1069750"/>
                  </a:lnTo>
                  <a:lnTo>
                    <a:pt x="7119065" y="1019602"/>
                  </a:lnTo>
                  <a:cubicBezTo>
                    <a:pt x="7165828" y="953874"/>
                    <a:pt x="7212032" y="924127"/>
                    <a:pt x="7215759" y="921767"/>
                  </a:cubicBezTo>
                  <a:close/>
                  <a:moveTo>
                    <a:pt x="7050317" y="799880"/>
                  </a:moveTo>
                  <a:cubicBezTo>
                    <a:pt x="7123475" y="873037"/>
                    <a:pt x="7109346" y="981593"/>
                    <a:pt x="7090723" y="1048066"/>
                  </a:cubicBezTo>
                  <a:lnTo>
                    <a:pt x="7083855" y="1069750"/>
                  </a:lnTo>
                  <a:lnTo>
                    <a:pt x="7002935" y="1069750"/>
                  </a:lnTo>
                  <a:lnTo>
                    <a:pt x="7012502" y="1058521"/>
                  </a:lnTo>
                  <a:cubicBezTo>
                    <a:pt x="7057164" y="980433"/>
                    <a:pt x="7050317" y="799880"/>
                    <a:pt x="7050317" y="799880"/>
                  </a:cubicBezTo>
                  <a:close/>
                  <a:moveTo>
                    <a:pt x="1464735" y="0"/>
                  </a:moveTo>
                  <a:cubicBezTo>
                    <a:pt x="1538265" y="44051"/>
                    <a:pt x="1580826" y="133810"/>
                    <a:pt x="1604839" y="211314"/>
                  </a:cubicBezTo>
                  <a:cubicBezTo>
                    <a:pt x="1604342" y="152689"/>
                    <a:pt x="1613947" y="72039"/>
                    <a:pt x="1664788" y="34115"/>
                  </a:cubicBezTo>
                  <a:cubicBezTo>
                    <a:pt x="1664788" y="34115"/>
                    <a:pt x="1632495" y="231849"/>
                    <a:pt x="1731031" y="288487"/>
                  </a:cubicBezTo>
                  <a:cubicBezTo>
                    <a:pt x="1731031" y="288487"/>
                    <a:pt x="1717782" y="201875"/>
                    <a:pt x="1769452" y="141097"/>
                  </a:cubicBezTo>
                  <a:cubicBezTo>
                    <a:pt x="1769452" y="141097"/>
                    <a:pt x="1747260" y="209658"/>
                    <a:pt x="1808700" y="258512"/>
                  </a:cubicBezTo>
                  <a:cubicBezTo>
                    <a:pt x="1870141" y="307366"/>
                    <a:pt x="1876765" y="173390"/>
                    <a:pt x="1876765" y="173390"/>
                  </a:cubicBezTo>
                  <a:cubicBezTo>
                    <a:pt x="1876765" y="173390"/>
                    <a:pt x="1906077" y="237314"/>
                    <a:pt x="1911873" y="276894"/>
                  </a:cubicBezTo>
                  <a:cubicBezTo>
                    <a:pt x="1927109" y="275901"/>
                    <a:pt x="1942345" y="274907"/>
                    <a:pt x="1957747" y="273913"/>
                  </a:cubicBezTo>
                  <a:cubicBezTo>
                    <a:pt x="1967683" y="264971"/>
                    <a:pt x="1975466" y="257850"/>
                    <a:pt x="1975466" y="257850"/>
                  </a:cubicBezTo>
                  <a:cubicBezTo>
                    <a:pt x="1975466" y="257850"/>
                    <a:pt x="2019683" y="208002"/>
                    <a:pt x="1963046" y="94727"/>
                  </a:cubicBezTo>
                  <a:cubicBezTo>
                    <a:pt x="1963046" y="94727"/>
                    <a:pt x="2039059" y="169581"/>
                    <a:pt x="2013722" y="270436"/>
                  </a:cubicBezTo>
                  <a:cubicBezTo>
                    <a:pt x="2031773" y="269442"/>
                    <a:pt x="2049989" y="268117"/>
                    <a:pt x="2068041" y="267124"/>
                  </a:cubicBezTo>
                  <a:lnTo>
                    <a:pt x="2073506" y="185479"/>
                  </a:lnTo>
                  <a:cubicBezTo>
                    <a:pt x="2073506" y="185479"/>
                    <a:pt x="2105965" y="232180"/>
                    <a:pt x="2113417" y="264639"/>
                  </a:cubicBezTo>
                  <a:cubicBezTo>
                    <a:pt x="2123850" y="264142"/>
                    <a:pt x="2134283" y="263646"/>
                    <a:pt x="2144716" y="262984"/>
                  </a:cubicBezTo>
                  <a:cubicBezTo>
                    <a:pt x="2143392" y="234830"/>
                    <a:pt x="2145876" y="173887"/>
                    <a:pt x="2183965" y="133645"/>
                  </a:cubicBezTo>
                  <a:cubicBezTo>
                    <a:pt x="2182475" y="138778"/>
                    <a:pt x="2163761" y="201875"/>
                    <a:pt x="2184959" y="260996"/>
                  </a:cubicBezTo>
                  <a:cubicBezTo>
                    <a:pt x="2187443" y="260831"/>
                    <a:pt x="2189927" y="260665"/>
                    <a:pt x="2192411" y="260665"/>
                  </a:cubicBezTo>
                  <a:cubicBezTo>
                    <a:pt x="2187774" y="213798"/>
                    <a:pt x="2185290" y="108306"/>
                    <a:pt x="2249049" y="54484"/>
                  </a:cubicBezTo>
                  <a:cubicBezTo>
                    <a:pt x="2249049" y="54484"/>
                    <a:pt x="2210131" y="182498"/>
                    <a:pt x="2239112" y="258347"/>
                  </a:cubicBezTo>
                  <a:cubicBezTo>
                    <a:pt x="2255011" y="257684"/>
                    <a:pt x="2271074" y="257021"/>
                    <a:pt x="2286973" y="256359"/>
                  </a:cubicBezTo>
                  <a:lnTo>
                    <a:pt x="2284820" y="159148"/>
                  </a:lnTo>
                  <a:cubicBezTo>
                    <a:pt x="2284820" y="159148"/>
                    <a:pt x="2308667" y="209823"/>
                    <a:pt x="2318769" y="255034"/>
                  </a:cubicBezTo>
                  <a:cubicBezTo>
                    <a:pt x="2335164" y="254372"/>
                    <a:pt x="2351559" y="253544"/>
                    <a:pt x="2367954" y="253047"/>
                  </a:cubicBezTo>
                  <a:cubicBezTo>
                    <a:pt x="2375407" y="203696"/>
                    <a:pt x="2380540" y="107644"/>
                    <a:pt x="2320260" y="60943"/>
                  </a:cubicBezTo>
                  <a:cubicBezTo>
                    <a:pt x="2338145" y="72867"/>
                    <a:pt x="2440656" y="147059"/>
                    <a:pt x="2427738" y="251060"/>
                  </a:cubicBezTo>
                  <a:cubicBezTo>
                    <a:pt x="2437343" y="250728"/>
                    <a:pt x="2446949" y="250397"/>
                    <a:pt x="2456554" y="250231"/>
                  </a:cubicBezTo>
                  <a:cubicBezTo>
                    <a:pt x="2472452" y="230193"/>
                    <a:pt x="2488019" y="197403"/>
                    <a:pt x="2488185" y="144243"/>
                  </a:cubicBezTo>
                  <a:cubicBezTo>
                    <a:pt x="2488185" y="144243"/>
                    <a:pt x="2509879" y="202537"/>
                    <a:pt x="2507229" y="248575"/>
                  </a:cubicBezTo>
                  <a:cubicBezTo>
                    <a:pt x="2523459" y="248078"/>
                    <a:pt x="2539688" y="247913"/>
                    <a:pt x="2555918" y="247582"/>
                  </a:cubicBezTo>
                  <a:cubicBezTo>
                    <a:pt x="2556415" y="230524"/>
                    <a:pt x="2558899" y="211314"/>
                    <a:pt x="2565689" y="194753"/>
                  </a:cubicBezTo>
                  <a:cubicBezTo>
                    <a:pt x="2565689" y="194753"/>
                    <a:pt x="2567510" y="222079"/>
                    <a:pt x="2576950" y="247085"/>
                  </a:cubicBezTo>
                  <a:lnTo>
                    <a:pt x="2601294" y="246588"/>
                  </a:lnTo>
                  <a:cubicBezTo>
                    <a:pt x="2602122" y="212308"/>
                    <a:pt x="2608746" y="162294"/>
                    <a:pt x="2638556" y="137785"/>
                  </a:cubicBezTo>
                  <a:cubicBezTo>
                    <a:pt x="2638556" y="137785"/>
                    <a:pt x="2630275" y="197238"/>
                    <a:pt x="2637231" y="245926"/>
                  </a:cubicBezTo>
                  <a:cubicBezTo>
                    <a:pt x="2654951" y="245594"/>
                    <a:pt x="2672671" y="245429"/>
                    <a:pt x="2690390" y="245263"/>
                  </a:cubicBezTo>
                  <a:cubicBezTo>
                    <a:pt x="2690225" y="222410"/>
                    <a:pt x="2695524" y="189619"/>
                    <a:pt x="2721359" y="162460"/>
                  </a:cubicBezTo>
                  <a:cubicBezTo>
                    <a:pt x="2721359" y="162460"/>
                    <a:pt x="2714900" y="209161"/>
                    <a:pt x="2730798" y="244767"/>
                  </a:cubicBezTo>
                  <a:cubicBezTo>
                    <a:pt x="2752990" y="244601"/>
                    <a:pt x="2775181" y="244270"/>
                    <a:pt x="2797207" y="244270"/>
                  </a:cubicBezTo>
                  <a:cubicBezTo>
                    <a:pt x="2799028" y="228040"/>
                    <a:pt x="2797704" y="212805"/>
                    <a:pt x="2797704" y="212805"/>
                  </a:cubicBezTo>
                  <a:cubicBezTo>
                    <a:pt x="2797704" y="212805"/>
                    <a:pt x="2809130" y="225390"/>
                    <a:pt x="2817576" y="244270"/>
                  </a:cubicBezTo>
                  <a:lnTo>
                    <a:pt x="2826519" y="244270"/>
                  </a:lnTo>
                  <a:cubicBezTo>
                    <a:pt x="2830825" y="207339"/>
                    <a:pt x="2846226" y="138116"/>
                    <a:pt x="2903692" y="108804"/>
                  </a:cubicBezTo>
                  <a:cubicBezTo>
                    <a:pt x="2903692" y="108804"/>
                    <a:pt x="2859640" y="187467"/>
                    <a:pt x="2886303" y="244435"/>
                  </a:cubicBezTo>
                  <a:lnTo>
                    <a:pt x="2903029" y="244435"/>
                  </a:lnTo>
                  <a:cubicBezTo>
                    <a:pt x="2903361" y="221085"/>
                    <a:pt x="2906673" y="187135"/>
                    <a:pt x="2921246" y="171237"/>
                  </a:cubicBezTo>
                  <a:cubicBezTo>
                    <a:pt x="2921246" y="171237"/>
                    <a:pt x="2923399" y="215289"/>
                    <a:pt x="2935488" y="244601"/>
                  </a:cubicBezTo>
                  <a:cubicBezTo>
                    <a:pt x="2949068" y="244601"/>
                    <a:pt x="2962648" y="244932"/>
                    <a:pt x="2976062" y="245098"/>
                  </a:cubicBezTo>
                  <a:cubicBezTo>
                    <a:pt x="2981196" y="221250"/>
                    <a:pt x="2979871" y="188626"/>
                    <a:pt x="2979871" y="188626"/>
                  </a:cubicBezTo>
                  <a:cubicBezTo>
                    <a:pt x="2979871" y="188626"/>
                    <a:pt x="2996432" y="217110"/>
                    <a:pt x="3000572" y="245429"/>
                  </a:cubicBezTo>
                  <a:cubicBezTo>
                    <a:pt x="3007858" y="245594"/>
                    <a:pt x="3015145" y="245594"/>
                    <a:pt x="3022432" y="245760"/>
                  </a:cubicBezTo>
                  <a:cubicBezTo>
                    <a:pt x="3029056" y="231849"/>
                    <a:pt x="3033859" y="214295"/>
                    <a:pt x="3030712" y="193760"/>
                  </a:cubicBezTo>
                  <a:cubicBezTo>
                    <a:pt x="3030712" y="193760"/>
                    <a:pt x="3045286" y="220919"/>
                    <a:pt x="3051082" y="246091"/>
                  </a:cubicBezTo>
                  <a:cubicBezTo>
                    <a:pt x="3069133" y="246423"/>
                    <a:pt x="3087018" y="246920"/>
                    <a:pt x="3105070" y="247251"/>
                  </a:cubicBezTo>
                  <a:cubicBezTo>
                    <a:pt x="3110866" y="220422"/>
                    <a:pt x="3117987" y="164613"/>
                    <a:pt x="3089337" y="124370"/>
                  </a:cubicBezTo>
                  <a:cubicBezTo>
                    <a:pt x="3089337" y="124370"/>
                    <a:pt x="3139516" y="174549"/>
                    <a:pt x="3146968" y="227047"/>
                  </a:cubicBezTo>
                  <a:cubicBezTo>
                    <a:pt x="3151274" y="203696"/>
                    <a:pt x="3161707" y="175212"/>
                    <a:pt x="3186879" y="161467"/>
                  </a:cubicBezTo>
                  <a:cubicBezTo>
                    <a:pt x="3186879" y="161467"/>
                    <a:pt x="3162866" y="214295"/>
                    <a:pt x="3176612" y="249072"/>
                  </a:cubicBezTo>
                  <a:cubicBezTo>
                    <a:pt x="3186382" y="249404"/>
                    <a:pt x="3196319" y="249569"/>
                    <a:pt x="3206255" y="249900"/>
                  </a:cubicBezTo>
                  <a:cubicBezTo>
                    <a:pt x="3205924" y="231021"/>
                    <a:pt x="3200625" y="206346"/>
                    <a:pt x="3200625" y="206346"/>
                  </a:cubicBezTo>
                  <a:lnTo>
                    <a:pt x="3227122" y="250728"/>
                  </a:lnTo>
                  <a:cubicBezTo>
                    <a:pt x="3229109" y="250728"/>
                    <a:pt x="3231096" y="250728"/>
                    <a:pt x="3232918" y="250894"/>
                  </a:cubicBezTo>
                  <a:cubicBezTo>
                    <a:pt x="3229275" y="226881"/>
                    <a:pt x="3226625" y="178855"/>
                    <a:pt x="3261237" y="161467"/>
                  </a:cubicBezTo>
                  <a:cubicBezTo>
                    <a:pt x="3261237" y="161467"/>
                    <a:pt x="3251631" y="217607"/>
                    <a:pt x="3294524" y="253047"/>
                  </a:cubicBezTo>
                  <a:lnTo>
                    <a:pt x="3294855" y="253378"/>
                  </a:lnTo>
                  <a:cubicBezTo>
                    <a:pt x="3303632" y="253710"/>
                    <a:pt x="3312575" y="254041"/>
                    <a:pt x="3321517" y="254372"/>
                  </a:cubicBezTo>
                  <a:cubicBezTo>
                    <a:pt x="3338244" y="235990"/>
                    <a:pt x="3339403" y="179021"/>
                    <a:pt x="3339403" y="179021"/>
                  </a:cubicBezTo>
                  <a:cubicBezTo>
                    <a:pt x="3339403" y="179021"/>
                    <a:pt x="3365072" y="223237"/>
                    <a:pt x="3370206" y="256525"/>
                  </a:cubicBezTo>
                  <a:cubicBezTo>
                    <a:pt x="3386104" y="257187"/>
                    <a:pt x="3402168" y="258181"/>
                    <a:pt x="3418232" y="259009"/>
                  </a:cubicBezTo>
                  <a:cubicBezTo>
                    <a:pt x="3428334" y="242614"/>
                    <a:pt x="3441251" y="211645"/>
                    <a:pt x="3435124" y="165441"/>
                  </a:cubicBezTo>
                  <a:cubicBezTo>
                    <a:pt x="3435124" y="165441"/>
                    <a:pt x="3488615" y="207008"/>
                    <a:pt x="3466755" y="261327"/>
                  </a:cubicBezTo>
                  <a:cubicBezTo>
                    <a:pt x="3482156" y="262487"/>
                    <a:pt x="3497723" y="263315"/>
                    <a:pt x="3513290" y="264308"/>
                  </a:cubicBezTo>
                  <a:cubicBezTo>
                    <a:pt x="3513290" y="264308"/>
                    <a:pt x="3522895" y="201378"/>
                    <a:pt x="3522895" y="201378"/>
                  </a:cubicBezTo>
                  <a:lnTo>
                    <a:pt x="3541940" y="266130"/>
                  </a:lnTo>
                  <a:cubicBezTo>
                    <a:pt x="3542768" y="266130"/>
                    <a:pt x="3543596" y="266295"/>
                    <a:pt x="3544590" y="266295"/>
                  </a:cubicBezTo>
                  <a:cubicBezTo>
                    <a:pt x="3545418" y="248244"/>
                    <a:pt x="3551876" y="206015"/>
                    <a:pt x="3591291" y="190779"/>
                  </a:cubicBezTo>
                  <a:cubicBezTo>
                    <a:pt x="3591291" y="190779"/>
                    <a:pt x="3571749" y="237646"/>
                    <a:pt x="3579201" y="268614"/>
                  </a:cubicBezTo>
                  <a:cubicBezTo>
                    <a:pt x="3586654" y="269111"/>
                    <a:pt x="3593940" y="269608"/>
                    <a:pt x="3601393" y="270104"/>
                  </a:cubicBezTo>
                  <a:cubicBezTo>
                    <a:pt x="3607189" y="256525"/>
                    <a:pt x="3612985" y="236486"/>
                    <a:pt x="3610832" y="212308"/>
                  </a:cubicBezTo>
                  <a:cubicBezTo>
                    <a:pt x="3610832" y="212308"/>
                    <a:pt x="3630374" y="242614"/>
                    <a:pt x="3639482" y="272754"/>
                  </a:cubicBezTo>
                  <a:cubicBezTo>
                    <a:pt x="3657368" y="274079"/>
                    <a:pt x="3675253" y="275569"/>
                    <a:pt x="3693139" y="277060"/>
                  </a:cubicBezTo>
                  <a:cubicBezTo>
                    <a:pt x="3693139" y="277060"/>
                    <a:pt x="3693304" y="276729"/>
                    <a:pt x="3693304" y="276729"/>
                  </a:cubicBezTo>
                  <a:cubicBezTo>
                    <a:pt x="3693304" y="276729"/>
                    <a:pt x="3675253" y="218104"/>
                    <a:pt x="3728082" y="179021"/>
                  </a:cubicBezTo>
                  <a:cubicBezTo>
                    <a:pt x="3728082" y="179021"/>
                    <a:pt x="3716655" y="251557"/>
                    <a:pt x="3741827" y="280703"/>
                  </a:cubicBezTo>
                  <a:lnTo>
                    <a:pt x="3742159" y="281035"/>
                  </a:lnTo>
                  <a:cubicBezTo>
                    <a:pt x="3747623" y="281366"/>
                    <a:pt x="3753088" y="281862"/>
                    <a:pt x="3758553" y="282359"/>
                  </a:cubicBezTo>
                  <a:cubicBezTo>
                    <a:pt x="3768987" y="268117"/>
                    <a:pt x="3770974" y="224066"/>
                    <a:pt x="3770974" y="224066"/>
                  </a:cubicBezTo>
                  <a:cubicBezTo>
                    <a:pt x="3770974" y="224066"/>
                    <a:pt x="3792006" y="258015"/>
                    <a:pt x="3787204" y="284843"/>
                  </a:cubicBezTo>
                  <a:cubicBezTo>
                    <a:pt x="3798299" y="285837"/>
                    <a:pt x="3809229" y="286831"/>
                    <a:pt x="3820325" y="287990"/>
                  </a:cubicBezTo>
                  <a:cubicBezTo>
                    <a:pt x="3822974" y="282359"/>
                    <a:pt x="3840860" y="243938"/>
                    <a:pt x="3835561" y="210983"/>
                  </a:cubicBezTo>
                  <a:cubicBezTo>
                    <a:pt x="3835561" y="210983"/>
                    <a:pt x="3861561" y="256690"/>
                    <a:pt x="3857917" y="291468"/>
                  </a:cubicBezTo>
                  <a:cubicBezTo>
                    <a:pt x="3871663" y="292793"/>
                    <a:pt x="3885574" y="294117"/>
                    <a:pt x="3899319" y="295442"/>
                  </a:cubicBezTo>
                  <a:cubicBezTo>
                    <a:pt x="3895345" y="280041"/>
                    <a:pt x="3893357" y="256194"/>
                    <a:pt x="3905778" y="229862"/>
                  </a:cubicBezTo>
                  <a:cubicBezTo>
                    <a:pt x="3905778" y="229862"/>
                    <a:pt x="3916873" y="274741"/>
                    <a:pt x="3937740" y="299417"/>
                  </a:cubicBezTo>
                  <a:lnTo>
                    <a:pt x="3973511" y="303392"/>
                  </a:lnTo>
                  <a:cubicBezTo>
                    <a:pt x="3977485" y="284346"/>
                    <a:pt x="3967549" y="248244"/>
                    <a:pt x="3966555" y="244435"/>
                  </a:cubicBezTo>
                  <a:cubicBezTo>
                    <a:pt x="3969040" y="246754"/>
                    <a:pt x="3996365" y="273913"/>
                    <a:pt x="3994709" y="305876"/>
                  </a:cubicBezTo>
                  <a:lnTo>
                    <a:pt x="4031970" y="309850"/>
                  </a:lnTo>
                  <a:cubicBezTo>
                    <a:pt x="4029321" y="280206"/>
                    <a:pt x="4032633" y="243110"/>
                    <a:pt x="4060123" y="222079"/>
                  </a:cubicBezTo>
                  <a:cubicBezTo>
                    <a:pt x="4060123" y="222079"/>
                    <a:pt x="4053002" y="284512"/>
                    <a:pt x="4068569" y="314156"/>
                  </a:cubicBezTo>
                  <a:cubicBezTo>
                    <a:pt x="4078009" y="315315"/>
                    <a:pt x="4087449" y="316640"/>
                    <a:pt x="4096888" y="317799"/>
                  </a:cubicBezTo>
                  <a:cubicBezTo>
                    <a:pt x="4105003" y="298754"/>
                    <a:pt x="4105168" y="261162"/>
                    <a:pt x="4105168" y="261162"/>
                  </a:cubicBezTo>
                  <a:cubicBezTo>
                    <a:pt x="4105168" y="261162"/>
                    <a:pt x="4128188" y="296933"/>
                    <a:pt x="4130672" y="322105"/>
                  </a:cubicBezTo>
                  <a:cubicBezTo>
                    <a:pt x="4154685" y="325086"/>
                    <a:pt x="4178863" y="328067"/>
                    <a:pt x="4202877" y="331213"/>
                  </a:cubicBezTo>
                  <a:cubicBezTo>
                    <a:pt x="4210825" y="316640"/>
                    <a:pt x="4219437" y="296933"/>
                    <a:pt x="4222252" y="276729"/>
                  </a:cubicBezTo>
                  <a:cubicBezTo>
                    <a:pt x="4222252" y="276729"/>
                    <a:pt x="4245769" y="303226"/>
                    <a:pt x="4236991" y="335850"/>
                  </a:cubicBezTo>
                  <a:lnTo>
                    <a:pt x="4236991" y="336181"/>
                  </a:lnTo>
                  <a:lnTo>
                    <a:pt x="4268291" y="340653"/>
                  </a:lnTo>
                  <a:cubicBezTo>
                    <a:pt x="4268291" y="328067"/>
                    <a:pt x="4272100" y="309187"/>
                    <a:pt x="4288661" y="288652"/>
                  </a:cubicBezTo>
                  <a:cubicBezTo>
                    <a:pt x="4288661" y="288652"/>
                    <a:pt x="4277896" y="318296"/>
                    <a:pt x="4292469" y="344131"/>
                  </a:cubicBezTo>
                  <a:cubicBezTo>
                    <a:pt x="4296113" y="344627"/>
                    <a:pt x="4299592" y="345124"/>
                    <a:pt x="4303234" y="345621"/>
                  </a:cubicBezTo>
                  <a:cubicBezTo>
                    <a:pt x="4301744" y="322767"/>
                    <a:pt x="4301744" y="274907"/>
                    <a:pt x="4321947" y="244104"/>
                  </a:cubicBezTo>
                  <a:cubicBezTo>
                    <a:pt x="4321947" y="244104"/>
                    <a:pt x="4313998" y="306372"/>
                    <a:pt x="4336521" y="350092"/>
                  </a:cubicBezTo>
                  <a:cubicBezTo>
                    <a:pt x="4367986" y="327735"/>
                    <a:pt x="4383222" y="259174"/>
                    <a:pt x="4383222" y="259174"/>
                  </a:cubicBezTo>
                  <a:cubicBezTo>
                    <a:pt x="4397133" y="300576"/>
                    <a:pt x="4383222" y="346615"/>
                    <a:pt x="4383222" y="346615"/>
                  </a:cubicBezTo>
                  <a:cubicBezTo>
                    <a:pt x="4404089" y="348933"/>
                    <a:pt x="4422471" y="295939"/>
                    <a:pt x="4422471" y="295939"/>
                  </a:cubicBezTo>
                  <a:cubicBezTo>
                    <a:pt x="4429261" y="327073"/>
                    <a:pt x="4406242" y="351252"/>
                    <a:pt x="4406242" y="351252"/>
                  </a:cubicBezTo>
                  <a:cubicBezTo>
                    <a:pt x="4406242" y="351252"/>
                    <a:pt x="4407566" y="355392"/>
                    <a:pt x="4409388" y="361519"/>
                  </a:cubicBezTo>
                  <a:cubicBezTo>
                    <a:pt x="4416012" y="362679"/>
                    <a:pt x="4422636" y="363838"/>
                    <a:pt x="4429427" y="364832"/>
                  </a:cubicBezTo>
                  <a:cubicBezTo>
                    <a:pt x="4433898" y="319124"/>
                    <a:pt x="4461554" y="281862"/>
                    <a:pt x="4468344" y="273582"/>
                  </a:cubicBezTo>
                  <a:cubicBezTo>
                    <a:pt x="4439363" y="314984"/>
                    <a:pt x="4454267" y="356054"/>
                    <a:pt x="4461057" y="370131"/>
                  </a:cubicBezTo>
                  <a:cubicBezTo>
                    <a:pt x="4461719" y="370296"/>
                    <a:pt x="4462382" y="370462"/>
                    <a:pt x="4463044" y="370462"/>
                  </a:cubicBezTo>
                  <a:cubicBezTo>
                    <a:pt x="4457745" y="342475"/>
                    <a:pt x="4479936" y="316640"/>
                    <a:pt x="4479936" y="316640"/>
                  </a:cubicBezTo>
                  <a:cubicBezTo>
                    <a:pt x="4469669" y="351252"/>
                    <a:pt x="4491530" y="371952"/>
                    <a:pt x="4491530" y="371952"/>
                  </a:cubicBezTo>
                  <a:cubicBezTo>
                    <a:pt x="4492688" y="331710"/>
                    <a:pt x="4521504" y="311009"/>
                    <a:pt x="4521504" y="311009"/>
                  </a:cubicBezTo>
                  <a:cubicBezTo>
                    <a:pt x="4507594" y="335188"/>
                    <a:pt x="4514052" y="361188"/>
                    <a:pt x="4514052" y="361188"/>
                  </a:cubicBezTo>
                  <a:cubicBezTo>
                    <a:pt x="4514052" y="361188"/>
                    <a:pt x="4516038" y="371787"/>
                    <a:pt x="4520013" y="380067"/>
                  </a:cubicBezTo>
                  <a:cubicBezTo>
                    <a:pt x="4526472" y="381226"/>
                    <a:pt x="4532932" y="382220"/>
                    <a:pt x="4539390" y="383379"/>
                  </a:cubicBezTo>
                  <a:cubicBezTo>
                    <a:pt x="4541045" y="381226"/>
                    <a:pt x="4542702" y="378742"/>
                    <a:pt x="4544523" y="375430"/>
                  </a:cubicBezTo>
                  <a:cubicBezTo>
                    <a:pt x="4564396" y="337838"/>
                    <a:pt x="4550319" y="283022"/>
                    <a:pt x="4549326" y="278882"/>
                  </a:cubicBezTo>
                  <a:cubicBezTo>
                    <a:pt x="4576650" y="306703"/>
                    <a:pt x="4568702" y="378908"/>
                    <a:pt x="4568702" y="378908"/>
                  </a:cubicBezTo>
                  <a:cubicBezTo>
                    <a:pt x="4585925" y="367316"/>
                    <a:pt x="4591721" y="309850"/>
                    <a:pt x="4591721" y="309850"/>
                  </a:cubicBezTo>
                  <a:cubicBezTo>
                    <a:pt x="4600498" y="343965"/>
                    <a:pt x="4594040" y="373609"/>
                    <a:pt x="4587249" y="392157"/>
                  </a:cubicBezTo>
                  <a:cubicBezTo>
                    <a:pt x="4597186" y="393978"/>
                    <a:pt x="4607122" y="395800"/>
                    <a:pt x="4617058" y="397621"/>
                  </a:cubicBezTo>
                  <a:cubicBezTo>
                    <a:pt x="4609606" y="330717"/>
                    <a:pt x="4651506" y="298257"/>
                    <a:pt x="4651506" y="298257"/>
                  </a:cubicBezTo>
                  <a:cubicBezTo>
                    <a:pt x="4615899" y="353570"/>
                    <a:pt x="4647199" y="386029"/>
                    <a:pt x="4647199" y="386029"/>
                  </a:cubicBezTo>
                  <a:lnTo>
                    <a:pt x="4653823" y="345455"/>
                  </a:lnTo>
                  <a:lnTo>
                    <a:pt x="4661938" y="390335"/>
                  </a:lnTo>
                  <a:lnTo>
                    <a:pt x="4684461" y="410208"/>
                  </a:lnTo>
                  <a:cubicBezTo>
                    <a:pt x="4685785" y="410539"/>
                    <a:pt x="4686945" y="410704"/>
                    <a:pt x="4688270" y="411036"/>
                  </a:cubicBezTo>
                  <a:cubicBezTo>
                    <a:pt x="4691251" y="353736"/>
                    <a:pt x="4733315" y="316640"/>
                    <a:pt x="4733315" y="316640"/>
                  </a:cubicBezTo>
                  <a:cubicBezTo>
                    <a:pt x="4703340" y="354729"/>
                    <a:pt x="4716091" y="406896"/>
                    <a:pt x="4716091" y="406896"/>
                  </a:cubicBezTo>
                  <a:cubicBezTo>
                    <a:pt x="4716091" y="406896"/>
                    <a:pt x="4718576" y="411533"/>
                    <a:pt x="4722385" y="417825"/>
                  </a:cubicBezTo>
                  <a:cubicBezTo>
                    <a:pt x="4730168" y="419316"/>
                    <a:pt x="4737786" y="420972"/>
                    <a:pt x="4745569" y="422628"/>
                  </a:cubicBezTo>
                  <a:cubicBezTo>
                    <a:pt x="4742093" y="369137"/>
                    <a:pt x="4792106" y="304054"/>
                    <a:pt x="4792106" y="304054"/>
                  </a:cubicBezTo>
                  <a:cubicBezTo>
                    <a:pt x="4792106" y="304054"/>
                    <a:pt x="4770410" y="408717"/>
                    <a:pt x="4789289" y="431571"/>
                  </a:cubicBezTo>
                  <a:cubicBezTo>
                    <a:pt x="4794258" y="432730"/>
                    <a:pt x="4799226" y="433724"/>
                    <a:pt x="4804194" y="434718"/>
                  </a:cubicBezTo>
                  <a:cubicBezTo>
                    <a:pt x="4804856" y="434552"/>
                    <a:pt x="4805353" y="434386"/>
                    <a:pt x="4805850" y="434221"/>
                  </a:cubicBezTo>
                  <a:cubicBezTo>
                    <a:pt x="4850730" y="413354"/>
                    <a:pt x="4851889" y="298257"/>
                    <a:pt x="4851889" y="298257"/>
                  </a:cubicBezTo>
                  <a:cubicBezTo>
                    <a:pt x="4872424" y="363838"/>
                    <a:pt x="4860667" y="412030"/>
                    <a:pt x="4844933" y="443163"/>
                  </a:cubicBezTo>
                  <a:cubicBezTo>
                    <a:pt x="4849736" y="444157"/>
                    <a:pt x="4854539" y="445151"/>
                    <a:pt x="4859342" y="446144"/>
                  </a:cubicBezTo>
                  <a:cubicBezTo>
                    <a:pt x="4869443" y="448297"/>
                    <a:pt x="4879379" y="450616"/>
                    <a:pt x="4889317" y="452934"/>
                  </a:cubicBezTo>
                  <a:cubicBezTo>
                    <a:pt x="4888653" y="397125"/>
                    <a:pt x="4911839" y="354729"/>
                    <a:pt x="4911839" y="354729"/>
                  </a:cubicBezTo>
                  <a:cubicBezTo>
                    <a:pt x="4893788" y="397787"/>
                    <a:pt x="4912501" y="439355"/>
                    <a:pt x="4926412" y="461380"/>
                  </a:cubicBezTo>
                  <a:cubicBezTo>
                    <a:pt x="4929228" y="462043"/>
                    <a:pt x="4932043" y="462705"/>
                    <a:pt x="4934858" y="463367"/>
                  </a:cubicBezTo>
                  <a:cubicBezTo>
                    <a:pt x="4932208" y="453431"/>
                    <a:pt x="4930719" y="443991"/>
                    <a:pt x="4930719" y="435380"/>
                  </a:cubicBezTo>
                  <a:cubicBezTo>
                    <a:pt x="4930719" y="367316"/>
                    <a:pt x="5000769" y="299417"/>
                    <a:pt x="5005241" y="295111"/>
                  </a:cubicBezTo>
                  <a:cubicBezTo>
                    <a:pt x="4955559" y="378908"/>
                    <a:pt x="4991827" y="462539"/>
                    <a:pt x="4991827" y="462539"/>
                  </a:cubicBezTo>
                  <a:lnTo>
                    <a:pt x="5025776" y="374271"/>
                  </a:lnTo>
                  <a:cubicBezTo>
                    <a:pt x="5025776" y="374271"/>
                    <a:pt x="5016667" y="494336"/>
                    <a:pt x="5050782" y="460386"/>
                  </a:cubicBezTo>
                  <a:cubicBezTo>
                    <a:pt x="5084732" y="426437"/>
                    <a:pt x="5050782" y="344793"/>
                    <a:pt x="5050782" y="344793"/>
                  </a:cubicBezTo>
                  <a:cubicBezTo>
                    <a:pt x="5108910" y="375927"/>
                    <a:pt x="5092681" y="452934"/>
                    <a:pt x="5089700" y="465520"/>
                  </a:cubicBezTo>
                  <a:lnTo>
                    <a:pt x="5107420" y="410539"/>
                  </a:lnTo>
                  <a:lnTo>
                    <a:pt x="5130772" y="510234"/>
                  </a:lnTo>
                  <a:cubicBezTo>
                    <a:pt x="5130772" y="510234"/>
                    <a:pt x="5131599" y="510400"/>
                    <a:pt x="5132095" y="510565"/>
                  </a:cubicBezTo>
                  <a:cubicBezTo>
                    <a:pt x="5129942" y="450781"/>
                    <a:pt x="5186911" y="387354"/>
                    <a:pt x="5190389" y="383545"/>
                  </a:cubicBezTo>
                  <a:cubicBezTo>
                    <a:pt x="5156110" y="460386"/>
                    <a:pt x="5191217" y="505597"/>
                    <a:pt x="5191217" y="505597"/>
                  </a:cubicBezTo>
                  <a:cubicBezTo>
                    <a:pt x="5184427" y="458068"/>
                    <a:pt x="5241065" y="415010"/>
                    <a:pt x="5241065" y="415010"/>
                  </a:cubicBezTo>
                  <a:cubicBezTo>
                    <a:pt x="5241065" y="415010"/>
                    <a:pt x="5193370" y="517024"/>
                    <a:pt x="5241065" y="507915"/>
                  </a:cubicBezTo>
                  <a:cubicBezTo>
                    <a:pt x="5288594" y="498807"/>
                    <a:pt x="5301345" y="383379"/>
                    <a:pt x="5301345" y="383379"/>
                  </a:cubicBezTo>
                  <a:cubicBezTo>
                    <a:pt x="5322212" y="437698"/>
                    <a:pt x="5303168" y="504107"/>
                    <a:pt x="5301511" y="509572"/>
                  </a:cubicBezTo>
                  <a:lnTo>
                    <a:pt x="5347550" y="451278"/>
                  </a:lnTo>
                  <a:lnTo>
                    <a:pt x="5327014" y="532756"/>
                  </a:lnTo>
                  <a:cubicBezTo>
                    <a:pt x="5327014" y="532756"/>
                    <a:pt x="5334467" y="550145"/>
                    <a:pt x="5343245" y="565878"/>
                  </a:cubicBezTo>
                  <a:cubicBezTo>
                    <a:pt x="5353015" y="568693"/>
                    <a:pt x="5362785" y="571508"/>
                    <a:pt x="5372556" y="574158"/>
                  </a:cubicBezTo>
                  <a:cubicBezTo>
                    <a:pt x="5373219" y="567368"/>
                    <a:pt x="5373219" y="558260"/>
                    <a:pt x="5372391" y="546502"/>
                  </a:cubicBezTo>
                  <a:cubicBezTo>
                    <a:pt x="5365767" y="441011"/>
                    <a:pt x="5427538" y="386692"/>
                    <a:pt x="5431182" y="383545"/>
                  </a:cubicBezTo>
                  <a:cubicBezTo>
                    <a:pt x="5379181" y="471813"/>
                    <a:pt x="5413130" y="555444"/>
                    <a:pt x="5413130" y="555444"/>
                  </a:cubicBezTo>
                  <a:lnTo>
                    <a:pt x="5435819" y="496654"/>
                  </a:lnTo>
                  <a:lnTo>
                    <a:pt x="5453869" y="578133"/>
                  </a:lnTo>
                  <a:cubicBezTo>
                    <a:pt x="5456188" y="519011"/>
                    <a:pt x="5524252" y="468170"/>
                    <a:pt x="5528559" y="465023"/>
                  </a:cubicBezTo>
                  <a:cubicBezTo>
                    <a:pt x="5481194" y="519342"/>
                    <a:pt x="5499246" y="587241"/>
                    <a:pt x="5499246" y="587241"/>
                  </a:cubicBezTo>
                  <a:cubicBezTo>
                    <a:pt x="5518953" y="543356"/>
                    <a:pt x="5574927" y="520667"/>
                    <a:pt x="5578406" y="519342"/>
                  </a:cubicBezTo>
                  <a:cubicBezTo>
                    <a:pt x="5575424" y="523814"/>
                    <a:pt x="5524583" y="599331"/>
                    <a:pt x="5532698" y="619700"/>
                  </a:cubicBezTo>
                  <a:cubicBezTo>
                    <a:pt x="5537666" y="621025"/>
                    <a:pt x="5542469" y="622515"/>
                    <a:pt x="5547271" y="623840"/>
                  </a:cubicBezTo>
                  <a:cubicBezTo>
                    <a:pt x="5549921" y="623343"/>
                    <a:pt x="5552572" y="622515"/>
                    <a:pt x="5555884" y="621190"/>
                  </a:cubicBezTo>
                  <a:cubicBezTo>
                    <a:pt x="5621629" y="594031"/>
                    <a:pt x="5615832" y="451278"/>
                    <a:pt x="5615832" y="451278"/>
                  </a:cubicBezTo>
                  <a:cubicBezTo>
                    <a:pt x="5664356" y="503444"/>
                    <a:pt x="5615832" y="605458"/>
                    <a:pt x="5615832" y="605458"/>
                  </a:cubicBezTo>
                  <a:cubicBezTo>
                    <a:pt x="5615832" y="605458"/>
                    <a:pt x="5618648" y="623675"/>
                    <a:pt x="5621463" y="645700"/>
                  </a:cubicBezTo>
                  <a:cubicBezTo>
                    <a:pt x="5623451" y="646197"/>
                    <a:pt x="5625603" y="646860"/>
                    <a:pt x="5627591" y="647522"/>
                  </a:cubicBezTo>
                  <a:cubicBezTo>
                    <a:pt x="5627923" y="644707"/>
                    <a:pt x="5628088" y="642223"/>
                    <a:pt x="5628419" y="639242"/>
                  </a:cubicBezTo>
                  <a:cubicBezTo>
                    <a:pt x="5635043" y="560247"/>
                    <a:pt x="5707413" y="513215"/>
                    <a:pt x="5712050" y="510400"/>
                  </a:cubicBezTo>
                  <a:cubicBezTo>
                    <a:pt x="5648788" y="582770"/>
                    <a:pt x="5673629" y="648350"/>
                    <a:pt x="5673629" y="648350"/>
                  </a:cubicBezTo>
                  <a:cubicBezTo>
                    <a:pt x="5703108" y="598502"/>
                    <a:pt x="5764216" y="582604"/>
                    <a:pt x="5764216" y="582604"/>
                  </a:cubicBezTo>
                  <a:cubicBezTo>
                    <a:pt x="5764216" y="582604"/>
                    <a:pt x="5696317" y="659611"/>
                    <a:pt x="5737056" y="665408"/>
                  </a:cubicBezTo>
                  <a:cubicBezTo>
                    <a:pt x="5777961" y="671204"/>
                    <a:pt x="5811911" y="578133"/>
                    <a:pt x="5811911" y="578133"/>
                  </a:cubicBezTo>
                  <a:cubicBezTo>
                    <a:pt x="5814063" y="630299"/>
                    <a:pt x="5787733" y="659280"/>
                    <a:pt x="5787733" y="659280"/>
                  </a:cubicBezTo>
                  <a:cubicBezTo>
                    <a:pt x="5787733" y="659280"/>
                    <a:pt x="5764216" y="674847"/>
                    <a:pt x="5753948" y="685777"/>
                  </a:cubicBezTo>
                  <a:cubicBezTo>
                    <a:pt x="5761235" y="688096"/>
                    <a:pt x="5768687" y="690249"/>
                    <a:pt x="5776140" y="692567"/>
                  </a:cubicBezTo>
                  <a:cubicBezTo>
                    <a:pt x="5779618" y="691573"/>
                    <a:pt x="5783426" y="690580"/>
                    <a:pt x="5787733" y="689089"/>
                  </a:cubicBezTo>
                  <a:cubicBezTo>
                    <a:pt x="5874676" y="661930"/>
                    <a:pt x="5895708" y="501125"/>
                    <a:pt x="5895708" y="501125"/>
                  </a:cubicBezTo>
                  <a:cubicBezTo>
                    <a:pt x="5956816" y="634770"/>
                    <a:pt x="5863911" y="710784"/>
                    <a:pt x="5863911" y="710784"/>
                  </a:cubicBezTo>
                  <a:cubicBezTo>
                    <a:pt x="5943237" y="711943"/>
                    <a:pt x="5983976" y="627980"/>
                    <a:pt x="5983976" y="627980"/>
                  </a:cubicBezTo>
                  <a:cubicBezTo>
                    <a:pt x="5983976" y="714096"/>
                    <a:pt x="5940919" y="738937"/>
                    <a:pt x="5940919" y="738937"/>
                  </a:cubicBezTo>
                  <a:cubicBezTo>
                    <a:pt x="5940919" y="738937"/>
                    <a:pt x="5943071" y="741587"/>
                    <a:pt x="5946549" y="745727"/>
                  </a:cubicBezTo>
                  <a:cubicBezTo>
                    <a:pt x="5974702" y="754835"/>
                    <a:pt x="6003021" y="763944"/>
                    <a:pt x="6031174" y="772886"/>
                  </a:cubicBezTo>
                  <a:cubicBezTo>
                    <a:pt x="6012958" y="675013"/>
                    <a:pt x="6072410" y="591712"/>
                    <a:pt x="6072410" y="591712"/>
                  </a:cubicBezTo>
                  <a:cubicBezTo>
                    <a:pt x="6042932" y="686936"/>
                    <a:pt x="6108678" y="768415"/>
                    <a:pt x="6108678" y="768415"/>
                  </a:cubicBezTo>
                  <a:lnTo>
                    <a:pt x="6115137" y="766593"/>
                  </a:lnTo>
                  <a:cubicBezTo>
                    <a:pt x="6134016" y="704988"/>
                    <a:pt x="6191647" y="662592"/>
                    <a:pt x="6195290" y="660108"/>
                  </a:cubicBezTo>
                  <a:cubicBezTo>
                    <a:pt x="6191978" y="666898"/>
                    <a:pt x="6112984" y="827371"/>
                    <a:pt x="6195456" y="799880"/>
                  </a:cubicBezTo>
                  <a:cubicBezTo>
                    <a:pt x="6279749" y="771727"/>
                    <a:pt x="6277265" y="680312"/>
                    <a:pt x="6277265" y="680312"/>
                  </a:cubicBezTo>
                  <a:cubicBezTo>
                    <a:pt x="6303100" y="772555"/>
                    <a:pt x="6223443" y="829855"/>
                    <a:pt x="6223443" y="829855"/>
                  </a:cubicBezTo>
                  <a:cubicBezTo>
                    <a:pt x="6223443" y="829855"/>
                    <a:pt x="6235036" y="834658"/>
                    <a:pt x="6254246" y="845091"/>
                  </a:cubicBezTo>
                  <a:cubicBezTo>
                    <a:pt x="6265176" y="848734"/>
                    <a:pt x="6276272" y="852378"/>
                    <a:pt x="6287202" y="855855"/>
                  </a:cubicBezTo>
                  <a:cubicBezTo>
                    <a:pt x="6303597" y="771065"/>
                    <a:pt x="6395343" y="709790"/>
                    <a:pt x="6395343" y="709790"/>
                  </a:cubicBezTo>
                  <a:cubicBezTo>
                    <a:pt x="6343011" y="766428"/>
                    <a:pt x="6345330" y="832339"/>
                    <a:pt x="6357088" y="878875"/>
                  </a:cubicBezTo>
                  <a:lnTo>
                    <a:pt x="6385903" y="888314"/>
                  </a:lnTo>
                  <a:cubicBezTo>
                    <a:pt x="6404451" y="833167"/>
                    <a:pt x="6460592" y="801867"/>
                    <a:pt x="6464070" y="800046"/>
                  </a:cubicBezTo>
                  <a:cubicBezTo>
                    <a:pt x="6462248" y="804517"/>
                    <a:pt x="6433267" y="876059"/>
                    <a:pt x="6432604" y="903716"/>
                  </a:cubicBezTo>
                  <a:cubicBezTo>
                    <a:pt x="6437904" y="905537"/>
                    <a:pt x="6443369" y="907193"/>
                    <a:pt x="6448668" y="909015"/>
                  </a:cubicBezTo>
                  <a:cubicBezTo>
                    <a:pt x="6480465" y="882518"/>
                    <a:pt x="6513421" y="780008"/>
                    <a:pt x="6513421" y="780008"/>
                  </a:cubicBezTo>
                  <a:cubicBezTo>
                    <a:pt x="6519714" y="821906"/>
                    <a:pt x="6504147" y="904213"/>
                    <a:pt x="6499841" y="925907"/>
                  </a:cubicBezTo>
                  <a:cubicBezTo>
                    <a:pt x="6501331" y="926238"/>
                    <a:pt x="6502822" y="926735"/>
                    <a:pt x="6504147" y="927232"/>
                  </a:cubicBezTo>
                  <a:cubicBezTo>
                    <a:pt x="6557472" y="882352"/>
                    <a:pt x="6553994" y="704656"/>
                    <a:pt x="6553994" y="704656"/>
                  </a:cubicBezTo>
                  <a:cubicBezTo>
                    <a:pt x="6606988" y="772389"/>
                    <a:pt x="6584135" y="876225"/>
                    <a:pt x="6566912" y="929716"/>
                  </a:cubicBezTo>
                  <a:cubicBezTo>
                    <a:pt x="6590428" y="882518"/>
                    <a:pt x="6635307" y="835320"/>
                    <a:pt x="6635307" y="835320"/>
                  </a:cubicBezTo>
                  <a:cubicBezTo>
                    <a:pt x="6611460" y="876556"/>
                    <a:pt x="6614938" y="928557"/>
                    <a:pt x="6626033" y="967309"/>
                  </a:cubicBezTo>
                  <a:cubicBezTo>
                    <a:pt x="6638950" y="971614"/>
                    <a:pt x="6651868" y="975754"/>
                    <a:pt x="6664785" y="980060"/>
                  </a:cubicBezTo>
                  <a:cubicBezTo>
                    <a:pt x="6669422" y="894607"/>
                    <a:pt x="6772429" y="805676"/>
                    <a:pt x="6778888" y="800212"/>
                  </a:cubicBezTo>
                  <a:cubicBezTo>
                    <a:pt x="6698403" y="885002"/>
                    <a:pt x="6731359" y="971449"/>
                    <a:pt x="6752225" y="1008545"/>
                  </a:cubicBezTo>
                  <a:cubicBezTo>
                    <a:pt x="6756034" y="1009704"/>
                    <a:pt x="6759678" y="1011029"/>
                    <a:pt x="6763487" y="1012188"/>
                  </a:cubicBezTo>
                  <a:cubicBezTo>
                    <a:pt x="6764149" y="949920"/>
                    <a:pt x="6826086" y="894276"/>
                    <a:pt x="6830061" y="890798"/>
                  </a:cubicBezTo>
                  <a:cubicBezTo>
                    <a:pt x="6827577" y="896263"/>
                    <a:pt x="6765805" y="1026761"/>
                    <a:pt x="6830061" y="1002417"/>
                  </a:cubicBezTo>
                  <a:cubicBezTo>
                    <a:pt x="6895972" y="977576"/>
                    <a:pt x="6889513" y="872250"/>
                    <a:pt x="6889513" y="872250"/>
                  </a:cubicBezTo>
                  <a:cubicBezTo>
                    <a:pt x="6941017" y="968137"/>
                    <a:pt x="6889513" y="1048290"/>
                    <a:pt x="6889513" y="1048290"/>
                  </a:cubicBezTo>
                  <a:cubicBezTo>
                    <a:pt x="6977285" y="1014175"/>
                    <a:pt x="6986724" y="877715"/>
                    <a:pt x="6986724" y="877715"/>
                  </a:cubicBezTo>
                  <a:cubicBezTo>
                    <a:pt x="7029948" y="941060"/>
                    <a:pt x="7014112" y="1015583"/>
                    <a:pt x="6999790" y="1056361"/>
                  </a:cubicBezTo>
                  <a:lnTo>
                    <a:pt x="6994583" y="1069750"/>
                  </a:lnTo>
                  <a:lnTo>
                    <a:pt x="0" y="1069750"/>
                  </a:lnTo>
                  <a:lnTo>
                    <a:pt x="0" y="404242"/>
                  </a:lnTo>
                  <a:lnTo>
                    <a:pt x="41015" y="425278"/>
                  </a:lnTo>
                  <a:cubicBezTo>
                    <a:pt x="-14463" y="301570"/>
                    <a:pt x="65193" y="146562"/>
                    <a:pt x="65193" y="146562"/>
                  </a:cubicBezTo>
                  <a:cubicBezTo>
                    <a:pt x="65193" y="146562"/>
                    <a:pt x="17499" y="396959"/>
                    <a:pt x="80760" y="380067"/>
                  </a:cubicBezTo>
                  <a:cubicBezTo>
                    <a:pt x="142035" y="363506"/>
                    <a:pt x="118353" y="246423"/>
                    <a:pt x="117028" y="239798"/>
                  </a:cubicBezTo>
                  <a:cubicBezTo>
                    <a:pt x="172507" y="320614"/>
                    <a:pt x="133920" y="373277"/>
                    <a:pt x="133920" y="373277"/>
                  </a:cubicBezTo>
                  <a:cubicBezTo>
                    <a:pt x="133920" y="373277"/>
                    <a:pt x="90366" y="433227"/>
                    <a:pt x="156277" y="393647"/>
                  </a:cubicBezTo>
                  <a:cubicBezTo>
                    <a:pt x="222354" y="353901"/>
                    <a:pt x="178303" y="208996"/>
                    <a:pt x="178303" y="208996"/>
                  </a:cubicBezTo>
                  <a:cubicBezTo>
                    <a:pt x="251170" y="267952"/>
                    <a:pt x="231463" y="381226"/>
                    <a:pt x="231463" y="381226"/>
                  </a:cubicBezTo>
                  <a:cubicBezTo>
                    <a:pt x="231463" y="381226"/>
                    <a:pt x="369082" y="452934"/>
                    <a:pt x="301680" y="389341"/>
                  </a:cubicBezTo>
                  <a:cubicBezTo>
                    <a:pt x="234278" y="325914"/>
                    <a:pt x="286775" y="234996"/>
                    <a:pt x="286775" y="234996"/>
                  </a:cubicBezTo>
                  <a:cubicBezTo>
                    <a:pt x="283463" y="343302"/>
                    <a:pt x="321387" y="372615"/>
                    <a:pt x="321387" y="372615"/>
                  </a:cubicBezTo>
                  <a:cubicBezTo>
                    <a:pt x="321387" y="372615"/>
                    <a:pt x="345566" y="420310"/>
                    <a:pt x="359973" y="442170"/>
                  </a:cubicBezTo>
                  <a:cubicBezTo>
                    <a:pt x="362954" y="441839"/>
                    <a:pt x="365935" y="441342"/>
                    <a:pt x="368916" y="441011"/>
                  </a:cubicBezTo>
                  <a:cubicBezTo>
                    <a:pt x="367426" y="434552"/>
                    <a:pt x="364776" y="425609"/>
                    <a:pt x="360636" y="413188"/>
                  </a:cubicBezTo>
                  <a:cubicBezTo>
                    <a:pt x="324037" y="304054"/>
                    <a:pt x="405350" y="228371"/>
                    <a:pt x="405350" y="228371"/>
                  </a:cubicBezTo>
                  <a:cubicBezTo>
                    <a:pt x="405350" y="228371"/>
                    <a:pt x="355005" y="391163"/>
                    <a:pt x="422407" y="362679"/>
                  </a:cubicBezTo>
                  <a:cubicBezTo>
                    <a:pt x="489809" y="334194"/>
                    <a:pt x="500077" y="213467"/>
                    <a:pt x="500077" y="213467"/>
                  </a:cubicBezTo>
                  <a:cubicBezTo>
                    <a:pt x="533198" y="317302"/>
                    <a:pt x="485338" y="388679"/>
                    <a:pt x="485338" y="388679"/>
                  </a:cubicBezTo>
                  <a:cubicBezTo>
                    <a:pt x="485338" y="388679"/>
                    <a:pt x="528561" y="411036"/>
                    <a:pt x="559529" y="415341"/>
                  </a:cubicBezTo>
                  <a:cubicBezTo>
                    <a:pt x="567810" y="414348"/>
                    <a:pt x="575924" y="413354"/>
                    <a:pt x="584205" y="412195"/>
                  </a:cubicBezTo>
                  <a:cubicBezTo>
                    <a:pt x="591491" y="406730"/>
                    <a:pt x="592816" y="395137"/>
                    <a:pt x="582880" y="373609"/>
                  </a:cubicBezTo>
                  <a:cubicBezTo>
                    <a:pt x="543631" y="287659"/>
                    <a:pt x="595797" y="138778"/>
                    <a:pt x="595797" y="138778"/>
                  </a:cubicBezTo>
                  <a:cubicBezTo>
                    <a:pt x="584039" y="271098"/>
                    <a:pt x="656244" y="335850"/>
                    <a:pt x="656244" y="335850"/>
                  </a:cubicBezTo>
                  <a:cubicBezTo>
                    <a:pt x="656244" y="335850"/>
                    <a:pt x="693671" y="368640"/>
                    <a:pt x="724308" y="394309"/>
                  </a:cubicBezTo>
                  <a:cubicBezTo>
                    <a:pt x="728945" y="393647"/>
                    <a:pt x="733582" y="393150"/>
                    <a:pt x="738385" y="392488"/>
                  </a:cubicBezTo>
                  <a:cubicBezTo>
                    <a:pt x="694996" y="324423"/>
                    <a:pt x="750474" y="215785"/>
                    <a:pt x="750474" y="215785"/>
                  </a:cubicBezTo>
                  <a:cubicBezTo>
                    <a:pt x="750474" y="215785"/>
                    <a:pt x="741365" y="413023"/>
                    <a:pt x="834602" y="364335"/>
                  </a:cubicBezTo>
                  <a:cubicBezTo>
                    <a:pt x="928004" y="315481"/>
                    <a:pt x="887762" y="90421"/>
                    <a:pt x="887762" y="90421"/>
                  </a:cubicBezTo>
                  <a:cubicBezTo>
                    <a:pt x="975368" y="178689"/>
                    <a:pt x="933138" y="327404"/>
                    <a:pt x="933138" y="327404"/>
                  </a:cubicBezTo>
                  <a:cubicBezTo>
                    <a:pt x="933138" y="327404"/>
                    <a:pt x="921049" y="353901"/>
                    <a:pt x="923367" y="370131"/>
                  </a:cubicBezTo>
                  <a:cubicBezTo>
                    <a:pt x="939928" y="368143"/>
                    <a:pt x="956489" y="366156"/>
                    <a:pt x="973215" y="364169"/>
                  </a:cubicBezTo>
                  <a:cubicBezTo>
                    <a:pt x="1015610" y="317799"/>
                    <a:pt x="1028031" y="186308"/>
                    <a:pt x="1028031" y="186308"/>
                  </a:cubicBezTo>
                  <a:cubicBezTo>
                    <a:pt x="1062974" y="269276"/>
                    <a:pt x="1044260" y="329888"/>
                    <a:pt x="1030680" y="357711"/>
                  </a:cubicBezTo>
                  <a:cubicBezTo>
                    <a:pt x="1056349" y="354729"/>
                    <a:pt x="1081853" y="351914"/>
                    <a:pt x="1107522" y="349099"/>
                  </a:cubicBezTo>
                  <a:cubicBezTo>
                    <a:pt x="1084834" y="269111"/>
                    <a:pt x="1142134" y="188792"/>
                    <a:pt x="1142134" y="188792"/>
                  </a:cubicBezTo>
                  <a:cubicBezTo>
                    <a:pt x="1115305" y="268945"/>
                    <a:pt x="1161675" y="342640"/>
                    <a:pt x="1161675" y="342640"/>
                  </a:cubicBezTo>
                  <a:lnTo>
                    <a:pt x="1162503" y="343137"/>
                  </a:lnTo>
                  <a:cubicBezTo>
                    <a:pt x="1182210" y="340984"/>
                    <a:pt x="1201752" y="338831"/>
                    <a:pt x="1221294" y="336844"/>
                  </a:cubicBezTo>
                  <a:cubicBezTo>
                    <a:pt x="1187675" y="214295"/>
                    <a:pt x="1262198" y="105326"/>
                    <a:pt x="1262198" y="105326"/>
                  </a:cubicBezTo>
                  <a:cubicBezTo>
                    <a:pt x="1238517" y="217110"/>
                    <a:pt x="1265345" y="287162"/>
                    <a:pt x="1300619" y="328729"/>
                  </a:cubicBezTo>
                  <a:cubicBezTo>
                    <a:pt x="1325791" y="326245"/>
                    <a:pt x="1350798" y="323595"/>
                    <a:pt x="1375805" y="321111"/>
                  </a:cubicBezTo>
                  <a:cubicBezTo>
                    <a:pt x="1378951" y="289315"/>
                    <a:pt x="1392200" y="256525"/>
                    <a:pt x="1392200" y="256525"/>
                  </a:cubicBezTo>
                  <a:cubicBezTo>
                    <a:pt x="1392200" y="256525"/>
                    <a:pt x="1399818" y="289977"/>
                    <a:pt x="1410748" y="317965"/>
                  </a:cubicBezTo>
                  <a:cubicBezTo>
                    <a:pt x="1429627" y="316143"/>
                    <a:pt x="1448340" y="314321"/>
                    <a:pt x="1467054" y="312666"/>
                  </a:cubicBezTo>
                  <a:cubicBezTo>
                    <a:pt x="1482124" y="273251"/>
                    <a:pt x="1492889" y="220919"/>
                    <a:pt x="1492889" y="220919"/>
                  </a:cubicBezTo>
                  <a:cubicBezTo>
                    <a:pt x="1508621" y="249404"/>
                    <a:pt x="1510774" y="284678"/>
                    <a:pt x="1509946" y="308691"/>
                  </a:cubicBezTo>
                  <a:cubicBezTo>
                    <a:pt x="1532800" y="306538"/>
                    <a:pt x="1555819" y="304550"/>
                    <a:pt x="1578673" y="302563"/>
                  </a:cubicBezTo>
                  <a:cubicBezTo>
                    <a:pt x="1569896" y="184486"/>
                    <a:pt x="1464735" y="0"/>
                    <a:pt x="1464735" y="0"/>
                  </a:cubicBezTo>
                  <a:close/>
                </a:path>
              </a:pathLst>
            </a:custGeom>
            <a:gradFill>
              <a:gsLst>
                <a:gs pos="0">
                  <a:srgbClr val="7F905A"/>
                </a:gs>
                <a:gs pos="100000">
                  <a:srgbClr val="BDD377"/>
                </a:gs>
              </a:gsLst>
              <a:lin ang="21101917" scaled="1"/>
            </a:gradFill>
            <a:ln w="165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ED5A6D82-2927-E832-E190-D05F0EE35899}"/>
                </a:ext>
              </a:extLst>
            </p:cNvPr>
            <p:cNvSpPr/>
            <p:nvPr/>
          </p:nvSpPr>
          <p:spPr>
            <a:xfrm>
              <a:off x="1" y="6051319"/>
              <a:ext cx="5800153" cy="806681"/>
            </a:xfrm>
            <a:custGeom>
              <a:avLst/>
              <a:gdLst>
                <a:gd name="connsiteX0" fmla="*/ 5800153 w 5800153"/>
                <a:gd name="connsiteY0" fmla="*/ 767090 h 806681"/>
                <a:gd name="connsiteX1" fmla="*/ 5792381 w 5800153"/>
                <a:gd name="connsiteY1" fmla="*/ 806681 h 806681"/>
                <a:gd name="connsiteX2" fmla="*/ 5777318 w 5800153"/>
                <a:gd name="connsiteY2" fmla="*/ 806681 h 806681"/>
                <a:gd name="connsiteX3" fmla="*/ 5783973 w 5800153"/>
                <a:gd name="connsiteY3" fmla="*/ 793590 h 806681"/>
                <a:gd name="connsiteX4" fmla="*/ 5800153 w 5800153"/>
                <a:gd name="connsiteY4" fmla="*/ 767090 h 806681"/>
                <a:gd name="connsiteX5" fmla="*/ 5310619 w 5800153"/>
                <a:gd name="connsiteY5" fmla="*/ 752351 h 806681"/>
                <a:gd name="connsiteX6" fmla="*/ 5292923 w 5800153"/>
                <a:gd name="connsiteY6" fmla="*/ 773992 h 806681"/>
                <a:gd name="connsiteX7" fmla="*/ 5270502 w 5800153"/>
                <a:gd name="connsiteY7" fmla="*/ 806681 h 806681"/>
                <a:gd name="connsiteX8" fmla="*/ 5209825 w 5800153"/>
                <a:gd name="connsiteY8" fmla="*/ 806681 h 806681"/>
                <a:gd name="connsiteX9" fmla="*/ 5254086 w 5800153"/>
                <a:gd name="connsiteY9" fmla="*/ 776012 h 806681"/>
                <a:gd name="connsiteX10" fmla="*/ 5310619 w 5800153"/>
                <a:gd name="connsiteY10" fmla="*/ 752351 h 806681"/>
                <a:gd name="connsiteX11" fmla="*/ 5386467 w 5800153"/>
                <a:gd name="connsiteY11" fmla="*/ 745230 h 806681"/>
                <a:gd name="connsiteX12" fmla="*/ 5381957 w 5800153"/>
                <a:gd name="connsiteY12" fmla="*/ 800294 h 806681"/>
                <a:gd name="connsiteX13" fmla="*/ 5379853 w 5800153"/>
                <a:gd name="connsiteY13" fmla="*/ 806681 h 806681"/>
                <a:gd name="connsiteX14" fmla="*/ 5357221 w 5800153"/>
                <a:gd name="connsiteY14" fmla="*/ 806681 h 806681"/>
                <a:gd name="connsiteX15" fmla="*/ 5377041 w 5800153"/>
                <a:gd name="connsiteY15" fmla="*/ 768169 h 806681"/>
                <a:gd name="connsiteX16" fmla="*/ 5386467 w 5800153"/>
                <a:gd name="connsiteY16" fmla="*/ 745230 h 806681"/>
                <a:gd name="connsiteX17" fmla="*/ 5227982 w 5800153"/>
                <a:gd name="connsiteY17" fmla="*/ 637586 h 806681"/>
                <a:gd name="connsiteX18" fmla="*/ 5159732 w 5800153"/>
                <a:gd name="connsiteY18" fmla="*/ 790234 h 806681"/>
                <a:gd name="connsiteX19" fmla="*/ 5159715 w 5800153"/>
                <a:gd name="connsiteY19" fmla="*/ 806681 h 806681"/>
                <a:gd name="connsiteX20" fmla="*/ 5105218 w 5800153"/>
                <a:gd name="connsiteY20" fmla="*/ 806681 h 806681"/>
                <a:gd name="connsiteX21" fmla="*/ 5119202 w 5800153"/>
                <a:gd name="connsiteY21" fmla="*/ 757964 h 806681"/>
                <a:gd name="connsiteX22" fmla="*/ 5227982 w 5800153"/>
                <a:gd name="connsiteY22" fmla="*/ 637586 h 806681"/>
                <a:gd name="connsiteX23" fmla="*/ 5519615 w 5800153"/>
                <a:gd name="connsiteY23" fmla="*/ 622846 h 806681"/>
                <a:gd name="connsiteX24" fmla="*/ 5552665 w 5800153"/>
                <a:gd name="connsiteY24" fmla="*/ 764451 h 806681"/>
                <a:gd name="connsiteX25" fmla="*/ 5547941 w 5800153"/>
                <a:gd name="connsiteY25" fmla="*/ 806681 h 806681"/>
                <a:gd name="connsiteX26" fmla="*/ 5463698 w 5800153"/>
                <a:gd name="connsiteY26" fmla="*/ 806681 h 806681"/>
                <a:gd name="connsiteX27" fmla="*/ 5485708 w 5800153"/>
                <a:gd name="connsiteY27" fmla="*/ 755932 h 806681"/>
                <a:gd name="connsiteX28" fmla="*/ 5519615 w 5800153"/>
                <a:gd name="connsiteY28" fmla="*/ 622846 h 806681"/>
                <a:gd name="connsiteX29" fmla="*/ 5075127 w 5800153"/>
                <a:gd name="connsiteY29" fmla="*/ 543686 h 806681"/>
                <a:gd name="connsiteX30" fmla="*/ 5075127 w 5800153"/>
                <a:gd name="connsiteY30" fmla="*/ 788619 h 806681"/>
                <a:gd name="connsiteX31" fmla="*/ 5075896 w 5800153"/>
                <a:gd name="connsiteY31" fmla="*/ 793670 h 806681"/>
                <a:gd name="connsiteX32" fmla="*/ 5077814 w 5800153"/>
                <a:gd name="connsiteY32" fmla="*/ 806681 h 806681"/>
                <a:gd name="connsiteX33" fmla="*/ 4989752 w 5800153"/>
                <a:gd name="connsiteY33" fmla="*/ 806681 h 806681"/>
                <a:gd name="connsiteX34" fmla="*/ 5013950 w 5800153"/>
                <a:gd name="connsiteY34" fmla="*/ 789617 h 806681"/>
                <a:gd name="connsiteX35" fmla="*/ 5075127 w 5800153"/>
                <a:gd name="connsiteY35" fmla="*/ 543686 h 806681"/>
                <a:gd name="connsiteX36" fmla="*/ 766538 w 5800153"/>
                <a:gd name="connsiteY36" fmla="*/ 0 h 806681"/>
                <a:gd name="connsiteX37" fmla="*/ 739047 w 5800153"/>
                <a:gd name="connsiteY37" fmla="*/ 215289 h 806681"/>
                <a:gd name="connsiteX38" fmla="*/ 765710 w 5800153"/>
                <a:gd name="connsiteY38" fmla="*/ 215289 h 806681"/>
                <a:gd name="connsiteX39" fmla="*/ 794525 w 5800153"/>
                <a:gd name="connsiteY39" fmla="*/ 99032 h 806681"/>
                <a:gd name="connsiteX40" fmla="*/ 817213 w 5800153"/>
                <a:gd name="connsiteY40" fmla="*/ 215454 h 806681"/>
                <a:gd name="connsiteX41" fmla="*/ 881634 w 5800153"/>
                <a:gd name="connsiteY41" fmla="*/ 216282 h 806681"/>
                <a:gd name="connsiteX42" fmla="*/ 887762 w 5800153"/>
                <a:gd name="connsiteY42" fmla="*/ 126523 h 806681"/>
                <a:gd name="connsiteX43" fmla="*/ 920552 w 5800153"/>
                <a:gd name="connsiteY43" fmla="*/ 216779 h 806681"/>
                <a:gd name="connsiteX44" fmla="*/ 955329 w 5800153"/>
                <a:gd name="connsiteY44" fmla="*/ 217276 h 806681"/>
                <a:gd name="connsiteX45" fmla="*/ 968412 w 5800153"/>
                <a:gd name="connsiteY45" fmla="*/ 134804 h 806681"/>
                <a:gd name="connsiteX46" fmla="*/ 1000871 w 5800153"/>
                <a:gd name="connsiteY46" fmla="*/ 217938 h 806681"/>
                <a:gd name="connsiteX47" fmla="*/ 1086655 w 5800153"/>
                <a:gd name="connsiteY47" fmla="*/ 219760 h 806681"/>
                <a:gd name="connsiteX48" fmla="*/ 1061814 w 5800153"/>
                <a:gd name="connsiteY48" fmla="*/ 24675 h 806681"/>
                <a:gd name="connsiteX49" fmla="*/ 1153229 w 5800153"/>
                <a:gd name="connsiteY49" fmla="*/ 187632 h 806681"/>
                <a:gd name="connsiteX50" fmla="*/ 1216491 w 5800153"/>
                <a:gd name="connsiteY50" fmla="*/ 83465 h 806681"/>
                <a:gd name="connsiteX51" fmla="*/ 1200262 w 5800153"/>
                <a:gd name="connsiteY51" fmla="*/ 222575 h 806681"/>
                <a:gd name="connsiteX52" fmla="*/ 1247294 w 5800153"/>
                <a:gd name="connsiteY52" fmla="*/ 223900 h 806681"/>
                <a:gd name="connsiteX53" fmla="*/ 1238517 w 5800153"/>
                <a:gd name="connsiteY53" fmla="*/ 155173 h 806681"/>
                <a:gd name="connsiteX54" fmla="*/ 1280415 w 5800153"/>
                <a:gd name="connsiteY54" fmla="*/ 225225 h 806681"/>
                <a:gd name="connsiteX55" fmla="*/ 1289689 w 5800153"/>
                <a:gd name="connsiteY55" fmla="*/ 225556 h 806681"/>
                <a:gd name="connsiteX56" fmla="*/ 1334734 w 5800153"/>
                <a:gd name="connsiteY56" fmla="*/ 83465 h 806681"/>
                <a:gd name="connsiteX57" fmla="*/ 1387563 w 5800153"/>
                <a:gd name="connsiteY57" fmla="*/ 228868 h 806681"/>
                <a:gd name="connsiteX58" fmla="*/ 1388059 w 5800153"/>
                <a:gd name="connsiteY58" fmla="*/ 229365 h 806681"/>
                <a:gd name="connsiteX59" fmla="*/ 1430455 w 5800153"/>
                <a:gd name="connsiteY59" fmla="*/ 231021 h 806681"/>
                <a:gd name="connsiteX60" fmla="*/ 1458939 w 5800153"/>
                <a:gd name="connsiteY60" fmla="*/ 111288 h 806681"/>
                <a:gd name="connsiteX61" fmla="*/ 1507793 w 5800153"/>
                <a:gd name="connsiteY61" fmla="*/ 234499 h 806681"/>
                <a:gd name="connsiteX62" fmla="*/ 1584138 w 5800153"/>
                <a:gd name="connsiteY62" fmla="*/ 238308 h 806681"/>
                <a:gd name="connsiteX63" fmla="*/ 1610966 w 5800153"/>
                <a:gd name="connsiteY63" fmla="*/ 89758 h 806681"/>
                <a:gd name="connsiteX64" fmla="*/ 1661145 w 5800153"/>
                <a:gd name="connsiteY64" fmla="*/ 242117 h 806681"/>
                <a:gd name="connsiteX65" fmla="*/ 1735171 w 5800153"/>
                <a:gd name="connsiteY65" fmla="*/ 246754 h 806681"/>
                <a:gd name="connsiteX66" fmla="*/ 1750407 w 5800153"/>
                <a:gd name="connsiteY66" fmla="*/ 146893 h 806681"/>
                <a:gd name="connsiteX67" fmla="*/ 1780547 w 5800153"/>
                <a:gd name="connsiteY67" fmla="*/ 249735 h 806681"/>
                <a:gd name="connsiteX68" fmla="*/ 1784853 w 5800153"/>
                <a:gd name="connsiteY68" fmla="*/ 249735 h 806681"/>
                <a:gd name="connsiteX69" fmla="*/ 1859045 w 5800153"/>
                <a:gd name="connsiteY69" fmla="*/ 129836 h 806681"/>
                <a:gd name="connsiteX70" fmla="*/ 1839835 w 5800153"/>
                <a:gd name="connsiteY70" fmla="*/ 253544 h 806681"/>
                <a:gd name="connsiteX71" fmla="*/ 1875109 w 5800153"/>
                <a:gd name="connsiteY71" fmla="*/ 255862 h 806681"/>
                <a:gd name="connsiteX72" fmla="*/ 1890013 w 5800153"/>
                <a:gd name="connsiteY72" fmla="*/ 164116 h 806681"/>
                <a:gd name="connsiteX73" fmla="*/ 1935555 w 5800153"/>
                <a:gd name="connsiteY73" fmla="*/ 260002 h 806681"/>
                <a:gd name="connsiteX74" fmla="*/ 2020843 w 5800153"/>
                <a:gd name="connsiteY74" fmla="*/ 266958 h 806681"/>
                <a:gd name="connsiteX75" fmla="*/ 2021008 w 5800153"/>
                <a:gd name="connsiteY75" fmla="*/ 266295 h 806681"/>
                <a:gd name="connsiteX76" fmla="*/ 2076321 w 5800153"/>
                <a:gd name="connsiteY76" fmla="*/ 111122 h 806681"/>
                <a:gd name="connsiteX77" fmla="*/ 2098181 w 5800153"/>
                <a:gd name="connsiteY77" fmla="*/ 272754 h 806681"/>
                <a:gd name="connsiteX78" fmla="*/ 2098678 w 5800153"/>
                <a:gd name="connsiteY78" fmla="*/ 273251 h 806681"/>
                <a:gd name="connsiteX79" fmla="*/ 2124678 w 5800153"/>
                <a:gd name="connsiteY79" fmla="*/ 275238 h 806681"/>
                <a:gd name="connsiteX80" fmla="*/ 2144385 w 5800153"/>
                <a:gd name="connsiteY80" fmla="*/ 182664 h 806681"/>
                <a:gd name="connsiteX81" fmla="*/ 2170220 w 5800153"/>
                <a:gd name="connsiteY81" fmla="*/ 279213 h 806681"/>
                <a:gd name="connsiteX82" fmla="*/ 2222883 w 5800153"/>
                <a:gd name="connsiteY82" fmla="*/ 284181 h 806681"/>
                <a:gd name="connsiteX83" fmla="*/ 2247062 w 5800153"/>
                <a:gd name="connsiteY83" fmla="*/ 161963 h 806681"/>
                <a:gd name="connsiteX84" fmla="*/ 2282501 w 5800153"/>
                <a:gd name="connsiteY84" fmla="*/ 289812 h 806681"/>
                <a:gd name="connsiteX85" fmla="*/ 2348247 w 5800153"/>
                <a:gd name="connsiteY85" fmla="*/ 296105 h 806681"/>
                <a:gd name="connsiteX86" fmla="*/ 2358515 w 5800153"/>
                <a:gd name="connsiteY86" fmla="*/ 191938 h 806681"/>
                <a:gd name="connsiteX87" fmla="*/ 2409356 w 5800153"/>
                <a:gd name="connsiteY87" fmla="*/ 302397 h 806681"/>
                <a:gd name="connsiteX88" fmla="*/ 2466159 w 5800153"/>
                <a:gd name="connsiteY88" fmla="*/ 308691 h 806681"/>
                <a:gd name="connsiteX89" fmla="*/ 2455063 w 5800153"/>
                <a:gd name="connsiteY89" fmla="*/ 215123 h 806681"/>
                <a:gd name="connsiteX90" fmla="*/ 2499777 w 5800153"/>
                <a:gd name="connsiteY90" fmla="*/ 312665 h 806681"/>
                <a:gd name="connsiteX91" fmla="*/ 2559064 w 5800153"/>
                <a:gd name="connsiteY91" fmla="*/ 318958 h 806681"/>
                <a:gd name="connsiteX92" fmla="*/ 2603778 w 5800153"/>
                <a:gd name="connsiteY92" fmla="*/ 179518 h 806681"/>
                <a:gd name="connsiteX93" fmla="*/ 2617192 w 5800153"/>
                <a:gd name="connsiteY93" fmla="*/ 325748 h 806681"/>
                <a:gd name="connsiteX94" fmla="*/ 2662237 w 5800153"/>
                <a:gd name="connsiteY94" fmla="*/ 331544 h 806681"/>
                <a:gd name="connsiteX95" fmla="*/ 2675320 w 5800153"/>
                <a:gd name="connsiteY95" fmla="*/ 241620 h 806681"/>
                <a:gd name="connsiteX96" fmla="*/ 2715894 w 5800153"/>
                <a:gd name="connsiteY96" fmla="*/ 338500 h 806681"/>
                <a:gd name="connsiteX97" fmla="*/ 2830494 w 5800153"/>
                <a:gd name="connsiteY97" fmla="*/ 352908 h 806681"/>
                <a:gd name="connsiteX98" fmla="*/ 2861297 w 5800153"/>
                <a:gd name="connsiteY98" fmla="*/ 266295 h 806681"/>
                <a:gd name="connsiteX99" fmla="*/ 2884647 w 5800153"/>
                <a:gd name="connsiteY99" fmla="*/ 360360 h 806681"/>
                <a:gd name="connsiteX100" fmla="*/ 2884647 w 5800153"/>
                <a:gd name="connsiteY100" fmla="*/ 360857 h 806681"/>
                <a:gd name="connsiteX101" fmla="*/ 2934495 w 5800153"/>
                <a:gd name="connsiteY101" fmla="*/ 367978 h 806681"/>
                <a:gd name="connsiteX102" fmla="*/ 2966622 w 5800153"/>
                <a:gd name="connsiteY102" fmla="*/ 285506 h 806681"/>
                <a:gd name="connsiteX103" fmla="*/ 2972915 w 5800153"/>
                <a:gd name="connsiteY103" fmla="*/ 373443 h 806681"/>
                <a:gd name="connsiteX104" fmla="*/ 2989973 w 5800153"/>
                <a:gd name="connsiteY104" fmla="*/ 375762 h 806681"/>
                <a:gd name="connsiteX105" fmla="*/ 3019617 w 5800153"/>
                <a:gd name="connsiteY105" fmla="*/ 214626 h 806681"/>
                <a:gd name="connsiteX106" fmla="*/ 3042801 w 5800153"/>
                <a:gd name="connsiteY106" fmla="*/ 382883 h 806681"/>
                <a:gd name="connsiteX107" fmla="*/ 3116993 w 5800153"/>
                <a:gd name="connsiteY107" fmla="*/ 238473 h 806681"/>
                <a:gd name="connsiteX108" fmla="*/ 3116993 w 5800153"/>
                <a:gd name="connsiteY108" fmla="*/ 377417 h 806681"/>
                <a:gd name="connsiteX109" fmla="*/ 3179427 w 5800153"/>
                <a:gd name="connsiteY109" fmla="*/ 296933 h 806681"/>
                <a:gd name="connsiteX110" fmla="*/ 3153592 w 5800153"/>
                <a:gd name="connsiteY110" fmla="*/ 384704 h 806681"/>
                <a:gd name="connsiteX111" fmla="*/ 3158561 w 5800153"/>
                <a:gd name="connsiteY111" fmla="*/ 401099 h 806681"/>
                <a:gd name="connsiteX112" fmla="*/ 3190357 w 5800153"/>
                <a:gd name="connsiteY112" fmla="*/ 406398 h 806681"/>
                <a:gd name="connsiteX113" fmla="*/ 3253784 w 5800153"/>
                <a:gd name="connsiteY113" fmla="*/ 259340 h 806681"/>
                <a:gd name="connsiteX114" fmla="*/ 3240702 w 5800153"/>
                <a:gd name="connsiteY114" fmla="*/ 414679 h 806681"/>
                <a:gd name="connsiteX115" fmla="*/ 3243848 w 5800153"/>
                <a:gd name="connsiteY115" fmla="*/ 415341 h 806681"/>
                <a:gd name="connsiteX116" fmla="*/ 3270676 w 5800153"/>
                <a:gd name="connsiteY116" fmla="*/ 329723 h 806681"/>
                <a:gd name="connsiteX117" fmla="*/ 3289059 w 5800153"/>
                <a:gd name="connsiteY117" fmla="*/ 417660 h 806681"/>
                <a:gd name="connsiteX118" fmla="*/ 3336753 w 5800153"/>
                <a:gd name="connsiteY118" fmla="*/ 320780 h 806681"/>
                <a:gd name="connsiteX119" fmla="*/ 3324830 w 5800153"/>
                <a:gd name="connsiteY119" fmla="*/ 400603 h 806681"/>
                <a:gd name="connsiteX120" fmla="*/ 3334269 w 5800153"/>
                <a:gd name="connsiteY120" fmla="*/ 430577 h 806681"/>
                <a:gd name="connsiteX121" fmla="*/ 3365072 w 5800153"/>
                <a:gd name="connsiteY121" fmla="*/ 435711 h 806681"/>
                <a:gd name="connsiteX122" fmla="*/ 3373187 w 5800153"/>
                <a:gd name="connsiteY122" fmla="*/ 423125 h 806681"/>
                <a:gd name="connsiteX123" fmla="*/ 3380805 w 5800153"/>
                <a:gd name="connsiteY123" fmla="*/ 269773 h 806681"/>
                <a:gd name="connsiteX124" fmla="*/ 3411608 w 5800153"/>
                <a:gd name="connsiteY124" fmla="*/ 428755 h 806681"/>
                <a:gd name="connsiteX125" fmla="*/ 3448207 w 5800153"/>
                <a:gd name="connsiteY125" fmla="*/ 318958 h 806681"/>
                <a:gd name="connsiteX126" fmla="*/ 3441085 w 5800153"/>
                <a:gd name="connsiteY126" fmla="*/ 449788 h 806681"/>
                <a:gd name="connsiteX127" fmla="*/ 3488449 w 5800153"/>
                <a:gd name="connsiteY127" fmla="*/ 458399 h 806681"/>
                <a:gd name="connsiteX128" fmla="*/ 3543265 w 5800153"/>
                <a:gd name="connsiteY128" fmla="*/ 300576 h 806681"/>
                <a:gd name="connsiteX129" fmla="*/ 3536309 w 5800153"/>
                <a:gd name="connsiteY129" fmla="*/ 440017 h 806681"/>
                <a:gd name="connsiteX130" fmla="*/ 3546908 w 5800153"/>
                <a:gd name="connsiteY130" fmla="*/ 375596 h 806681"/>
                <a:gd name="connsiteX131" fmla="*/ 3559825 w 5800153"/>
                <a:gd name="connsiteY131" fmla="*/ 446806 h 806681"/>
                <a:gd name="connsiteX132" fmla="*/ 3595597 w 5800153"/>
                <a:gd name="connsiteY132" fmla="*/ 478437 h 806681"/>
                <a:gd name="connsiteX133" fmla="*/ 3601558 w 5800153"/>
                <a:gd name="connsiteY133" fmla="*/ 479763 h 806681"/>
                <a:gd name="connsiteX134" fmla="*/ 3672438 w 5800153"/>
                <a:gd name="connsiteY134" fmla="*/ 330385 h 806681"/>
                <a:gd name="connsiteX135" fmla="*/ 3645775 w 5800153"/>
                <a:gd name="connsiteY135" fmla="*/ 473138 h 806681"/>
                <a:gd name="connsiteX136" fmla="*/ 3655712 w 5800153"/>
                <a:gd name="connsiteY136" fmla="*/ 490527 h 806681"/>
                <a:gd name="connsiteX137" fmla="*/ 3692642 w 5800153"/>
                <a:gd name="connsiteY137" fmla="*/ 498145 h 806681"/>
                <a:gd name="connsiteX138" fmla="*/ 3766503 w 5800153"/>
                <a:gd name="connsiteY138" fmla="*/ 309850 h 806681"/>
                <a:gd name="connsiteX139" fmla="*/ 3762031 w 5800153"/>
                <a:gd name="connsiteY139" fmla="*/ 512387 h 806681"/>
                <a:gd name="connsiteX140" fmla="*/ 3785713 w 5800153"/>
                <a:gd name="connsiteY140" fmla="*/ 517355 h 806681"/>
                <a:gd name="connsiteX141" fmla="*/ 3788363 w 5800153"/>
                <a:gd name="connsiteY141" fmla="*/ 516527 h 806681"/>
                <a:gd name="connsiteX142" fmla="*/ 3861561 w 5800153"/>
                <a:gd name="connsiteY142" fmla="*/ 300576 h 806681"/>
                <a:gd name="connsiteX143" fmla="*/ 3850465 w 5800153"/>
                <a:gd name="connsiteY143" fmla="*/ 530769 h 806681"/>
                <a:gd name="connsiteX144" fmla="*/ 3873319 w 5800153"/>
                <a:gd name="connsiteY144" fmla="*/ 535572 h 806681"/>
                <a:gd name="connsiteX145" fmla="*/ 3921014 w 5800153"/>
                <a:gd name="connsiteY145" fmla="*/ 546336 h 806681"/>
                <a:gd name="connsiteX146" fmla="*/ 3956453 w 5800153"/>
                <a:gd name="connsiteY146" fmla="*/ 391163 h 806681"/>
                <a:gd name="connsiteX147" fmla="*/ 3979970 w 5800153"/>
                <a:gd name="connsiteY147" fmla="*/ 559750 h 806681"/>
                <a:gd name="connsiteX148" fmla="*/ 3993384 w 5800153"/>
                <a:gd name="connsiteY148" fmla="*/ 562897 h 806681"/>
                <a:gd name="connsiteX149" fmla="*/ 3986759 w 5800153"/>
                <a:gd name="connsiteY149" fmla="*/ 518349 h 806681"/>
                <a:gd name="connsiteX150" fmla="*/ 4105168 w 5800153"/>
                <a:gd name="connsiteY150" fmla="*/ 295608 h 806681"/>
                <a:gd name="connsiteX151" fmla="*/ 4083805 w 5800153"/>
                <a:gd name="connsiteY151" fmla="*/ 561572 h 806681"/>
                <a:gd name="connsiteX152" fmla="*/ 4137793 w 5800153"/>
                <a:gd name="connsiteY152" fmla="*/ 421303 h 806681"/>
                <a:gd name="connsiteX153" fmla="*/ 4177539 w 5800153"/>
                <a:gd name="connsiteY153" fmla="*/ 558094 h 806681"/>
                <a:gd name="connsiteX154" fmla="*/ 4177704 w 5800153"/>
                <a:gd name="connsiteY154" fmla="*/ 374602 h 806681"/>
                <a:gd name="connsiteX155" fmla="*/ 4239310 w 5800153"/>
                <a:gd name="connsiteY155" fmla="*/ 566209 h 806681"/>
                <a:gd name="connsiteX156" fmla="*/ 4267463 w 5800153"/>
                <a:gd name="connsiteY156" fmla="*/ 478934 h 806681"/>
                <a:gd name="connsiteX157" fmla="*/ 4304559 w 5800153"/>
                <a:gd name="connsiteY157" fmla="*/ 637254 h 806681"/>
                <a:gd name="connsiteX158" fmla="*/ 4306546 w 5800153"/>
                <a:gd name="connsiteY158" fmla="*/ 637751 h 806681"/>
                <a:gd name="connsiteX159" fmla="*/ 4399286 w 5800153"/>
                <a:gd name="connsiteY159" fmla="*/ 436042 h 806681"/>
                <a:gd name="connsiteX160" fmla="*/ 4400610 w 5800153"/>
                <a:gd name="connsiteY160" fmla="*/ 629967 h 806681"/>
                <a:gd name="connsiteX161" fmla="*/ 4479605 w 5800153"/>
                <a:gd name="connsiteY161" fmla="*/ 486221 h 806681"/>
                <a:gd name="connsiteX162" fmla="*/ 4479771 w 5800153"/>
                <a:gd name="connsiteY162" fmla="*/ 633611 h 806681"/>
                <a:gd name="connsiteX163" fmla="*/ 4575492 w 5800153"/>
                <a:gd name="connsiteY163" fmla="*/ 435711 h 806681"/>
                <a:gd name="connsiteX164" fmla="*/ 4575823 w 5800153"/>
                <a:gd name="connsiteY164" fmla="*/ 636261 h 806681"/>
                <a:gd name="connsiteX165" fmla="*/ 4648855 w 5800153"/>
                <a:gd name="connsiteY165" fmla="*/ 543686 h 806681"/>
                <a:gd name="connsiteX166" fmla="*/ 4616231 w 5800153"/>
                <a:gd name="connsiteY166" fmla="*/ 673025 h 806681"/>
                <a:gd name="connsiteX167" fmla="*/ 4642065 w 5800153"/>
                <a:gd name="connsiteY167" fmla="*/ 725688 h 806681"/>
                <a:gd name="connsiteX168" fmla="*/ 4688601 w 5800153"/>
                <a:gd name="connsiteY168" fmla="*/ 738771 h 806681"/>
                <a:gd name="connsiteX169" fmla="*/ 4688270 w 5800153"/>
                <a:gd name="connsiteY169" fmla="*/ 694885 h 806681"/>
                <a:gd name="connsiteX170" fmla="*/ 4781672 w 5800153"/>
                <a:gd name="connsiteY170" fmla="*/ 436042 h 806681"/>
                <a:gd name="connsiteX171" fmla="*/ 4753022 w 5800153"/>
                <a:gd name="connsiteY171" fmla="*/ 709127 h 806681"/>
                <a:gd name="connsiteX172" fmla="*/ 4789124 w 5800153"/>
                <a:gd name="connsiteY172" fmla="*/ 615725 h 806681"/>
                <a:gd name="connsiteX173" fmla="*/ 4817774 w 5800153"/>
                <a:gd name="connsiteY173" fmla="*/ 745230 h 806681"/>
                <a:gd name="connsiteX174" fmla="*/ 4936349 w 5800153"/>
                <a:gd name="connsiteY174" fmla="*/ 565547 h 806681"/>
                <a:gd name="connsiteX175" fmla="*/ 4889813 w 5800153"/>
                <a:gd name="connsiteY175" fmla="*/ 759638 h 806681"/>
                <a:gd name="connsiteX176" fmla="*/ 5015674 w 5800153"/>
                <a:gd name="connsiteY176" fmla="*/ 651828 h 806681"/>
                <a:gd name="connsiteX177" fmla="*/ 4942191 w 5800153"/>
                <a:gd name="connsiteY177" fmla="*/ 795316 h 806681"/>
                <a:gd name="connsiteX178" fmla="*/ 4942752 w 5800153"/>
                <a:gd name="connsiteY178" fmla="*/ 806681 h 806681"/>
                <a:gd name="connsiteX179" fmla="*/ 0 w 5800153"/>
                <a:gd name="connsiteY179" fmla="*/ 806681 h 806681"/>
                <a:gd name="connsiteX180" fmla="*/ 0 w 5800153"/>
                <a:gd name="connsiteY180" fmla="*/ 126580 h 806681"/>
                <a:gd name="connsiteX181" fmla="*/ 9860 w 5800153"/>
                <a:gd name="connsiteY181" fmla="*/ 162575 h 806681"/>
                <a:gd name="connsiteX182" fmla="*/ 10709 w 5800153"/>
                <a:gd name="connsiteY182" fmla="*/ 225722 h 806681"/>
                <a:gd name="connsiteX183" fmla="*/ 56416 w 5800153"/>
                <a:gd name="connsiteY183" fmla="*/ 224397 h 806681"/>
                <a:gd name="connsiteX184" fmla="*/ 106595 w 5800153"/>
                <a:gd name="connsiteY184" fmla="*/ 56140 h 806681"/>
                <a:gd name="connsiteX185" fmla="*/ 136901 w 5800153"/>
                <a:gd name="connsiteY185" fmla="*/ 221747 h 806681"/>
                <a:gd name="connsiteX186" fmla="*/ 214239 w 5800153"/>
                <a:gd name="connsiteY186" fmla="*/ 220257 h 806681"/>
                <a:gd name="connsiteX187" fmla="*/ 229806 w 5800153"/>
                <a:gd name="connsiteY187" fmla="*/ 136294 h 806681"/>
                <a:gd name="connsiteX188" fmla="*/ 247692 w 5800153"/>
                <a:gd name="connsiteY188" fmla="*/ 219429 h 806681"/>
                <a:gd name="connsiteX189" fmla="*/ 286278 w 5800153"/>
                <a:gd name="connsiteY189" fmla="*/ 218600 h 806681"/>
                <a:gd name="connsiteX190" fmla="*/ 345566 w 5800153"/>
                <a:gd name="connsiteY190" fmla="*/ 45873 h 806681"/>
                <a:gd name="connsiteX191" fmla="*/ 343413 w 5800153"/>
                <a:gd name="connsiteY191" fmla="*/ 217607 h 806681"/>
                <a:gd name="connsiteX192" fmla="*/ 427872 w 5800153"/>
                <a:gd name="connsiteY192" fmla="*/ 216613 h 806681"/>
                <a:gd name="connsiteX193" fmla="*/ 477057 w 5800153"/>
                <a:gd name="connsiteY193" fmla="*/ 84956 h 806681"/>
                <a:gd name="connsiteX194" fmla="*/ 492127 w 5800153"/>
                <a:gd name="connsiteY194" fmla="*/ 215785 h 806681"/>
                <a:gd name="connsiteX195" fmla="*/ 597619 w 5800153"/>
                <a:gd name="connsiteY195" fmla="*/ 214957 h 806681"/>
                <a:gd name="connsiteX196" fmla="*/ 598281 w 5800153"/>
                <a:gd name="connsiteY196" fmla="*/ 164944 h 806681"/>
                <a:gd name="connsiteX197" fmla="*/ 629912 w 5800153"/>
                <a:gd name="connsiteY197" fmla="*/ 214957 h 806681"/>
                <a:gd name="connsiteX198" fmla="*/ 644154 w 5800153"/>
                <a:gd name="connsiteY198" fmla="*/ 214957 h 806681"/>
                <a:gd name="connsiteX199" fmla="*/ 766538 w 5800153"/>
                <a:gd name="connsiteY199" fmla="*/ 0 h 80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800153" h="806681">
                  <a:moveTo>
                    <a:pt x="5800153" y="767090"/>
                  </a:moveTo>
                  <a:lnTo>
                    <a:pt x="5792381" y="806681"/>
                  </a:lnTo>
                  <a:lnTo>
                    <a:pt x="5777318" y="806681"/>
                  </a:lnTo>
                  <a:lnTo>
                    <a:pt x="5783973" y="793590"/>
                  </a:lnTo>
                  <a:cubicBezTo>
                    <a:pt x="5792515" y="778145"/>
                    <a:pt x="5798953" y="768788"/>
                    <a:pt x="5800153" y="767090"/>
                  </a:cubicBezTo>
                  <a:close/>
                  <a:moveTo>
                    <a:pt x="5310619" y="752351"/>
                  </a:moveTo>
                  <a:cubicBezTo>
                    <a:pt x="5309377" y="753759"/>
                    <a:pt x="5302122" y="762112"/>
                    <a:pt x="5292923" y="773992"/>
                  </a:cubicBezTo>
                  <a:lnTo>
                    <a:pt x="5270502" y="806681"/>
                  </a:lnTo>
                  <a:lnTo>
                    <a:pt x="5209825" y="806681"/>
                  </a:lnTo>
                  <a:lnTo>
                    <a:pt x="5254086" y="776012"/>
                  </a:lnTo>
                  <a:cubicBezTo>
                    <a:pt x="5283709" y="759721"/>
                    <a:pt x="5308218" y="752931"/>
                    <a:pt x="5310619" y="752351"/>
                  </a:cubicBezTo>
                  <a:close/>
                  <a:moveTo>
                    <a:pt x="5386467" y="745230"/>
                  </a:moveTo>
                  <a:cubicBezTo>
                    <a:pt x="5387337" y="765931"/>
                    <a:pt x="5385381" y="784334"/>
                    <a:pt x="5381957" y="800294"/>
                  </a:cubicBezTo>
                  <a:lnTo>
                    <a:pt x="5379853" y="806681"/>
                  </a:lnTo>
                  <a:lnTo>
                    <a:pt x="5357221" y="806681"/>
                  </a:lnTo>
                  <a:lnTo>
                    <a:pt x="5377041" y="768169"/>
                  </a:lnTo>
                  <a:cubicBezTo>
                    <a:pt x="5383103" y="754463"/>
                    <a:pt x="5386467" y="745230"/>
                    <a:pt x="5386467" y="745230"/>
                  </a:cubicBezTo>
                  <a:close/>
                  <a:moveTo>
                    <a:pt x="5227982" y="637586"/>
                  </a:moveTo>
                  <a:cubicBezTo>
                    <a:pt x="5177720" y="695052"/>
                    <a:pt x="5162443" y="749826"/>
                    <a:pt x="5159732" y="790234"/>
                  </a:cubicBezTo>
                  <a:lnTo>
                    <a:pt x="5159715" y="806681"/>
                  </a:lnTo>
                  <a:lnTo>
                    <a:pt x="5105218" y="806681"/>
                  </a:lnTo>
                  <a:lnTo>
                    <a:pt x="5119202" y="757964"/>
                  </a:lnTo>
                  <a:cubicBezTo>
                    <a:pt x="5156347" y="683790"/>
                    <a:pt x="5222393" y="640939"/>
                    <a:pt x="5227982" y="637586"/>
                  </a:cubicBezTo>
                  <a:close/>
                  <a:moveTo>
                    <a:pt x="5519615" y="622846"/>
                  </a:moveTo>
                  <a:cubicBezTo>
                    <a:pt x="5543877" y="675923"/>
                    <a:pt x="5552851" y="723277"/>
                    <a:pt x="5552665" y="764451"/>
                  </a:cubicBezTo>
                  <a:lnTo>
                    <a:pt x="5547941" y="806681"/>
                  </a:lnTo>
                  <a:lnTo>
                    <a:pt x="5463698" y="806681"/>
                  </a:lnTo>
                  <a:lnTo>
                    <a:pt x="5485708" y="755932"/>
                  </a:lnTo>
                  <a:cubicBezTo>
                    <a:pt x="5511294" y="686688"/>
                    <a:pt x="5519615" y="622846"/>
                    <a:pt x="5519615" y="622846"/>
                  </a:cubicBezTo>
                  <a:close/>
                  <a:moveTo>
                    <a:pt x="5075127" y="543686"/>
                  </a:moveTo>
                  <a:cubicBezTo>
                    <a:pt x="5152134" y="626490"/>
                    <a:pt x="5075127" y="788619"/>
                    <a:pt x="5075127" y="788619"/>
                  </a:cubicBezTo>
                  <a:cubicBezTo>
                    <a:pt x="5075127" y="788619"/>
                    <a:pt x="5075407" y="790420"/>
                    <a:pt x="5075896" y="793670"/>
                  </a:cubicBezTo>
                  <a:lnTo>
                    <a:pt x="5077814" y="806681"/>
                  </a:lnTo>
                  <a:lnTo>
                    <a:pt x="4989752" y="806681"/>
                  </a:lnTo>
                  <a:lnTo>
                    <a:pt x="5013950" y="789617"/>
                  </a:lnTo>
                  <a:cubicBezTo>
                    <a:pt x="5082101" y="717266"/>
                    <a:pt x="5075127" y="543686"/>
                    <a:pt x="5075127" y="543686"/>
                  </a:cubicBezTo>
                  <a:close/>
                  <a:moveTo>
                    <a:pt x="766538" y="0"/>
                  </a:moveTo>
                  <a:cubicBezTo>
                    <a:pt x="763391" y="5796"/>
                    <a:pt x="697811" y="126855"/>
                    <a:pt x="739047" y="215289"/>
                  </a:cubicBezTo>
                  <a:lnTo>
                    <a:pt x="765710" y="215289"/>
                  </a:lnTo>
                  <a:cubicBezTo>
                    <a:pt x="766206" y="178192"/>
                    <a:pt x="771506" y="124205"/>
                    <a:pt x="794525" y="99032"/>
                  </a:cubicBezTo>
                  <a:cubicBezTo>
                    <a:pt x="794525" y="99032"/>
                    <a:pt x="798003" y="168918"/>
                    <a:pt x="817213" y="215454"/>
                  </a:cubicBezTo>
                  <a:cubicBezTo>
                    <a:pt x="838742" y="215454"/>
                    <a:pt x="860437" y="215951"/>
                    <a:pt x="881634" y="216282"/>
                  </a:cubicBezTo>
                  <a:cubicBezTo>
                    <a:pt x="889915" y="178358"/>
                    <a:pt x="887762" y="126523"/>
                    <a:pt x="887762" y="126523"/>
                  </a:cubicBezTo>
                  <a:cubicBezTo>
                    <a:pt x="887762" y="126523"/>
                    <a:pt x="914093" y="171900"/>
                    <a:pt x="920552" y="216779"/>
                  </a:cubicBezTo>
                  <a:cubicBezTo>
                    <a:pt x="932144" y="217110"/>
                    <a:pt x="943737" y="217110"/>
                    <a:pt x="955329" y="217276"/>
                  </a:cubicBezTo>
                  <a:cubicBezTo>
                    <a:pt x="965928" y="195250"/>
                    <a:pt x="973546" y="167428"/>
                    <a:pt x="968412" y="134804"/>
                  </a:cubicBezTo>
                  <a:cubicBezTo>
                    <a:pt x="968412" y="134804"/>
                    <a:pt x="991597" y="177861"/>
                    <a:pt x="1000871" y="217938"/>
                  </a:cubicBezTo>
                  <a:cubicBezTo>
                    <a:pt x="1029521" y="218435"/>
                    <a:pt x="1058005" y="219263"/>
                    <a:pt x="1086655" y="219760"/>
                  </a:cubicBezTo>
                  <a:cubicBezTo>
                    <a:pt x="1095764" y="177034"/>
                    <a:pt x="1107191" y="88600"/>
                    <a:pt x="1061814" y="24675"/>
                  </a:cubicBezTo>
                  <a:cubicBezTo>
                    <a:pt x="1066617" y="29478"/>
                    <a:pt x="1141637" y="106816"/>
                    <a:pt x="1153229" y="187632"/>
                  </a:cubicBezTo>
                  <a:cubicBezTo>
                    <a:pt x="1160019" y="150536"/>
                    <a:pt x="1176580" y="105326"/>
                    <a:pt x="1216491" y="83465"/>
                  </a:cubicBezTo>
                  <a:cubicBezTo>
                    <a:pt x="1216491" y="83465"/>
                    <a:pt x="1178402" y="167428"/>
                    <a:pt x="1200262" y="222575"/>
                  </a:cubicBezTo>
                  <a:cubicBezTo>
                    <a:pt x="1215829" y="223072"/>
                    <a:pt x="1231561" y="223403"/>
                    <a:pt x="1247294" y="223900"/>
                  </a:cubicBezTo>
                  <a:cubicBezTo>
                    <a:pt x="1246797" y="195747"/>
                    <a:pt x="1239345" y="159479"/>
                    <a:pt x="1238517" y="155173"/>
                  </a:cubicBezTo>
                  <a:lnTo>
                    <a:pt x="1280415" y="225225"/>
                  </a:lnTo>
                  <a:cubicBezTo>
                    <a:pt x="1283727" y="225225"/>
                    <a:pt x="1286874" y="225225"/>
                    <a:pt x="1289689" y="225556"/>
                  </a:cubicBezTo>
                  <a:cubicBezTo>
                    <a:pt x="1283893" y="187301"/>
                    <a:pt x="1279753" y="111122"/>
                    <a:pt x="1334734" y="83465"/>
                  </a:cubicBezTo>
                  <a:cubicBezTo>
                    <a:pt x="1334734" y="83465"/>
                    <a:pt x="1319498" y="172562"/>
                    <a:pt x="1387563" y="228868"/>
                  </a:cubicBezTo>
                  <a:lnTo>
                    <a:pt x="1388059" y="229365"/>
                  </a:lnTo>
                  <a:cubicBezTo>
                    <a:pt x="1401971" y="230027"/>
                    <a:pt x="1416213" y="230524"/>
                    <a:pt x="1430455" y="231021"/>
                  </a:cubicBezTo>
                  <a:cubicBezTo>
                    <a:pt x="1456952" y="201875"/>
                    <a:pt x="1458939" y="111288"/>
                    <a:pt x="1458939" y="111288"/>
                  </a:cubicBezTo>
                  <a:cubicBezTo>
                    <a:pt x="1458939" y="111288"/>
                    <a:pt x="1499678" y="181505"/>
                    <a:pt x="1507793" y="234499"/>
                  </a:cubicBezTo>
                  <a:cubicBezTo>
                    <a:pt x="1532965" y="235493"/>
                    <a:pt x="1558634" y="237148"/>
                    <a:pt x="1584138" y="238308"/>
                  </a:cubicBezTo>
                  <a:cubicBezTo>
                    <a:pt x="1600202" y="212307"/>
                    <a:pt x="1620571" y="163123"/>
                    <a:pt x="1610966" y="89758"/>
                  </a:cubicBezTo>
                  <a:cubicBezTo>
                    <a:pt x="1610966" y="89758"/>
                    <a:pt x="1695922" y="155836"/>
                    <a:pt x="1661145" y="242117"/>
                  </a:cubicBezTo>
                  <a:cubicBezTo>
                    <a:pt x="1685655" y="243938"/>
                    <a:pt x="1710330" y="245263"/>
                    <a:pt x="1735171" y="246754"/>
                  </a:cubicBezTo>
                  <a:cubicBezTo>
                    <a:pt x="1735171" y="246754"/>
                    <a:pt x="1750407" y="146893"/>
                    <a:pt x="1750407" y="146893"/>
                  </a:cubicBezTo>
                  <a:lnTo>
                    <a:pt x="1780547" y="249735"/>
                  </a:lnTo>
                  <a:cubicBezTo>
                    <a:pt x="1781872" y="249735"/>
                    <a:pt x="1783197" y="249735"/>
                    <a:pt x="1784853" y="249735"/>
                  </a:cubicBezTo>
                  <a:cubicBezTo>
                    <a:pt x="1786178" y="221085"/>
                    <a:pt x="1796446" y="154014"/>
                    <a:pt x="1859045" y="129836"/>
                  </a:cubicBezTo>
                  <a:cubicBezTo>
                    <a:pt x="1859045" y="129836"/>
                    <a:pt x="1827911" y="204359"/>
                    <a:pt x="1839835" y="253544"/>
                  </a:cubicBezTo>
                  <a:cubicBezTo>
                    <a:pt x="1851593" y="254206"/>
                    <a:pt x="1863185" y="255034"/>
                    <a:pt x="1875109" y="255862"/>
                  </a:cubicBezTo>
                  <a:cubicBezTo>
                    <a:pt x="1884217" y="234333"/>
                    <a:pt x="1893491" y="202371"/>
                    <a:pt x="1890013" y="164116"/>
                  </a:cubicBezTo>
                  <a:cubicBezTo>
                    <a:pt x="1890013" y="164116"/>
                    <a:pt x="1921147" y="212142"/>
                    <a:pt x="1935555" y="260002"/>
                  </a:cubicBezTo>
                  <a:cubicBezTo>
                    <a:pt x="1964040" y="262155"/>
                    <a:pt x="1992358" y="264474"/>
                    <a:pt x="2020843" y="266958"/>
                  </a:cubicBezTo>
                  <a:cubicBezTo>
                    <a:pt x="2020843" y="266627"/>
                    <a:pt x="2021008" y="266295"/>
                    <a:pt x="2021008" y="266295"/>
                  </a:cubicBezTo>
                  <a:cubicBezTo>
                    <a:pt x="2021008" y="266295"/>
                    <a:pt x="1992358" y="173224"/>
                    <a:pt x="2076321" y="111122"/>
                  </a:cubicBezTo>
                  <a:cubicBezTo>
                    <a:pt x="2076321" y="111122"/>
                    <a:pt x="2058104" y="226384"/>
                    <a:pt x="2098181" y="272754"/>
                  </a:cubicBezTo>
                  <a:lnTo>
                    <a:pt x="2098678" y="273251"/>
                  </a:lnTo>
                  <a:cubicBezTo>
                    <a:pt x="2107289" y="273748"/>
                    <a:pt x="2116067" y="274576"/>
                    <a:pt x="2124678" y="275238"/>
                  </a:cubicBezTo>
                  <a:cubicBezTo>
                    <a:pt x="2141239" y="252715"/>
                    <a:pt x="2144385" y="182664"/>
                    <a:pt x="2144385" y="182664"/>
                  </a:cubicBezTo>
                  <a:cubicBezTo>
                    <a:pt x="2144385" y="182664"/>
                    <a:pt x="2177838" y="236652"/>
                    <a:pt x="2170220" y="279213"/>
                  </a:cubicBezTo>
                  <a:cubicBezTo>
                    <a:pt x="2187774" y="280869"/>
                    <a:pt x="2205163" y="282359"/>
                    <a:pt x="2222883" y="284181"/>
                  </a:cubicBezTo>
                  <a:cubicBezTo>
                    <a:pt x="2227023" y="275238"/>
                    <a:pt x="2255507" y="214295"/>
                    <a:pt x="2247062" y="161963"/>
                  </a:cubicBezTo>
                  <a:cubicBezTo>
                    <a:pt x="2247062" y="161963"/>
                    <a:pt x="2288297" y="234499"/>
                    <a:pt x="2282501" y="289812"/>
                  </a:cubicBezTo>
                  <a:cubicBezTo>
                    <a:pt x="2304361" y="291965"/>
                    <a:pt x="2326553" y="293952"/>
                    <a:pt x="2348247" y="296105"/>
                  </a:cubicBezTo>
                  <a:cubicBezTo>
                    <a:pt x="2341954" y="271595"/>
                    <a:pt x="2338808" y="233671"/>
                    <a:pt x="2358515" y="191938"/>
                  </a:cubicBezTo>
                  <a:cubicBezTo>
                    <a:pt x="2358515" y="191938"/>
                    <a:pt x="2376235" y="263149"/>
                    <a:pt x="2409356" y="302397"/>
                  </a:cubicBezTo>
                  <a:cubicBezTo>
                    <a:pt x="2428235" y="304550"/>
                    <a:pt x="2447280" y="306703"/>
                    <a:pt x="2466159" y="308691"/>
                  </a:cubicBezTo>
                  <a:cubicBezTo>
                    <a:pt x="2472452" y="278550"/>
                    <a:pt x="2456719" y="221085"/>
                    <a:pt x="2455063" y="215123"/>
                  </a:cubicBezTo>
                  <a:cubicBezTo>
                    <a:pt x="2459038" y="218766"/>
                    <a:pt x="2502427" y="261824"/>
                    <a:pt x="2499777" y="312665"/>
                  </a:cubicBezTo>
                  <a:cubicBezTo>
                    <a:pt x="2519650" y="314818"/>
                    <a:pt x="2539357" y="316806"/>
                    <a:pt x="2559064" y="318958"/>
                  </a:cubicBezTo>
                  <a:cubicBezTo>
                    <a:pt x="2554759" y="271926"/>
                    <a:pt x="2560058" y="212970"/>
                    <a:pt x="2603778" y="179518"/>
                  </a:cubicBezTo>
                  <a:cubicBezTo>
                    <a:pt x="2603778" y="179518"/>
                    <a:pt x="2592517" y="278716"/>
                    <a:pt x="2617192" y="325748"/>
                  </a:cubicBezTo>
                  <a:cubicBezTo>
                    <a:pt x="2632097" y="327735"/>
                    <a:pt x="2647167" y="329723"/>
                    <a:pt x="2662237" y="331544"/>
                  </a:cubicBezTo>
                  <a:cubicBezTo>
                    <a:pt x="2674989" y="301404"/>
                    <a:pt x="2675320" y="241620"/>
                    <a:pt x="2675320" y="241620"/>
                  </a:cubicBezTo>
                  <a:cubicBezTo>
                    <a:pt x="2675320" y="241620"/>
                    <a:pt x="2711919" y="298423"/>
                    <a:pt x="2715894" y="338500"/>
                  </a:cubicBezTo>
                  <a:cubicBezTo>
                    <a:pt x="2753983" y="343137"/>
                    <a:pt x="2792404" y="347939"/>
                    <a:pt x="2830494" y="352908"/>
                  </a:cubicBezTo>
                  <a:cubicBezTo>
                    <a:pt x="2843080" y="329723"/>
                    <a:pt x="2856825" y="298423"/>
                    <a:pt x="2861297" y="266295"/>
                  </a:cubicBezTo>
                  <a:cubicBezTo>
                    <a:pt x="2861297" y="266295"/>
                    <a:pt x="2898724" y="308525"/>
                    <a:pt x="2884647" y="360360"/>
                  </a:cubicBezTo>
                  <a:lnTo>
                    <a:pt x="2884647" y="360857"/>
                  </a:lnTo>
                  <a:cubicBezTo>
                    <a:pt x="2901208" y="363175"/>
                    <a:pt x="2917934" y="365494"/>
                    <a:pt x="2934495" y="367978"/>
                  </a:cubicBezTo>
                  <a:cubicBezTo>
                    <a:pt x="2934495" y="347939"/>
                    <a:pt x="2940457" y="318130"/>
                    <a:pt x="2966622" y="285506"/>
                  </a:cubicBezTo>
                  <a:cubicBezTo>
                    <a:pt x="2965629" y="288818"/>
                    <a:pt x="2950559" y="333863"/>
                    <a:pt x="2972915" y="373443"/>
                  </a:cubicBezTo>
                  <a:cubicBezTo>
                    <a:pt x="2978712" y="374271"/>
                    <a:pt x="2984177" y="375099"/>
                    <a:pt x="2989973" y="375762"/>
                  </a:cubicBezTo>
                  <a:cubicBezTo>
                    <a:pt x="2987654" y="339494"/>
                    <a:pt x="2987654" y="263480"/>
                    <a:pt x="3019617" y="214626"/>
                  </a:cubicBezTo>
                  <a:cubicBezTo>
                    <a:pt x="3019617" y="214626"/>
                    <a:pt x="3007031" y="313493"/>
                    <a:pt x="3042801" y="382883"/>
                  </a:cubicBezTo>
                  <a:cubicBezTo>
                    <a:pt x="3092815" y="347442"/>
                    <a:pt x="3116993" y="238473"/>
                    <a:pt x="3116993" y="238473"/>
                  </a:cubicBezTo>
                  <a:cubicBezTo>
                    <a:pt x="3139185" y="304219"/>
                    <a:pt x="3116993" y="377417"/>
                    <a:pt x="3116993" y="377417"/>
                  </a:cubicBezTo>
                  <a:cubicBezTo>
                    <a:pt x="3150115" y="381061"/>
                    <a:pt x="3179427" y="296933"/>
                    <a:pt x="3179427" y="296933"/>
                  </a:cubicBezTo>
                  <a:cubicBezTo>
                    <a:pt x="3190191" y="346284"/>
                    <a:pt x="3153592" y="384704"/>
                    <a:pt x="3153592" y="384704"/>
                  </a:cubicBezTo>
                  <a:cubicBezTo>
                    <a:pt x="3153592" y="384704"/>
                    <a:pt x="3155745" y="391329"/>
                    <a:pt x="3158561" y="401099"/>
                  </a:cubicBezTo>
                  <a:cubicBezTo>
                    <a:pt x="3169159" y="402921"/>
                    <a:pt x="3179593" y="404743"/>
                    <a:pt x="3190357" y="406398"/>
                  </a:cubicBezTo>
                  <a:cubicBezTo>
                    <a:pt x="3197975" y="329060"/>
                    <a:pt x="3247491" y="266627"/>
                    <a:pt x="3253784" y="259340"/>
                  </a:cubicBezTo>
                  <a:cubicBezTo>
                    <a:pt x="3205593" y="325748"/>
                    <a:pt x="3229937" y="392156"/>
                    <a:pt x="3240702" y="414679"/>
                  </a:cubicBezTo>
                  <a:cubicBezTo>
                    <a:pt x="3241695" y="415010"/>
                    <a:pt x="3242689" y="415341"/>
                    <a:pt x="3243848" y="415341"/>
                  </a:cubicBezTo>
                  <a:cubicBezTo>
                    <a:pt x="3235402" y="370793"/>
                    <a:pt x="3270676" y="329723"/>
                    <a:pt x="3270676" y="329723"/>
                  </a:cubicBezTo>
                  <a:cubicBezTo>
                    <a:pt x="3254281" y="384704"/>
                    <a:pt x="3289059" y="417660"/>
                    <a:pt x="3289059" y="417660"/>
                  </a:cubicBezTo>
                  <a:cubicBezTo>
                    <a:pt x="3290880" y="353736"/>
                    <a:pt x="3336753" y="320780"/>
                    <a:pt x="3336753" y="320780"/>
                  </a:cubicBezTo>
                  <a:cubicBezTo>
                    <a:pt x="3314562" y="359201"/>
                    <a:pt x="3324830" y="400603"/>
                    <a:pt x="3324830" y="400603"/>
                  </a:cubicBezTo>
                  <a:cubicBezTo>
                    <a:pt x="3324830" y="400603"/>
                    <a:pt x="3327976" y="417328"/>
                    <a:pt x="3334269" y="430577"/>
                  </a:cubicBezTo>
                  <a:cubicBezTo>
                    <a:pt x="3344537" y="432399"/>
                    <a:pt x="3354805" y="433889"/>
                    <a:pt x="3365072" y="435711"/>
                  </a:cubicBezTo>
                  <a:cubicBezTo>
                    <a:pt x="3367722" y="432399"/>
                    <a:pt x="3370371" y="428424"/>
                    <a:pt x="3373187" y="423125"/>
                  </a:cubicBezTo>
                  <a:cubicBezTo>
                    <a:pt x="3404818" y="363506"/>
                    <a:pt x="3382461" y="276398"/>
                    <a:pt x="3380805" y="269773"/>
                  </a:cubicBezTo>
                  <a:cubicBezTo>
                    <a:pt x="3424359" y="313990"/>
                    <a:pt x="3411608" y="428755"/>
                    <a:pt x="3411608" y="428755"/>
                  </a:cubicBezTo>
                  <a:cubicBezTo>
                    <a:pt x="3438933" y="410208"/>
                    <a:pt x="3448207" y="318958"/>
                    <a:pt x="3448207" y="318958"/>
                  </a:cubicBezTo>
                  <a:cubicBezTo>
                    <a:pt x="3462118" y="373112"/>
                    <a:pt x="3451850" y="420310"/>
                    <a:pt x="3441085" y="449788"/>
                  </a:cubicBezTo>
                  <a:cubicBezTo>
                    <a:pt x="3456818" y="452603"/>
                    <a:pt x="3472716" y="455584"/>
                    <a:pt x="3488449" y="458399"/>
                  </a:cubicBezTo>
                  <a:cubicBezTo>
                    <a:pt x="3476691" y="352079"/>
                    <a:pt x="3543265" y="300576"/>
                    <a:pt x="3543265" y="300576"/>
                  </a:cubicBezTo>
                  <a:cubicBezTo>
                    <a:pt x="3486627" y="388513"/>
                    <a:pt x="3536309" y="440017"/>
                    <a:pt x="3536309" y="440017"/>
                  </a:cubicBezTo>
                  <a:lnTo>
                    <a:pt x="3546908" y="375596"/>
                  </a:lnTo>
                  <a:lnTo>
                    <a:pt x="3559825" y="446806"/>
                  </a:lnTo>
                  <a:lnTo>
                    <a:pt x="3595597" y="478437"/>
                  </a:lnTo>
                  <a:cubicBezTo>
                    <a:pt x="3597584" y="478934"/>
                    <a:pt x="3599405" y="479266"/>
                    <a:pt x="3601558" y="479763"/>
                  </a:cubicBezTo>
                  <a:cubicBezTo>
                    <a:pt x="3606030" y="394309"/>
                    <a:pt x="3665151" y="337010"/>
                    <a:pt x="3672438" y="330385"/>
                  </a:cubicBezTo>
                  <a:cubicBezTo>
                    <a:pt x="3625737" y="390997"/>
                    <a:pt x="3645775" y="473138"/>
                    <a:pt x="3645775" y="473138"/>
                  </a:cubicBezTo>
                  <a:cubicBezTo>
                    <a:pt x="3645775" y="473138"/>
                    <a:pt x="3649750" y="480590"/>
                    <a:pt x="3655712" y="490527"/>
                  </a:cubicBezTo>
                  <a:cubicBezTo>
                    <a:pt x="3668132" y="492845"/>
                    <a:pt x="3680222" y="495495"/>
                    <a:pt x="3692642" y="498145"/>
                  </a:cubicBezTo>
                  <a:cubicBezTo>
                    <a:pt x="3687011" y="413188"/>
                    <a:pt x="3766503" y="309850"/>
                    <a:pt x="3766503" y="309850"/>
                  </a:cubicBezTo>
                  <a:cubicBezTo>
                    <a:pt x="3766503" y="309850"/>
                    <a:pt x="3732057" y="476119"/>
                    <a:pt x="3762031" y="512387"/>
                  </a:cubicBezTo>
                  <a:cubicBezTo>
                    <a:pt x="3769980" y="514209"/>
                    <a:pt x="3777929" y="515699"/>
                    <a:pt x="3785713" y="517355"/>
                  </a:cubicBezTo>
                  <a:cubicBezTo>
                    <a:pt x="3786872" y="517024"/>
                    <a:pt x="3787535" y="516858"/>
                    <a:pt x="3788363" y="516527"/>
                  </a:cubicBezTo>
                  <a:cubicBezTo>
                    <a:pt x="3859739" y="483406"/>
                    <a:pt x="3861561" y="300576"/>
                    <a:pt x="3861561" y="300576"/>
                  </a:cubicBezTo>
                  <a:cubicBezTo>
                    <a:pt x="3894185" y="404743"/>
                    <a:pt x="3875472" y="481253"/>
                    <a:pt x="3850465" y="530769"/>
                  </a:cubicBezTo>
                  <a:cubicBezTo>
                    <a:pt x="3858083" y="532260"/>
                    <a:pt x="3865701" y="533916"/>
                    <a:pt x="3873319" y="535572"/>
                  </a:cubicBezTo>
                  <a:cubicBezTo>
                    <a:pt x="3889383" y="538884"/>
                    <a:pt x="3905115" y="542527"/>
                    <a:pt x="3921014" y="546336"/>
                  </a:cubicBezTo>
                  <a:cubicBezTo>
                    <a:pt x="3919854" y="463036"/>
                    <a:pt x="3952313" y="398615"/>
                    <a:pt x="3956453" y="391163"/>
                  </a:cubicBezTo>
                  <a:cubicBezTo>
                    <a:pt x="3928300" y="459227"/>
                    <a:pt x="3957944" y="524808"/>
                    <a:pt x="3979970" y="559750"/>
                  </a:cubicBezTo>
                  <a:cubicBezTo>
                    <a:pt x="3984441" y="560744"/>
                    <a:pt x="3988912" y="561738"/>
                    <a:pt x="3993384" y="562897"/>
                  </a:cubicBezTo>
                  <a:cubicBezTo>
                    <a:pt x="3989078" y="546999"/>
                    <a:pt x="3986759" y="532094"/>
                    <a:pt x="3986759" y="518349"/>
                  </a:cubicBezTo>
                  <a:cubicBezTo>
                    <a:pt x="3986759" y="410208"/>
                    <a:pt x="4098047" y="302397"/>
                    <a:pt x="4105168" y="295608"/>
                  </a:cubicBezTo>
                  <a:cubicBezTo>
                    <a:pt x="4026174" y="428755"/>
                    <a:pt x="4083805" y="561572"/>
                    <a:pt x="4083805" y="561572"/>
                  </a:cubicBezTo>
                  <a:lnTo>
                    <a:pt x="4137793" y="421303"/>
                  </a:lnTo>
                  <a:cubicBezTo>
                    <a:pt x="4137793" y="421303"/>
                    <a:pt x="4123219" y="612082"/>
                    <a:pt x="4177539" y="558094"/>
                  </a:cubicBezTo>
                  <a:cubicBezTo>
                    <a:pt x="4230202" y="505431"/>
                    <a:pt x="4179691" y="379736"/>
                    <a:pt x="4177704" y="374602"/>
                  </a:cubicBezTo>
                  <a:cubicBezTo>
                    <a:pt x="4269781" y="424118"/>
                    <a:pt x="4243947" y="546336"/>
                    <a:pt x="4239310" y="566209"/>
                  </a:cubicBezTo>
                  <a:lnTo>
                    <a:pt x="4267463" y="478934"/>
                  </a:lnTo>
                  <a:lnTo>
                    <a:pt x="4304559" y="637254"/>
                  </a:lnTo>
                  <a:cubicBezTo>
                    <a:pt x="4304559" y="637254"/>
                    <a:pt x="4305884" y="637586"/>
                    <a:pt x="4306546" y="637751"/>
                  </a:cubicBezTo>
                  <a:cubicBezTo>
                    <a:pt x="4303234" y="542859"/>
                    <a:pt x="4393656" y="442169"/>
                    <a:pt x="4399286" y="436042"/>
                  </a:cubicBezTo>
                  <a:cubicBezTo>
                    <a:pt x="4344801" y="558094"/>
                    <a:pt x="4400610" y="629967"/>
                    <a:pt x="4400610" y="629967"/>
                  </a:cubicBezTo>
                  <a:cubicBezTo>
                    <a:pt x="4390012" y="556604"/>
                    <a:pt x="4474471" y="490030"/>
                    <a:pt x="4479605" y="486221"/>
                  </a:cubicBezTo>
                  <a:cubicBezTo>
                    <a:pt x="4476624" y="492680"/>
                    <a:pt x="4405579" y="647687"/>
                    <a:pt x="4479771" y="633611"/>
                  </a:cubicBezTo>
                  <a:cubicBezTo>
                    <a:pt x="4555288" y="619203"/>
                    <a:pt x="4575492" y="435711"/>
                    <a:pt x="4575492" y="435711"/>
                  </a:cubicBezTo>
                  <a:cubicBezTo>
                    <a:pt x="4608613" y="522158"/>
                    <a:pt x="4578307" y="627649"/>
                    <a:pt x="4575823" y="636261"/>
                  </a:cubicBezTo>
                  <a:lnTo>
                    <a:pt x="4648855" y="543686"/>
                  </a:lnTo>
                  <a:lnTo>
                    <a:pt x="4616231" y="673025"/>
                  </a:lnTo>
                  <a:cubicBezTo>
                    <a:pt x="4616231" y="673025"/>
                    <a:pt x="4628154" y="700682"/>
                    <a:pt x="4642065" y="725688"/>
                  </a:cubicBezTo>
                  <a:cubicBezTo>
                    <a:pt x="4657632" y="730160"/>
                    <a:pt x="4673034" y="734631"/>
                    <a:pt x="4688601" y="738771"/>
                  </a:cubicBezTo>
                  <a:cubicBezTo>
                    <a:pt x="4689594" y="728007"/>
                    <a:pt x="4689594" y="713599"/>
                    <a:pt x="4688270" y="694885"/>
                  </a:cubicBezTo>
                  <a:cubicBezTo>
                    <a:pt x="4677836" y="527292"/>
                    <a:pt x="4775875" y="441011"/>
                    <a:pt x="4781672" y="436042"/>
                  </a:cubicBezTo>
                  <a:cubicBezTo>
                    <a:pt x="4699200" y="576311"/>
                    <a:pt x="4753022" y="709127"/>
                    <a:pt x="4753022" y="709127"/>
                  </a:cubicBezTo>
                  <a:lnTo>
                    <a:pt x="4789124" y="615725"/>
                  </a:lnTo>
                  <a:lnTo>
                    <a:pt x="4817774" y="745230"/>
                  </a:lnTo>
                  <a:cubicBezTo>
                    <a:pt x="4821417" y="651165"/>
                    <a:pt x="4929558" y="570515"/>
                    <a:pt x="4936349" y="565547"/>
                  </a:cubicBezTo>
                  <a:cubicBezTo>
                    <a:pt x="4861164" y="651828"/>
                    <a:pt x="4889813" y="759638"/>
                    <a:pt x="4889813" y="759638"/>
                  </a:cubicBezTo>
                  <a:cubicBezTo>
                    <a:pt x="4921113" y="689917"/>
                    <a:pt x="5010043" y="653815"/>
                    <a:pt x="5015674" y="651828"/>
                  </a:cubicBezTo>
                  <a:cubicBezTo>
                    <a:pt x="5011472" y="658059"/>
                    <a:pt x="4949072" y="750636"/>
                    <a:pt x="4942191" y="795316"/>
                  </a:cubicBezTo>
                  <a:lnTo>
                    <a:pt x="4942752" y="806681"/>
                  </a:lnTo>
                  <a:lnTo>
                    <a:pt x="0" y="806681"/>
                  </a:lnTo>
                  <a:lnTo>
                    <a:pt x="0" y="126580"/>
                  </a:lnTo>
                  <a:lnTo>
                    <a:pt x="9860" y="162575"/>
                  </a:lnTo>
                  <a:cubicBezTo>
                    <a:pt x="12870" y="182711"/>
                    <a:pt x="13400" y="203800"/>
                    <a:pt x="10709" y="225722"/>
                  </a:cubicBezTo>
                  <a:cubicBezTo>
                    <a:pt x="25945" y="225225"/>
                    <a:pt x="41180" y="224728"/>
                    <a:pt x="56416" y="224397"/>
                  </a:cubicBezTo>
                  <a:cubicBezTo>
                    <a:pt x="81754" y="192601"/>
                    <a:pt x="106429" y="140600"/>
                    <a:pt x="106595" y="56140"/>
                  </a:cubicBezTo>
                  <a:cubicBezTo>
                    <a:pt x="106595" y="56140"/>
                    <a:pt x="141207" y="148714"/>
                    <a:pt x="136901" y="221747"/>
                  </a:cubicBezTo>
                  <a:cubicBezTo>
                    <a:pt x="162736" y="221085"/>
                    <a:pt x="188405" y="220753"/>
                    <a:pt x="214239" y="220257"/>
                  </a:cubicBezTo>
                  <a:cubicBezTo>
                    <a:pt x="215067" y="193097"/>
                    <a:pt x="219042" y="162625"/>
                    <a:pt x="229806" y="136294"/>
                  </a:cubicBezTo>
                  <a:cubicBezTo>
                    <a:pt x="229806" y="136294"/>
                    <a:pt x="232622" y="179683"/>
                    <a:pt x="247692" y="219429"/>
                  </a:cubicBezTo>
                  <a:cubicBezTo>
                    <a:pt x="260609" y="219263"/>
                    <a:pt x="273527" y="218932"/>
                    <a:pt x="286278" y="218600"/>
                  </a:cubicBezTo>
                  <a:cubicBezTo>
                    <a:pt x="287603" y="164281"/>
                    <a:pt x="298202" y="84790"/>
                    <a:pt x="345566" y="45873"/>
                  </a:cubicBezTo>
                  <a:cubicBezTo>
                    <a:pt x="345566" y="45873"/>
                    <a:pt x="332317" y="140269"/>
                    <a:pt x="343413" y="217607"/>
                  </a:cubicBezTo>
                  <a:cubicBezTo>
                    <a:pt x="371566" y="217110"/>
                    <a:pt x="399719" y="216779"/>
                    <a:pt x="427872" y="216613"/>
                  </a:cubicBezTo>
                  <a:cubicBezTo>
                    <a:pt x="427541" y="180180"/>
                    <a:pt x="435987" y="128179"/>
                    <a:pt x="477057" y="84956"/>
                  </a:cubicBezTo>
                  <a:cubicBezTo>
                    <a:pt x="477057" y="84956"/>
                    <a:pt x="466790" y="159148"/>
                    <a:pt x="492127" y="215785"/>
                  </a:cubicBezTo>
                  <a:cubicBezTo>
                    <a:pt x="527402" y="215454"/>
                    <a:pt x="562510" y="214957"/>
                    <a:pt x="597619" y="214957"/>
                  </a:cubicBezTo>
                  <a:cubicBezTo>
                    <a:pt x="600434" y="189123"/>
                    <a:pt x="598281" y="164944"/>
                    <a:pt x="598281" y="164944"/>
                  </a:cubicBezTo>
                  <a:cubicBezTo>
                    <a:pt x="598281" y="164944"/>
                    <a:pt x="616498" y="184982"/>
                    <a:pt x="629912" y="214957"/>
                  </a:cubicBezTo>
                  <a:lnTo>
                    <a:pt x="644154" y="214957"/>
                  </a:lnTo>
                  <a:cubicBezTo>
                    <a:pt x="650944" y="156333"/>
                    <a:pt x="675454" y="46535"/>
                    <a:pt x="766538" y="0"/>
                  </a:cubicBezTo>
                  <a:close/>
                </a:path>
              </a:pathLst>
            </a:custGeom>
            <a:solidFill>
              <a:srgbClr val="B0C571"/>
            </a:solidFill>
            <a:ln w="165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71465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lem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3" name="Group 692">
            <a:extLst>
              <a:ext uri="{FF2B5EF4-FFF2-40B4-BE49-F238E27FC236}">
                <a16:creationId xmlns:a16="http://schemas.microsoft.com/office/drawing/2014/main" id="{05946F32-3BCD-AF2F-35D8-A0A39F5AFEF1}"/>
              </a:ext>
            </a:extLst>
          </p:cNvPr>
          <p:cNvGrpSpPr/>
          <p:nvPr userDrawn="1"/>
        </p:nvGrpSpPr>
        <p:grpSpPr>
          <a:xfrm>
            <a:off x="0" y="4813330"/>
            <a:ext cx="11291738" cy="2044670"/>
            <a:chOff x="0" y="4813330"/>
            <a:chExt cx="11291738" cy="2044670"/>
          </a:xfrm>
        </p:grpSpPr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270C142B-5BDC-4BE9-ACC3-CBC0CCFD2F1E}"/>
                </a:ext>
              </a:extLst>
            </p:cNvPr>
            <p:cNvSpPr/>
            <p:nvPr/>
          </p:nvSpPr>
          <p:spPr>
            <a:xfrm>
              <a:off x="0" y="4813330"/>
              <a:ext cx="11291738" cy="2044670"/>
            </a:xfrm>
            <a:custGeom>
              <a:avLst/>
              <a:gdLst>
                <a:gd name="connsiteX0" fmla="*/ 11291738 w 11291738"/>
                <a:gd name="connsiteY0" fmla="*/ 1985293 h 2044670"/>
                <a:gd name="connsiteX1" fmla="*/ 11286803 w 11291738"/>
                <a:gd name="connsiteY1" fmla="*/ 2003645 h 2044670"/>
                <a:gd name="connsiteX2" fmla="*/ 11281028 w 11291738"/>
                <a:gd name="connsiteY2" fmla="*/ 2044670 h 2044670"/>
                <a:gd name="connsiteX3" fmla="*/ 11244308 w 11291738"/>
                <a:gd name="connsiteY3" fmla="*/ 2044670 h 2044670"/>
                <a:gd name="connsiteX4" fmla="*/ 11253977 w 11291738"/>
                <a:gd name="connsiteY4" fmla="*/ 2023328 h 2044670"/>
                <a:gd name="connsiteX5" fmla="*/ 11291738 w 11291738"/>
                <a:gd name="connsiteY5" fmla="*/ 1985293 h 2044670"/>
                <a:gd name="connsiteX6" fmla="*/ 10776536 w 11291738"/>
                <a:gd name="connsiteY6" fmla="*/ 1965089 h 2044670"/>
                <a:gd name="connsiteX7" fmla="*/ 10790964 w 11291738"/>
                <a:gd name="connsiteY7" fmla="*/ 2036900 h 2044670"/>
                <a:gd name="connsiteX8" fmla="*/ 10795084 w 11291738"/>
                <a:gd name="connsiteY8" fmla="*/ 2044670 h 2044670"/>
                <a:gd name="connsiteX9" fmla="*/ 10744640 w 11291738"/>
                <a:gd name="connsiteY9" fmla="*/ 2044670 h 2044670"/>
                <a:gd name="connsiteX10" fmla="*/ 10753356 w 11291738"/>
                <a:gd name="connsiteY10" fmla="*/ 2007334 h 2044670"/>
                <a:gd name="connsiteX11" fmla="*/ 10776536 w 11291738"/>
                <a:gd name="connsiteY11" fmla="*/ 1965089 h 2044670"/>
                <a:gd name="connsiteX12" fmla="*/ 10929059 w 11291738"/>
                <a:gd name="connsiteY12" fmla="*/ 1943229 h 2044670"/>
                <a:gd name="connsiteX13" fmla="*/ 10966052 w 11291738"/>
                <a:gd name="connsiteY13" fmla="*/ 2014378 h 2044670"/>
                <a:gd name="connsiteX14" fmla="*/ 10976602 w 11291738"/>
                <a:gd name="connsiteY14" fmla="*/ 2044670 h 2044670"/>
                <a:gd name="connsiteX15" fmla="*/ 10936499 w 11291738"/>
                <a:gd name="connsiteY15" fmla="*/ 2044670 h 2044670"/>
                <a:gd name="connsiteX16" fmla="*/ 10936905 w 11291738"/>
                <a:gd name="connsiteY16" fmla="*/ 2039198 h 2044670"/>
                <a:gd name="connsiteX17" fmla="*/ 10929059 w 11291738"/>
                <a:gd name="connsiteY17" fmla="*/ 1943229 h 2044670"/>
                <a:gd name="connsiteX18" fmla="*/ 10455756 w 11291738"/>
                <a:gd name="connsiteY18" fmla="*/ 1941242 h 2044670"/>
                <a:gd name="connsiteX19" fmla="*/ 10471056 w 11291738"/>
                <a:gd name="connsiteY19" fmla="*/ 2026547 h 2044670"/>
                <a:gd name="connsiteX20" fmla="*/ 10470474 w 11291738"/>
                <a:gd name="connsiteY20" fmla="*/ 2044670 h 2044670"/>
                <a:gd name="connsiteX21" fmla="*/ 10388523 w 11291738"/>
                <a:gd name="connsiteY21" fmla="*/ 2044670 h 2044670"/>
                <a:gd name="connsiteX22" fmla="*/ 10406425 w 11291738"/>
                <a:gd name="connsiteY22" fmla="*/ 2034188 h 2044670"/>
                <a:gd name="connsiteX23" fmla="*/ 10455756 w 11291738"/>
                <a:gd name="connsiteY23" fmla="*/ 1941242 h 2044670"/>
                <a:gd name="connsiteX24" fmla="*/ 11090857 w 11291738"/>
                <a:gd name="connsiteY24" fmla="*/ 1903483 h 2044670"/>
                <a:gd name="connsiteX25" fmla="*/ 11131224 w 11291738"/>
                <a:gd name="connsiteY25" fmla="*/ 1996844 h 2044670"/>
                <a:gd name="connsiteX26" fmla="*/ 11143409 w 11291738"/>
                <a:gd name="connsiteY26" fmla="*/ 2044670 h 2044670"/>
                <a:gd name="connsiteX27" fmla="*/ 11091677 w 11291738"/>
                <a:gd name="connsiteY27" fmla="*/ 2044670 h 2044670"/>
                <a:gd name="connsiteX28" fmla="*/ 11098387 w 11291738"/>
                <a:gd name="connsiteY28" fmla="*/ 1994898 h 2044670"/>
                <a:gd name="connsiteX29" fmla="*/ 11090857 w 11291738"/>
                <a:gd name="connsiteY29" fmla="*/ 1903483 h 2044670"/>
                <a:gd name="connsiteX30" fmla="*/ 10624343 w 11291738"/>
                <a:gd name="connsiteY30" fmla="*/ 1880795 h 2044670"/>
                <a:gd name="connsiteX31" fmla="*/ 10636639 w 11291738"/>
                <a:gd name="connsiteY31" fmla="*/ 2036246 h 2044670"/>
                <a:gd name="connsiteX32" fmla="*/ 10639945 w 11291738"/>
                <a:gd name="connsiteY32" fmla="*/ 2044670 h 2044670"/>
                <a:gd name="connsiteX33" fmla="*/ 10547267 w 11291738"/>
                <a:gd name="connsiteY33" fmla="*/ 2044670 h 2044670"/>
                <a:gd name="connsiteX34" fmla="*/ 10547095 w 11291738"/>
                <a:gd name="connsiteY34" fmla="*/ 2033640 h 2044670"/>
                <a:gd name="connsiteX35" fmla="*/ 10624343 w 11291738"/>
                <a:gd name="connsiteY35" fmla="*/ 1880795 h 2044670"/>
                <a:gd name="connsiteX36" fmla="*/ 595865 w 11291738"/>
                <a:gd name="connsiteY36" fmla="*/ 0 h 2044670"/>
                <a:gd name="connsiteX37" fmla="*/ 735969 w 11291738"/>
                <a:gd name="connsiteY37" fmla="*/ 211314 h 2044670"/>
                <a:gd name="connsiteX38" fmla="*/ 795918 w 11291738"/>
                <a:gd name="connsiteY38" fmla="*/ 34115 h 2044670"/>
                <a:gd name="connsiteX39" fmla="*/ 862161 w 11291738"/>
                <a:gd name="connsiteY39" fmla="*/ 288487 h 2044670"/>
                <a:gd name="connsiteX40" fmla="*/ 900582 w 11291738"/>
                <a:gd name="connsiteY40" fmla="*/ 141097 h 2044670"/>
                <a:gd name="connsiteX41" fmla="*/ 939830 w 11291738"/>
                <a:gd name="connsiteY41" fmla="*/ 258512 h 2044670"/>
                <a:gd name="connsiteX42" fmla="*/ 1007895 w 11291738"/>
                <a:gd name="connsiteY42" fmla="*/ 173390 h 2044670"/>
                <a:gd name="connsiteX43" fmla="*/ 1043003 w 11291738"/>
                <a:gd name="connsiteY43" fmla="*/ 276894 h 2044670"/>
                <a:gd name="connsiteX44" fmla="*/ 1088877 w 11291738"/>
                <a:gd name="connsiteY44" fmla="*/ 273913 h 2044670"/>
                <a:gd name="connsiteX45" fmla="*/ 1106596 w 11291738"/>
                <a:gd name="connsiteY45" fmla="*/ 257850 h 2044670"/>
                <a:gd name="connsiteX46" fmla="*/ 1094176 w 11291738"/>
                <a:gd name="connsiteY46" fmla="*/ 94727 h 2044670"/>
                <a:gd name="connsiteX47" fmla="*/ 1144852 w 11291738"/>
                <a:gd name="connsiteY47" fmla="*/ 270436 h 2044670"/>
                <a:gd name="connsiteX48" fmla="*/ 1199171 w 11291738"/>
                <a:gd name="connsiteY48" fmla="*/ 267124 h 2044670"/>
                <a:gd name="connsiteX49" fmla="*/ 1204636 w 11291738"/>
                <a:gd name="connsiteY49" fmla="*/ 185479 h 2044670"/>
                <a:gd name="connsiteX50" fmla="*/ 1244547 w 11291738"/>
                <a:gd name="connsiteY50" fmla="*/ 264639 h 2044670"/>
                <a:gd name="connsiteX51" fmla="*/ 1275846 w 11291738"/>
                <a:gd name="connsiteY51" fmla="*/ 262984 h 2044670"/>
                <a:gd name="connsiteX52" fmla="*/ 1315095 w 11291738"/>
                <a:gd name="connsiteY52" fmla="*/ 133645 h 2044670"/>
                <a:gd name="connsiteX53" fmla="*/ 1316089 w 11291738"/>
                <a:gd name="connsiteY53" fmla="*/ 260996 h 2044670"/>
                <a:gd name="connsiteX54" fmla="*/ 1323541 w 11291738"/>
                <a:gd name="connsiteY54" fmla="*/ 260665 h 2044670"/>
                <a:gd name="connsiteX55" fmla="*/ 1380179 w 11291738"/>
                <a:gd name="connsiteY55" fmla="*/ 54484 h 2044670"/>
                <a:gd name="connsiteX56" fmla="*/ 1370242 w 11291738"/>
                <a:gd name="connsiteY56" fmla="*/ 258347 h 2044670"/>
                <a:gd name="connsiteX57" fmla="*/ 1418103 w 11291738"/>
                <a:gd name="connsiteY57" fmla="*/ 256359 h 2044670"/>
                <a:gd name="connsiteX58" fmla="*/ 1415950 w 11291738"/>
                <a:gd name="connsiteY58" fmla="*/ 159148 h 2044670"/>
                <a:gd name="connsiteX59" fmla="*/ 1449899 w 11291738"/>
                <a:gd name="connsiteY59" fmla="*/ 255034 h 2044670"/>
                <a:gd name="connsiteX60" fmla="*/ 1499084 w 11291738"/>
                <a:gd name="connsiteY60" fmla="*/ 253047 h 2044670"/>
                <a:gd name="connsiteX61" fmla="*/ 1451390 w 11291738"/>
                <a:gd name="connsiteY61" fmla="*/ 60943 h 2044670"/>
                <a:gd name="connsiteX62" fmla="*/ 1558868 w 11291738"/>
                <a:gd name="connsiteY62" fmla="*/ 251060 h 2044670"/>
                <a:gd name="connsiteX63" fmla="*/ 1587684 w 11291738"/>
                <a:gd name="connsiteY63" fmla="*/ 250231 h 2044670"/>
                <a:gd name="connsiteX64" fmla="*/ 1619315 w 11291738"/>
                <a:gd name="connsiteY64" fmla="*/ 144243 h 2044670"/>
                <a:gd name="connsiteX65" fmla="*/ 1638359 w 11291738"/>
                <a:gd name="connsiteY65" fmla="*/ 248575 h 2044670"/>
                <a:gd name="connsiteX66" fmla="*/ 1687048 w 11291738"/>
                <a:gd name="connsiteY66" fmla="*/ 247582 h 2044670"/>
                <a:gd name="connsiteX67" fmla="*/ 1696819 w 11291738"/>
                <a:gd name="connsiteY67" fmla="*/ 194753 h 2044670"/>
                <a:gd name="connsiteX68" fmla="*/ 1708080 w 11291738"/>
                <a:gd name="connsiteY68" fmla="*/ 247085 h 2044670"/>
                <a:gd name="connsiteX69" fmla="*/ 1732424 w 11291738"/>
                <a:gd name="connsiteY69" fmla="*/ 246588 h 2044670"/>
                <a:gd name="connsiteX70" fmla="*/ 1769686 w 11291738"/>
                <a:gd name="connsiteY70" fmla="*/ 137785 h 2044670"/>
                <a:gd name="connsiteX71" fmla="*/ 1768361 w 11291738"/>
                <a:gd name="connsiteY71" fmla="*/ 245926 h 2044670"/>
                <a:gd name="connsiteX72" fmla="*/ 1821520 w 11291738"/>
                <a:gd name="connsiteY72" fmla="*/ 245263 h 2044670"/>
                <a:gd name="connsiteX73" fmla="*/ 1852489 w 11291738"/>
                <a:gd name="connsiteY73" fmla="*/ 162460 h 2044670"/>
                <a:gd name="connsiteX74" fmla="*/ 1861928 w 11291738"/>
                <a:gd name="connsiteY74" fmla="*/ 244767 h 2044670"/>
                <a:gd name="connsiteX75" fmla="*/ 1928337 w 11291738"/>
                <a:gd name="connsiteY75" fmla="*/ 244270 h 2044670"/>
                <a:gd name="connsiteX76" fmla="*/ 1928834 w 11291738"/>
                <a:gd name="connsiteY76" fmla="*/ 212805 h 2044670"/>
                <a:gd name="connsiteX77" fmla="*/ 1948706 w 11291738"/>
                <a:gd name="connsiteY77" fmla="*/ 244270 h 2044670"/>
                <a:gd name="connsiteX78" fmla="*/ 1957649 w 11291738"/>
                <a:gd name="connsiteY78" fmla="*/ 244270 h 2044670"/>
                <a:gd name="connsiteX79" fmla="*/ 2034822 w 11291738"/>
                <a:gd name="connsiteY79" fmla="*/ 108804 h 2044670"/>
                <a:gd name="connsiteX80" fmla="*/ 2017433 w 11291738"/>
                <a:gd name="connsiteY80" fmla="*/ 244435 h 2044670"/>
                <a:gd name="connsiteX81" fmla="*/ 2034159 w 11291738"/>
                <a:gd name="connsiteY81" fmla="*/ 244435 h 2044670"/>
                <a:gd name="connsiteX82" fmla="*/ 2052376 w 11291738"/>
                <a:gd name="connsiteY82" fmla="*/ 171237 h 2044670"/>
                <a:gd name="connsiteX83" fmla="*/ 2066618 w 11291738"/>
                <a:gd name="connsiteY83" fmla="*/ 244601 h 2044670"/>
                <a:gd name="connsiteX84" fmla="*/ 2107192 w 11291738"/>
                <a:gd name="connsiteY84" fmla="*/ 245098 h 2044670"/>
                <a:gd name="connsiteX85" fmla="*/ 2111001 w 11291738"/>
                <a:gd name="connsiteY85" fmla="*/ 188626 h 2044670"/>
                <a:gd name="connsiteX86" fmla="*/ 2131702 w 11291738"/>
                <a:gd name="connsiteY86" fmla="*/ 245429 h 2044670"/>
                <a:gd name="connsiteX87" fmla="*/ 2153562 w 11291738"/>
                <a:gd name="connsiteY87" fmla="*/ 245760 h 2044670"/>
                <a:gd name="connsiteX88" fmla="*/ 2161842 w 11291738"/>
                <a:gd name="connsiteY88" fmla="*/ 193760 h 2044670"/>
                <a:gd name="connsiteX89" fmla="*/ 2182212 w 11291738"/>
                <a:gd name="connsiteY89" fmla="*/ 246091 h 2044670"/>
                <a:gd name="connsiteX90" fmla="*/ 2236200 w 11291738"/>
                <a:gd name="connsiteY90" fmla="*/ 247251 h 2044670"/>
                <a:gd name="connsiteX91" fmla="*/ 2220467 w 11291738"/>
                <a:gd name="connsiteY91" fmla="*/ 124370 h 2044670"/>
                <a:gd name="connsiteX92" fmla="*/ 2278098 w 11291738"/>
                <a:gd name="connsiteY92" fmla="*/ 227047 h 2044670"/>
                <a:gd name="connsiteX93" fmla="*/ 2318009 w 11291738"/>
                <a:gd name="connsiteY93" fmla="*/ 161467 h 2044670"/>
                <a:gd name="connsiteX94" fmla="*/ 2307742 w 11291738"/>
                <a:gd name="connsiteY94" fmla="*/ 249072 h 2044670"/>
                <a:gd name="connsiteX95" fmla="*/ 2337385 w 11291738"/>
                <a:gd name="connsiteY95" fmla="*/ 249900 h 2044670"/>
                <a:gd name="connsiteX96" fmla="*/ 2331755 w 11291738"/>
                <a:gd name="connsiteY96" fmla="*/ 206346 h 2044670"/>
                <a:gd name="connsiteX97" fmla="*/ 2358252 w 11291738"/>
                <a:gd name="connsiteY97" fmla="*/ 250728 h 2044670"/>
                <a:gd name="connsiteX98" fmla="*/ 2364048 w 11291738"/>
                <a:gd name="connsiteY98" fmla="*/ 250894 h 2044670"/>
                <a:gd name="connsiteX99" fmla="*/ 2392367 w 11291738"/>
                <a:gd name="connsiteY99" fmla="*/ 161467 h 2044670"/>
                <a:gd name="connsiteX100" fmla="*/ 2425654 w 11291738"/>
                <a:gd name="connsiteY100" fmla="*/ 253047 h 2044670"/>
                <a:gd name="connsiteX101" fmla="*/ 2425985 w 11291738"/>
                <a:gd name="connsiteY101" fmla="*/ 253378 h 2044670"/>
                <a:gd name="connsiteX102" fmla="*/ 2452647 w 11291738"/>
                <a:gd name="connsiteY102" fmla="*/ 254372 h 2044670"/>
                <a:gd name="connsiteX103" fmla="*/ 2470533 w 11291738"/>
                <a:gd name="connsiteY103" fmla="*/ 179021 h 2044670"/>
                <a:gd name="connsiteX104" fmla="*/ 2501336 w 11291738"/>
                <a:gd name="connsiteY104" fmla="*/ 256525 h 2044670"/>
                <a:gd name="connsiteX105" fmla="*/ 2549362 w 11291738"/>
                <a:gd name="connsiteY105" fmla="*/ 259009 h 2044670"/>
                <a:gd name="connsiteX106" fmla="*/ 2566254 w 11291738"/>
                <a:gd name="connsiteY106" fmla="*/ 165441 h 2044670"/>
                <a:gd name="connsiteX107" fmla="*/ 2597885 w 11291738"/>
                <a:gd name="connsiteY107" fmla="*/ 261327 h 2044670"/>
                <a:gd name="connsiteX108" fmla="*/ 2644420 w 11291738"/>
                <a:gd name="connsiteY108" fmla="*/ 264308 h 2044670"/>
                <a:gd name="connsiteX109" fmla="*/ 2654025 w 11291738"/>
                <a:gd name="connsiteY109" fmla="*/ 201378 h 2044670"/>
                <a:gd name="connsiteX110" fmla="*/ 2673070 w 11291738"/>
                <a:gd name="connsiteY110" fmla="*/ 266130 h 2044670"/>
                <a:gd name="connsiteX111" fmla="*/ 2675720 w 11291738"/>
                <a:gd name="connsiteY111" fmla="*/ 266295 h 2044670"/>
                <a:gd name="connsiteX112" fmla="*/ 2722421 w 11291738"/>
                <a:gd name="connsiteY112" fmla="*/ 190779 h 2044670"/>
                <a:gd name="connsiteX113" fmla="*/ 2710331 w 11291738"/>
                <a:gd name="connsiteY113" fmla="*/ 268614 h 2044670"/>
                <a:gd name="connsiteX114" fmla="*/ 2732523 w 11291738"/>
                <a:gd name="connsiteY114" fmla="*/ 270104 h 2044670"/>
                <a:gd name="connsiteX115" fmla="*/ 2741962 w 11291738"/>
                <a:gd name="connsiteY115" fmla="*/ 212308 h 2044670"/>
                <a:gd name="connsiteX116" fmla="*/ 2770612 w 11291738"/>
                <a:gd name="connsiteY116" fmla="*/ 272754 h 2044670"/>
                <a:gd name="connsiteX117" fmla="*/ 2824269 w 11291738"/>
                <a:gd name="connsiteY117" fmla="*/ 277060 h 2044670"/>
                <a:gd name="connsiteX118" fmla="*/ 2824434 w 11291738"/>
                <a:gd name="connsiteY118" fmla="*/ 276729 h 2044670"/>
                <a:gd name="connsiteX119" fmla="*/ 2859212 w 11291738"/>
                <a:gd name="connsiteY119" fmla="*/ 179021 h 2044670"/>
                <a:gd name="connsiteX120" fmla="*/ 2872957 w 11291738"/>
                <a:gd name="connsiteY120" fmla="*/ 280703 h 2044670"/>
                <a:gd name="connsiteX121" fmla="*/ 2873289 w 11291738"/>
                <a:gd name="connsiteY121" fmla="*/ 281035 h 2044670"/>
                <a:gd name="connsiteX122" fmla="*/ 2889683 w 11291738"/>
                <a:gd name="connsiteY122" fmla="*/ 282359 h 2044670"/>
                <a:gd name="connsiteX123" fmla="*/ 2902104 w 11291738"/>
                <a:gd name="connsiteY123" fmla="*/ 224066 h 2044670"/>
                <a:gd name="connsiteX124" fmla="*/ 2918334 w 11291738"/>
                <a:gd name="connsiteY124" fmla="*/ 284843 h 2044670"/>
                <a:gd name="connsiteX125" fmla="*/ 2951455 w 11291738"/>
                <a:gd name="connsiteY125" fmla="*/ 287990 h 2044670"/>
                <a:gd name="connsiteX126" fmla="*/ 2966691 w 11291738"/>
                <a:gd name="connsiteY126" fmla="*/ 210983 h 2044670"/>
                <a:gd name="connsiteX127" fmla="*/ 2989047 w 11291738"/>
                <a:gd name="connsiteY127" fmla="*/ 291468 h 2044670"/>
                <a:gd name="connsiteX128" fmla="*/ 3030449 w 11291738"/>
                <a:gd name="connsiteY128" fmla="*/ 295442 h 2044670"/>
                <a:gd name="connsiteX129" fmla="*/ 3036908 w 11291738"/>
                <a:gd name="connsiteY129" fmla="*/ 229862 h 2044670"/>
                <a:gd name="connsiteX130" fmla="*/ 3068870 w 11291738"/>
                <a:gd name="connsiteY130" fmla="*/ 299417 h 2044670"/>
                <a:gd name="connsiteX131" fmla="*/ 3104641 w 11291738"/>
                <a:gd name="connsiteY131" fmla="*/ 303392 h 2044670"/>
                <a:gd name="connsiteX132" fmla="*/ 3097685 w 11291738"/>
                <a:gd name="connsiteY132" fmla="*/ 244435 h 2044670"/>
                <a:gd name="connsiteX133" fmla="*/ 3125839 w 11291738"/>
                <a:gd name="connsiteY133" fmla="*/ 305876 h 2044670"/>
                <a:gd name="connsiteX134" fmla="*/ 3163100 w 11291738"/>
                <a:gd name="connsiteY134" fmla="*/ 309850 h 2044670"/>
                <a:gd name="connsiteX135" fmla="*/ 3191253 w 11291738"/>
                <a:gd name="connsiteY135" fmla="*/ 222079 h 2044670"/>
                <a:gd name="connsiteX136" fmla="*/ 3199699 w 11291738"/>
                <a:gd name="connsiteY136" fmla="*/ 314156 h 2044670"/>
                <a:gd name="connsiteX137" fmla="*/ 3228018 w 11291738"/>
                <a:gd name="connsiteY137" fmla="*/ 317799 h 2044670"/>
                <a:gd name="connsiteX138" fmla="*/ 3236298 w 11291738"/>
                <a:gd name="connsiteY138" fmla="*/ 261162 h 2044670"/>
                <a:gd name="connsiteX139" fmla="*/ 3261802 w 11291738"/>
                <a:gd name="connsiteY139" fmla="*/ 322105 h 2044670"/>
                <a:gd name="connsiteX140" fmla="*/ 3334007 w 11291738"/>
                <a:gd name="connsiteY140" fmla="*/ 331213 h 2044670"/>
                <a:gd name="connsiteX141" fmla="*/ 3353382 w 11291738"/>
                <a:gd name="connsiteY141" fmla="*/ 276729 h 2044670"/>
                <a:gd name="connsiteX142" fmla="*/ 3368121 w 11291738"/>
                <a:gd name="connsiteY142" fmla="*/ 335850 h 2044670"/>
                <a:gd name="connsiteX143" fmla="*/ 3368121 w 11291738"/>
                <a:gd name="connsiteY143" fmla="*/ 336181 h 2044670"/>
                <a:gd name="connsiteX144" fmla="*/ 3399421 w 11291738"/>
                <a:gd name="connsiteY144" fmla="*/ 340653 h 2044670"/>
                <a:gd name="connsiteX145" fmla="*/ 3419791 w 11291738"/>
                <a:gd name="connsiteY145" fmla="*/ 288652 h 2044670"/>
                <a:gd name="connsiteX146" fmla="*/ 3423599 w 11291738"/>
                <a:gd name="connsiteY146" fmla="*/ 344131 h 2044670"/>
                <a:gd name="connsiteX147" fmla="*/ 3434364 w 11291738"/>
                <a:gd name="connsiteY147" fmla="*/ 345621 h 2044670"/>
                <a:gd name="connsiteX148" fmla="*/ 3453077 w 11291738"/>
                <a:gd name="connsiteY148" fmla="*/ 244104 h 2044670"/>
                <a:gd name="connsiteX149" fmla="*/ 3467651 w 11291738"/>
                <a:gd name="connsiteY149" fmla="*/ 350092 h 2044670"/>
                <a:gd name="connsiteX150" fmla="*/ 3514352 w 11291738"/>
                <a:gd name="connsiteY150" fmla="*/ 259174 h 2044670"/>
                <a:gd name="connsiteX151" fmla="*/ 3514352 w 11291738"/>
                <a:gd name="connsiteY151" fmla="*/ 346615 h 2044670"/>
                <a:gd name="connsiteX152" fmla="*/ 3553601 w 11291738"/>
                <a:gd name="connsiteY152" fmla="*/ 295939 h 2044670"/>
                <a:gd name="connsiteX153" fmla="*/ 3537372 w 11291738"/>
                <a:gd name="connsiteY153" fmla="*/ 351252 h 2044670"/>
                <a:gd name="connsiteX154" fmla="*/ 3540518 w 11291738"/>
                <a:gd name="connsiteY154" fmla="*/ 361519 h 2044670"/>
                <a:gd name="connsiteX155" fmla="*/ 3560556 w 11291738"/>
                <a:gd name="connsiteY155" fmla="*/ 364832 h 2044670"/>
                <a:gd name="connsiteX156" fmla="*/ 3599474 w 11291738"/>
                <a:gd name="connsiteY156" fmla="*/ 273582 h 2044670"/>
                <a:gd name="connsiteX157" fmla="*/ 3592187 w 11291738"/>
                <a:gd name="connsiteY157" fmla="*/ 370131 h 2044670"/>
                <a:gd name="connsiteX158" fmla="*/ 3594174 w 11291738"/>
                <a:gd name="connsiteY158" fmla="*/ 370462 h 2044670"/>
                <a:gd name="connsiteX159" fmla="*/ 3611066 w 11291738"/>
                <a:gd name="connsiteY159" fmla="*/ 316640 h 2044670"/>
                <a:gd name="connsiteX160" fmla="*/ 3622659 w 11291738"/>
                <a:gd name="connsiteY160" fmla="*/ 371952 h 2044670"/>
                <a:gd name="connsiteX161" fmla="*/ 3652634 w 11291738"/>
                <a:gd name="connsiteY161" fmla="*/ 311009 h 2044670"/>
                <a:gd name="connsiteX162" fmla="*/ 3645181 w 11291738"/>
                <a:gd name="connsiteY162" fmla="*/ 361188 h 2044670"/>
                <a:gd name="connsiteX163" fmla="*/ 3651143 w 11291738"/>
                <a:gd name="connsiteY163" fmla="*/ 380067 h 2044670"/>
                <a:gd name="connsiteX164" fmla="*/ 3670519 w 11291738"/>
                <a:gd name="connsiteY164" fmla="*/ 383379 h 2044670"/>
                <a:gd name="connsiteX165" fmla="*/ 3675653 w 11291738"/>
                <a:gd name="connsiteY165" fmla="*/ 375430 h 2044670"/>
                <a:gd name="connsiteX166" fmla="*/ 3680455 w 11291738"/>
                <a:gd name="connsiteY166" fmla="*/ 278882 h 2044670"/>
                <a:gd name="connsiteX167" fmla="*/ 3699832 w 11291738"/>
                <a:gd name="connsiteY167" fmla="*/ 378908 h 2044670"/>
                <a:gd name="connsiteX168" fmla="*/ 3722851 w 11291738"/>
                <a:gd name="connsiteY168" fmla="*/ 309850 h 2044670"/>
                <a:gd name="connsiteX169" fmla="*/ 3718379 w 11291738"/>
                <a:gd name="connsiteY169" fmla="*/ 392157 h 2044670"/>
                <a:gd name="connsiteX170" fmla="*/ 3748188 w 11291738"/>
                <a:gd name="connsiteY170" fmla="*/ 397621 h 2044670"/>
                <a:gd name="connsiteX171" fmla="*/ 3782635 w 11291738"/>
                <a:gd name="connsiteY171" fmla="*/ 298257 h 2044670"/>
                <a:gd name="connsiteX172" fmla="*/ 3778329 w 11291738"/>
                <a:gd name="connsiteY172" fmla="*/ 386029 h 2044670"/>
                <a:gd name="connsiteX173" fmla="*/ 3784953 w 11291738"/>
                <a:gd name="connsiteY173" fmla="*/ 345455 h 2044670"/>
                <a:gd name="connsiteX174" fmla="*/ 3793068 w 11291738"/>
                <a:gd name="connsiteY174" fmla="*/ 390335 h 2044670"/>
                <a:gd name="connsiteX175" fmla="*/ 3815591 w 11291738"/>
                <a:gd name="connsiteY175" fmla="*/ 410208 h 2044670"/>
                <a:gd name="connsiteX176" fmla="*/ 3819400 w 11291738"/>
                <a:gd name="connsiteY176" fmla="*/ 411036 h 2044670"/>
                <a:gd name="connsiteX177" fmla="*/ 3864445 w 11291738"/>
                <a:gd name="connsiteY177" fmla="*/ 316640 h 2044670"/>
                <a:gd name="connsiteX178" fmla="*/ 3847221 w 11291738"/>
                <a:gd name="connsiteY178" fmla="*/ 406896 h 2044670"/>
                <a:gd name="connsiteX179" fmla="*/ 3853515 w 11291738"/>
                <a:gd name="connsiteY179" fmla="*/ 417825 h 2044670"/>
                <a:gd name="connsiteX180" fmla="*/ 3876699 w 11291738"/>
                <a:gd name="connsiteY180" fmla="*/ 422628 h 2044670"/>
                <a:gd name="connsiteX181" fmla="*/ 3923235 w 11291738"/>
                <a:gd name="connsiteY181" fmla="*/ 304054 h 2044670"/>
                <a:gd name="connsiteX182" fmla="*/ 3920419 w 11291738"/>
                <a:gd name="connsiteY182" fmla="*/ 431571 h 2044670"/>
                <a:gd name="connsiteX183" fmla="*/ 3935324 w 11291738"/>
                <a:gd name="connsiteY183" fmla="*/ 434718 h 2044670"/>
                <a:gd name="connsiteX184" fmla="*/ 3936980 w 11291738"/>
                <a:gd name="connsiteY184" fmla="*/ 434221 h 2044670"/>
                <a:gd name="connsiteX185" fmla="*/ 3983019 w 11291738"/>
                <a:gd name="connsiteY185" fmla="*/ 298257 h 2044670"/>
                <a:gd name="connsiteX186" fmla="*/ 3976063 w 11291738"/>
                <a:gd name="connsiteY186" fmla="*/ 443163 h 2044670"/>
                <a:gd name="connsiteX187" fmla="*/ 3990471 w 11291738"/>
                <a:gd name="connsiteY187" fmla="*/ 446144 h 2044670"/>
                <a:gd name="connsiteX188" fmla="*/ 4020446 w 11291738"/>
                <a:gd name="connsiteY188" fmla="*/ 452934 h 2044670"/>
                <a:gd name="connsiteX189" fmla="*/ 4042969 w 11291738"/>
                <a:gd name="connsiteY189" fmla="*/ 354729 h 2044670"/>
                <a:gd name="connsiteX190" fmla="*/ 4057542 w 11291738"/>
                <a:gd name="connsiteY190" fmla="*/ 461380 h 2044670"/>
                <a:gd name="connsiteX191" fmla="*/ 4065988 w 11291738"/>
                <a:gd name="connsiteY191" fmla="*/ 463367 h 2044670"/>
                <a:gd name="connsiteX192" fmla="*/ 4061848 w 11291738"/>
                <a:gd name="connsiteY192" fmla="*/ 435380 h 2044670"/>
                <a:gd name="connsiteX193" fmla="*/ 4136371 w 11291738"/>
                <a:gd name="connsiteY193" fmla="*/ 295111 h 2044670"/>
                <a:gd name="connsiteX194" fmla="*/ 4122956 w 11291738"/>
                <a:gd name="connsiteY194" fmla="*/ 462539 h 2044670"/>
                <a:gd name="connsiteX195" fmla="*/ 4156906 w 11291738"/>
                <a:gd name="connsiteY195" fmla="*/ 374271 h 2044670"/>
                <a:gd name="connsiteX196" fmla="*/ 4181912 w 11291738"/>
                <a:gd name="connsiteY196" fmla="*/ 460386 h 2044670"/>
                <a:gd name="connsiteX197" fmla="*/ 4181912 w 11291738"/>
                <a:gd name="connsiteY197" fmla="*/ 344793 h 2044670"/>
                <a:gd name="connsiteX198" fmla="*/ 4220830 w 11291738"/>
                <a:gd name="connsiteY198" fmla="*/ 465520 h 2044670"/>
                <a:gd name="connsiteX199" fmla="*/ 4238550 w 11291738"/>
                <a:gd name="connsiteY199" fmla="*/ 410539 h 2044670"/>
                <a:gd name="connsiteX200" fmla="*/ 4261901 w 11291738"/>
                <a:gd name="connsiteY200" fmla="*/ 510234 h 2044670"/>
                <a:gd name="connsiteX201" fmla="*/ 4263225 w 11291738"/>
                <a:gd name="connsiteY201" fmla="*/ 510565 h 2044670"/>
                <a:gd name="connsiteX202" fmla="*/ 4321520 w 11291738"/>
                <a:gd name="connsiteY202" fmla="*/ 383545 h 2044670"/>
                <a:gd name="connsiteX203" fmla="*/ 4322347 w 11291738"/>
                <a:gd name="connsiteY203" fmla="*/ 505597 h 2044670"/>
                <a:gd name="connsiteX204" fmla="*/ 4372194 w 11291738"/>
                <a:gd name="connsiteY204" fmla="*/ 415010 h 2044670"/>
                <a:gd name="connsiteX205" fmla="*/ 4372194 w 11291738"/>
                <a:gd name="connsiteY205" fmla="*/ 507915 h 2044670"/>
                <a:gd name="connsiteX206" fmla="*/ 4432475 w 11291738"/>
                <a:gd name="connsiteY206" fmla="*/ 383379 h 2044670"/>
                <a:gd name="connsiteX207" fmla="*/ 4432641 w 11291738"/>
                <a:gd name="connsiteY207" fmla="*/ 509572 h 2044670"/>
                <a:gd name="connsiteX208" fmla="*/ 4478680 w 11291738"/>
                <a:gd name="connsiteY208" fmla="*/ 451278 h 2044670"/>
                <a:gd name="connsiteX209" fmla="*/ 4458144 w 11291738"/>
                <a:gd name="connsiteY209" fmla="*/ 532756 h 2044670"/>
                <a:gd name="connsiteX210" fmla="*/ 4474374 w 11291738"/>
                <a:gd name="connsiteY210" fmla="*/ 565878 h 2044670"/>
                <a:gd name="connsiteX211" fmla="*/ 4503686 w 11291738"/>
                <a:gd name="connsiteY211" fmla="*/ 574158 h 2044670"/>
                <a:gd name="connsiteX212" fmla="*/ 4503521 w 11291738"/>
                <a:gd name="connsiteY212" fmla="*/ 546502 h 2044670"/>
                <a:gd name="connsiteX213" fmla="*/ 4562311 w 11291738"/>
                <a:gd name="connsiteY213" fmla="*/ 383545 h 2044670"/>
                <a:gd name="connsiteX214" fmla="*/ 4544260 w 11291738"/>
                <a:gd name="connsiteY214" fmla="*/ 555444 h 2044670"/>
                <a:gd name="connsiteX215" fmla="*/ 4566948 w 11291738"/>
                <a:gd name="connsiteY215" fmla="*/ 496654 h 2044670"/>
                <a:gd name="connsiteX216" fmla="*/ 4584999 w 11291738"/>
                <a:gd name="connsiteY216" fmla="*/ 578133 h 2044670"/>
                <a:gd name="connsiteX217" fmla="*/ 4659688 w 11291738"/>
                <a:gd name="connsiteY217" fmla="*/ 465023 h 2044670"/>
                <a:gd name="connsiteX218" fmla="*/ 4630376 w 11291738"/>
                <a:gd name="connsiteY218" fmla="*/ 587241 h 2044670"/>
                <a:gd name="connsiteX219" fmla="*/ 4709536 w 11291738"/>
                <a:gd name="connsiteY219" fmla="*/ 519342 h 2044670"/>
                <a:gd name="connsiteX220" fmla="*/ 4663828 w 11291738"/>
                <a:gd name="connsiteY220" fmla="*/ 619700 h 2044670"/>
                <a:gd name="connsiteX221" fmla="*/ 4678401 w 11291738"/>
                <a:gd name="connsiteY221" fmla="*/ 623840 h 2044670"/>
                <a:gd name="connsiteX222" fmla="*/ 4687013 w 11291738"/>
                <a:gd name="connsiteY222" fmla="*/ 621190 h 2044670"/>
                <a:gd name="connsiteX223" fmla="*/ 4746963 w 11291738"/>
                <a:gd name="connsiteY223" fmla="*/ 451278 h 2044670"/>
                <a:gd name="connsiteX224" fmla="*/ 4746963 w 11291738"/>
                <a:gd name="connsiteY224" fmla="*/ 605458 h 2044670"/>
                <a:gd name="connsiteX225" fmla="*/ 4752593 w 11291738"/>
                <a:gd name="connsiteY225" fmla="*/ 645700 h 2044670"/>
                <a:gd name="connsiteX226" fmla="*/ 4758722 w 11291738"/>
                <a:gd name="connsiteY226" fmla="*/ 647522 h 2044670"/>
                <a:gd name="connsiteX227" fmla="*/ 4759549 w 11291738"/>
                <a:gd name="connsiteY227" fmla="*/ 639242 h 2044670"/>
                <a:gd name="connsiteX228" fmla="*/ 4843180 w 11291738"/>
                <a:gd name="connsiteY228" fmla="*/ 510400 h 2044670"/>
                <a:gd name="connsiteX229" fmla="*/ 4804759 w 11291738"/>
                <a:gd name="connsiteY229" fmla="*/ 648350 h 2044670"/>
                <a:gd name="connsiteX230" fmla="*/ 4895347 w 11291738"/>
                <a:gd name="connsiteY230" fmla="*/ 582604 h 2044670"/>
                <a:gd name="connsiteX231" fmla="*/ 4868186 w 11291738"/>
                <a:gd name="connsiteY231" fmla="*/ 665408 h 2044670"/>
                <a:gd name="connsiteX232" fmla="*/ 4943042 w 11291738"/>
                <a:gd name="connsiteY232" fmla="*/ 578133 h 2044670"/>
                <a:gd name="connsiteX233" fmla="*/ 4918863 w 11291738"/>
                <a:gd name="connsiteY233" fmla="*/ 659280 h 2044670"/>
                <a:gd name="connsiteX234" fmla="*/ 4885078 w 11291738"/>
                <a:gd name="connsiteY234" fmla="*/ 685777 h 2044670"/>
                <a:gd name="connsiteX235" fmla="*/ 4907270 w 11291738"/>
                <a:gd name="connsiteY235" fmla="*/ 692567 h 2044670"/>
                <a:gd name="connsiteX236" fmla="*/ 4918863 w 11291738"/>
                <a:gd name="connsiteY236" fmla="*/ 689089 h 2044670"/>
                <a:gd name="connsiteX237" fmla="*/ 5026838 w 11291738"/>
                <a:gd name="connsiteY237" fmla="*/ 501125 h 2044670"/>
                <a:gd name="connsiteX238" fmla="*/ 4995041 w 11291738"/>
                <a:gd name="connsiteY238" fmla="*/ 710784 h 2044670"/>
                <a:gd name="connsiteX239" fmla="*/ 5115106 w 11291738"/>
                <a:gd name="connsiteY239" fmla="*/ 627980 h 2044670"/>
                <a:gd name="connsiteX240" fmla="*/ 5072048 w 11291738"/>
                <a:gd name="connsiteY240" fmla="*/ 738937 h 2044670"/>
                <a:gd name="connsiteX241" fmla="*/ 5077680 w 11291738"/>
                <a:gd name="connsiteY241" fmla="*/ 745727 h 2044670"/>
                <a:gd name="connsiteX242" fmla="*/ 5162304 w 11291738"/>
                <a:gd name="connsiteY242" fmla="*/ 772886 h 2044670"/>
                <a:gd name="connsiteX243" fmla="*/ 5203540 w 11291738"/>
                <a:gd name="connsiteY243" fmla="*/ 591712 h 2044670"/>
                <a:gd name="connsiteX244" fmla="*/ 5239808 w 11291738"/>
                <a:gd name="connsiteY244" fmla="*/ 768415 h 2044670"/>
                <a:gd name="connsiteX245" fmla="*/ 5246267 w 11291738"/>
                <a:gd name="connsiteY245" fmla="*/ 766593 h 2044670"/>
                <a:gd name="connsiteX246" fmla="*/ 5326420 w 11291738"/>
                <a:gd name="connsiteY246" fmla="*/ 660108 h 2044670"/>
                <a:gd name="connsiteX247" fmla="*/ 5326586 w 11291738"/>
                <a:gd name="connsiteY247" fmla="*/ 799880 h 2044670"/>
                <a:gd name="connsiteX248" fmla="*/ 5408396 w 11291738"/>
                <a:gd name="connsiteY248" fmla="*/ 680312 h 2044670"/>
                <a:gd name="connsiteX249" fmla="*/ 5354574 w 11291738"/>
                <a:gd name="connsiteY249" fmla="*/ 829855 h 2044670"/>
                <a:gd name="connsiteX250" fmla="*/ 5385376 w 11291738"/>
                <a:gd name="connsiteY250" fmla="*/ 845091 h 2044670"/>
                <a:gd name="connsiteX251" fmla="*/ 5418332 w 11291738"/>
                <a:gd name="connsiteY251" fmla="*/ 855855 h 2044670"/>
                <a:gd name="connsiteX252" fmla="*/ 5526474 w 11291738"/>
                <a:gd name="connsiteY252" fmla="*/ 709790 h 2044670"/>
                <a:gd name="connsiteX253" fmla="*/ 5488218 w 11291738"/>
                <a:gd name="connsiteY253" fmla="*/ 878875 h 2044670"/>
                <a:gd name="connsiteX254" fmla="*/ 5517033 w 11291738"/>
                <a:gd name="connsiteY254" fmla="*/ 888314 h 2044670"/>
                <a:gd name="connsiteX255" fmla="*/ 5595200 w 11291738"/>
                <a:gd name="connsiteY255" fmla="*/ 800046 h 2044670"/>
                <a:gd name="connsiteX256" fmla="*/ 5563735 w 11291738"/>
                <a:gd name="connsiteY256" fmla="*/ 903716 h 2044670"/>
                <a:gd name="connsiteX257" fmla="*/ 5579798 w 11291738"/>
                <a:gd name="connsiteY257" fmla="*/ 909015 h 2044670"/>
                <a:gd name="connsiteX258" fmla="*/ 5644551 w 11291738"/>
                <a:gd name="connsiteY258" fmla="*/ 780008 h 2044670"/>
                <a:gd name="connsiteX259" fmla="*/ 5630971 w 11291738"/>
                <a:gd name="connsiteY259" fmla="*/ 925907 h 2044670"/>
                <a:gd name="connsiteX260" fmla="*/ 5635277 w 11291738"/>
                <a:gd name="connsiteY260" fmla="*/ 927232 h 2044670"/>
                <a:gd name="connsiteX261" fmla="*/ 5685124 w 11291738"/>
                <a:gd name="connsiteY261" fmla="*/ 704656 h 2044670"/>
                <a:gd name="connsiteX262" fmla="*/ 5698042 w 11291738"/>
                <a:gd name="connsiteY262" fmla="*/ 929716 h 2044670"/>
                <a:gd name="connsiteX263" fmla="*/ 5766437 w 11291738"/>
                <a:gd name="connsiteY263" fmla="*/ 835320 h 2044670"/>
                <a:gd name="connsiteX264" fmla="*/ 5757163 w 11291738"/>
                <a:gd name="connsiteY264" fmla="*/ 967309 h 2044670"/>
                <a:gd name="connsiteX265" fmla="*/ 5795915 w 11291738"/>
                <a:gd name="connsiteY265" fmla="*/ 980060 h 2044670"/>
                <a:gd name="connsiteX266" fmla="*/ 5910018 w 11291738"/>
                <a:gd name="connsiteY266" fmla="*/ 800212 h 2044670"/>
                <a:gd name="connsiteX267" fmla="*/ 5883355 w 11291738"/>
                <a:gd name="connsiteY267" fmla="*/ 1008545 h 2044670"/>
                <a:gd name="connsiteX268" fmla="*/ 5894617 w 11291738"/>
                <a:gd name="connsiteY268" fmla="*/ 1012188 h 2044670"/>
                <a:gd name="connsiteX269" fmla="*/ 5961191 w 11291738"/>
                <a:gd name="connsiteY269" fmla="*/ 890798 h 2044670"/>
                <a:gd name="connsiteX270" fmla="*/ 5961191 w 11291738"/>
                <a:gd name="connsiteY270" fmla="*/ 1002417 h 2044670"/>
                <a:gd name="connsiteX271" fmla="*/ 6020643 w 11291738"/>
                <a:gd name="connsiteY271" fmla="*/ 872250 h 2044670"/>
                <a:gd name="connsiteX272" fmla="*/ 6020643 w 11291738"/>
                <a:gd name="connsiteY272" fmla="*/ 1048290 h 2044670"/>
                <a:gd name="connsiteX273" fmla="*/ 6117854 w 11291738"/>
                <a:gd name="connsiteY273" fmla="*/ 877715 h 2044670"/>
                <a:gd name="connsiteX274" fmla="*/ 6119345 w 11291738"/>
                <a:gd name="connsiteY274" fmla="*/ 1084227 h 2044670"/>
                <a:gd name="connsiteX275" fmla="*/ 6121167 w 11291738"/>
                <a:gd name="connsiteY275" fmla="*/ 1084889 h 2044670"/>
                <a:gd name="connsiteX276" fmla="*/ 6181447 w 11291738"/>
                <a:gd name="connsiteY276" fmla="*/ 799880 h 2044670"/>
                <a:gd name="connsiteX277" fmla="*/ 6204798 w 11291738"/>
                <a:gd name="connsiteY277" fmla="*/ 1097641 h 2044670"/>
                <a:gd name="connsiteX278" fmla="*/ 6346889 w 11291738"/>
                <a:gd name="connsiteY278" fmla="*/ 921767 h 2044670"/>
                <a:gd name="connsiteX279" fmla="*/ 6313767 w 11291738"/>
                <a:gd name="connsiteY279" fmla="*/ 1145170 h 2044670"/>
                <a:gd name="connsiteX280" fmla="*/ 6321882 w 11291738"/>
                <a:gd name="connsiteY280" fmla="*/ 1147654 h 2044670"/>
                <a:gd name="connsiteX281" fmla="*/ 6376201 w 11291738"/>
                <a:gd name="connsiteY281" fmla="*/ 1018978 h 2044670"/>
                <a:gd name="connsiteX282" fmla="*/ 6395908 w 11291738"/>
                <a:gd name="connsiteY282" fmla="*/ 1170177 h 2044670"/>
                <a:gd name="connsiteX283" fmla="*/ 6457348 w 11291738"/>
                <a:gd name="connsiteY283" fmla="*/ 1188725 h 2044670"/>
                <a:gd name="connsiteX284" fmla="*/ 6444265 w 11291738"/>
                <a:gd name="connsiteY284" fmla="*/ 1003245 h 2044670"/>
                <a:gd name="connsiteX285" fmla="*/ 6517463 w 11291738"/>
                <a:gd name="connsiteY285" fmla="*/ 1203795 h 2044670"/>
                <a:gd name="connsiteX286" fmla="*/ 6672802 w 11291738"/>
                <a:gd name="connsiteY286" fmla="*/ 990162 h 2044670"/>
                <a:gd name="connsiteX287" fmla="*/ 6598942 w 11291738"/>
                <a:gd name="connsiteY287" fmla="*/ 1231286 h 2044670"/>
                <a:gd name="connsiteX288" fmla="*/ 6601592 w 11291738"/>
                <a:gd name="connsiteY288" fmla="*/ 1232114 h 2044670"/>
                <a:gd name="connsiteX289" fmla="*/ 6760905 w 11291738"/>
                <a:gd name="connsiteY289" fmla="*/ 1111552 h 2044670"/>
                <a:gd name="connsiteX290" fmla="*/ 6676280 w 11291738"/>
                <a:gd name="connsiteY290" fmla="*/ 1254139 h 2044670"/>
                <a:gd name="connsiteX291" fmla="*/ 6787568 w 11291738"/>
                <a:gd name="connsiteY291" fmla="*/ 1286598 h 2044670"/>
                <a:gd name="connsiteX292" fmla="*/ 6863416 w 11291738"/>
                <a:gd name="connsiteY292" fmla="*/ 1053424 h 2044670"/>
                <a:gd name="connsiteX293" fmla="*/ 6923862 w 11291738"/>
                <a:gd name="connsiteY293" fmla="*/ 1278152 h 2044670"/>
                <a:gd name="connsiteX294" fmla="*/ 7077214 w 11291738"/>
                <a:gd name="connsiteY294" fmla="*/ 1053424 h 2044670"/>
                <a:gd name="connsiteX295" fmla="*/ 7032169 w 11291738"/>
                <a:gd name="connsiteY295" fmla="*/ 1355822 h 2044670"/>
                <a:gd name="connsiteX296" fmla="*/ 7034156 w 11291738"/>
                <a:gd name="connsiteY296" fmla="*/ 1356484 h 2044670"/>
                <a:gd name="connsiteX297" fmla="*/ 7141304 w 11291738"/>
                <a:gd name="connsiteY297" fmla="*/ 1184916 h 2044670"/>
                <a:gd name="connsiteX298" fmla="*/ 7141469 w 11291738"/>
                <a:gd name="connsiteY298" fmla="*/ 1345223 h 2044670"/>
                <a:gd name="connsiteX299" fmla="*/ 7231559 w 11291738"/>
                <a:gd name="connsiteY299" fmla="*/ 1165043 h 2044670"/>
                <a:gd name="connsiteX300" fmla="*/ 7231559 w 11291738"/>
                <a:gd name="connsiteY300" fmla="*/ 1369733 h 2044670"/>
                <a:gd name="connsiteX301" fmla="*/ 7359904 w 11291738"/>
                <a:gd name="connsiteY301" fmla="*/ 1096979 h 2044670"/>
                <a:gd name="connsiteX302" fmla="*/ 7320987 w 11291738"/>
                <a:gd name="connsiteY302" fmla="*/ 1418421 h 2044670"/>
                <a:gd name="connsiteX303" fmla="*/ 7310057 w 11291738"/>
                <a:gd name="connsiteY303" fmla="*/ 1431835 h 2044670"/>
                <a:gd name="connsiteX304" fmla="*/ 7366363 w 11291738"/>
                <a:gd name="connsiteY304" fmla="*/ 1446906 h 2044670"/>
                <a:gd name="connsiteX305" fmla="*/ 7470530 w 11291738"/>
                <a:gd name="connsiteY305" fmla="*/ 1226317 h 2044670"/>
                <a:gd name="connsiteX306" fmla="*/ 7472351 w 11291738"/>
                <a:gd name="connsiteY306" fmla="*/ 1450549 h 2044670"/>
                <a:gd name="connsiteX307" fmla="*/ 7535447 w 11291738"/>
                <a:gd name="connsiteY307" fmla="*/ 1373873 h 2044670"/>
                <a:gd name="connsiteX308" fmla="*/ 7535447 w 11291738"/>
                <a:gd name="connsiteY308" fmla="*/ 1458332 h 2044670"/>
                <a:gd name="connsiteX309" fmla="*/ 7600365 w 11291738"/>
                <a:gd name="connsiteY309" fmla="*/ 1320713 h 2044670"/>
                <a:gd name="connsiteX310" fmla="*/ 7607155 w 11291738"/>
                <a:gd name="connsiteY310" fmla="*/ 1509505 h 2044670"/>
                <a:gd name="connsiteX311" fmla="*/ 7619576 w 11291738"/>
                <a:gd name="connsiteY311" fmla="*/ 1512651 h 2044670"/>
                <a:gd name="connsiteX312" fmla="*/ 7682009 w 11291738"/>
                <a:gd name="connsiteY312" fmla="*/ 1493441 h 2044670"/>
                <a:gd name="connsiteX313" fmla="*/ 7807043 w 11291738"/>
                <a:gd name="connsiteY313" fmla="*/ 1179119 h 2044670"/>
                <a:gd name="connsiteX314" fmla="*/ 7768622 w 11291738"/>
                <a:gd name="connsiteY314" fmla="*/ 1518448 h 2044670"/>
                <a:gd name="connsiteX315" fmla="*/ 7842482 w 11291738"/>
                <a:gd name="connsiteY315" fmla="*/ 1348866 h 2044670"/>
                <a:gd name="connsiteX316" fmla="*/ 7877425 w 11291738"/>
                <a:gd name="connsiteY316" fmla="*/ 1539645 h 2044670"/>
                <a:gd name="connsiteX317" fmla="*/ 7913196 w 11291738"/>
                <a:gd name="connsiteY317" fmla="*/ 1403351 h 2044670"/>
                <a:gd name="connsiteX318" fmla="*/ 7955095 w 11291738"/>
                <a:gd name="connsiteY318" fmla="*/ 1557696 h 2044670"/>
                <a:gd name="connsiteX319" fmla="*/ 7978114 w 11291738"/>
                <a:gd name="connsiteY319" fmla="*/ 1459492 h 2044670"/>
                <a:gd name="connsiteX320" fmla="*/ 8047006 w 11291738"/>
                <a:gd name="connsiteY320" fmla="*/ 1578894 h 2044670"/>
                <a:gd name="connsiteX321" fmla="*/ 8107950 w 11291738"/>
                <a:gd name="connsiteY321" fmla="*/ 1435810 h 2044670"/>
                <a:gd name="connsiteX322" fmla="*/ 8099669 w 11291738"/>
                <a:gd name="connsiteY322" fmla="*/ 1630232 h 2044670"/>
                <a:gd name="connsiteX323" fmla="*/ 8105631 w 11291738"/>
                <a:gd name="connsiteY323" fmla="*/ 1631557 h 2044670"/>
                <a:gd name="connsiteX324" fmla="*/ 8255505 w 11291738"/>
                <a:gd name="connsiteY324" fmla="*/ 1406332 h 2044670"/>
                <a:gd name="connsiteX325" fmla="*/ 8256664 w 11291738"/>
                <a:gd name="connsiteY325" fmla="*/ 1651098 h 2044670"/>
                <a:gd name="connsiteX326" fmla="*/ 8347086 w 11291738"/>
                <a:gd name="connsiteY326" fmla="*/ 1547926 h 2044670"/>
                <a:gd name="connsiteX327" fmla="*/ 8348576 w 11291738"/>
                <a:gd name="connsiteY327" fmla="*/ 1687532 h 2044670"/>
                <a:gd name="connsiteX328" fmla="*/ 8381532 w 11291738"/>
                <a:gd name="connsiteY328" fmla="*/ 1694985 h 2044670"/>
                <a:gd name="connsiteX329" fmla="*/ 8444628 w 11291738"/>
                <a:gd name="connsiteY329" fmla="*/ 1667991 h 2044670"/>
                <a:gd name="connsiteX330" fmla="*/ 8509380 w 11291738"/>
                <a:gd name="connsiteY330" fmla="*/ 1442103 h 2044670"/>
                <a:gd name="connsiteX331" fmla="*/ 8541839 w 11291738"/>
                <a:gd name="connsiteY331" fmla="*/ 1704921 h 2044670"/>
                <a:gd name="connsiteX332" fmla="*/ 8556579 w 11291738"/>
                <a:gd name="connsiteY332" fmla="*/ 1553887 h 2044670"/>
                <a:gd name="connsiteX333" fmla="*/ 8634744 w 11291738"/>
                <a:gd name="connsiteY333" fmla="*/ 1709061 h 2044670"/>
                <a:gd name="connsiteX334" fmla="*/ 8709929 w 11291738"/>
                <a:gd name="connsiteY334" fmla="*/ 1615825 h 2044670"/>
                <a:gd name="connsiteX335" fmla="*/ 8752490 w 11291738"/>
                <a:gd name="connsiteY335" fmla="*/ 1775138 h 2044670"/>
                <a:gd name="connsiteX336" fmla="*/ 8759611 w 11291738"/>
                <a:gd name="connsiteY336" fmla="*/ 1776629 h 2044670"/>
                <a:gd name="connsiteX337" fmla="*/ 8845727 w 11291738"/>
                <a:gd name="connsiteY337" fmla="*/ 1621786 h 2044670"/>
                <a:gd name="connsiteX338" fmla="*/ 8858479 w 11291738"/>
                <a:gd name="connsiteY338" fmla="*/ 1797164 h 2044670"/>
                <a:gd name="connsiteX339" fmla="*/ 8859969 w 11291738"/>
                <a:gd name="connsiteY339" fmla="*/ 1797329 h 2044670"/>
                <a:gd name="connsiteX340" fmla="*/ 8913626 w 11291738"/>
                <a:gd name="connsiteY340" fmla="*/ 1713201 h 2044670"/>
                <a:gd name="connsiteX341" fmla="*/ 8913626 w 11291738"/>
                <a:gd name="connsiteY341" fmla="*/ 1795839 h 2044670"/>
                <a:gd name="connsiteX342" fmla="*/ 8957843 w 11291738"/>
                <a:gd name="connsiteY342" fmla="*/ 1645303 h 2044670"/>
                <a:gd name="connsiteX343" fmla="*/ 8975563 w 11291738"/>
                <a:gd name="connsiteY343" fmla="*/ 1819521 h 2044670"/>
                <a:gd name="connsiteX344" fmla="*/ 9040978 w 11291738"/>
                <a:gd name="connsiteY344" fmla="*/ 1695481 h 2044670"/>
                <a:gd name="connsiteX345" fmla="*/ 9069959 w 11291738"/>
                <a:gd name="connsiteY345" fmla="*/ 1837406 h 2044670"/>
                <a:gd name="connsiteX346" fmla="*/ 9102583 w 11291738"/>
                <a:gd name="connsiteY346" fmla="*/ 1574920 h 2044670"/>
                <a:gd name="connsiteX347" fmla="*/ 9162699 w 11291738"/>
                <a:gd name="connsiteY347" fmla="*/ 1818361 h 2044670"/>
                <a:gd name="connsiteX348" fmla="*/ 9158558 w 11291738"/>
                <a:gd name="connsiteY348" fmla="*/ 1837406 h 2044670"/>
                <a:gd name="connsiteX349" fmla="*/ 9223476 w 11291738"/>
                <a:gd name="connsiteY349" fmla="*/ 1660207 h 2044670"/>
                <a:gd name="connsiteX350" fmla="*/ 9225297 w 11291738"/>
                <a:gd name="connsiteY350" fmla="*/ 1837406 h 2044670"/>
                <a:gd name="connsiteX351" fmla="*/ 9288393 w 11291738"/>
                <a:gd name="connsiteY351" fmla="*/ 1857776 h 2044670"/>
                <a:gd name="connsiteX352" fmla="*/ 9362089 w 11291738"/>
                <a:gd name="connsiteY352" fmla="*/ 1716182 h 2044670"/>
                <a:gd name="connsiteX353" fmla="*/ 9344369 w 11291738"/>
                <a:gd name="connsiteY353" fmla="*/ 1857776 h 2044670"/>
                <a:gd name="connsiteX354" fmla="*/ 9390076 w 11291738"/>
                <a:gd name="connsiteY354" fmla="*/ 1762055 h 2044670"/>
                <a:gd name="connsiteX355" fmla="*/ 9405313 w 11291738"/>
                <a:gd name="connsiteY355" fmla="*/ 1882451 h 2044670"/>
                <a:gd name="connsiteX356" fmla="*/ 9491759 w 11291738"/>
                <a:gd name="connsiteY356" fmla="*/ 1791202 h 2044670"/>
                <a:gd name="connsiteX357" fmla="*/ 9483313 w 11291738"/>
                <a:gd name="connsiteY357" fmla="*/ 1916897 h 2044670"/>
                <a:gd name="connsiteX358" fmla="*/ 9519249 w 11291738"/>
                <a:gd name="connsiteY358" fmla="*/ 1923356 h 2044670"/>
                <a:gd name="connsiteX359" fmla="*/ 9539619 w 11291738"/>
                <a:gd name="connsiteY359" fmla="*/ 1912095 h 2044670"/>
                <a:gd name="connsiteX360" fmla="*/ 9568931 w 11291738"/>
                <a:gd name="connsiteY360" fmla="*/ 1677099 h 2044670"/>
                <a:gd name="connsiteX361" fmla="*/ 9618779 w 11291738"/>
                <a:gd name="connsiteY361" fmla="*/ 1926006 h 2044670"/>
                <a:gd name="connsiteX362" fmla="*/ 9611326 w 11291738"/>
                <a:gd name="connsiteY362" fmla="*/ 1939751 h 2044670"/>
                <a:gd name="connsiteX363" fmla="*/ 9655047 w 11291738"/>
                <a:gd name="connsiteY363" fmla="*/ 1947535 h 2044670"/>
                <a:gd name="connsiteX364" fmla="*/ 9662003 w 11291738"/>
                <a:gd name="connsiteY364" fmla="*/ 1940745 h 2044670"/>
                <a:gd name="connsiteX365" fmla="*/ 9722615 w 11291738"/>
                <a:gd name="connsiteY365" fmla="*/ 1784246 h 2044670"/>
                <a:gd name="connsiteX366" fmla="*/ 9758385 w 11291738"/>
                <a:gd name="connsiteY366" fmla="*/ 1950019 h 2044670"/>
                <a:gd name="connsiteX367" fmla="*/ 9776271 w 11291738"/>
                <a:gd name="connsiteY367" fmla="*/ 1842540 h 2044670"/>
                <a:gd name="connsiteX368" fmla="*/ 9836552 w 11291738"/>
                <a:gd name="connsiteY368" fmla="*/ 1963267 h 2044670"/>
                <a:gd name="connsiteX369" fmla="*/ 9878782 w 11291738"/>
                <a:gd name="connsiteY369" fmla="*/ 1865725 h 2044670"/>
                <a:gd name="connsiteX370" fmla="*/ 9903954 w 11291738"/>
                <a:gd name="connsiteY370" fmla="*/ 1989433 h 2044670"/>
                <a:gd name="connsiteX371" fmla="*/ 9908591 w 11291738"/>
                <a:gd name="connsiteY371" fmla="*/ 1990095 h 2044670"/>
                <a:gd name="connsiteX372" fmla="*/ 9930119 w 11291738"/>
                <a:gd name="connsiteY372" fmla="*/ 1801138 h 2044670"/>
                <a:gd name="connsiteX373" fmla="*/ 9998184 w 11291738"/>
                <a:gd name="connsiteY373" fmla="*/ 1979000 h 2044670"/>
                <a:gd name="connsiteX374" fmla="*/ 10069891 w 11291738"/>
                <a:gd name="connsiteY374" fmla="*/ 1907789 h 2044670"/>
                <a:gd name="connsiteX375" fmla="*/ 10057471 w 11291738"/>
                <a:gd name="connsiteY375" fmla="*/ 2013777 h 2044670"/>
                <a:gd name="connsiteX376" fmla="*/ 10115268 w 11291738"/>
                <a:gd name="connsiteY376" fmla="*/ 2022886 h 2044670"/>
                <a:gd name="connsiteX377" fmla="*/ 10142262 w 11291738"/>
                <a:gd name="connsiteY377" fmla="*/ 1942732 h 2044670"/>
                <a:gd name="connsiteX378" fmla="*/ 10159817 w 11291738"/>
                <a:gd name="connsiteY378" fmla="*/ 2030007 h 2044670"/>
                <a:gd name="connsiteX379" fmla="*/ 10164122 w 11291738"/>
                <a:gd name="connsiteY379" fmla="*/ 2030503 h 2044670"/>
                <a:gd name="connsiteX380" fmla="*/ 10172733 w 11291738"/>
                <a:gd name="connsiteY380" fmla="*/ 1842705 h 2044670"/>
                <a:gd name="connsiteX381" fmla="*/ 10245767 w 11291738"/>
                <a:gd name="connsiteY381" fmla="*/ 2039612 h 2044670"/>
                <a:gd name="connsiteX382" fmla="*/ 10319958 w 11291738"/>
                <a:gd name="connsiteY382" fmla="*/ 1728934 h 2044670"/>
                <a:gd name="connsiteX383" fmla="*/ 10371841 w 11291738"/>
                <a:gd name="connsiteY383" fmla="*/ 2007627 h 2044670"/>
                <a:gd name="connsiteX384" fmla="*/ 10360265 w 11291738"/>
                <a:gd name="connsiteY384" fmla="*/ 2044670 h 2044670"/>
                <a:gd name="connsiteX385" fmla="*/ 0 w 11291738"/>
                <a:gd name="connsiteY385" fmla="*/ 2044670 h 2044670"/>
                <a:gd name="connsiteX386" fmla="*/ 0 w 11291738"/>
                <a:gd name="connsiteY386" fmla="*/ 328095 h 2044670"/>
                <a:gd name="connsiteX387" fmla="*/ 13442 w 11291738"/>
                <a:gd name="connsiteY387" fmla="*/ 300926 h 2044670"/>
                <a:gd name="connsiteX388" fmla="*/ 18892 w 11291738"/>
                <a:gd name="connsiteY388" fmla="*/ 90421 h 2044670"/>
                <a:gd name="connsiteX389" fmla="*/ 64268 w 11291738"/>
                <a:gd name="connsiteY389" fmla="*/ 327404 h 2044670"/>
                <a:gd name="connsiteX390" fmla="*/ 54497 w 11291738"/>
                <a:gd name="connsiteY390" fmla="*/ 370131 h 2044670"/>
                <a:gd name="connsiteX391" fmla="*/ 104345 w 11291738"/>
                <a:gd name="connsiteY391" fmla="*/ 364169 h 2044670"/>
                <a:gd name="connsiteX392" fmla="*/ 159161 w 11291738"/>
                <a:gd name="connsiteY392" fmla="*/ 186308 h 2044670"/>
                <a:gd name="connsiteX393" fmla="*/ 161810 w 11291738"/>
                <a:gd name="connsiteY393" fmla="*/ 357711 h 2044670"/>
                <a:gd name="connsiteX394" fmla="*/ 238652 w 11291738"/>
                <a:gd name="connsiteY394" fmla="*/ 349099 h 2044670"/>
                <a:gd name="connsiteX395" fmla="*/ 273264 w 11291738"/>
                <a:gd name="connsiteY395" fmla="*/ 188792 h 2044670"/>
                <a:gd name="connsiteX396" fmla="*/ 292805 w 11291738"/>
                <a:gd name="connsiteY396" fmla="*/ 342640 h 2044670"/>
                <a:gd name="connsiteX397" fmla="*/ 293633 w 11291738"/>
                <a:gd name="connsiteY397" fmla="*/ 343137 h 2044670"/>
                <a:gd name="connsiteX398" fmla="*/ 352424 w 11291738"/>
                <a:gd name="connsiteY398" fmla="*/ 336844 h 2044670"/>
                <a:gd name="connsiteX399" fmla="*/ 393328 w 11291738"/>
                <a:gd name="connsiteY399" fmla="*/ 105326 h 2044670"/>
                <a:gd name="connsiteX400" fmla="*/ 431749 w 11291738"/>
                <a:gd name="connsiteY400" fmla="*/ 328729 h 2044670"/>
                <a:gd name="connsiteX401" fmla="*/ 506935 w 11291738"/>
                <a:gd name="connsiteY401" fmla="*/ 321111 h 2044670"/>
                <a:gd name="connsiteX402" fmla="*/ 523330 w 11291738"/>
                <a:gd name="connsiteY402" fmla="*/ 256525 h 2044670"/>
                <a:gd name="connsiteX403" fmla="*/ 541878 w 11291738"/>
                <a:gd name="connsiteY403" fmla="*/ 317965 h 2044670"/>
                <a:gd name="connsiteX404" fmla="*/ 598184 w 11291738"/>
                <a:gd name="connsiteY404" fmla="*/ 312666 h 2044670"/>
                <a:gd name="connsiteX405" fmla="*/ 624019 w 11291738"/>
                <a:gd name="connsiteY405" fmla="*/ 220919 h 2044670"/>
                <a:gd name="connsiteX406" fmla="*/ 641076 w 11291738"/>
                <a:gd name="connsiteY406" fmla="*/ 308691 h 2044670"/>
                <a:gd name="connsiteX407" fmla="*/ 709803 w 11291738"/>
                <a:gd name="connsiteY407" fmla="*/ 302563 h 2044670"/>
                <a:gd name="connsiteX408" fmla="*/ 595865 w 11291738"/>
                <a:gd name="connsiteY408" fmla="*/ 0 h 204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</a:cxnLst>
              <a:rect l="l" t="t" r="r" b="b"/>
              <a:pathLst>
                <a:path w="11291738" h="2044670">
                  <a:moveTo>
                    <a:pt x="11291738" y="1985293"/>
                  </a:moveTo>
                  <a:cubicBezTo>
                    <a:pt x="11291738" y="1985293"/>
                    <a:pt x="11289409" y="1992093"/>
                    <a:pt x="11286803" y="2003645"/>
                  </a:cubicBezTo>
                  <a:lnTo>
                    <a:pt x="11281028" y="2044670"/>
                  </a:lnTo>
                  <a:lnTo>
                    <a:pt x="11244308" y="2044670"/>
                  </a:lnTo>
                  <a:lnTo>
                    <a:pt x="11253977" y="2023328"/>
                  </a:lnTo>
                  <a:cubicBezTo>
                    <a:pt x="11263678" y="2008613"/>
                    <a:pt x="11276047" y="1995561"/>
                    <a:pt x="11291738" y="1985293"/>
                  </a:cubicBezTo>
                  <a:close/>
                  <a:moveTo>
                    <a:pt x="10776536" y="1965089"/>
                  </a:moveTo>
                  <a:cubicBezTo>
                    <a:pt x="10776536" y="1965089"/>
                    <a:pt x="10778026" y="1999287"/>
                    <a:pt x="10790964" y="2036900"/>
                  </a:cubicBezTo>
                  <a:lnTo>
                    <a:pt x="10795084" y="2044670"/>
                  </a:lnTo>
                  <a:lnTo>
                    <a:pt x="10744640" y="2044670"/>
                  </a:lnTo>
                  <a:lnTo>
                    <a:pt x="10753356" y="2007334"/>
                  </a:lnTo>
                  <a:cubicBezTo>
                    <a:pt x="10758474" y="1993491"/>
                    <a:pt x="10765896" y="1979290"/>
                    <a:pt x="10776536" y="1965089"/>
                  </a:cubicBezTo>
                  <a:close/>
                  <a:moveTo>
                    <a:pt x="10929059" y="1943229"/>
                  </a:moveTo>
                  <a:cubicBezTo>
                    <a:pt x="10931544" y="1947038"/>
                    <a:pt x="10949388" y="1975812"/>
                    <a:pt x="10966052" y="2014378"/>
                  </a:cubicBezTo>
                  <a:lnTo>
                    <a:pt x="10976602" y="2044670"/>
                  </a:lnTo>
                  <a:lnTo>
                    <a:pt x="10936499" y="2044670"/>
                  </a:lnTo>
                  <a:lnTo>
                    <a:pt x="10936905" y="2039198"/>
                  </a:lnTo>
                  <a:cubicBezTo>
                    <a:pt x="10937712" y="1994153"/>
                    <a:pt x="10929970" y="1948528"/>
                    <a:pt x="10929059" y="1943229"/>
                  </a:cubicBezTo>
                  <a:close/>
                  <a:moveTo>
                    <a:pt x="10455756" y="1941242"/>
                  </a:moveTo>
                  <a:cubicBezTo>
                    <a:pt x="10455756" y="1941242"/>
                    <a:pt x="10468425" y="1979714"/>
                    <a:pt x="10471056" y="2026547"/>
                  </a:cubicBezTo>
                  <a:lnTo>
                    <a:pt x="10470474" y="2044670"/>
                  </a:lnTo>
                  <a:lnTo>
                    <a:pt x="10388523" y="2044670"/>
                  </a:lnTo>
                  <a:lnTo>
                    <a:pt x="10406425" y="2034188"/>
                  </a:lnTo>
                  <a:cubicBezTo>
                    <a:pt x="10428844" y="2016758"/>
                    <a:pt x="10451201" y="1987943"/>
                    <a:pt x="10455756" y="1941242"/>
                  </a:cubicBezTo>
                  <a:close/>
                  <a:moveTo>
                    <a:pt x="11090857" y="1903483"/>
                  </a:moveTo>
                  <a:cubicBezTo>
                    <a:pt x="11090857" y="1903483"/>
                    <a:pt x="11112883" y="1944140"/>
                    <a:pt x="11131224" y="1996844"/>
                  </a:cubicBezTo>
                  <a:lnTo>
                    <a:pt x="11143409" y="2044670"/>
                  </a:lnTo>
                  <a:lnTo>
                    <a:pt x="11091677" y="2044670"/>
                  </a:lnTo>
                  <a:lnTo>
                    <a:pt x="11098387" y="1994898"/>
                  </a:lnTo>
                  <a:cubicBezTo>
                    <a:pt x="11099013" y="1968204"/>
                    <a:pt x="11096819" y="1937888"/>
                    <a:pt x="11090857" y="1903483"/>
                  </a:cubicBezTo>
                  <a:close/>
                  <a:moveTo>
                    <a:pt x="10624343" y="1880795"/>
                  </a:moveTo>
                  <a:cubicBezTo>
                    <a:pt x="10624343" y="1880795"/>
                    <a:pt x="10619406" y="1963888"/>
                    <a:pt x="10636639" y="2036246"/>
                  </a:cubicBezTo>
                  <a:lnTo>
                    <a:pt x="10639945" y="2044670"/>
                  </a:lnTo>
                  <a:lnTo>
                    <a:pt x="10547267" y="2044670"/>
                  </a:lnTo>
                  <a:lnTo>
                    <a:pt x="10547095" y="2033640"/>
                  </a:lnTo>
                  <a:cubicBezTo>
                    <a:pt x="10548332" y="1983355"/>
                    <a:pt x="10561723" y="1911018"/>
                    <a:pt x="10624343" y="1880795"/>
                  </a:cubicBezTo>
                  <a:close/>
                  <a:moveTo>
                    <a:pt x="595865" y="0"/>
                  </a:moveTo>
                  <a:cubicBezTo>
                    <a:pt x="669395" y="44051"/>
                    <a:pt x="711956" y="133810"/>
                    <a:pt x="735969" y="211314"/>
                  </a:cubicBezTo>
                  <a:cubicBezTo>
                    <a:pt x="735472" y="152689"/>
                    <a:pt x="745077" y="72039"/>
                    <a:pt x="795918" y="34115"/>
                  </a:cubicBezTo>
                  <a:cubicBezTo>
                    <a:pt x="795918" y="34115"/>
                    <a:pt x="763625" y="231849"/>
                    <a:pt x="862161" y="288487"/>
                  </a:cubicBezTo>
                  <a:cubicBezTo>
                    <a:pt x="862161" y="288487"/>
                    <a:pt x="848912" y="201875"/>
                    <a:pt x="900582" y="141097"/>
                  </a:cubicBezTo>
                  <a:cubicBezTo>
                    <a:pt x="900582" y="141097"/>
                    <a:pt x="878390" y="209658"/>
                    <a:pt x="939830" y="258512"/>
                  </a:cubicBezTo>
                  <a:cubicBezTo>
                    <a:pt x="1001271" y="307366"/>
                    <a:pt x="1007895" y="173390"/>
                    <a:pt x="1007895" y="173390"/>
                  </a:cubicBezTo>
                  <a:cubicBezTo>
                    <a:pt x="1007895" y="173390"/>
                    <a:pt x="1037207" y="237314"/>
                    <a:pt x="1043003" y="276894"/>
                  </a:cubicBezTo>
                  <a:cubicBezTo>
                    <a:pt x="1058239" y="275901"/>
                    <a:pt x="1073475" y="274907"/>
                    <a:pt x="1088877" y="273913"/>
                  </a:cubicBezTo>
                  <a:cubicBezTo>
                    <a:pt x="1098813" y="264971"/>
                    <a:pt x="1106596" y="257850"/>
                    <a:pt x="1106596" y="257850"/>
                  </a:cubicBezTo>
                  <a:cubicBezTo>
                    <a:pt x="1106596" y="257850"/>
                    <a:pt x="1150813" y="208002"/>
                    <a:pt x="1094176" y="94727"/>
                  </a:cubicBezTo>
                  <a:cubicBezTo>
                    <a:pt x="1094176" y="94727"/>
                    <a:pt x="1170189" y="169581"/>
                    <a:pt x="1144852" y="270436"/>
                  </a:cubicBezTo>
                  <a:cubicBezTo>
                    <a:pt x="1162903" y="269442"/>
                    <a:pt x="1181119" y="268117"/>
                    <a:pt x="1199171" y="267124"/>
                  </a:cubicBezTo>
                  <a:lnTo>
                    <a:pt x="1204636" y="185479"/>
                  </a:lnTo>
                  <a:cubicBezTo>
                    <a:pt x="1204636" y="185479"/>
                    <a:pt x="1237095" y="232180"/>
                    <a:pt x="1244547" y="264639"/>
                  </a:cubicBezTo>
                  <a:cubicBezTo>
                    <a:pt x="1254980" y="264142"/>
                    <a:pt x="1265413" y="263646"/>
                    <a:pt x="1275846" y="262984"/>
                  </a:cubicBezTo>
                  <a:cubicBezTo>
                    <a:pt x="1274522" y="234830"/>
                    <a:pt x="1277006" y="173887"/>
                    <a:pt x="1315095" y="133645"/>
                  </a:cubicBezTo>
                  <a:cubicBezTo>
                    <a:pt x="1313605" y="138778"/>
                    <a:pt x="1294891" y="201875"/>
                    <a:pt x="1316089" y="260996"/>
                  </a:cubicBezTo>
                  <a:cubicBezTo>
                    <a:pt x="1318573" y="260831"/>
                    <a:pt x="1321057" y="260665"/>
                    <a:pt x="1323541" y="260665"/>
                  </a:cubicBezTo>
                  <a:cubicBezTo>
                    <a:pt x="1318904" y="213798"/>
                    <a:pt x="1316420" y="108306"/>
                    <a:pt x="1380179" y="54484"/>
                  </a:cubicBezTo>
                  <a:cubicBezTo>
                    <a:pt x="1380179" y="54484"/>
                    <a:pt x="1341261" y="182498"/>
                    <a:pt x="1370242" y="258347"/>
                  </a:cubicBezTo>
                  <a:cubicBezTo>
                    <a:pt x="1386141" y="257684"/>
                    <a:pt x="1402204" y="257021"/>
                    <a:pt x="1418103" y="256359"/>
                  </a:cubicBezTo>
                  <a:lnTo>
                    <a:pt x="1415950" y="159148"/>
                  </a:lnTo>
                  <a:cubicBezTo>
                    <a:pt x="1415950" y="159148"/>
                    <a:pt x="1439797" y="209823"/>
                    <a:pt x="1449899" y="255034"/>
                  </a:cubicBezTo>
                  <a:cubicBezTo>
                    <a:pt x="1466294" y="254372"/>
                    <a:pt x="1482689" y="253544"/>
                    <a:pt x="1499084" y="253047"/>
                  </a:cubicBezTo>
                  <a:cubicBezTo>
                    <a:pt x="1506537" y="203696"/>
                    <a:pt x="1511670" y="107644"/>
                    <a:pt x="1451390" y="60943"/>
                  </a:cubicBezTo>
                  <a:cubicBezTo>
                    <a:pt x="1469275" y="72867"/>
                    <a:pt x="1571786" y="147059"/>
                    <a:pt x="1558868" y="251060"/>
                  </a:cubicBezTo>
                  <a:cubicBezTo>
                    <a:pt x="1568473" y="250728"/>
                    <a:pt x="1578079" y="250397"/>
                    <a:pt x="1587684" y="250231"/>
                  </a:cubicBezTo>
                  <a:cubicBezTo>
                    <a:pt x="1603582" y="230193"/>
                    <a:pt x="1619149" y="197403"/>
                    <a:pt x="1619315" y="144243"/>
                  </a:cubicBezTo>
                  <a:cubicBezTo>
                    <a:pt x="1619315" y="144243"/>
                    <a:pt x="1641009" y="202537"/>
                    <a:pt x="1638359" y="248575"/>
                  </a:cubicBezTo>
                  <a:cubicBezTo>
                    <a:pt x="1654589" y="248078"/>
                    <a:pt x="1670818" y="247913"/>
                    <a:pt x="1687048" y="247582"/>
                  </a:cubicBezTo>
                  <a:cubicBezTo>
                    <a:pt x="1687545" y="230524"/>
                    <a:pt x="1690029" y="211314"/>
                    <a:pt x="1696819" y="194753"/>
                  </a:cubicBezTo>
                  <a:cubicBezTo>
                    <a:pt x="1696819" y="194753"/>
                    <a:pt x="1698640" y="222079"/>
                    <a:pt x="1708080" y="247085"/>
                  </a:cubicBezTo>
                  <a:lnTo>
                    <a:pt x="1732424" y="246588"/>
                  </a:lnTo>
                  <a:cubicBezTo>
                    <a:pt x="1733252" y="212308"/>
                    <a:pt x="1739876" y="162294"/>
                    <a:pt x="1769686" y="137785"/>
                  </a:cubicBezTo>
                  <a:cubicBezTo>
                    <a:pt x="1769686" y="137785"/>
                    <a:pt x="1761405" y="197238"/>
                    <a:pt x="1768361" y="245926"/>
                  </a:cubicBezTo>
                  <a:cubicBezTo>
                    <a:pt x="1786081" y="245594"/>
                    <a:pt x="1803801" y="245429"/>
                    <a:pt x="1821520" y="245263"/>
                  </a:cubicBezTo>
                  <a:cubicBezTo>
                    <a:pt x="1821355" y="222410"/>
                    <a:pt x="1826654" y="189619"/>
                    <a:pt x="1852489" y="162460"/>
                  </a:cubicBezTo>
                  <a:cubicBezTo>
                    <a:pt x="1852489" y="162460"/>
                    <a:pt x="1846030" y="209161"/>
                    <a:pt x="1861928" y="244767"/>
                  </a:cubicBezTo>
                  <a:cubicBezTo>
                    <a:pt x="1884120" y="244601"/>
                    <a:pt x="1906311" y="244270"/>
                    <a:pt x="1928337" y="244270"/>
                  </a:cubicBezTo>
                  <a:cubicBezTo>
                    <a:pt x="1930158" y="228040"/>
                    <a:pt x="1928834" y="212805"/>
                    <a:pt x="1928834" y="212805"/>
                  </a:cubicBezTo>
                  <a:cubicBezTo>
                    <a:pt x="1928834" y="212805"/>
                    <a:pt x="1940260" y="225390"/>
                    <a:pt x="1948706" y="244270"/>
                  </a:cubicBezTo>
                  <a:lnTo>
                    <a:pt x="1957649" y="244270"/>
                  </a:lnTo>
                  <a:cubicBezTo>
                    <a:pt x="1961955" y="207339"/>
                    <a:pt x="1977356" y="138116"/>
                    <a:pt x="2034822" y="108804"/>
                  </a:cubicBezTo>
                  <a:cubicBezTo>
                    <a:pt x="2034822" y="108804"/>
                    <a:pt x="1990770" y="187467"/>
                    <a:pt x="2017433" y="244435"/>
                  </a:cubicBezTo>
                  <a:lnTo>
                    <a:pt x="2034159" y="244435"/>
                  </a:lnTo>
                  <a:cubicBezTo>
                    <a:pt x="2034491" y="221085"/>
                    <a:pt x="2037803" y="187135"/>
                    <a:pt x="2052376" y="171237"/>
                  </a:cubicBezTo>
                  <a:cubicBezTo>
                    <a:pt x="2052376" y="171237"/>
                    <a:pt x="2054529" y="215289"/>
                    <a:pt x="2066618" y="244601"/>
                  </a:cubicBezTo>
                  <a:cubicBezTo>
                    <a:pt x="2080198" y="244601"/>
                    <a:pt x="2093778" y="244932"/>
                    <a:pt x="2107192" y="245098"/>
                  </a:cubicBezTo>
                  <a:cubicBezTo>
                    <a:pt x="2112326" y="221250"/>
                    <a:pt x="2111001" y="188626"/>
                    <a:pt x="2111001" y="188626"/>
                  </a:cubicBezTo>
                  <a:cubicBezTo>
                    <a:pt x="2111001" y="188626"/>
                    <a:pt x="2127562" y="217110"/>
                    <a:pt x="2131702" y="245429"/>
                  </a:cubicBezTo>
                  <a:cubicBezTo>
                    <a:pt x="2138988" y="245594"/>
                    <a:pt x="2146275" y="245594"/>
                    <a:pt x="2153562" y="245760"/>
                  </a:cubicBezTo>
                  <a:cubicBezTo>
                    <a:pt x="2160186" y="231849"/>
                    <a:pt x="2164989" y="214295"/>
                    <a:pt x="2161842" y="193760"/>
                  </a:cubicBezTo>
                  <a:cubicBezTo>
                    <a:pt x="2161842" y="193760"/>
                    <a:pt x="2176416" y="220919"/>
                    <a:pt x="2182212" y="246091"/>
                  </a:cubicBezTo>
                  <a:cubicBezTo>
                    <a:pt x="2200263" y="246423"/>
                    <a:pt x="2218148" y="246920"/>
                    <a:pt x="2236200" y="247251"/>
                  </a:cubicBezTo>
                  <a:cubicBezTo>
                    <a:pt x="2241996" y="220422"/>
                    <a:pt x="2249117" y="164613"/>
                    <a:pt x="2220467" y="124370"/>
                  </a:cubicBezTo>
                  <a:cubicBezTo>
                    <a:pt x="2220467" y="124370"/>
                    <a:pt x="2270646" y="174549"/>
                    <a:pt x="2278098" y="227047"/>
                  </a:cubicBezTo>
                  <a:cubicBezTo>
                    <a:pt x="2282404" y="203696"/>
                    <a:pt x="2292837" y="175212"/>
                    <a:pt x="2318009" y="161467"/>
                  </a:cubicBezTo>
                  <a:cubicBezTo>
                    <a:pt x="2318009" y="161467"/>
                    <a:pt x="2293996" y="214295"/>
                    <a:pt x="2307742" y="249072"/>
                  </a:cubicBezTo>
                  <a:cubicBezTo>
                    <a:pt x="2317512" y="249404"/>
                    <a:pt x="2327449" y="249569"/>
                    <a:pt x="2337385" y="249900"/>
                  </a:cubicBezTo>
                  <a:cubicBezTo>
                    <a:pt x="2337054" y="231021"/>
                    <a:pt x="2331755" y="206346"/>
                    <a:pt x="2331755" y="206346"/>
                  </a:cubicBezTo>
                  <a:lnTo>
                    <a:pt x="2358252" y="250728"/>
                  </a:lnTo>
                  <a:cubicBezTo>
                    <a:pt x="2360239" y="250728"/>
                    <a:pt x="2362226" y="250728"/>
                    <a:pt x="2364048" y="250894"/>
                  </a:cubicBezTo>
                  <a:cubicBezTo>
                    <a:pt x="2360405" y="226881"/>
                    <a:pt x="2357755" y="178855"/>
                    <a:pt x="2392367" y="161467"/>
                  </a:cubicBezTo>
                  <a:cubicBezTo>
                    <a:pt x="2392367" y="161467"/>
                    <a:pt x="2382761" y="217607"/>
                    <a:pt x="2425654" y="253047"/>
                  </a:cubicBezTo>
                  <a:lnTo>
                    <a:pt x="2425985" y="253378"/>
                  </a:lnTo>
                  <a:cubicBezTo>
                    <a:pt x="2434762" y="253710"/>
                    <a:pt x="2443705" y="254041"/>
                    <a:pt x="2452647" y="254372"/>
                  </a:cubicBezTo>
                  <a:cubicBezTo>
                    <a:pt x="2469374" y="235990"/>
                    <a:pt x="2470533" y="179021"/>
                    <a:pt x="2470533" y="179021"/>
                  </a:cubicBezTo>
                  <a:cubicBezTo>
                    <a:pt x="2470533" y="179021"/>
                    <a:pt x="2496202" y="223237"/>
                    <a:pt x="2501336" y="256525"/>
                  </a:cubicBezTo>
                  <a:cubicBezTo>
                    <a:pt x="2517234" y="257187"/>
                    <a:pt x="2533298" y="258181"/>
                    <a:pt x="2549362" y="259009"/>
                  </a:cubicBezTo>
                  <a:cubicBezTo>
                    <a:pt x="2559464" y="242614"/>
                    <a:pt x="2572381" y="211645"/>
                    <a:pt x="2566254" y="165441"/>
                  </a:cubicBezTo>
                  <a:cubicBezTo>
                    <a:pt x="2566254" y="165441"/>
                    <a:pt x="2619745" y="207008"/>
                    <a:pt x="2597885" y="261327"/>
                  </a:cubicBezTo>
                  <a:cubicBezTo>
                    <a:pt x="2613286" y="262487"/>
                    <a:pt x="2628853" y="263315"/>
                    <a:pt x="2644420" y="264308"/>
                  </a:cubicBezTo>
                  <a:cubicBezTo>
                    <a:pt x="2644420" y="264308"/>
                    <a:pt x="2654025" y="201378"/>
                    <a:pt x="2654025" y="201378"/>
                  </a:cubicBezTo>
                  <a:lnTo>
                    <a:pt x="2673070" y="266130"/>
                  </a:lnTo>
                  <a:cubicBezTo>
                    <a:pt x="2673898" y="266130"/>
                    <a:pt x="2674726" y="266295"/>
                    <a:pt x="2675720" y="266295"/>
                  </a:cubicBezTo>
                  <a:cubicBezTo>
                    <a:pt x="2676548" y="248244"/>
                    <a:pt x="2683006" y="206015"/>
                    <a:pt x="2722421" y="190779"/>
                  </a:cubicBezTo>
                  <a:cubicBezTo>
                    <a:pt x="2722421" y="190779"/>
                    <a:pt x="2702879" y="237646"/>
                    <a:pt x="2710331" y="268614"/>
                  </a:cubicBezTo>
                  <a:cubicBezTo>
                    <a:pt x="2717784" y="269111"/>
                    <a:pt x="2725070" y="269608"/>
                    <a:pt x="2732523" y="270104"/>
                  </a:cubicBezTo>
                  <a:cubicBezTo>
                    <a:pt x="2738319" y="256525"/>
                    <a:pt x="2744115" y="236486"/>
                    <a:pt x="2741962" y="212308"/>
                  </a:cubicBezTo>
                  <a:cubicBezTo>
                    <a:pt x="2741962" y="212308"/>
                    <a:pt x="2761504" y="242614"/>
                    <a:pt x="2770612" y="272754"/>
                  </a:cubicBezTo>
                  <a:cubicBezTo>
                    <a:pt x="2788498" y="274079"/>
                    <a:pt x="2806383" y="275569"/>
                    <a:pt x="2824269" y="277060"/>
                  </a:cubicBezTo>
                  <a:cubicBezTo>
                    <a:pt x="2824269" y="277060"/>
                    <a:pt x="2824434" y="276729"/>
                    <a:pt x="2824434" y="276729"/>
                  </a:cubicBezTo>
                  <a:cubicBezTo>
                    <a:pt x="2824434" y="276729"/>
                    <a:pt x="2806383" y="218104"/>
                    <a:pt x="2859212" y="179021"/>
                  </a:cubicBezTo>
                  <a:cubicBezTo>
                    <a:pt x="2859212" y="179021"/>
                    <a:pt x="2847785" y="251557"/>
                    <a:pt x="2872957" y="280703"/>
                  </a:cubicBezTo>
                  <a:lnTo>
                    <a:pt x="2873289" y="281035"/>
                  </a:lnTo>
                  <a:cubicBezTo>
                    <a:pt x="2878753" y="281366"/>
                    <a:pt x="2884218" y="281862"/>
                    <a:pt x="2889683" y="282359"/>
                  </a:cubicBezTo>
                  <a:cubicBezTo>
                    <a:pt x="2900117" y="268117"/>
                    <a:pt x="2902104" y="224066"/>
                    <a:pt x="2902104" y="224066"/>
                  </a:cubicBezTo>
                  <a:cubicBezTo>
                    <a:pt x="2902104" y="224066"/>
                    <a:pt x="2923136" y="258015"/>
                    <a:pt x="2918334" y="284843"/>
                  </a:cubicBezTo>
                  <a:cubicBezTo>
                    <a:pt x="2929429" y="285837"/>
                    <a:pt x="2940359" y="286831"/>
                    <a:pt x="2951455" y="287990"/>
                  </a:cubicBezTo>
                  <a:cubicBezTo>
                    <a:pt x="2954104" y="282359"/>
                    <a:pt x="2971990" y="243938"/>
                    <a:pt x="2966691" y="210983"/>
                  </a:cubicBezTo>
                  <a:cubicBezTo>
                    <a:pt x="2966691" y="210983"/>
                    <a:pt x="2992691" y="256690"/>
                    <a:pt x="2989047" y="291468"/>
                  </a:cubicBezTo>
                  <a:cubicBezTo>
                    <a:pt x="3002793" y="292793"/>
                    <a:pt x="3016704" y="294117"/>
                    <a:pt x="3030449" y="295442"/>
                  </a:cubicBezTo>
                  <a:cubicBezTo>
                    <a:pt x="3026475" y="280041"/>
                    <a:pt x="3024487" y="256194"/>
                    <a:pt x="3036908" y="229862"/>
                  </a:cubicBezTo>
                  <a:cubicBezTo>
                    <a:pt x="3036908" y="229862"/>
                    <a:pt x="3048003" y="274741"/>
                    <a:pt x="3068870" y="299417"/>
                  </a:cubicBezTo>
                  <a:lnTo>
                    <a:pt x="3104641" y="303392"/>
                  </a:lnTo>
                  <a:cubicBezTo>
                    <a:pt x="3108615" y="284346"/>
                    <a:pt x="3098679" y="248244"/>
                    <a:pt x="3097685" y="244435"/>
                  </a:cubicBezTo>
                  <a:cubicBezTo>
                    <a:pt x="3100170" y="246754"/>
                    <a:pt x="3127495" y="273913"/>
                    <a:pt x="3125839" y="305876"/>
                  </a:cubicBezTo>
                  <a:lnTo>
                    <a:pt x="3163100" y="309850"/>
                  </a:lnTo>
                  <a:cubicBezTo>
                    <a:pt x="3160451" y="280206"/>
                    <a:pt x="3163763" y="243110"/>
                    <a:pt x="3191253" y="222079"/>
                  </a:cubicBezTo>
                  <a:cubicBezTo>
                    <a:pt x="3191253" y="222079"/>
                    <a:pt x="3184132" y="284512"/>
                    <a:pt x="3199699" y="314156"/>
                  </a:cubicBezTo>
                  <a:cubicBezTo>
                    <a:pt x="3209139" y="315315"/>
                    <a:pt x="3218579" y="316640"/>
                    <a:pt x="3228018" y="317799"/>
                  </a:cubicBezTo>
                  <a:cubicBezTo>
                    <a:pt x="3236133" y="298754"/>
                    <a:pt x="3236298" y="261162"/>
                    <a:pt x="3236298" y="261162"/>
                  </a:cubicBezTo>
                  <a:cubicBezTo>
                    <a:pt x="3236298" y="261162"/>
                    <a:pt x="3259318" y="296933"/>
                    <a:pt x="3261802" y="322105"/>
                  </a:cubicBezTo>
                  <a:cubicBezTo>
                    <a:pt x="3285815" y="325086"/>
                    <a:pt x="3309993" y="328067"/>
                    <a:pt x="3334007" y="331213"/>
                  </a:cubicBezTo>
                  <a:cubicBezTo>
                    <a:pt x="3341955" y="316640"/>
                    <a:pt x="3350567" y="296933"/>
                    <a:pt x="3353382" y="276729"/>
                  </a:cubicBezTo>
                  <a:cubicBezTo>
                    <a:pt x="3353382" y="276729"/>
                    <a:pt x="3376899" y="303226"/>
                    <a:pt x="3368121" y="335850"/>
                  </a:cubicBezTo>
                  <a:lnTo>
                    <a:pt x="3368121" y="336181"/>
                  </a:lnTo>
                  <a:lnTo>
                    <a:pt x="3399421" y="340653"/>
                  </a:lnTo>
                  <a:cubicBezTo>
                    <a:pt x="3399421" y="328067"/>
                    <a:pt x="3403230" y="309187"/>
                    <a:pt x="3419791" y="288652"/>
                  </a:cubicBezTo>
                  <a:cubicBezTo>
                    <a:pt x="3419791" y="288652"/>
                    <a:pt x="3409026" y="318296"/>
                    <a:pt x="3423599" y="344131"/>
                  </a:cubicBezTo>
                  <a:cubicBezTo>
                    <a:pt x="3427243" y="344627"/>
                    <a:pt x="3430721" y="345124"/>
                    <a:pt x="3434364" y="345621"/>
                  </a:cubicBezTo>
                  <a:cubicBezTo>
                    <a:pt x="3432874" y="322767"/>
                    <a:pt x="3432874" y="274907"/>
                    <a:pt x="3453077" y="244104"/>
                  </a:cubicBezTo>
                  <a:cubicBezTo>
                    <a:pt x="3453077" y="244104"/>
                    <a:pt x="3445128" y="306372"/>
                    <a:pt x="3467651" y="350092"/>
                  </a:cubicBezTo>
                  <a:cubicBezTo>
                    <a:pt x="3499116" y="327735"/>
                    <a:pt x="3514352" y="259174"/>
                    <a:pt x="3514352" y="259174"/>
                  </a:cubicBezTo>
                  <a:cubicBezTo>
                    <a:pt x="3528263" y="300576"/>
                    <a:pt x="3514352" y="346615"/>
                    <a:pt x="3514352" y="346615"/>
                  </a:cubicBezTo>
                  <a:cubicBezTo>
                    <a:pt x="3535219" y="348933"/>
                    <a:pt x="3553601" y="295939"/>
                    <a:pt x="3553601" y="295939"/>
                  </a:cubicBezTo>
                  <a:cubicBezTo>
                    <a:pt x="3560391" y="327073"/>
                    <a:pt x="3537372" y="351252"/>
                    <a:pt x="3537372" y="351252"/>
                  </a:cubicBezTo>
                  <a:cubicBezTo>
                    <a:pt x="3537372" y="351252"/>
                    <a:pt x="3538696" y="355392"/>
                    <a:pt x="3540518" y="361519"/>
                  </a:cubicBezTo>
                  <a:cubicBezTo>
                    <a:pt x="3547142" y="362679"/>
                    <a:pt x="3553766" y="363838"/>
                    <a:pt x="3560556" y="364832"/>
                  </a:cubicBezTo>
                  <a:cubicBezTo>
                    <a:pt x="3565028" y="319124"/>
                    <a:pt x="3592684" y="281862"/>
                    <a:pt x="3599474" y="273582"/>
                  </a:cubicBezTo>
                  <a:cubicBezTo>
                    <a:pt x="3570493" y="314984"/>
                    <a:pt x="3585397" y="356054"/>
                    <a:pt x="3592187" y="370131"/>
                  </a:cubicBezTo>
                  <a:cubicBezTo>
                    <a:pt x="3592849" y="370296"/>
                    <a:pt x="3593512" y="370462"/>
                    <a:pt x="3594174" y="370462"/>
                  </a:cubicBezTo>
                  <a:cubicBezTo>
                    <a:pt x="3588875" y="342475"/>
                    <a:pt x="3611066" y="316640"/>
                    <a:pt x="3611066" y="316640"/>
                  </a:cubicBezTo>
                  <a:cubicBezTo>
                    <a:pt x="3600799" y="351252"/>
                    <a:pt x="3622659" y="371952"/>
                    <a:pt x="3622659" y="371952"/>
                  </a:cubicBezTo>
                  <a:cubicBezTo>
                    <a:pt x="3623818" y="331710"/>
                    <a:pt x="3652634" y="311009"/>
                    <a:pt x="3652634" y="311009"/>
                  </a:cubicBezTo>
                  <a:cubicBezTo>
                    <a:pt x="3638723" y="335188"/>
                    <a:pt x="3645181" y="361188"/>
                    <a:pt x="3645181" y="361188"/>
                  </a:cubicBezTo>
                  <a:cubicBezTo>
                    <a:pt x="3645181" y="361188"/>
                    <a:pt x="3647168" y="371787"/>
                    <a:pt x="3651143" y="380067"/>
                  </a:cubicBezTo>
                  <a:cubicBezTo>
                    <a:pt x="3657602" y="381226"/>
                    <a:pt x="3664061" y="382220"/>
                    <a:pt x="3670519" y="383379"/>
                  </a:cubicBezTo>
                  <a:cubicBezTo>
                    <a:pt x="3672175" y="381226"/>
                    <a:pt x="3673831" y="378742"/>
                    <a:pt x="3675653" y="375430"/>
                  </a:cubicBezTo>
                  <a:cubicBezTo>
                    <a:pt x="3695526" y="337838"/>
                    <a:pt x="3681449" y="283022"/>
                    <a:pt x="3680455" y="278882"/>
                  </a:cubicBezTo>
                  <a:cubicBezTo>
                    <a:pt x="3707780" y="306703"/>
                    <a:pt x="3699832" y="378908"/>
                    <a:pt x="3699832" y="378908"/>
                  </a:cubicBezTo>
                  <a:cubicBezTo>
                    <a:pt x="3717054" y="367316"/>
                    <a:pt x="3722851" y="309850"/>
                    <a:pt x="3722851" y="309850"/>
                  </a:cubicBezTo>
                  <a:cubicBezTo>
                    <a:pt x="3731628" y="343965"/>
                    <a:pt x="3725169" y="373609"/>
                    <a:pt x="3718379" y="392157"/>
                  </a:cubicBezTo>
                  <a:cubicBezTo>
                    <a:pt x="3728316" y="393978"/>
                    <a:pt x="3738252" y="395800"/>
                    <a:pt x="3748188" y="397621"/>
                  </a:cubicBezTo>
                  <a:cubicBezTo>
                    <a:pt x="3740736" y="330717"/>
                    <a:pt x="3782635" y="298257"/>
                    <a:pt x="3782635" y="298257"/>
                  </a:cubicBezTo>
                  <a:cubicBezTo>
                    <a:pt x="3747029" y="353570"/>
                    <a:pt x="3778329" y="386029"/>
                    <a:pt x="3778329" y="386029"/>
                  </a:cubicBezTo>
                  <a:lnTo>
                    <a:pt x="3784953" y="345455"/>
                  </a:lnTo>
                  <a:lnTo>
                    <a:pt x="3793068" y="390335"/>
                  </a:lnTo>
                  <a:lnTo>
                    <a:pt x="3815591" y="410208"/>
                  </a:lnTo>
                  <a:cubicBezTo>
                    <a:pt x="3816915" y="410539"/>
                    <a:pt x="3818075" y="410704"/>
                    <a:pt x="3819400" y="411036"/>
                  </a:cubicBezTo>
                  <a:cubicBezTo>
                    <a:pt x="3822380" y="353736"/>
                    <a:pt x="3864445" y="316640"/>
                    <a:pt x="3864445" y="316640"/>
                  </a:cubicBezTo>
                  <a:cubicBezTo>
                    <a:pt x="3834470" y="354729"/>
                    <a:pt x="3847221" y="406896"/>
                    <a:pt x="3847221" y="406896"/>
                  </a:cubicBezTo>
                  <a:cubicBezTo>
                    <a:pt x="3847221" y="406896"/>
                    <a:pt x="3849705" y="411533"/>
                    <a:pt x="3853515" y="417825"/>
                  </a:cubicBezTo>
                  <a:cubicBezTo>
                    <a:pt x="3861298" y="419316"/>
                    <a:pt x="3868916" y="420972"/>
                    <a:pt x="3876699" y="422628"/>
                  </a:cubicBezTo>
                  <a:cubicBezTo>
                    <a:pt x="3873222" y="369137"/>
                    <a:pt x="3923235" y="304054"/>
                    <a:pt x="3923235" y="304054"/>
                  </a:cubicBezTo>
                  <a:cubicBezTo>
                    <a:pt x="3923235" y="304054"/>
                    <a:pt x="3901540" y="408717"/>
                    <a:pt x="3920419" y="431571"/>
                  </a:cubicBezTo>
                  <a:cubicBezTo>
                    <a:pt x="3925388" y="432730"/>
                    <a:pt x="3930356" y="433724"/>
                    <a:pt x="3935324" y="434718"/>
                  </a:cubicBezTo>
                  <a:cubicBezTo>
                    <a:pt x="3935986" y="434552"/>
                    <a:pt x="3936483" y="434386"/>
                    <a:pt x="3936980" y="434221"/>
                  </a:cubicBezTo>
                  <a:cubicBezTo>
                    <a:pt x="3981860" y="413354"/>
                    <a:pt x="3983019" y="298257"/>
                    <a:pt x="3983019" y="298257"/>
                  </a:cubicBezTo>
                  <a:cubicBezTo>
                    <a:pt x="4003554" y="363838"/>
                    <a:pt x="3991796" y="412030"/>
                    <a:pt x="3976063" y="443163"/>
                  </a:cubicBezTo>
                  <a:cubicBezTo>
                    <a:pt x="3980866" y="444157"/>
                    <a:pt x="3985668" y="445151"/>
                    <a:pt x="3990471" y="446144"/>
                  </a:cubicBezTo>
                  <a:cubicBezTo>
                    <a:pt x="4000573" y="448297"/>
                    <a:pt x="4010509" y="450616"/>
                    <a:pt x="4020446" y="452934"/>
                  </a:cubicBezTo>
                  <a:cubicBezTo>
                    <a:pt x="4019783" y="397125"/>
                    <a:pt x="4042969" y="354729"/>
                    <a:pt x="4042969" y="354729"/>
                  </a:cubicBezTo>
                  <a:cubicBezTo>
                    <a:pt x="4024918" y="397787"/>
                    <a:pt x="4043631" y="439355"/>
                    <a:pt x="4057542" y="461380"/>
                  </a:cubicBezTo>
                  <a:cubicBezTo>
                    <a:pt x="4060357" y="462043"/>
                    <a:pt x="4063173" y="462705"/>
                    <a:pt x="4065988" y="463367"/>
                  </a:cubicBezTo>
                  <a:cubicBezTo>
                    <a:pt x="4063338" y="453431"/>
                    <a:pt x="4061848" y="443991"/>
                    <a:pt x="4061848" y="435380"/>
                  </a:cubicBezTo>
                  <a:cubicBezTo>
                    <a:pt x="4061848" y="367316"/>
                    <a:pt x="4131899" y="299417"/>
                    <a:pt x="4136371" y="295111"/>
                  </a:cubicBezTo>
                  <a:cubicBezTo>
                    <a:pt x="4086689" y="378908"/>
                    <a:pt x="4122956" y="462539"/>
                    <a:pt x="4122956" y="462539"/>
                  </a:cubicBezTo>
                  <a:lnTo>
                    <a:pt x="4156906" y="374271"/>
                  </a:lnTo>
                  <a:cubicBezTo>
                    <a:pt x="4156906" y="374271"/>
                    <a:pt x="4147797" y="494336"/>
                    <a:pt x="4181912" y="460386"/>
                  </a:cubicBezTo>
                  <a:cubicBezTo>
                    <a:pt x="4215863" y="426437"/>
                    <a:pt x="4181912" y="344793"/>
                    <a:pt x="4181912" y="344793"/>
                  </a:cubicBezTo>
                  <a:cubicBezTo>
                    <a:pt x="4240041" y="375927"/>
                    <a:pt x="4223811" y="452934"/>
                    <a:pt x="4220830" y="465520"/>
                  </a:cubicBezTo>
                  <a:lnTo>
                    <a:pt x="4238550" y="410539"/>
                  </a:lnTo>
                  <a:lnTo>
                    <a:pt x="4261901" y="510234"/>
                  </a:lnTo>
                  <a:cubicBezTo>
                    <a:pt x="4261901" y="510234"/>
                    <a:pt x="4262729" y="510400"/>
                    <a:pt x="4263225" y="510565"/>
                  </a:cubicBezTo>
                  <a:cubicBezTo>
                    <a:pt x="4261072" y="450781"/>
                    <a:pt x="4318042" y="387354"/>
                    <a:pt x="4321520" y="383545"/>
                  </a:cubicBezTo>
                  <a:cubicBezTo>
                    <a:pt x="4287239" y="460386"/>
                    <a:pt x="4322347" y="505597"/>
                    <a:pt x="4322347" y="505597"/>
                  </a:cubicBezTo>
                  <a:cubicBezTo>
                    <a:pt x="4315557" y="458068"/>
                    <a:pt x="4372194" y="415010"/>
                    <a:pt x="4372194" y="415010"/>
                  </a:cubicBezTo>
                  <a:cubicBezTo>
                    <a:pt x="4372194" y="415010"/>
                    <a:pt x="4324500" y="517024"/>
                    <a:pt x="4372194" y="507915"/>
                  </a:cubicBezTo>
                  <a:cubicBezTo>
                    <a:pt x="4419724" y="498807"/>
                    <a:pt x="4432475" y="383379"/>
                    <a:pt x="4432475" y="383379"/>
                  </a:cubicBezTo>
                  <a:cubicBezTo>
                    <a:pt x="4453342" y="437698"/>
                    <a:pt x="4434297" y="504107"/>
                    <a:pt x="4432641" y="509572"/>
                  </a:cubicBezTo>
                  <a:lnTo>
                    <a:pt x="4478680" y="451278"/>
                  </a:lnTo>
                  <a:lnTo>
                    <a:pt x="4458144" y="532756"/>
                  </a:lnTo>
                  <a:cubicBezTo>
                    <a:pt x="4458144" y="532756"/>
                    <a:pt x="4465597" y="550145"/>
                    <a:pt x="4474374" y="565878"/>
                  </a:cubicBezTo>
                  <a:cubicBezTo>
                    <a:pt x="4484145" y="568693"/>
                    <a:pt x="4493915" y="571508"/>
                    <a:pt x="4503686" y="574158"/>
                  </a:cubicBezTo>
                  <a:cubicBezTo>
                    <a:pt x="4504349" y="567368"/>
                    <a:pt x="4504349" y="558260"/>
                    <a:pt x="4503521" y="546502"/>
                  </a:cubicBezTo>
                  <a:cubicBezTo>
                    <a:pt x="4496898" y="441011"/>
                    <a:pt x="4558668" y="386692"/>
                    <a:pt x="4562311" y="383545"/>
                  </a:cubicBezTo>
                  <a:cubicBezTo>
                    <a:pt x="4510311" y="471813"/>
                    <a:pt x="4544260" y="555444"/>
                    <a:pt x="4544260" y="555444"/>
                  </a:cubicBezTo>
                  <a:lnTo>
                    <a:pt x="4566948" y="496654"/>
                  </a:lnTo>
                  <a:lnTo>
                    <a:pt x="4584999" y="578133"/>
                  </a:lnTo>
                  <a:cubicBezTo>
                    <a:pt x="4587318" y="519011"/>
                    <a:pt x="4655382" y="468170"/>
                    <a:pt x="4659688" y="465023"/>
                  </a:cubicBezTo>
                  <a:cubicBezTo>
                    <a:pt x="4612325" y="519342"/>
                    <a:pt x="4630376" y="587241"/>
                    <a:pt x="4630376" y="587241"/>
                  </a:cubicBezTo>
                  <a:cubicBezTo>
                    <a:pt x="4650083" y="543356"/>
                    <a:pt x="4706057" y="520667"/>
                    <a:pt x="4709536" y="519342"/>
                  </a:cubicBezTo>
                  <a:cubicBezTo>
                    <a:pt x="4706554" y="523814"/>
                    <a:pt x="4655714" y="599331"/>
                    <a:pt x="4663828" y="619700"/>
                  </a:cubicBezTo>
                  <a:cubicBezTo>
                    <a:pt x="4668796" y="621025"/>
                    <a:pt x="4673599" y="622515"/>
                    <a:pt x="4678401" y="623840"/>
                  </a:cubicBezTo>
                  <a:cubicBezTo>
                    <a:pt x="4681051" y="623343"/>
                    <a:pt x="4683701" y="622515"/>
                    <a:pt x="4687013" y="621190"/>
                  </a:cubicBezTo>
                  <a:cubicBezTo>
                    <a:pt x="4752759" y="594031"/>
                    <a:pt x="4746963" y="451278"/>
                    <a:pt x="4746963" y="451278"/>
                  </a:cubicBezTo>
                  <a:cubicBezTo>
                    <a:pt x="4795485" y="503444"/>
                    <a:pt x="4746963" y="605458"/>
                    <a:pt x="4746963" y="605458"/>
                  </a:cubicBezTo>
                  <a:cubicBezTo>
                    <a:pt x="4746963" y="605458"/>
                    <a:pt x="4749778" y="623675"/>
                    <a:pt x="4752593" y="645700"/>
                  </a:cubicBezTo>
                  <a:cubicBezTo>
                    <a:pt x="4754582" y="646197"/>
                    <a:pt x="4756733" y="646860"/>
                    <a:pt x="4758722" y="647522"/>
                  </a:cubicBezTo>
                  <a:cubicBezTo>
                    <a:pt x="4759052" y="644707"/>
                    <a:pt x="4759218" y="642223"/>
                    <a:pt x="4759549" y="639242"/>
                  </a:cubicBezTo>
                  <a:cubicBezTo>
                    <a:pt x="4766173" y="560247"/>
                    <a:pt x="4838543" y="513215"/>
                    <a:pt x="4843180" y="510400"/>
                  </a:cubicBezTo>
                  <a:cubicBezTo>
                    <a:pt x="4779918" y="582770"/>
                    <a:pt x="4804759" y="648350"/>
                    <a:pt x="4804759" y="648350"/>
                  </a:cubicBezTo>
                  <a:cubicBezTo>
                    <a:pt x="4834237" y="598502"/>
                    <a:pt x="4895347" y="582604"/>
                    <a:pt x="4895347" y="582604"/>
                  </a:cubicBezTo>
                  <a:cubicBezTo>
                    <a:pt x="4895347" y="582604"/>
                    <a:pt x="4827447" y="659611"/>
                    <a:pt x="4868186" y="665408"/>
                  </a:cubicBezTo>
                  <a:cubicBezTo>
                    <a:pt x="4909092" y="671204"/>
                    <a:pt x="4943042" y="578133"/>
                    <a:pt x="4943042" y="578133"/>
                  </a:cubicBezTo>
                  <a:cubicBezTo>
                    <a:pt x="4945193" y="630299"/>
                    <a:pt x="4918863" y="659280"/>
                    <a:pt x="4918863" y="659280"/>
                  </a:cubicBezTo>
                  <a:cubicBezTo>
                    <a:pt x="4918863" y="659280"/>
                    <a:pt x="4895347" y="674847"/>
                    <a:pt x="4885078" y="685777"/>
                  </a:cubicBezTo>
                  <a:cubicBezTo>
                    <a:pt x="4892365" y="688096"/>
                    <a:pt x="4899817" y="690249"/>
                    <a:pt x="4907270" y="692567"/>
                  </a:cubicBezTo>
                  <a:cubicBezTo>
                    <a:pt x="4910748" y="691573"/>
                    <a:pt x="4914556" y="690580"/>
                    <a:pt x="4918863" y="689089"/>
                  </a:cubicBezTo>
                  <a:cubicBezTo>
                    <a:pt x="5005807" y="661930"/>
                    <a:pt x="5026838" y="501125"/>
                    <a:pt x="5026838" y="501125"/>
                  </a:cubicBezTo>
                  <a:cubicBezTo>
                    <a:pt x="5087947" y="634770"/>
                    <a:pt x="4995041" y="710784"/>
                    <a:pt x="4995041" y="710784"/>
                  </a:cubicBezTo>
                  <a:cubicBezTo>
                    <a:pt x="5074367" y="711943"/>
                    <a:pt x="5115106" y="627980"/>
                    <a:pt x="5115106" y="627980"/>
                  </a:cubicBezTo>
                  <a:cubicBezTo>
                    <a:pt x="5115106" y="714096"/>
                    <a:pt x="5072048" y="738937"/>
                    <a:pt x="5072048" y="738937"/>
                  </a:cubicBezTo>
                  <a:cubicBezTo>
                    <a:pt x="5072048" y="738937"/>
                    <a:pt x="5074202" y="741587"/>
                    <a:pt x="5077680" y="745727"/>
                  </a:cubicBezTo>
                  <a:cubicBezTo>
                    <a:pt x="5105832" y="754835"/>
                    <a:pt x="5134151" y="763944"/>
                    <a:pt x="5162304" y="772886"/>
                  </a:cubicBezTo>
                  <a:cubicBezTo>
                    <a:pt x="5144087" y="675013"/>
                    <a:pt x="5203540" y="591712"/>
                    <a:pt x="5203540" y="591712"/>
                  </a:cubicBezTo>
                  <a:cubicBezTo>
                    <a:pt x="5174062" y="686936"/>
                    <a:pt x="5239808" y="768415"/>
                    <a:pt x="5239808" y="768415"/>
                  </a:cubicBezTo>
                  <a:lnTo>
                    <a:pt x="5246267" y="766593"/>
                  </a:lnTo>
                  <a:cubicBezTo>
                    <a:pt x="5265146" y="704988"/>
                    <a:pt x="5322778" y="662592"/>
                    <a:pt x="5326420" y="660108"/>
                  </a:cubicBezTo>
                  <a:cubicBezTo>
                    <a:pt x="5323108" y="666898"/>
                    <a:pt x="5244115" y="827371"/>
                    <a:pt x="5326586" y="799880"/>
                  </a:cubicBezTo>
                  <a:cubicBezTo>
                    <a:pt x="5410879" y="771727"/>
                    <a:pt x="5408396" y="680312"/>
                    <a:pt x="5408396" y="680312"/>
                  </a:cubicBezTo>
                  <a:cubicBezTo>
                    <a:pt x="5434230" y="772555"/>
                    <a:pt x="5354574" y="829855"/>
                    <a:pt x="5354574" y="829855"/>
                  </a:cubicBezTo>
                  <a:cubicBezTo>
                    <a:pt x="5354574" y="829855"/>
                    <a:pt x="5366166" y="834658"/>
                    <a:pt x="5385376" y="845091"/>
                  </a:cubicBezTo>
                  <a:cubicBezTo>
                    <a:pt x="5396306" y="848734"/>
                    <a:pt x="5407402" y="852378"/>
                    <a:pt x="5418332" y="855855"/>
                  </a:cubicBezTo>
                  <a:cubicBezTo>
                    <a:pt x="5434728" y="771065"/>
                    <a:pt x="5526474" y="709790"/>
                    <a:pt x="5526474" y="709790"/>
                  </a:cubicBezTo>
                  <a:cubicBezTo>
                    <a:pt x="5474141" y="766428"/>
                    <a:pt x="5476460" y="832339"/>
                    <a:pt x="5488218" y="878875"/>
                  </a:cubicBezTo>
                  <a:lnTo>
                    <a:pt x="5517033" y="888314"/>
                  </a:lnTo>
                  <a:cubicBezTo>
                    <a:pt x="5535581" y="833167"/>
                    <a:pt x="5591722" y="801867"/>
                    <a:pt x="5595200" y="800046"/>
                  </a:cubicBezTo>
                  <a:cubicBezTo>
                    <a:pt x="5593378" y="804517"/>
                    <a:pt x="5564397" y="876059"/>
                    <a:pt x="5563735" y="903716"/>
                  </a:cubicBezTo>
                  <a:cubicBezTo>
                    <a:pt x="5569034" y="905537"/>
                    <a:pt x="5574499" y="907193"/>
                    <a:pt x="5579798" y="909015"/>
                  </a:cubicBezTo>
                  <a:cubicBezTo>
                    <a:pt x="5611595" y="882518"/>
                    <a:pt x="5644551" y="780008"/>
                    <a:pt x="5644551" y="780008"/>
                  </a:cubicBezTo>
                  <a:cubicBezTo>
                    <a:pt x="5650844" y="821906"/>
                    <a:pt x="5635277" y="904213"/>
                    <a:pt x="5630971" y="925907"/>
                  </a:cubicBezTo>
                  <a:cubicBezTo>
                    <a:pt x="5632461" y="926238"/>
                    <a:pt x="5633952" y="926735"/>
                    <a:pt x="5635277" y="927232"/>
                  </a:cubicBezTo>
                  <a:cubicBezTo>
                    <a:pt x="5688602" y="882352"/>
                    <a:pt x="5685124" y="704656"/>
                    <a:pt x="5685124" y="704656"/>
                  </a:cubicBezTo>
                  <a:cubicBezTo>
                    <a:pt x="5738118" y="772389"/>
                    <a:pt x="5715265" y="876225"/>
                    <a:pt x="5698042" y="929716"/>
                  </a:cubicBezTo>
                  <a:cubicBezTo>
                    <a:pt x="5721558" y="882518"/>
                    <a:pt x="5766437" y="835320"/>
                    <a:pt x="5766437" y="835320"/>
                  </a:cubicBezTo>
                  <a:cubicBezTo>
                    <a:pt x="5742590" y="876556"/>
                    <a:pt x="5746068" y="928557"/>
                    <a:pt x="5757163" y="967309"/>
                  </a:cubicBezTo>
                  <a:cubicBezTo>
                    <a:pt x="5770080" y="971614"/>
                    <a:pt x="5782998" y="975754"/>
                    <a:pt x="5795915" y="980060"/>
                  </a:cubicBezTo>
                  <a:cubicBezTo>
                    <a:pt x="5800552" y="894607"/>
                    <a:pt x="5903559" y="805676"/>
                    <a:pt x="5910018" y="800212"/>
                  </a:cubicBezTo>
                  <a:cubicBezTo>
                    <a:pt x="5829533" y="885002"/>
                    <a:pt x="5862489" y="971449"/>
                    <a:pt x="5883355" y="1008545"/>
                  </a:cubicBezTo>
                  <a:cubicBezTo>
                    <a:pt x="5887164" y="1009704"/>
                    <a:pt x="5890808" y="1011029"/>
                    <a:pt x="5894617" y="1012188"/>
                  </a:cubicBezTo>
                  <a:cubicBezTo>
                    <a:pt x="5895279" y="949920"/>
                    <a:pt x="5957216" y="894276"/>
                    <a:pt x="5961191" y="890798"/>
                  </a:cubicBezTo>
                  <a:cubicBezTo>
                    <a:pt x="5958707" y="896263"/>
                    <a:pt x="5896935" y="1026761"/>
                    <a:pt x="5961191" y="1002417"/>
                  </a:cubicBezTo>
                  <a:cubicBezTo>
                    <a:pt x="6027102" y="977576"/>
                    <a:pt x="6020643" y="872250"/>
                    <a:pt x="6020643" y="872250"/>
                  </a:cubicBezTo>
                  <a:cubicBezTo>
                    <a:pt x="6072147" y="968137"/>
                    <a:pt x="6020643" y="1048290"/>
                    <a:pt x="6020643" y="1048290"/>
                  </a:cubicBezTo>
                  <a:cubicBezTo>
                    <a:pt x="6108415" y="1014175"/>
                    <a:pt x="6117854" y="877715"/>
                    <a:pt x="6117854" y="877715"/>
                  </a:cubicBezTo>
                  <a:cubicBezTo>
                    <a:pt x="6175486" y="962175"/>
                    <a:pt x="6128122" y="1066507"/>
                    <a:pt x="6119345" y="1084227"/>
                  </a:cubicBezTo>
                  <a:cubicBezTo>
                    <a:pt x="6120007" y="1084227"/>
                    <a:pt x="6120670" y="1084724"/>
                    <a:pt x="6121167" y="1084889"/>
                  </a:cubicBezTo>
                  <a:cubicBezTo>
                    <a:pt x="6190390" y="1035704"/>
                    <a:pt x="6181447" y="799880"/>
                    <a:pt x="6181447" y="799880"/>
                  </a:cubicBezTo>
                  <a:cubicBezTo>
                    <a:pt x="6278990" y="897423"/>
                    <a:pt x="6221358" y="1057896"/>
                    <a:pt x="6204798" y="1097641"/>
                  </a:cubicBezTo>
                  <a:cubicBezTo>
                    <a:pt x="6261435" y="976748"/>
                    <a:pt x="6341920" y="924913"/>
                    <a:pt x="6346889" y="921767"/>
                  </a:cubicBezTo>
                  <a:cubicBezTo>
                    <a:pt x="6277003" y="1013844"/>
                    <a:pt x="6299028" y="1105921"/>
                    <a:pt x="6313767" y="1145170"/>
                  </a:cubicBezTo>
                  <a:cubicBezTo>
                    <a:pt x="6316582" y="1145998"/>
                    <a:pt x="6319232" y="1146826"/>
                    <a:pt x="6321882" y="1147654"/>
                  </a:cubicBezTo>
                  <a:cubicBezTo>
                    <a:pt x="6323869" y="1087539"/>
                    <a:pt x="6376201" y="1018978"/>
                    <a:pt x="6376201" y="1018978"/>
                  </a:cubicBezTo>
                  <a:cubicBezTo>
                    <a:pt x="6376201" y="1018978"/>
                    <a:pt x="6378188" y="1113870"/>
                    <a:pt x="6395908" y="1170177"/>
                  </a:cubicBezTo>
                  <a:cubicBezTo>
                    <a:pt x="6416443" y="1176304"/>
                    <a:pt x="6436979" y="1182597"/>
                    <a:pt x="6457348" y="1188725"/>
                  </a:cubicBezTo>
                  <a:cubicBezTo>
                    <a:pt x="6495438" y="1130928"/>
                    <a:pt x="6446418" y="1008876"/>
                    <a:pt x="6444265" y="1003245"/>
                  </a:cubicBezTo>
                  <a:cubicBezTo>
                    <a:pt x="6526406" y="1065348"/>
                    <a:pt x="6517463" y="1203795"/>
                    <a:pt x="6517463" y="1203795"/>
                  </a:cubicBezTo>
                  <a:cubicBezTo>
                    <a:pt x="6544954" y="1075781"/>
                    <a:pt x="6658726" y="999271"/>
                    <a:pt x="6672802" y="990162"/>
                  </a:cubicBezTo>
                  <a:cubicBezTo>
                    <a:pt x="6558534" y="1074291"/>
                    <a:pt x="6591324" y="1205782"/>
                    <a:pt x="6598942" y="1231286"/>
                  </a:cubicBezTo>
                  <a:cubicBezTo>
                    <a:pt x="6599936" y="1231617"/>
                    <a:pt x="6600763" y="1231783"/>
                    <a:pt x="6601592" y="1232114"/>
                  </a:cubicBezTo>
                  <a:cubicBezTo>
                    <a:pt x="6632891" y="1116520"/>
                    <a:pt x="6760905" y="1111552"/>
                    <a:pt x="6760905" y="1111552"/>
                  </a:cubicBezTo>
                  <a:cubicBezTo>
                    <a:pt x="6760905" y="1111552"/>
                    <a:pt x="6696153" y="1194686"/>
                    <a:pt x="6676280" y="1254139"/>
                  </a:cubicBezTo>
                  <a:cubicBezTo>
                    <a:pt x="6713376" y="1264904"/>
                    <a:pt x="6750472" y="1275834"/>
                    <a:pt x="6787568" y="1286598"/>
                  </a:cubicBezTo>
                  <a:cubicBezTo>
                    <a:pt x="6899352" y="1219196"/>
                    <a:pt x="6865072" y="1061373"/>
                    <a:pt x="6863416" y="1053424"/>
                  </a:cubicBezTo>
                  <a:cubicBezTo>
                    <a:pt x="6930486" y="1117348"/>
                    <a:pt x="6930321" y="1220356"/>
                    <a:pt x="6923862" y="1278152"/>
                  </a:cubicBezTo>
                  <a:cubicBezTo>
                    <a:pt x="6954003" y="1178788"/>
                    <a:pt x="7069927" y="1060711"/>
                    <a:pt x="7077214" y="1053424"/>
                  </a:cubicBezTo>
                  <a:cubicBezTo>
                    <a:pt x="6980499" y="1194190"/>
                    <a:pt x="7023060" y="1330981"/>
                    <a:pt x="7032169" y="1355822"/>
                  </a:cubicBezTo>
                  <a:cubicBezTo>
                    <a:pt x="7032831" y="1356153"/>
                    <a:pt x="7033494" y="1356319"/>
                    <a:pt x="7034156" y="1356484"/>
                  </a:cubicBezTo>
                  <a:cubicBezTo>
                    <a:pt x="7041608" y="1281133"/>
                    <a:pt x="7136335" y="1189387"/>
                    <a:pt x="7141304" y="1184916"/>
                  </a:cubicBezTo>
                  <a:cubicBezTo>
                    <a:pt x="7138488" y="1192865"/>
                    <a:pt x="7069265" y="1383478"/>
                    <a:pt x="7141469" y="1345223"/>
                  </a:cubicBezTo>
                  <a:cubicBezTo>
                    <a:pt x="7215330" y="1306306"/>
                    <a:pt x="7231559" y="1165043"/>
                    <a:pt x="7231559" y="1165043"/>
                  </a:cubicBezTo>
                  <a:cubicBezTo>
                    <a:pt x="7288363" y="1286929"/>
                    <a:pt x="7231559" y="1369733"/>
                    <a:pt x="7231559" y="1369733"/>
                  </a:cubicBezTo>
                  <a:cubicBezTo>
                    <a:pt x="7337051" y="1311274"/>
                    <a:pt x="7359904" y="1096979"/>
                    <a:pt x="7359904" y="1096979"/>
                  </a:cubicBezTo>
                  <a:cubicBezTo>
                    <a:pt x="7442708" y="1286929"/>
                    <a:pt x="7320987" y="1418421"/>
                    <a:pt x="7320987" y="1418421"/>
                  </a:cubicBezTo>
                  <a:lnTo>
                    <a:pt x="7310057" y="1431835"/>
                  </a:lnTo>
                  <a:cubicBezTo>
                    <a:pt x="7328936" y="1436803"/>
                    <a:pt x="7347649" y="1441938"/>
                    <a:pt x="7366363" y="1446906"/>
                  </a:cubicBezTo>
                  <a:cubicBezTo>
                    <a:pt x="7389217" y="1429186"/>
                    <a:pt x="7486263" y="1346216"/>
                    <a:pt x="7470530" y="1226317"/>
                  </a:cubicBezTo>
                  <a:cubicBezTo>
                    <a:pt x="7470530" y="1226317"/>
                    <a:pt x="7529982" y="1344395"/>
                    <a:pt x="7472351" y="1450549"/>
                  </a:cubicBezTo>
                  <a:lnTo>
                    <a:pt x="7535447" y="1373873"/>
                  </a:lnTo>
                  <a:lnTo>
                    <a:pt x="7535447" y="1458332"/>
                  </a:lnTo>
                  <a:cubicBezTo>
                    <a:pt x="7535447" y="1458332"/>
                    <a:pt x="7600365" y="1430014"/>
                    <a:pt x="7600365" y="1320713"/>
                  </a:cubicBezTo>
                  <a:cubicBezTo>
                    <a:pt x="7600365" y="1320713"/>
                    <a:pt x="7645410" y="1450715"/>
                    <a:pt x="7607155" y="1509505"/>
                  </a:cubicBezTo>
                  <a:cubicBezTo>
                    <a:pt x="7611295" y="1510498"/>
                    <a:pt x="7615436" y="1511492"/>
                    <a:pt x="7619576" y="1512651"/>
                  </a:cubicBezTo>
                  <a:lnTo>
                    <a:pt x="7682009" y="1493441"/>
                  </a:lnTo>
                  <a:cubicBezTo>
                    <a:pt x="7682009" y="1493441"/>
                    <a:pt x="7644747" y="1273515"/>
                    <a:pt x="7807043" y="1179119"/>
                  </a:cubicBezTo>
                  <a:cubicBezTo>
                    <a:pt x="7807043" y="1179119"/>
                    <a:pt x="7685984" y="1406332"/>
                    <a:pt x="7768622" y="1518448"/>
                  </a:cubicBezTo>
                  <a:cubicBezTo>
                    <a:pt x="7768622" y="1518448"/>
                    <a:pt x="7762660" y="1400536"/>
                    <a:pt x="7842482" y="1348866"/>
                  </a:cubicBezTo>
                  <a:cubicBezTo>
                    <a:pt x="7842482" y="1348866"/>
                    <a:pt x="7809360" y="1469428"/>
                    <a:pt x="7877425" y="1539645"/>
                  </a:cubicBezTo>
                  <a:lnTo>
                    <a:pt x="7913196" y="1403351"/>
                  </a:lnTo>
                  <a:lnTo>
                    <a:pt x="7955095" y="1557696"/>
                  </a:lnTo>
                  <a:lnTo>
                    <a:pt x="7978114" y="1459492"/>
                  </a:lnTo>
                  <a:cubicBezTo>
                    <a:pt x="7978114" y="1459492"/>
                    <a:pt x="8009745" y="1553722"/>
                    <a:pt x="8047006" y="1578894"/>
                  </a:cubicBezTo>
                  <a:cubicBezTo>
                    <a:pt x="8047006" y="1578894"/>
                    <a:pt x="8113911" y="1542129"/>
                    <a:pt x="8107950" y="1435810"/>
                  </a:cubicBezTo>
                  <a:cubicBezTo>
                    <a:pt x="8107950" y="1435810"/>
                    <a:pt x="8158625" y="1577238"/>
                    <a:pt x="8099669" y="1630232"/>
                  </a:cubicBezTo>
                  <a:cubicBezTo>
                    <a:pt x="8101656" y="1630563"/>
                    <a:pt x="8103644" y="1631060"/>
                    <a:pt x="8105631" y="1631557"/>
                  </a:cubicBezTo>
                  <a:cubicBezTo>
                    <a:pt x="8141567" y="1622614"/>
                    <a:pt x="8268257" y="1578728"/>
                    <a:pt x="8255505" y="1406332"/>
                  </a:cubicBezTo>
                  <a:cubicBezTo>
                    <a:pt x="8255505" y="1406332"/>
                    <a:pt x="8316117" y="1580053"/>
                    <a:pt x="8256664" y="1651098"/>
                  </a:cubicBezTo>
                  <a:cubicBezTo>
                    <a:pt x="8260638" y="1649939"/>
                    <a:pt x="8324066" y="1627914"/>
                    <a:pt x="8347086" y="1547926"/>
                  </a:cubicBezTo>
                  <a:cubicBezTo>
                    <a:pt x="8347086" y="1547926"/>
                    <a:pt x="8386996" y="1642321"/>
                    <a:pt x="8348576" y="1687532"/>
                  </a:cubicBezTo>
                  <a:cubicBezTo>
                    <a:pt x="8359672" y="1690016"/>
                    <a:pt x="8370602" y="1692500"/>
                    <a:pt x="8381532" y="1694985"/>
                  </a:cubicBezTo>
                  <a:cubicBezTo>
                    <a:pt x="8410844" y="1683889"/>
                    <a:pt x="8444628" y="1667991"/>
                    <a:pt x="8444628" y="1667991"/>
                  </a:cubicBezTo>
                  <a:cubicBezTo>
                    <a:pt x="8444628" y="1667991"/>
                    <a:pt x="8397099" y="1516129"/>
                    <a:pt x="8509380" y="1442103"/>
                  </a:cubicBezTo>
                  <a:cubicBezTo>
                    <a:pt x="8509380" y="1442103"/>
                    <a:pt x="8456220" y="1634703"/>
                    <a:pt x="8541839" y="1704921"/>
                  </a:cubicBezTo>
                  <a:cubicBezTo>
                    <a:pt x="8541839" y="1704921"/>
                    <a:pt x="8506399" y="1607047"/>
                    <a:pt x="8556579" y="1553887"/>
                  </a:cubicBezTo>
                  <a:cubicBezTo>
                    <a:pt x="8556579" y="1553887"/>
                    <a:pt x="8568502" y="1660538"/>
                    <a:pt x="8634744" y="1709061"/>
                  </a:cubicBezTo>
                  <a:cubicBezTo>
                    <a:pt x="8701153" y="1757584"/>
                    <a:pt x="8709929" y="1615825"/>
                    <a:pt x="8709929" y="1615825"/>
                  </a:cubicBezTo>
                  <a:cubicBezTo>
                    <a:pt x="8709929" y="1615825"/>
                    <a:pt x="8765077" y="1712704"/>
                    <a:pt x="8752490" y="1775138"/>
                  </a:cubicBezTo>
                  <a:cubicBezTo>
                    <a:pt x="8754809" y="1775635"/>
                    <a:pt x="8757128" y="1776132"/>
                    <a:pt x="8759611" y="1776629"/>
                  </a:cubicBezTo>
                  <a:cubicBezTo>
                    <a:pt x="8783293" y="1762386"/>
                    <a:pt x="8850530" y="1714194"/>
                    <a:pt x="8845727" y="1621786"/>
                  </a:cubicBezTo>
                  <a:cubicBezTo>
                    <a:pt x="8845727" y="1621786"/>
                    <a:pt x="8880174" y="1735392"/>
                    <a:pt x="8858479" y="1797164"/>
                  </a:cubicBezTo>
                  <a:cubicBezTo>
                    <a:pt x="8858975" y="1797164"/>
                    <a:pt x="8859473" y="1797329"/>
                    <a:pt x="8859969" y="1797329"/>
                  </a:cubicBezTo>
                  <a:lnTo>
                    <a:pt x="8913626" y="1713201"/>
                  </a:lnTo>
                  <a:lnTo>
                    <a:pt x="8913626" y="1795839"/>
                  </a:lnTo>
                  <a:lnTo>
                    <a:pt x="8957843" y="1645303"/>
                  </a:lnTo>
                  <a:lnTo>
                    <a:pt x="8975563" y="1819521"/>
                  </a:lnTo>
                  <a:cubicBezTo>
                    <a:pt x="8975563" y="1819521"/>
                    <a:pt x="9000073" y="1733902"/>
                    <a:pt x="9040978" y="1695481"/>
                  </a:cubicBezTo>
                  <a:cubicBezTo>
                    <a:pt x="9040978" y="1695481"/>
                    <a:pt x="9028722" y="1796170"/>
                    <a:pt x="9069959" y="1837406"/>
                  </a:cubicBezTo>
                  <a:cubicBezTo>
                    <a:pt x="9069959" y="1837406"/>
                    <a:pt x="9152431" y="1772323"/>
                    <a:pt x="9102583" y="1574920"/>
                  </a:cubicBezTo>
                  <a:cubicBezTo>
                    <a:pt x="9106889" y="1581047"/>
                    <a:pt x="9184725" y="1695978"/>
                    <a:pt x="9162699" y="1818361"/>
                  </a:cubicBezTo>
                  <a:cubicBezTo>
                    <a:pt x="9161539" y="1824654"/>
                    <a:pt x="9160214" y="1830947"/>
                    <a:pt x="9158558" y="1837406"/>
                  </a:cubicBezTo>
                  <a:cubicBezTo>
                    <a:pt x="9158558" y="1837406"/>
                    <a:pt x="9238215" y="1763380"/>
                    <a:pt x="9223476" y="1660207"/>
                  </a:cubicBezTo>
                  <a:cubicBezTo>
                    <a:pt x="9223476" y="1660207"/>
                    <a:pt x="9274317" y="1763711"/>
                    <a:pt x="9225297" y="1837406"/>
                  </a:cubicBezTo>
                  <a:lnTo>
                    <a:pt x="9288393" y="1857776"/>
                  </a:lnTo>
                  <a:cubicBezTo>
                    <a:pt x="9288393" y="1857776"/>
                    <a:pt x="9294190" y="1757584"/>
                    <a:pt x="9362089" y="1716182"/>
                  </a:cubicBezTo>
                  <a:cubicBezTo>
                    <a:pt x="9362089" y="1716182"/>
                    <a:pt x="9320853" y="1807597"/>
                    <a:pt x="9344369" y="1857776"/>
                  </a:cubicBezTo>
                  <a:cubicBezTo>
                    <a:pt x="9344369" y="1857776"/>
                    <a:pt x="9355961" y="1795011"/>
                    <a:pt x="9390076" y="1762055"/>
                  </a:cubicBezTo>
                  <a:cubicBezTo>
                    <a:pt x="9384280" y="1773151"/>
                    <a:pt x="9390739" y="1844362"/>
                    <a:pt x="9405313" y="1882451"/>
                  </a:cubicBezTo>
                  <a:cubicBezTo>
                    <a:pt x="9433631" y="1875993"/>
                    <a:pt x="9491759" y="1854795"/>
                    <a:pt x="9491759" y="1791202"/>
                  </a:cubicBezTo>
                  <a:cubicBezTo>
                    <a:pt x="9491759" y="1791202"/>
                    <a:pt x="9506001" y="1873343"/>
                    <a:pt x="9483313" y="1916897"/>
                  </a:cubicBezTo>
                  <a:cubicBezTo>
                    <a:pt x="9495402" y="1919050"/>
                    <a:pt x="9507326" y="1921203"/>
                    <a:pt x="9519249" y="1923356"/>
                  </a:cubicBezTo>
                  <a:cubicBezTo>
                    <a:pt x="9530676" y="1917228"/>
                    <a:pt x="9539619" y="1912095"/>
                    <a:pt x="9539619" y="1912095"/>
                  </a:cubicBezTo>
                  <a:cubicBezTo>
                    <a:pt x="9539619" y="1912095"/>
                    <a:pt x="9636333" y="1821508"/>
                    <a:pt x="9568931" y="1677099"/>
                  </a:cubicBezTo>
                  <a:cubicBezTo>
                    <a:pt x="9574562" y="1682564"/>
                    <a:pt x="9690155" y="1798157"/>
                    <a:pt x="9618779" y="1926006"/>
                  </a:cubicBezTo>
                  <a:cubicBezTo>
                    <a:pt x="9615964" y="1930974"/>
                    <a:pt x="9613479" y="1935445"/>
                    <a:pt x="9611326" y="1939751"/>
                  </a:cubicBezTo>
                  <a:cubicBezTo>
                    <a:pt x="9625900" y="1942235"/>
                    <a:pt x="9640473" y="1944885"/>
                    <a:pt x="9655047" y="1947535"/>
                  </a:cubicBezTo>
                  <a:cubicBezTo>
                    <a:pt x="9659353" y="1943395"/>
                    <a:pt x="9662003" y="1940745"/>
                    <a:pt x="9662003" y="1940745"/>
                  </a:cubicBezTo>
                  <a:cubicBezTo>
                    <a:pt x="9662003" y="1940745"/>
                    <a:pt x="9652728" y="1833100"/>
                    <a:pt x="9722615" y="1784246"/>
                  </a:cubicBezTo>
                  <a:cubicBezTo>
                    <a:pt x="9722615" y="1784246"/>
                    <a:pt x="9703073" y="1905967"/>
                    <a:pt x="9758385" y="1950019"/>
                  </a:cubicBezTo>
                  <a:cubicBezTo>
                    <a:pt x="9758385" y="1950019"/>
                    <a:pt x="9745965" y="1886757"/>
                    <a:pt x="9776271" y="1842540"/>
                  </a:cubicBezTo>
                  <a:cubicBezTo>
                    <a:pt x="9776271" y="1842540"/>
                    <a:pt x="9787202" y="1939420"/>
                    <a:pt x="9836552" y="1963267"/>
                  </a:cubicBezTo>
                  <a:cubicBezTo>
                    <a:pt x="9885737" y="1986949"/>
                    <a:pt x="9878782" y="1865725"/>
                    <a:pt x="9878782" y="1865725"/>
                  </a:cubicBezTo>
                  <a:cubicBezTo>
                    <a:pt x="9878782" y="1865725"/>
                    <a:pt x="9919190" y="1944719"/>
                    <a:pt x="9903954" y="1989433"/>
                  </a:cubicBezTo>
                  <a:cubicBezTo>
                    <a:pt x="9905610" y="1989433"/>
                    <a:pt x="9907101" y="1989930"/>
                    <a:pt x="9908591" y="1990095"/>
                  </a:cubicBezTo>
                  <a:cubicBezTo>
                    <a:pt x="9925979" y="1970720"/>
                    <a:pt x="9960757" y="1915075"/>
                    <a:pt x="9930119" y="1801138"/>
                  </a:cubicBezTo>
                  <a:cubicBezTo>
                    <a:pt x="9930119" y="1801138"/>
                    <a:pt x="10015241" y="1887916"/>
                    <a:pt x="9998184" y="1979000"/>
                  </a:cubicBezTo>
                  <a:cubicBezTo>
                    <a:pt x="10006133" y="1956809"/>
                    <a:pt x="10025343" y="1921534"/>
                    <a:pt x="10069891" y="1907789"/>
                  </a:cubicBezTo>
                  <a:cubicBezTo>
                    <a:pt x="10069891" y="1907789"/>
                    <a:pt x="10038427" y="1963930"/>
                    <a:pt x="10057471" y="2013777"/>
                  </a:cubicBezTo>
                  <a:cubicBezTo>
                    <a:pt x="10076848" y="2016758"/>
                    <a:pt x="10096058" y="2019905"/>
                    <a:pt x="10115268" y="2022886"/>
                  </a:cubicBezTo>
                  <a:cubicBezTo>
                    <a:pt x="10131994" y="1991917"/>
                    <a:pt x="10142262" y="1942732"/>
                    <a:pt x="10142262" y="1942732"/>
                  </a:cubicBezTo>
                  <a:cubicBezTo>
                    <a:pt x="10142262" y="1942732"/>
                    <a:pt x="10164785" y="1998045"/>
                    <a:pt x="10159817" y="2030007"/>
                  </a:cubicBezTo>
                  <a:cubicBezTo>
                    <a:pt x="10161307" y="2030172"/>
                    <a:pt x="10162797" y="2030338"/>
                    <a:pt x="10164122" y="2030503"/>
                  </a:cubicBezTo>
                  <a:cubicBezTo>
                    <a:pt x="10181676" y="2012618"/>
                    <a:pt x="10231193" y="1948197"/>
                    <a:pt x="10172733" y="1842705"/>
                  </a:cubicBezTo>
                  <a:cubicBezTo>
                    <a:pt x="10177701" y="1846680"/>
                    <a:pt x="10262824" y="1917228"/>
                    <a:pt x="10245767" y="2039612"/>
                  </a:cubicBezTo>
                  <a:cubicBezTo>
                    <a:pt x="10284518" y="2004006"/>
                    <a:pt x="10361691" y="1907292"/>
                    <a:pt x="10319958" y="1728934"/>
                  </a:cubicBezTo>
                  <a:cubicBezTo>
                    <a:pt x="10323871" y="1736759"/>
                    <a:pt x="10394602" y="1884055"/>
                    <a:pt x="10371841" y="2007627"/>
                  </a:cubicBezTo>
                  <a:lnTo>
                    <a:pt x="10360265" y="2044670"/>
                  </a:lnTo>
                  <a:lnTo>
                    <a:pt x="0" y="2044670"/>
                  </a:lnTo>
                  <a:lnTo>
                    <a:pt x="0" y="328095"/>
                  </a:lnTo>
                  <a:lnTo>
                    <a:pt x="13442" y="300926"/>
                  </a:lnTo>
                  <a:cubicBezTo>
                    <a:pt x="41528" y="217017"/>
                    <a:pt x="18892" y="90421"/>
                    <a:pt x="18892" y="90421"/>
                  </a:cubicBezTo>
                  <a:cubicBezTo>
                    <a:pt x="106498" y="178689"/>
                    <a:pt x="64268" y="327404"/>
                    <a:pt x="64268" y="327404"/>
                  </a:cubicBezTo>
                  <a:cubicBezTo>
                    <a:pt x="64268" y="327404"/>
                    <a:pt x="52179" y="353901"/>
                    <a:pt x="54497" y="370131"/>
                  </a:cubicBezTo>
                  <a:cubicBezTo>
                    <a:pt x="71058" y="368143"/>
                    <a:pt x="87619" y="366156"/>
                    <a:pt x="104345" y="364169"/>
                  </a:cubicBezTo>
                  <a:cubicBezTo>
                    <a:pt x="146740" y="317799"/>
                    <a:pt x="159161" y="186308"/>
                    <a:pt x="159161" y="186308"/>
                  </a:cubicBezTo>
                  <a:cubicBezTo>
                    <a:pt x="194104" y="269276"/>
                    <a:pt x="175390" y="329888"/>
                    <a:pt x="161810" y="357711"/>
                  </a:cubicBezTo>
                  <a:cubicBezTo>
                    <a:pt x="187479" y="354729"/>
                    <a:pt x="212983" y="351914"/>
                    <a:pt x="238652" y="349099"/>
                  </a:cubicBezTo>
                  <a:cubicBezTo>
                    <a:pt x="215964" y="269111"/>
                    <a:pt x="273264" y="188792"/>
                    <a:pt x="273264" y="188792"/>
                  </a:cubicBezTo>
                  <a:cubicBezTo>
                    <a:pt x="246435" y="268945"/>
                    <a:pt x="292805" y="342640"/>
                    <a:pt x="292805" y="342640"/>
                  </a:cubicBezTo>
                  <a:lnTo>
                    <a:pt x="293633" y="343137"/>
                  </a:lnTo>
                  <a:cubicBezTo>
                    <a:pt x="313340" y="340984"/>
                    <a:pt x="332882" y="338831"/>
                    <a:pt x="352424" y="336844"/>
                  </a:cubicBezTo>
                  <a:cubicBezTo>
                    <a:pt x="318805" y="214295"/>
                    <a:pt x="393328" y="105326"/>
                    <a:pt x="393328" y="105326"/>
                  </a:cubicBezTo>
                  <a:cubicBezTo>
                    <a:pt x="369647" y="217110"/>
                    <a:pt x="396475" y="287162"/>
                    <a:pt x="431749" y="328729"/>
                  </a:cubicBezTo>
                  <a:cubicBezTo>
                    <a:pt x="456921" y="326245"/>
                    <a:pt x="481928" y="323595"/>
                    <a:pt x="506935" y="321111"/>
                  </a:cubicBezTo>
                  <a:cubicBezTo>
                    <a:pt x="510081" y="289315"/>
                    <a:pt x="523330" y="256525"/>
                    <a:pt x="523330" y="256525"/>
                  </a:cubicBezTo>
                  <a:cubicBezTo>
                    <a:pt x="523330" y="256525"/>
                    <a:pt x="530948" y="289977"/>
                    <a:pt x="541878" y="317965"/>
                  </a:cubicBezTo>
                  <a:cubicBezTo>
                    <a:pt x="560757" y="316143"/>
                    <a:pt x="579470" y="314321"/>
                    <a:pt x="598184" y="312666"/>
                  </a:cubicBezTo>
                  <a:cubicBezTo>
                    <a:pt x="613254" y="273251"/>
                    <a:pt x="624019" y="220919"/>
                    <a:pt x="624019" y="220919"/>
                  </a:cubicBezTo>
                  <a:cubicBezTo>
                    <a:pt x="639751" y="249404"/>
                    <a:pt x="641904" y="284678"/>
                    <a:pt x="641076" y="308691"/>
                  </a:cubicBezTo>
                  <a:cubicBezTo>
                    <a:pt x="663930" y="306538"/>
                    <a:pt x="686949" y="304550"/>
                    <a:pt x="709803" y="302563"/>
                  </a:cubicBezTo>
                  <a:cubicBezTo>
                    <a:pt x="701026" y="184486"/>
                    <a:pt x="595865" y="0"/>
                    <a:pt x="595865" y="0"/>
                  </a:cubicBezTo>
                  <a:close/>
                </a:path>
              </a:pathLst>
            </a:custGeom>
            <a:gradFill>
              <a:gsLst>
                <a:gs pos="0">
                  <a:srgbClr val="7F905A"/>
                </a:gs>
                <a:gs pos="100000">
                  <a:srgbClr val="BDD377"/>
                </a:gs>
              </a:gsLst>
              <a:lin ang="21101917" scaled="1"/>
            </a:gradFill>
            <a:ln w="165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72237C57-BADA-A32E-1EF3-F1C537E576A2}"/>
                </a:ext>
              </a:extLst>
            </p:cNvPr>
            <p:cNvSpPr/>
            <p:nvPr/>
          </p:nvSpPr>
          <p:spPr>
            <a:xfrm>
              <a:off x="0" y="5560102"/>
              <a:ext cx="7653182" cy="1297898"/>
            </a:xfrm>
            <a:custGeom>
              <a:avLst/>
              <a:gdLst>
                <a:gd name="connsiteX0" fmla="*/ 7653182 w 7653182"/>
                <a:gd name="connsiteY0" fmla="*/ 1291070 h 1297898"/>
                <a:gd name="connsiteX1" fmla="*/ 7648798 w 7653182"/>
                <a:gd name="connsiteY1" fmla="*/ 1297898 h 1297898"/>
                <a:gd name="connsiteX2" fmla="*/ 7643130 w 7653182"/>
                <a:gd name="connsiteY2" fmla="*/ 1297898 h 1297898"/>
                <a:gd name="connsiteX3" fmla="*/ 7644778 w 7653182"/>
                <a:gd name="connsiteY3" fmla="*/ 1296669 h 1297898"/>
                <a:gd name="connsiteX4" fmla="*/ 7653182 w 7653182"/>
                <a:gd name="connsiteY4" fmla="*/ 1291070 h 1297898"/>
                <a:gd name="connsiteX5" fmla="*/ 7040438 w 7653182"/>
                <a:gd name="connsiteY5" fmla="*/ 1241884 h 1297898"/>
                <a:gd name="connsiteX6" fmla="*/ 7024392 w 7653182"/>
                <a:gd name="connsiteY6" fmla="*/ 1278654 h 1297898"/>
                <a:gd name="connsiteX7" fmla="*/ 7017086 w 7653182"/>
                <a:gd name="connsiteY7" fmla="*/ 1297898 h 1297898"/>
                <a:gd name="connsiteX8" fmla="*/ 6990068 w 7653182"/>
                <a:gd name="connsiteY8" fmla="*/ 1297898 h 1297898"/>
                <a:gd name="connsiteX9" fmla="*/ 7021411 w 7653182"/>
                <a:gd name="connsiteY9" fmla="*/ 1260406 h 1297898"/>
                <a:gd name="connsiteX10" fmla="*/ 7040438 w 7653182"/>
                <a:gd name="connsiteY10" fmla="*/ 1241884 h 1297898"/>
                <a:gd name="connsiteX11" fmla="*/ 7289344 w 7653182"/>
                <a:gd name="connsiteY11" fmla="*/ 1221018 h 1297898"/>
                <a:gd name="connsiteX12" fmla="*/ 7316315 w 7653182"/>
                <a:gd name="connsiteY12" fmla="*/ 1272473 h 1297898"/>
                <a:gd name="connsiteX13" fmla="*/ 7323106 w 7653182"/>
                <a:gd name="connsiteY13" fmla="*/ 1297898 h 1297898"/>
                <a:gd name="connsiteX14" fmla="*/ 7275682 w 7653182"/>
                <a:gd name="connsiteY14" fmla="*/ 1297898 h 1297898"/>
                <a:gd name="connsiteX15" fmla="*/ 7277275 w 7653182"/>
                <a:gd name="connsiteY15" fmla="*/ 1292464 h 1297898"/>
                <a:gd name="connsiteX16" fmla="*/ 7289344 w 7653182"/>
                <a:gd name="connsiteY16" fmla="*/ 1221018 h 1297898"/>
                <a:gd name="connsiteX17" fmla="*/ 7134999 w 7653182"/>
                <a:gd name="connsiteY17" fmla="*/ 1212406 h 1297898"/>
                <a:gd name="connsiteX18" fmla="*/ 7158488 w 7653182"/>
                <a:gd name="connsiteY18" fmla="*/ 1268162 h 1297898"/>
                <a:gd name="connsiteX19" fmla="*/ 7164768 w 7653182"/>
                <a:gd name="connsiteY19" fmla="*/ 1297898 h 1297898"/>
                <a:gd name="connsiteX20" fmla="*/ 7127550 w 7653182"/>
                <a:gd name="connsiteY20" fmla="*/ 1297898 h 1297898"/>
                <a:gd name="connsiteX21" fmla="*/ 7132720 w 7653182"/>
                <a:gd name="connsiteY21" fmla="*/ 1267408 h 1297898"/>
                <a:gd name="connsiteX22" fmla="*/ 7134999 w 7653182"/>
                <a:gd name="connsiteY22" fmla="*/ 1212406 h 1297898"/>
                <a:gd name="connsiteX23" fmla="*/ 6730919 w 7653182"/>
                <a:gd name="connsiteY23" fmla="*/ 1153947 h 1297898"/>
                <a:gd name="connsiteX24" fmla="*/ 6702828 w 7653182"/>
                <a:gd name="connsiteY24" fmla="*/ 1260122 h 1297898"/>
                <a:gd name="connsiteX25" fmla="*/ 6704941 w 7653182"/>
                <a:gd name="connsiteY25" fmla="*/ 1297898 h 1297898"/>
                <a:gd name="connsiteX26" fmla="*/ 6625849 w 7653182"/>
                <a:gd name="connsiteY26" fmla="*/ 1297898 h 1297898"/>
                <a:gd name="connsiteX27" fmla="*/ 6654021 w 7653182"/>
                <a:gd name="connsiteY27" fmla="*/ 1250222 h 1297898"/>
                <a:gd name="connsiteX28" fmla="*/ 6730919 w 7653182"/>
                <a:gd name="connsiteY28" fmla="*/ 1153947 h 1297898"/>
                <a:gd name="connsiteX29" fmla="*/ 6959125 w 7653182"/>
                <a:gd name="connsiteY29" fmla="*/ 1097972 h 1297898"/>
                <a:gd name="connsiteX30" fmla="*/ 6877564 w 7653182"/>
                <a:gd name="connsiteY30" fmla="*/ 1291794 h 1297898"/>
                <a:gd name="connsiteX31" fmla="*/ 6878627 w 7653182"/>
                <a:gd name="connsiteY31" fmla="*/ 1297898 h 1297898"/>
                <a:gd name="connsiteX32" fmla="*/ 6801652 w 7653182"/>
                <a:gd name="connsiteY32" fmla="*/ 1297898 h 1297898"/>
                <a:gd name="connsiteX33" fmla="*/ 6807820 w 7653182"/>
                <a:gd name="connsiteY33" fmla="*/ 1282929 h 1297898"/>
                <a:gd name="connsiteX34" fmla="*/ 6959125 w 7653182"/>
                <a:gd name="connsiteY34" fmla="*/ 1097972 h 1297898"/>
                <a:gd name="connsiteX35" fmla="*/ 7390364 w 7653182"/>
                <a:gd name="connsiteY35" fmla="*/ 1097475 h 1297898"/>
                <a:gd name="connsiteX36" fmla="*/ 7466003 w 7653182"/>
                <a:gd name="connsiteY36" fmla="*/ 1230701 h 1297898"/>
                <a:gd name="connsiteX37" fmla="*/ 7476638 w 7653182"/>
                <a:gd name="connsiteY37" fmla="*/ 1297898 h 1297898"/>
                <a:gd name="connsiteX38" fmla="*/ 7383290 w 7653182"/>
                <a:gd name="connsiteY38" fmla="*/ 1297898 h 1297898"/>
                <a:gd name="connsiteX39" fmla="*/ 7383740 w 7653182"/>
                <a:gd name="connsiteY39" fmla="*/ 1294548 h 1297898"/>
                <a:gd name="connsiteX40" fmla="*/ 7390364 w 7653182"/>
                <a:gd name="connsiteY40" fmla="*/ 1097475 h 1297898"/>
                <a:gd name="connsiteX41" fmla="*/ 6601911 w 7653182"/>
                <a:gd name="connsiteY41" fmla="*/ 946111 h 1297898"/>
                <a:gd name="connsiteX42" fmla="*/ 6642596 w 7653182"/>
                <a:gd name="connsiteY42" fmla="*/ 1227086 h 1297898"/>
                <a:gd name="connsiteX43" fmla="*/ 6623962 w 7653182"/>
                <a:gd name="connsiteY43" fmla="*/ 1297898 h 1297898"/>
                <a:gd name="connsiteX44" fmla="*/ 6524137 w 7653182"/>
                <a:gd name="connsiteY44" fmla="*/ 1297898 h 1297898"/>
                <a:gd name="connsiteX45" fmla="*/ 6550449 w 7653182"/>
                <a:gd name="connsiteY45" fmla="*/ 1264043 h 1297898"/>
                <a:gd name="connsiteX46" fmla="*/ 6601911 w 7653182"/>
                <a:gd name="connsiteY46" fmla="*/ 946111 h 1297898"/>
                <a:gd name="connsiteX47" fmla="*/ 803028 w 7653182"/>
                <a:gd name="connsiteY47" fmla="*/ 0 h 1297898"/>
                <a:gd name="connsiteX48" fmla="*/ 775537 w 7653182"/>
                <a:gd name="connsiteY48" fmla="*/ 215289 h 1297898"/>
                <a:gd name="connsiteX49" fmla="*/ 802200 w 7653182"/>
                <a:gd name="connsiteY49" fmla="*/ 215289 h 1297898"/>
                <a:gd name="connsiteX50" fmla="*/ 831015 w 7653182"/>
                <a:gd name="connsiteY50" fmla="*/ 99032 h 1297898"/>
                <a:gd name="connsiteX51" fmla="*/ 853703 w 7653182"/>
                <a:gd name="connsiteY51" fmla="*/ 215454 h 1297898"/>
                <a:gd name="connsiteX52" fmla="*/ 918124 w 7653182"/>
                <a:gd name="connsiteY52" fmla="*/ 216282 h 1297898"/>
                <a:gd name="connsiteX53" fmla="*/ 924252 w 7653182"/>
                <a:gd name="connsiteY53" fmla="*/ 126523 h 1297898"/>
                <a:gd name="connsiteX54" fmla="*/ 957042 w 7653182"/>
                <a:gd name="connsiteY54" fmla="*/ 216779 h 1297898"/>
                <a:gd name="connsiteX55" fmla="*/ 991819 w 7653182"/>
                <a:gd name="connsiteY55" fmla="*/ 217276 h 1297898"/>
                <a:gd name="connsiteX56" fmla="*/ 1004902 w 7653182"/>
                <a:gd name="connsiteY56" fmla="*/ 134804 h 1297898"/>
                <a:gd name="connsiteX57" fmla="*/ 1037361 w 7653182"/>
                <a:gd name="connsiteY57" fmla="*/ 217938 h 1297898"/>
                <a:gd name="connsiteX58" fmla="*/ 1123145 w 7653182"/>
                <a:gd name="connsiteY58" fmla="*/ 219760 h 1297898"/>
                <a:gd name="connsiteX59" fmla="*/ 1098304 w 7653182"/>
                <a:gd name="connsiteY59" fmla="*/ 24675 h 1297898"/>
                <a:gd name="connsiteX60" fmla="*/ 1189719 w 7653182"/>
                <a:gd name="connsiteY60" fmla="*/ 187632 h 1297898"/>
                <a:gd name="connsiteX61" fmla="*/ 1252981 w 7653182"/>
                <a:gd name="connsiteY61" fmla="*/ 83465 h 1297898"/>
                <a:gd name="connsiteX62" fmla="*/ 1236752 w 7653182"/>
                <a:gd name="connsiteY62" fmla="*/ 222575 h 1297898"/>
                <a:gd name="connsiteX63" fmla="*/ 1283784 w 7653182"/>
                <a:gd name="connsiteY63" fmla="*/ 223900 h 1297898"/>
                <a:gd name="connsiteX64" fmla="*/ 1275007 w 7653182"/>
                <a:gd name="connsiteY64" fmla="*/ 155173 h 1297898"/>
                <a:gd name="connsiteX65" fmla="*/ 1316905 w 7653182"/>
                <a:gd name="connsiteY65" fmla="*/ 225225 h 1297898"/>
                <a:gd name="connsiteX66" fmla="*/ 1326179 w 7653182"/>
                <a:gd name="connsiteY66" fmla="*/ 225556 h 1297898"/>
                <a:gd name="connsiteX67" fmla="*/ 1371224 w 7653182"/>
                <a:gd name="connsiteY67" fmla="*/ 83465 h 1297898"/>
                <a:gd name="connsiteX68" fmla="*/ 1424053 w 7653182"/>
                <a:gd name="connsiteY68" fmla="*/ 228868 h 1297898"/>
                <a:gd name="connsiteX69" fmla="*/ 1424549 w 7653182"/>
                <a:gd name="connsiteY69" fmla="*/ 229365 h 1297898"/>
                <a:gd name="connsiteX70" fmla="*/ 1466945 w 7653182"/>
                <a:gd name="connsiteY70" fmla="*/ 231021 h 1297898"/>
                <a:gd name="connsiteX71" fmla="*/ 1495429 w 7653182"/>
                <a:gd name="connsiteY71" fmla="*/ 111288 h 1297898"/>
                <a:gd name="connsiteX72" fmla="*/ 1544283 w 7653182"/>
                <a:gd name="connsiteY72" fmla="*/ 234499 h 1297898"/>
                <a:gd name="connsiteX73" fmla="*/ 1620628 w 7653182"/>
                <a:gd name="connsiteY73" fmla="*/ 238308 h 1297898"/>
                <a:gd name="connsiteX74" fmla="*/ 1647456 w 7653182"/>
                <a:gd name="connsiteY74" fmla="*/ 89758 h 1297898"/>
                <a:gd name="connsiteX75" fmla="*/ 1697635 w 7653182"/>
                <a:gd name="connsiteY75" fmla="*/ 242117 h 1297898"/>
                <a:gd name="connsiteX76" fmla="*/ 1771661 w 7653182"/>
                <a:gd name="connsiteY76" fmla="*/ 246754 h 1297898"/>
                <a:gd name="connsiteX77" fmla="*/ 1786897 w 7653182"/>
                <a:gd name="connsiteY77" fmla="*/ 146893 h 1297898"/>
                <a:gd name="connsiteX78" fmla="*/ 1817037 w 7653182"/>
                <a:gd name="connsiteY78" fmla="*/ 249735 h 1297898"/>
                <a:gd name="connsiteX79" fmla="*/ 1821343 w 7653182"/>
                <a:gd name="connsiteY79" fmla="*/ 249735 h 1297898"/>
                <a:gd name="connsiteX80" fmla="*/ 1895535 w 7653182"/>
                <a:gd name="connsiteY80" fmla="*/ 129836 h 1297898"/>
                <a:gd name="connsiteX81" fmla="*/ 1876325 w 7653182"/>
                <a:gd name="connsiteY81" fmla="*/ 253544 h 1297898"/>
                <a:gd name="connsiteX82" fmla="*/ 1911599 w 7653182"/>
                <a:gd name="connsiteY82" fmla="*/ 255862 h 1297898"/>
                <a:gd name="connsiteX83" fmla="*/ 1926503 w 7653182"/>
                <a:gd name="connsiteY83" fmla="*/ 164116 h 1297898"/>
                <a:gd name="connsiteX84" fmla="*/ 1972045 w 7653182"/>
                <a:gd name="connsiteY84" fmla="*/ 260002 h 1297898"/>
                <a:gd name="connsiteX85" fmla="*/ 2057333 w 7653182"/>
                <a:gd name="connsiteY85" fmla="*/ 266958 h 1297898"/>
                <a:gd name="connsiteX86" fmla="*/ 2057498 w 7653182"/>
                <a:gd name="connsiteY86" fmla="*/ 266295 h 1297898"/>
                <a:gd name="connsiteX87" fmla="*/ 2112811 w 7653182"/>
                <a:gd name="connsiteY87" fmla="*/ 111122 h 1297898"/>
                <a:gd name="connsiteX88" fmla="*/ 2134671 w 7653182"/>
                <a:gd name="connsiteY88" fmla="*/ 272754 h 1297898"/>
                <a:gd name="connsiteX89" fmla="*/ 2135168 w 7653182"/>
                <a:gd name="connsiteY89" fmla="*/ 273251 h 1297898"/>
                <a:gd name="connsiteX90" fmla="*/ 2161168 w 7653182"/>
                <a:gd name="connsiteY90" fmla="*/ 275238 h 1297898"/>
                <a:gd name="connsiteX91" fmla="*/ 2180875 w 7653182"/>
                <a:gd name="connsiteY91" fmla="*/ 182664 h 1297898"/>
                <a:gd name="connsiteX92" fmla="*/ 2206710 w 7653182"/>
                <a:gd name="connsiteY92" fmla="*/ 279213 h 1297898"/>
                <a:gd name="connsiteX93" fmla="*/ 2259373 w 7653182"/>
                <a:gd name="connsiteY93" fmla="*/ 284181 h 1297898"/>
                <a:gd name="connsiteX94" fmla="*/ 2283552 w 7653182"/>
                <a:gd name="connsiteY94" fmla="*/ 161963 h 1297898"/>
                <a:gd name="connsiteX95" fmla="*/ 2318991 w 7653182"/>
                <a:gd name="connsiteY95" fmla="*/ 289812 h 1297898"/>
                <a:gd name="connsiteX96" fmla="*/ 2384737 w 7653182"/>
                <a:gd name="connsiteY96" fmla="*/ 296105 h 1297898"/>
                <a:gd name="connsiteX97" fmla="*/ 2395005 w 7653182"/>
                <a:gd name="connsiteY97" fmla="*/ 191938 h 1297898"/>
                <a:gd name="connsiteX98" fmla="*/ 2445846 w 7653182"/>
                <a:gd name="connsiteY98" fmla="*/ 302397 h 1297898"/>
                <a:gd name="connsiteX99" fmla="*/ 2502649 w 7653182"/>
                <a:gd name="connsiteY99" fmla="*/ 308691 h 1297898"/>
                <a:gd name="connsiteX100" fmla="*/ 2491553 w 7653182"/>
                <a:gd name="connsiteY100" fmla="*/ 215123 h 1297898"/>
                <a:gd name="connsiteX101" fmla="*/ 2536267 w 7653182"/>
                <a:gd name="connsiteY101" fmla="*/ 312665 h 1297898"/>
                <a:gd name="connsiteX102" fmla="*/ 2595554 w 7653182"/>
                <a:gd name="connsiteY102" fmla="*/ 318958 h 1297898"/>
                <a:gd name="connsiteX103" fmla="*/ 2640268 w 7653182"/>
                <a:gd name="connsiteY103" fmla="*/ 179518 h 1297898"/>
                <a:gd name="connsiteX104" fmla="*/ 2653682 w 7653182"/>
                <a:gd name="connsiteY104" fmla="*/ 325748 h 1297898"/>
                <a:gd name="connsiteX105" fmla="*/ 2698727 w 7653182"/>
                <a:gd name="connsiteY105" fmla="*/ 331544 h 1297898"/>
                <a:gd name="connsiteX106" fmla="*/ 2711810 w 7653182"/>
                <a:gd name="connsiteY106" fmla="*/ 241620 h 1297898"/>
                <a:gd name="connsiteX107" fmla="*/ 2752384 w 7653182"/>
                <a:gd name="connsiteY107" fmla="*/ 338500 h 1297898"/>
                <a:gd name="connsiteX108" fmla="*/ 2866984 w 7653182"/>
                <a:gd name="connsiteY108" fmla="*/ 352908 h 1297898"/>
                <a:gd name="connsiteX109" fmla="*/ 2897787 w 7653182"/>
                <a:gd name="connsiteY109" fmla="*/ 266295 h 1297898"/>
                <a:gd name="connsiteX110" fmla="*/ 2921137 w 7653182"/>
                <a:gd name="connsiteY110" fmla="*/ 360360 h 1297898"/>
                <a:gd name="connsiteX111" fmla="*/ 2921137 w 7653182"/>
                <a:gd name="connsiteY111" fmla="*/ 360857 h 1297898"/>
                <a:gd name="connsiteX112" fmla="*/ 2970985 w 7653182"/>
                <a:gd name="connsiteY112" fmla="*/ 367978 h 1297898"/>
                <a:gd name="connsiteX113" fmla="*/ 3003112 w 7653182"/>
                <a:gd name="connsiteY113" fmla="*/ 285506 h 1297898"/>
                <a:gd name="connsiteX114" fmla="*/ 3009405 w 7653182"/>
                <a:gd name="connsiteY114" fmla="*/ 373443 h 1297898"/>
                <a:gd name="connsiteX115" fmla="*/ 3026463 w 7653182"/>
                <a:gd name="connsiteY115" fmla="*/ 375762 h 1297898"/>
                <a:gd name="connsiteX116" fmla="*/ 3056107 w 7653182"/>
                <a:gd name="connsiteY116" fmla="*/ 214626 h 1297898"/>
                <a:gd name="connsiteX117" fmla="*/ 3079291 w 7653182"/>
                <a:gd name="connsiteY117" fmla="*/ 382883 h 1297898"/>
                <a:gd name="connsiteX118" fmla="*/ 3153483 w 7653182"/>
                <a:gd name="connsiteY118" fmla="*/ 238473 h 1297898"/>
                <a:gd name="connsiteX119" fmla="*/ 3153483 w 7653182"/>
                <a:gd name="connsiteY119" fmla="*/ 377417 h 1297898"/>
                <a:gd name="connsiteX120" fmla="*/ 3215917 w 7653182"/>
                <a:gd name="connsiteY120" fmla="*/ 296933 h 1297898"/>
                <a:gd name="connsiteX121" fmla="*/ 3190082 w 7653182"/>
                <a:gd name="connsiteY121" fmla="*/ 384704 h 1297898"/>
                <a:gd name="connsiteX122" fmla="*/ 3195051 w 7653182"/>
                <a:gd name="connsiteY122" fmla="*/ 401099 h 1297898"/>
                <a:gd name="connsiteX123" fmla="*/ 3226847 w 7653182"/>
                <a:gd name="connsiteY123" fmla="*/ 406398 h 1297898"/>
                <a:gd name="connsiteX124" fmla="*/ 3290274 w 7653182"/>
                <a:gd name="connsiteY124" fmla="*/ 259340 h 1297898"/>
                <a:gd name="connsiteX125" fmla="*/ 3277192 w 7653182"/>
                <a:gd name="connsiteY125" fmla="*/ 414679 h 1297898"/>
                <a:gd name="connsiteX126" fmla="*/ 3280338 w 7653182"/>
                <a:gd name="connsiteY126" fmla="*/ 415341 h 1297898"/>
                <a:gd name="connsiteX127" fmla="*/ 3307166 w 7653182"/>
                <a:gd name="connsiteY127" fmla="*/ 329723 h 1297898"/>
                <a:gd name="connsiteX128" fmla="*/ 3325549 w 7653182"/>
                <a:gd name="connsiteY128" fmla="*/ 417660 h 1297898"/>
                <a:gd name="connsiteX129" fmla="*/ 3373243 w 7653182"/>
                <a:gd name="connsiteY129" fmla="*/ 320780 h 1297898"/>
                <a:gd name="connsiteX130" fmla="*/ 3361320 w 7653182"/>
                <a:gd name="connsiteY130" fmla="*/ 400603 h 1297898"/>
                <a:gd name="connsiteX131" fmla="*/ 3370759 w 7653182"/>
                <a:gd name="connsiteY131" fmla="*/ 430577 h 1297898"/>
                <a:gd name="connsiteX132" fmla="*/ 3401562 w 7653182"/>
                <a:gd name="connsiteY132" fmla="*/ 435711 h 1297898"/>
                <a:gd name="connsiteX133" fmla="*/ 3409677 w 7653182"/>
                <a:gd name="connsiteY133" fmla="*/ 423125 h 1297898"/>
                <a:gd name="connsiteX134" fmla="*/ 3417295 w 7653182"/>
                <a:gd name="connsiteY134" fmla="*/ 269773 h 1297898"/>
                <a:gd name="connsiteX135" fmla="*/ 3448098 w 7653182"/>
                <a:gd name="connsiteY135" fmla="*/ 428755 h 1297898"/>
                <a:gd name="connsiteX136" fmla="*/ 3484697 w 7653182"/>
                <a:gd name="connsiteY136" fmla="*/ 318958 h 1297898"/>
                <a:gd name="connsiteX137" fmla="*/ 3477575 w 7653182"/>
                <a:gd name="connsiteY137" fmla="*/ 449788 h 1297898"/>
                <a:gd name="connsiteX138" fmla="*/ 3524939 w 7653182"/>
                <a:gd name="connsiteY138" fmla="*/ 458399 h 1297898"/>
                <a:gd name="connsiteX139" fmla="*/ 3579755 w 7653182"/>
                <a:gd name="connsiteY139" fmla="*/ 300576 h 1297898"/>
                <a:gd name="connsiteX140" fmla="*/ 3572799 w 7653182"/>
                <a:gd name="connsiteY140" fmla="*/ 440017 h 1297898"/>
                <a:gd name="connsiteX141" fmla="*/ 3583398 w 7653182"/>
                <a:gd name="connsiteY141" fmla="*/ 375596 h 1297898"/>
                <a:gd name="connsiteX142" fmla="*/ 3596315 w 7653182"/>
                <a:gd name="connsiteY142" fmla="*/ 446806 h 1297898"/>
                <a:gd name="connsiteX143" fmla="*/ 3632087 w 7653182"/>
                <a:gd name="connsiteY143" fmla="*/ 478437 h 1297898"/>
                <a:gd name="connsiteX144" fmla="*/ 3638048 w 7653182"/>
                <a:gd name="connsiteY144" fmla="*/ 479763 h 1297898"/>
                <a:gd name="connsiteX145" fmla="*/ 3708928 w 7653182"/>
                <a:gd name="connsiteY145" fmla="*/ 330385 h 1297898"/>
                <a:gd name="connsiteX146" fmla="*/ 3682265 w 7653182"/>
                <a:gd name="connsiteY146" fmla="*/ 473138 h 1297898"/>
                <a:gd name="connsiteX147" fmla="*/ 3692202 w 7653182"/>
                <a:gd name="connsiteY147" fmla="*/ 490527 h 1297898"/>
                <a:gd name="connsiteX148" fmla="*/ 3729132 w 7653182"/>
                <a:gd name="connsiteY148" fmla="*/ 498145 h 1297898"/>
                <a:gd name="connsiteX149" fmla="*/ 3802993 w 7653182"/>
                <a:gd name="connsiteY149" fmla="*/ 309850 h 1297898"/>
                <a:gd name="connsiteX150" fmla="*/ 3798521 w 7653182"/>
                <a:gd name="connsiteY150" fmla="*/ 512387 h 1297898"/>
                <a:gd name="connsiteX151" fmla="*/ 3822203 w 7653182"/>
                <a:gd name="connsiteY151" fmla="*/ 517355 h 1297898"/>
                <a:gd name="connsiteX152" fmla="*/ 3824853 w 7653182"/>
                <a:gd name="connsiteY152" fmla="*/ 516527 h 1297898"/>
                <a:gd name="connsiteX153" fmla="*/ 3898051 w 7653182"/>
                <a:gd name="connsiteY153" fmla="*/ 300576 h 1297898"/>
                <a:gd name="connsiteX154" fmla="*/ 3886955 w 7653182"/>
                <a:gd name="connsiteY154" fmla="*/ 530769 h 1297898"/>
                <a:gd name="connsiteX155" fmla="*/ 3909809 w 7653182"/>
                <a:gd name="connsiteY155" fmla="*/ 535572 h 1297898"/>
                <a:gd name="connsiteX156" fmla="*/ 3957504 w 7653182"/>
                <a:gd name="connsiteY156" fmla="*/ 546336 h 1297898"/>
                <a:gd name="connsiteX157" fmla="*/ 3992943 w 7653182"/>
                <a:gd name="connsiteY157" fmla="*/ 391163 h 1297898"/>
                <a:gd name="connsiteX158" fmla="*/ 4016460 w 7653182"/>
                <a:gd name="connsiteY158" fmla="*/ 559750 h 1297898"/>
                <a:gd name="connsiteX159" fmla="*/ 4029874 w 7653182"/>
                <a:gd name="connsiteY159" fmla="*/ 562897 h 1297898"/>
                <a:gd name="connsiteX160" fmla="*/ 4023249 w 7653182"/>
                <a:gd name="connsiteY160" fmla="*/ 518349 h 1297898"/>
                <a:gd name="connsiteX161" fmla="*/ 4141658 w 7653182"/>
                <a:gd name="connsiteY161" fmla="*/ 295608 h 1297898"/>
                <a:gd name="connsiteX162" fmla="*/ 4120295 w 7653182"/>
                <a:gd name="connsiteY162" fmla="*/ 561572 h 1297898"/>
                <a:gd name="connsiteX163" fmla="*/ 4174283 w 7653182"/>
                <a:gd name="connsiteY163" fmla="*/ 421303 h 1297898"/>
                <a:gd name="connsiteX164" fmla="*/ 4214029 w 7653182"/>
                <a:gd name="connsiteY164" fmla="*/ 558094 h 1297898"/>
                <a:gd name="connsiteX165" fmla="*/ 4214194 w 7653182"/>
                <a:gd name="connsiteY165" fmla="*/ 374602 h 1297898"/>
                <a:gd name="connsiteX166" fmla="*/ 4275800 w 7653182"/>
                <a:gd name="connsiteY166" fmla="*/ 566209 h 1297898"/>
                <a:gd name="connsiteX167" fmla="*/ 4303953 w 7653182"/>
                <a:gd name="connsiteY167" fmla="*/ 478934 h 1297898"/>
                <a:gd name="connsiteX168" fmla="*/ 4341049 w 7653182"/>
                <a:gd name="connsiteY168" fmla="*/ 637254 h 1297898"/>
                <a:gd name="connsiteX169" fmla="*/ 4343036 w 7653182"/>
                <a:gd name="connsiteY169" fmla="*/ 637751 h 1297898"/>
                <a:gd name="connsiteX170" fmla="*/ 4435776 w 7653182"/>
                <a:gd name="connsiteY170" fmla="*/ 436042 h 1297898"/>
                <a:gd name="connsiteX171" fmla="*/ 4437100 w 7653182"/>
                <a:gd name="connsiteY171" fmla="*/ 629967 h 1297898"/>
                <a:gd name="connsiteX172" fmla="*/ 4516095 w 7653182"/>
                <a:gd name="connsiteY172" fmla="*/ 486221 h 1297898"/>
                <a:gd name="connsiteX173" fmla="*/ 4516261 w 7653182"/>
                <a:gd name="connsiteY173" fmla="*/ 633611 h 1297898"/>
                <a:gd name="connsiteX174" fmla="*/ 4611983 w 7653182"/>
                <a:gd name="connsiteY174" fmla="*/ 435711 h 1297898"/>
                <a:gd name="connsiteX175" fmla="*/ 4612313 w 7653182"/>
                <a:gd name="connsiteY175" fmla="*/ 636261 h 1297898"/>
                <a:gd name="connsiteX176" fmla="*/ 4685345 w 7653182"/>
                <a:gd name="connsiteY176" fmla="*/ 543686 h 1297898"/>
                <a:gd name="connsiteX177" fmla="*/ 4652721 w 7653182"/>
                <a:gd name="connsiteY177" fmla="*/ 673025 h 1297898"/>
                <a:gd name="connsiteX178" fmla="*/ 4678555 w 7653182"/>
                <a:gd name="connsiteY178" fmla="*/ 725688 h 1297898"/>
                <a:gd name="connsiteX179" fmla="*/ 4725091 w 7653182"/>
                <a:gd name="connsiteY179" fmla="*/ 738771 h 1297898"/>
                <a:gd name="connsiteX180" fmla="*/ 4724761 w 7653182"/>
                <a:gd name="connsiteY180" fmla="*/ 694885 h 1297898"/>
                <a:gd name="connsiteX181" fmla="*/ 4818162 w 7653182"/>
                <a:gd name="connsiteY181" fmla="*/ 436042 h 1297898"/>
                <a:gd name="connsiteX182" fmla="*/ 4789512 w 7653182"/>
                <a:gd name="connsiteY182" fmla="*/ 709127 h 1297898"/>
                <a:gd name="connsiteX183" fmla="*/ 4825614 w 7653182"/>
                <a:gd name="connsiteY183" fmla="*/ 615725 h 1297898"/>
                <a:gd name="connsiteX184" fmla="*/ 4854264 w 7653182"/>
                <a:gd name="connsiteY184" fmla="*/ 745230 h 1297898"/>
                <a:gd name="connsiteX185" fmla="*/ 4972838 w 7653182"/>
                <a:gd name="connsiteY185" fmla="*/ 565547 h 1297898"/>
                <a:gd name="connsiteX186" fmla="*/ 4926303 w 7653182"/>
                <a:gd name="connsiteY186" fmla="*/ 759638 h 1297898"/>
                <a:gd name="connsiteX187" fmla="*/ 5052164 w 7653182"/>
                <a:gd name="connsiteY187" fmla="*/ 651828 h 1297898"/>
                <a:gd name="connsiteX188" fmla="*/ 4979462 w 7653182"/>
                <a:gd name="connsiteY188" fmla="*/ 811141 h 1297898"/>
                <a:gd name="connsiteX189" fmla="*/ 5002648 w 7653182"/>
                <a:gd name="connsiteY189" fmla="*/ 817766 h 1297898"/>
                <a:gd name="connsiteX190" fmla="*/ 5016393 w 7653182"/>
                <a:gd name="connsiteY190" fmla="*/ 813626 h 1297898"/>
                <a:gd name="connsiteX191" fmla="*/ 5111617 w 7653182"/>
                <a:gd name="connsiteY191" fmla="*/ 543686 h 1297898"/>
                <a:gd name="connsiteX192" fmla="*/ 5111617 w 7653182"/>
                <a:gd name="connsiteY192" fmla="*/ 788619 h 1297898"/>
                <a:gd name="connsiteX193" fmla="*/ 5120559 w 7653182"/>
                <a:gd name="connsiteY193" fmla="*/ 852543 h 1297898"/>
                <a:gd name="connsiteX194" fmla="*/ 5130164 w 7653182"/>
                <a:gd name="connsiteY194" fmla="*/ 855358 h 1297898"/>
                <a:gd name="connsiteX195" fmla="*/ 5131490 w 7653182"/>
                <a:gd name="connsiteY195" fmla="*/ 842275 h 1297898"/>
                <a:gd name="connsiteX196" fmla="*/ 5264473 w 7653182"/>
                <a:gd name="connsiteY196" fmla="*/ 637586 h 1297898"/>
                <a:gd name="connsiteX197" fmla="*/ 5203363 w 7653182"/>
                <a:gd name="connsiteY197" fmla="*/ 856683 h 1297898"/>
                <a:gd name="connsiteX198" fmla="*/ 5347110 w 7653182"/>
                <a:gd name="connsiteY198" fmla="*/ 752351 h 1297898"/>
                <a:gd name="connsiteX199" fmla="*/ 5304051 w 7653182"/>
                <a:gd name="connsiteY199" fmla="*/ 883843 h 1297898"/>
                <a:gd name="connsiteX200" fmla="*/ 5422957 w 7653182"/>
                <a:gd name="connsiteY200" fmla="*/ 745230 h 1297898"/>
                <a:gd name="connsiteX201" fmla="*/ 5384702 w 7653182"/>
                <a:gd name="connsiteY201" fmla="*/ 874072 h 1297898"/>
                <a:gd name="connsiteX202" fmla="*/ 5330881 w 7653182"/>
                <a:gd name="connsiteY202" fmla="*/ 916136 h 1297898"/>
                <a:gd name="connsiteX203" fmla="*/ 5366154 w 7653182"/>
                <a:gd name="connsiteY203" fmla="*/ 926901 h 1297898"/>
                <a:gd name="connsiteX204" fmla="*/ 5384702 w 7653182"/>
                <a:gd name="connsiteY204" fmla="*/ 921435 h 1297898"/>
                <a:gd name="connsiteX205" fmla="*/ 5556105 w 7653182"/>
                <a:gd name="connsiteY205" fmla="*/ 622846 h 1297898"/>
                <a:gd name="connsiteX206" fmla="*/ 5505595 w 7653182"/>
                <a:gd name="connsiteY206" fmla="*/ 955882 h 1297898"/>
                <a:gd name="connsiteX207" fmla="*/ 5696374 w 7653182"/>
                <a:gd name="connsiteY207" fmla="*/ 824390 h 1297898"/>
                <a:gd name="connsiteX208" fmla="*/ 5627978 w 7653182"/>
                <a:gd name="connsiteY208" fmla="*/ 1000595 h 1297898"/>
                <a:gd name="connsiteX209" fmla="*/ 5636921 w 7653182"/>
                <a:gd name="connsiteY209" fmla="*/ 1011360 h 1297898"/>
                <a:gd name="connsiteX210" fmla="*/ 5771394 w 7653182"/>
                <a:gd name="connsiteY210" fmla="*/ 1054583 h 1297898"/>
                <a:gd name="connsiteX211" fmla="*/ 5836643 w 7653182"/>
                <a:gd name="connsiteY211" fmla="*/ 767090 h 1297898"/>
                <a:gd name="connsiteX212" fmla="*/ 5894440 w 7653182"/>
                <a:gd name="connsiteY212" fmla="*/ 1047462 h 1297898"/>
                <a:gd name="connsiteX213" fmla="*/ 5904707 w 7653182"/>
                <a:gd name="connsiteY213" fmla="*/ 1044481 h 1297898"/>
                <a:gd name="connsiteX214" fmla="*/ 6032059 w 7653182"/>
                <a:gd name="connsiteY214" fmla="*/ 875397 h 1297898"/>
                <a:gd name="connsiteX215" fmla="*/ 6032390 w 7653182"/>
                <a:gd name="connsiteY215" fmla="*/ 1097475 h 1297898"/>
                <a:gd name="connsiteX216" fmla="*/ 6162225 w 7653182"/>
                <a:gd name="connsiteY216" fmla="*/ 907524 h 1297898"/>
                <a:gd name="connsiteX217" fmla="*/ 6076772 w 7653182"/>
                <a:gd name="connsiteY217" fmla="*/ 1145004 h 1297898"/>
                <a:gd name="connsiteX218" fmla="*/ 6125626 w 7653182"/>
                <a:gd name="connsiteY218" fmla="*/ 1169183 h 1297898"/>
                <a:gd name="connsiteX219" fmla="*/ 6178123 w 7653182"/>
                <a:gd name="connsiteY219" fmla="*/ 1186406 h 1297898"/>
                <a:gd name="connsiteX220" fmla="*/ 6349857 w 7653182"/>
                <a:gd name="connsiteY220" fmla="*/ 954226 h 1297898"/>
                <a:gd name="connsiteX221" fmla="*/ 6289080 w 7653182"/>
                <a:gd name="connsiteY221" fmla="*/ 1222840 h 1297898"/>
                <a:gd name="connsiteX222" fmla="*/ 6334788 w 7653182"/>
                <a:gd name="connsiteY222" fmla="*/ 1237910 h 1297898"/>
                <a:gd name="connsiteX223" fmla="*/ 6458993 w 7653182"/>
                <a:gd name="connsiteY223" fmla="*/ 1097641 h 1297898"/>
                <a:gd name="connsiteX224" fmla="*/ 6408979 w 7653182"/>
                <a:gd name="connsiteY224" fmla="*/ 1262419 h 1297898"/>
                <a:gd name="connsiteX225" fmla="*/ 6434483 w 7653182"/>
                <a:gd name="connsiteY225" fmla="*/ 1270866 h 1297898"/>
                <a:gd name="connsiteX226" fmla="*/ 6537490 w 7653182"/>
                <a:gd name="connsiteY226" fmla="*/ 1065844 h 1297898"/>
                <a:gd name="connsiteX227" fmla="*/ 6515796 w 7653182"/>
                <a:gd name="connsiteY227" fmla="*/ 1297694 h 1297898"/>
                <a:gd name="connsiteX228" fmla="*/ 6516510 w 7653182"/>
                <a:gd name="connsiteY228" fmla="*/ 1297898 h 1297898"/>
                <a:gd name="connsiteX229" fmla="*/ 0 w 7653182"/>
                <a:gd name="connsiteY229" fmla="*/ 1297898 h 1297898"/>
                <a:gd name="connsiteX230" fmla="*/ 0 w 7653182"/>
                <a:gd name="connsiteY230" fmla="*/ 48084 h 1297898"/>
                <a:gd name="connsiteX231" fmla="*/ 4462 w 7653182"/>
                <a:gd name="connsiteY231" fmla="*/ 54168 h 1297898"/>
                <a:gd name="connsiteX232" fmla="*/ 47199 w 7653182"/>
                <a:gd name="connsiteY232" fmla="*/ 225722 h 1297898"/>
                <a:gd name="connsiteX233" fmla="*/ 92906 w 7653182"/>
                <a:gd name="connsiteY233" fmla="*/ 224397 h 1297898"/>
                <a:gd name="connsiteX234" fmla="*/ 143085 w 7653182"/>
                <a:gd name="connsiteY234" fmla="*/ 56140 h 1297898"/>
                <a:gd name="connsiteX235" fmla="*/ 173391 w 7653182"/>
                <a:gd name="connsiteY235" fmla="*/ 221747 h 1297898"/>
                <a:gd name="connsiteX236" fmla="*/ 250729 w 7653182"/>
                <a:gd name="connsiteY236" fmla="*/ 220257 h 1297898"/>
                <a:gd name="connsiteX237" fmla="*/ 266296 w 7653182"/>
                <a:gd name="connsiteY237" fmla="*/ 136294 h 1297898"/>
                <a:gd name="connsiteX238" fmla="*/ 284182 w 7653182"/>
                <a:gd name="connsiteY238" fmla="*/ 219429 h 1297898"/>
                <a:gd name="connsiteX239" fmla="*/ 322768 w 7653182"/>
                <a:gd name="connsiteY239" fmla="*/ 218600 h 1297898"/>
                <a:gd name="connsiteX240" fmla="*/ 382056 w 7653182"/>
                <a:gd name="connsiteY240" fmla="*/ 45873 h 1297898"/>
                <a:gd name="connsiteX241" fmla="*/ 379903 w 7653182"/>
                <a:gd name="connsiteY241" fmla="*/ 217607 h 1297898"/>
                <a:gd name="connsiteX242" fmla="*/ 464362 w 7653182"/>
                <a:gd name="connsiteY242" fmla="*/ 216613 h 1297898"/>
                <a:gd name="connsiteX243" fmla="*/ 513547 w 7653182"/>
                <a:gd name="connsiteY243" fmla="*/ 84956 h 1297898"/>
                <a:gd name="connsiteX244" fmla="*/ 528617 w 7653182"/>
                <a:gd name="connsiteY244" fmla="*/ 215785 h 1297898"/>
                <a:gd name="connsiteX245" fmla="*/ 634109 w 7653182"/>
                <a:gd name="connsiteY245" fmla="*/ 214957 h 1297898"/>
                <a:gd name="connsiteX246" fmla="*/ 634771 w 7653182"/>
                <a:gd name="connsiteY246" fmla="*/ 164944 h 1297898"/>
                <a:gd name="connsiteX247" fmla="*/ 666402 w 7653182"/>
                <a:gd name="connsiteY247" fmla="*/ 214957 h 1297898"/>
                <a:gd name="connsiteX248" fmla="*/ 680644 w 7653182"/>
                <a:gd name="connsiteY248" fmla="*/ 214957 h 1297898"/>
                <a:gd name="connsiteX249" fmla="*/ 803028 w 7653182"/>
                <a:gd name="connsiteY249" fmla="*/ 0 h 129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</a:cxnLst>
              <a:rect l="l" t="t" r="r" b="b"/>
              <a:pathLst>
                <a:path w="7653182" h="1297898">
                  <a:moveTo>
                    <a:pt x="7653182" y="1291070"/>
                  </a:moveTo>
                  <a:lnTo>
                    <a:pt x="7648798" y="1297898"/>
                  </a:lnTo>
                  <a:lnTo>
                    <a:pt x="7643130" y="1297898"/>
                  </a:lnTo>
                  <a:lnTo>
                    <a:pt x="7644778" y="1296669"/>
                  </a:lnTo>
                  <a:cubicBezTo>
                    <a:pt x="7649262" y="1293536"/>
                    <a:pt x="7652168" y="1291691"/>
                    <a:pt x="7653182" y="1291070"/>
                  </a:cubicBezTo>
                  <a:close/>
                  <a:moveTo>
                    <a:pt x="7040438" y="1241884"/>
                  </a:moveTo>
                  <a:cubicBezTo>
                    <a:pt x="7039445" y="1244037"/>
                    <a:pt x="7032561" y="1258611"/>
                    <a:pt x="7024392" y="1278654"/>
                  </a:cubicBezTo>
                  <a:lnTo>
                    <a:pt x="7017086" y="1297898"/>
                  </a:lnTo>
                  <a:lnTo>
                    <a:pt x="6990068" y="1297898"/>
                  </a:lnTo>
                  <a:lnTo>
                    <a:pt x="7021411" y="1260406"/>
                  </a:lnTo>
                  <a:cubicBezTo>
                    <a:pt x="7031537" y="1249802"/>
                    <a:pt x="7038865" y="1243250"/>
                    <a:pt x="7040438" y="1241884"/>
                  </a:cubicBezTo>
                  <a:close/>
                  <a:moveTo>
                    <a:pt x="7289344" y="1221018"/>
                  </a:moveTo>
                  <a:cubicBezTo>
                    <a:pt x="7300792" y="1237786"/>
                    <a:pt x="7309634" y="1255048"/>
                    <a:pt x="7316315" y="1272473"/>
                  </a:cubicBezTo>
                  <a:lnTo>
                    <a:pt x="7323106" y="1297898"/>
                  </a:lnTo>
                  <a:lnTo>
                    <a:pt x="7275682" y="1297898"/>
                  </a:lnTo>
                  <a:lnTo>
                    <a:pt x="7277275" y="1292464"/>
                  </a:lnTo>
                  <a:cubicBezTo>
                    <a:pt x="7287248" y="1251503"/>
                    <a:pt x="7289344" y="1221018"/>
                    <a:pt x="7289344" y="1221018"/>
                  </a:cubicBezTo>
                  <a:close/>
                  <a:moveTo>
                    <a:pt x="7134999" y="1212406"/>
                  </a:moveTo>
                  <a:cubicBezTo>
                    <a:pt x="7145225" y="1231451"/>
                    <a:pt x="7152895" y="1250103"/>
                    <a:pt x="7158488" y="1268162"/>
                  </a:cubicBezTo>
                  <a:lnTo>
                    <a:pt x="7164768" y="1297898"/>
                  </a:lnTo>
                  <a:lnTo>
                    <a:pt x="7127550" y="1297898"/>
                  </a:lnTo>
                  <a:lnTo>
                    <a:pt x="7132720" y="1267408"/>
                  </a:lnTo>
                  <a:cubicBezTo>
                    <a:pt x="7136443" y="1235928"/>
                    <a:pt x="7134999" y="1212406"/>
                    <a:pt x="7134999" y="1212406"/>
                  </a:cubicBezTo>
                  <a:close/>
                  <a:moveTo>
                    <a:pt x="6730919" y="1153947"/>
                  </a:moveTo>
                  <a:cubicBezTo>
                    <a:pt x="6712040" y="1186655"/>
                    <a:pt x="6703967" y="1223627"/>
                    <a:pt x="6702828" y="1260122"/>
                  </a:cubicBezTo>
                  <a:lnTo>
                    <a:pt x="6704941" y="1297898"/>
                  </a:lnTo>
                  <a:lnTo>
                    <a:pt x="6625849" y="1297898"/>
                  </a:lnTo>
                  <a:lnTo>
                    <a:pt x="6654021" y="1250222"/>
                  </a:lnTo>
                  <a:cubicBezTo>
                    <a:pt x="6688596" y="1198940"/>
                    <a:pt x="6727690" y="1157301"/>
                    <a:pt x="6730919" y="1153947"/>
                  </a:cubicBezTo>
                  <a:close/>
                  <a:moveTo>
                    <a:pt x="6959125" y="1097972"/>
                  </a:moveTo>
                  <a:cubicBezTo>
                    <a:pt x="6895201" y="1165291"/>
                    <a:pt x="6876322" y="1233273"/>
                    <a:pt x="6877564" y="1291794"/>
                  </a:cubicBezTo>
                  <a:lnTo>
                    <a:pt x="6878627" y="1297898"/>
                  </a:lnTo>
                  <a:lnTo>
                    <a:pt x="6801652" y="1297898"/>
                  </a:lnTo>
                  <a:lnTo>
                    <a:pt x="6807820" y="1282929"/>
                  </a:lnTo>
                  <a:cubicBezTo>
                    <a:pt x="6857463" y="1185505"/>
                    <a:pt x="6951424" y="1104430"/>
                    <a:pt x="6959125" y="1097972"/>
                  </a:cubicBezTo>
                  <a:close/>
                  <a:moveTo>
                    <a:pt x="7390364" y="1097475"/>
                  </a:moveTo>
                  <a:cubicBezTo>
                    <a:pt x="7429903" y="1137014"/>
                    <a:pt x="7453388" y="1183032"/>
                    <a:pt x="7466003" y="1230701"/>
                  </a:cubicBezTo>
                  <a:lnTo>
                    <a:pt x="7476638" y="1297898"/>
                  </a:lnTo>
                  <a:lnTo>
                    <a:pt x="7383290" y="1297898"/>
                  </a:lnTo>
                  <a:lnTo>
                    <a:pt x="7383740" y="1294548"/>
                  </a:lnTo>
                  <a:cubicBezTo>
                    <a:pt x="7393925" y="1191126"/>
                    <a:pt x="7390364" y="1097475"/>
                    <a:pt x="7390364" y="1097475"/>
                  </a:cubicBezTo>
                  <a:close/>
                  <a:moveTo>
                    <a:pt x="6601911" y="946111"/>
                  </a:moveTo>
                  <a:cubicBezTo>
                    <a:pt x="6665007" y="1026844"/>
                    <a:pt x="6660381" y="1139809"/>
                    <a:pt x="6642596" y="1227086"/>
                  </a:cubicBezTo>
                  <a:lnTo>
                    <a:pt x="6623962" y="1297898"/>
                  </a:lnTo>
                  <a:lnTo>
                    <a:pt x="6524137" y="1297898"/>
                  </a:lnTo>
                  <a:lnTo>
                    <a:pt x="6550449" y="1264043"/>
                  </a:lnTo>
                  <a:cubicBezTo>
                    <a:pt x="6606095" y="1162292"/>
                    <a:pt x="6601911" y="946111"/>
                    <a:pt x="6601911" y="946111"/>
                  </a:cubicBezTo>
                  <a:close/>
                  <a:moveTo>
                    <a:pt x="803028" y="0"/>
                  </a:moveTo>
                  <a:cubicBezTo>
                    <a:pt x="799881" y="5796"/>
                    <a:pt x="734301" y="126855"/>
                    <a:pt x="775537" y="215289"/>
                  </a:cubicBezTo>
                  <a:lnTo>
                    <a:pt x="802200" y="215289"/>
                  </a:lnTo>
                  <a:cubicBezTo>
                    <a:pt x="802696" y="178192"/>
                    <a:pt x="807996" y="124205"/>
                    <a:pt x="831015" y="99032"/>
                  </a:cubicBezTo>
                  <a:cubicBezTo>
                    <a:pt x="831015" y="99032"/>
                    <a:pt x="834493" y="168918"/>
                    <a:pt x="853703" y="215454"/>
                  </a:cubicBezTo>
                  <a:cubicBezTo>
                    <a:pt x="875232" y="215454"/>
                    <a:pt x="896927" y="215951"/>
                    <a:pt x="918124" y="216282"/>
                  </a:cubicBezTo>
                  <a:cubicBezTo>
                    <a:pt x="926405" y="178358"/>
                    <a:pt x="924252" y="126523"/>
                    <a:pt x="924252" y="126523"/>
                  </a:cubicBezTo>
                  <a:cubicBezTo>
                    <a:pt x="924252" y="126523"/>
                    <a:pt x="950583" y="171900"/>
                    <a:pt x="957042" y="216779"/>
                  </a:cubicBezTo>
                  <a:cubicBezTo>
                    <a:pt x="968634" y="217110"/>
                    <a:pt x="980227" y="217110"/>
                    <a:pt x="991819" y="217276"/>
                  </a:cubicBezTo>
                  <a:cubicBezTo>
                    <a:pt x="1002418" y="195250"/>
                    <a:pt x="1010036" y="167428"/>
                    <a:pt x="1004902" y="134804"/>
                  </a:cubicBezTo>
                  <a:cubicBezTo>
                    <a:pt x="1004902" y="134804"/>
                    <a:pt x="1028087" y="177861"/>
                    <a:pt x="1037361" y="217938"/>
                  </a:cubicBezTo>
                  <a:cubicBezTo>
                    <a:pt x="1066011" y="218435"/>
                    <a:pt x="1094495" y="219263"/>
                    <a:pt x="1123145" y="219760"/>
                  </a:cubicBezTo>
                  <a:cubicBezTo>
                    <a:pt x="1132254" y="177034"/>
                    <a:pt x="1143681" y="88600"/>
                    <a:pt x="1098304" y="24675"/>
                  </a:cubicBezTo>
                  <a:cubicBezTo>
                    <a:pt x="1103107" y="29478"/>
                    <a:pt x="1178127" y="106816"/>
                    <a:pt x="1189719" y="187632"/>
                  </a:cubicBezTo>
                  <a:cubicBezTo>
                    <a:pt x="1196509" y="150536"/>
                    <a:pt x="1213070" y="105326"/>
                    <a:pt x="1252981" y="83465"/>
                  </a:cubicBezTo>
                  <a:cubicBezTo>
                    <a:pt x="1252981" y="83465"/>
                    <a:pt x="1214892" y="167428"/>
                    <a:pt x="1236752" y="222575"/>
                  </a:cubicBezTo>
                  <a:cubicBezTo>
                    <a:pt x="1252319" y="223072"/>
                    <a:pt x="1268051" y="223403"/>
                    <a:pt x="1283784" y="223900"/>
                  </a:cubicBezTo>
                  <a:cubicBezTo>
                    <a:pt x="1283287" y="195747"/>
                    <a:pt x="1275835" y="159479"/>
                    <a:pt x="1275007" y="155173"/>
                  </a:cubicBezTo>
                  <a:lnTo>
                    <a:pt x="1316905" y="225225"/>
                  </a:lnTo>
                  <a:cubicBezTo>
                    <a:pt x="1320217" y="225225"/>
                    <a:pt x="1323364" y="225225"/>
                    <a:pt x="1326179" y="225556"/>
                  </a:cubicBezTo>
                  <a:cubicBezTo>
                    <a:pt x="1320383" y="187301"/>
                    <a:pt x="1316243" y="111122"/>
                    <a:pt x="1371224" y="83465"/>
                  </a:cubicBezTo>
                  <a:cubicBezTo>
                    <a:pt x="1371224" y="83465"/>
                    <a:pt x="1355988" y="172562"/>
                    <a:pt x="1424053" y="228868"/>
                  </a:cubicBezTo>
                  <a:lnTo>
                    <a:pt x="1424549" y="229365"/>
                  </a:lnTo>
                  <a:cubicBezTo>
                    <a:pt x="1438461" y="230027"/>
                    <a:pt x="1452703" y="230524"/>
                    <a:pt x="1466945" y="231021"/>
                  </a:cubicBezTo>
                  <a:cubicBezTo>
                    <a:pt x="1493442" y="201875"/>
                    <a:pt x="1495429" y="111288"/>
                    <a:pt x="1495429" y="111288"/>
                  </a:cubicBezTo>
                  <a:cubicBezTo>
                    <a:pt x="1495429" y="111288"/>
                    <a:pt x="1536168" y="181505"/>
                    <a:pt x="1544283" y="234499"/>
                  </a:cubicBezTo>
                  <a:cubicBezTo>
                    <a:pt x="1569455" y="235493"/>
                    <a:pt x="1595124" y="237148"/>
                    <a:pt x="1620628" y="238308"/>
                  </a:cubicBezTo>
                  <a:cubicBezTo>
                    <a:pt x="1636692" y="212307"/>
                    <a:pt x="1657061" y="163123"/>
                    <a:pt x="1647456" y="89758"/>
                  </a:cubicBezTo>
                  <a:cubicBezTo>
                    <a:pt x="1647456" y="89758"/>
                    <a:pt x="1732412" y="155836"/>
                    <a:pt x="1697635" y="242117"/>
                  </a:cubicBezTo>
                  <a:cubicBezTo>
                    <a:pt x="1722145" y="243938"/>
                    <a:pt x="1746820" y="245263"/>
                    <a:pt x="1771661" y="246754"/>
                  </a:cubicBezTo>
                  <a:cubicBezTo>
                    <a:pt x="1771661" y="246754"/>
                    <a:pt x="1786897" y="146893"/>
                    <a:pt x="1786897" y="146893"/>
                  </a:cubicBezTo>
                  <a:lnTo>
                    <a:pt x="1817037" y="249735"/>
                  </a:lnTo>
                  <a:cubicBezTo>
                    <a:pt x="1818362" y="249735"/>
                    <a:pt x="1819687" y="249735"/>
                    <a:pt x="1821343" y="249735"/>
                  </a:cubicBezTo>
                  <a:cubicBezTo>
                    <a:pt x="1822668" y="221085"/>
                    <a:pt x="1832936" y="154014"/>
                    <a:pt x="1895535" y="129836"/>
                  </a:cubicBezTo>
                  <a:cubicBezTo>
                    <a:pt x="1895535" y="129836"/>
                    <a:pt x="1864401" y="204359"/>
                    <a:pt x="1876325" y="253544"/>
                  </a:cubicBezTo>
                  <a:cubicBezTo>
                    <a:pt x="1888083" y="254206"/>
                    <a:pt x="1899675" y="255034"/>
                    <a:pt x="1911599" y="255862"/>
                  </a:cubicBezTo>
                  <a:cubicBezTo>
                    <a:pt x="1920707" y="234333"/>
                    <a:pt x="1929981" y="202371"/>
                    <a:pt x="1926503" y="164116"/>
                  </a:cubicBezTo>
                  <a:cubicBezTo>
                    <a:pt x="1926503" y="164116"/>
                    <a:pt x="1957637" y="212142"/>
                    <a:pt x="1972045" y="260002"/>
                  </a:cubicBezTo>
                  <a:cubicBezTo>
                    <a:pt x="2000530" y="262155"/>
                    <a:pt x="2028848" y="264474"/>
                    <a:pt x="2057333" y="266958"/>
                  </a:cubicBezTo>
                  <a:cubicBezTo>
                    <a:pt x="2057333" y="266627"/>
                    <a:pt x="2057498" y="266295"/>
                    <a:pt x="2057498" y="266295"/>
                  </a:cubicBezTo>
                  <a:cubicBezTo>
                    <a:pt x="2057498" y="266295"/>
                    <a:pt x="2028848" y="173224"/>
                    <a:pt x="2112811" y="111122"/>
                  </a:cubicBezTo>
                  <a:cubicBezTo>
                    <a:pt x="2112811" y="111122"/>
                    <a:pt x="2094594" y="226384"/>
                    <a:pt x="2134671" y="272754"/>
                  </a:cubicBezTo>
                  <a:lnTo>
                    <a:pt x="2135168" y="273251"/>
                  </a:lnTo>
                  <a:cubicBezTo>
                    <a:pt x="2143779" y="273748"/>
                    <a:pt x="2152557" y="274576"/>
                    <a:pt x="2161168" y="275238"/>
                  </a:cubicBezTo>
                  <a:cubicBezTo>
                    <a:pt x="2177729" y="252715"/>
                    <a:pt x="2180875" y="182664"/>
                    <a:pt x="2180875" y="182664"/>
                  </a:cubicBezTo>
                  <a:cubicBezTo>
                    <a:pt x="2180875" y="182664"/>
                    <a:pt x="2214328" y="236652"/>
                    <a:pt x="2206710" y="279213"/>
                  </a:cubicBezTo>
                  <a:cubicBezTo>
                    <a:pt x="2224264" y="280869"/>
                    <a:pt x="2241653" y="282359"/>
                    <a:pt x="2259373" y="284181"/>
                  </a:cubicBezTo>
                  <a:cubicBezTo>
                    <a:pt x="2263513" y="275238"/>
                    <a:pt x="2291997" y="214295"/>
                    <a:pt x="2283552" y="161963"/>
                  </a:cubicBezTo>
                  <a:cubicBezTo>
                    <a:pt x="2283552" y="161963"/>
                    <a:pt x="2324787" y="234499"/>
                    <a:pt x="2318991" y="289812"/>
                  </a:cubicBezTo>
                  <a:cubicBezTo>
                    <a:pt x="2340851" y="291965"/>
                    <a:pt x="2363043" y="293952"/>
                    <a:pt x="2384737" y="296105"/>
                  </a:cubicBezTo>
                  <a:cubicBezTo>
                    <a:pt x="2378444" y="271595"/>
                    <a:pt x="2375298" y="233671"/>
                    <a:pt x="2395005" y="191938"/>
                  </a:cubicBezTo>
                  <a:cubicBezTo>
                    <a:pt x="2395005" y="191938"/>
                    <a:pt x="2412725" y="263149"/>
                    <a:pt x="2445846" y="302397"/>
                  </a:cubicBezTo>
                  <a:cubicBezTo>
                    <a:pt x="2464725" y="304550"/>
                    <a:pt x="2483770" y="306703"/>
                    <a:pt x="2502649" y="308691"/>
                  </a:cubicBezTo>
                  <a:cubicBezTo>
                    <a:pt x="2508942" y="278550"/>
                    <a:pt x="2493209" y="221085"/>
                    <a:pt x="2491553" y="215123"/>
                  </a:cubicBezTo>
                  <a:cubicBezTo>
                    <a:pt x="2495528" y="218766"/>
                    <a:pt x="2538917" y="261824"/>
                    <a:pt x="2536267" y="312665"/>
                  </a:cubicBezTo>
                  <a:cubicBezTo>
                    <a:pt x="2556140" y="314818"/>
                    <a:pt x="2575847" y="316806"/>
                    <a:pt x="2595554" y="318958"/>
                  </a:cubicBezTo>
                  <a:cubicBezTo>
                    <a:pt x="2591249" y="271926"/>
                    <a:pt x="2596548" y="212970"/>
                    <a:pt x="2640268" y="179518"/>
                  </a:cubicBezTo>
                  <a:cubicBezTo>
                    <a:pt x="2640268" y="179518"/>
                    <a:pt x="2629007" y="278716"/>
                    <a:pt x="2653682" y="325748"/>
                  </a:cubicBezTo>
                  <a:cubicBezTo>
                    <a:pt x="2668587" y="327735"/>
                    <a:pt x="2683657" y="329723"/>
                    <a:pt x="2698727" y="331544"/>
                  </a:cubicBezTo>
                  <a:cubicBezTo>
                    <a:pt x="2711479" y="301404"/>
                    <a:pt x="2711810" y="241620"/>
                    <a:pt x="2711810" y="241620"/>
                  </a:cubicBezTo>
                  <a:cubicBezTo>
                    <a:pt x="2711810" y="241620"/>
                    <a:pt x="2748409" y="298423"/>
                    <a:pt x="2752384" y="338500"/>
                  </a:cubicBezTo>
                  <a:cubicBezTo>
                    <a:pt x="2790473" y="343137"/>
                    <a:pt x="2828894" y="347939"/>
                    <a:pt x="2866984" y="352908"/>
                  </a:cubicBezTo>
                  <a:cubicBezTo>
                    <a:pt x="2879570" y="329723"/>
                    <a:pt x="2893315" y="298423"/>
                    <a:pt x="2897787" y="266295"/>
                  </a:cubicBezTo>
                  <a:cubicBezTo>
                    <a:pt x="2897787" y="266295"/>
                    <a:pt x="2935214" y="308525"/>
                    <a:pt x="2921137" y="360360"/>
                  </a:cubicBezTo>
                  <a:lnTo>
                    <a:pt x="2921137" y="360857"/>
                  </a:lnTo>
                  <a:cubicBezTo>
                    <a:pt x="2937698" y="363175"/>
                    <a:pt x="2954424" y="365494"/>
                    <a:pt x="2970985" y="367978"/>
                  </a:cubicBezTo>
                  <a:cubicBezTo>
                    <a:pt x="2970985" y="347939"/>
                    <a:pt x="2976947" y="318130"/>
                    <a:pt x="3003112" y="285506"/>
                  </a:cubicBezTo>
                  <a:cubicBezTo>
                    <a:pt x="3002119" y="288818"/>
                    <a:pt x="2987049" y="333863"/>
                    <a:pt x="3009405" y="373443"/>
                  </a:cubicBezTo>
                  <a:cubicBezTo>
                    <a:pt x="3015202" y="374271"/>
                    <a:pt x="3020667" y="375099"/>
                    <a:pt x="3026463" y="375762"/>
                  </a:cubicBezTo>
                  <a:cubicBezTo>
                    <a:pt x="3024144" y="339494"/>
                    <a:pt x="3024144" y="263480"/>
                    <a:pt x="3056107" y="214626"/>
                  </a:cubicBezTo>
                  <a:cubicBezTo>
                    <a:pt x="3056107" y="214626"/>
                    <a:pt x="3043521" y="313493"/>
                    <a:pt x="3079291" y="382883"/>
                  </a:cubicBezTo>
                  <a:cubicBezTo>
                    <a:pt x="3129305" y="347442"/>
                    <a:pt x="3153483" y="238473"/>
                    <a:pt x="3153483" y="238473"/>
                  </a:cubicBezTo>
                  <a:cubicBezTo>
                    <a:pt x="3175675" y="304219"/>
                    <a:pt x="3153483" y="377417"/>
                    <a:pt x="3153483" y="377417"/>
                  </a:cubicBezTo>
                  <a:cubicBezTo>
                    <a:pt x="3186605" y="381061"/>
                    <a:pt x="3215917" y="296933"/>
                    <a:pt x="3215917" y="296933"/>
                  </a:cubicBezTo>
                  <a:cubicBezTo>
                    <a:pt x="3226681" y="346284"/>
                    <a:pt x="3190082" y="384704"/>
                    <a:pt x="3190082" y="384704"/>
                  </a:cubicBezTo>
                  <a:cubicBezTo>
                    <a:pt x="3190082" y="384704"/>
                    <a:pt x="3192235" y="391329"/>
                    <a:pt x="3195051" y="401099"/>
                  </a:cubicBezTo>
                  <a:cubicBezTo>
                    <a:pt x="3205649" y="402921"/>
                    <a:pt x="3216083" y="404743"/>
                    <a:pt x="3226847" y="406398"/>
                  </a:cubicBezTo>
                  <a:cubicBezTo>
                    <a:pt x="3234465" y="329060"/>
                    <a:pt x="3283981" y="266627"/>
                    <a:pt x="3290274" y="259340"/>
                  </a:cubicBezTo>
                  <a:cubicBezTo>
                    <a:pt x="3242083" y="325748"/>
                    <a:pt x="3266427" y="392156"/>
                    <a:pt x="3277192" y="414679"/>
                  </a:cubicBezTo>
                  <a:cubicBezTo>
                    <a:pt x="3278185" y="415010"/>
                    <a:pt x="3279179" y="415341"/>
                    <a:pt x="3280338" y="415341"/>
                  </a:cubicBezTo>
                  <a:cubicBezTo>
                    <a:pt x="3271892" y="370793"/>
                    <a:pt x="3307166" y="329723"/>
                    <a:pt x="3307166" y="329723"/>
                  </a:cubicBezTo>
                  <a:cubicBezTo>
                    <a:pt x="3290771" y="384704"/>
                    <a:pt x="3325549" y="417660"/>
                    <a:pt x="3325549" y="417660"/>
                  </a:cubicBezTo>
                  <a:cubicBezTo>
                    <a:pt x="3327370" y="353736"/>
                    <a:pt x="3373243" y="320780"/>
                    <a:pt x="3373243" y="320780"/>
                  </a:cubicBezTo>
                  <a:cubicBezTo>
                    <a:pt x="3351052" y="359201"/>
                    <a:pt x="3361320" y="400603"/>
                    <a:pt x="3361320" y="400603"/>
                  </a:cubicBezTo>
                  <a:cubicBezTo>
                    <a:pt x="3361320" y="400603"/>
                    <a:pt x="3364466" y="417328"/>
                    <a:pt x="3370759" y="430577"/>
                  </a:cubicBezTo>
                  <a:cubicBezTo>
                    <a:pt x="3381027" y="432399"/>
                    <a:pt x="3391295" y="433889"/>
                    <a:pt x="3401562" y="435711"/>
                  </a:cubicBezTo>
                  <a:cubicBezTo>
                    <a:pt x="3404212" y="432399"/>
                    <a:pt x="3406861" y="428424"/>
                    <a:pt x="3409677" y="423125"/>
                  </a:cubicBezTo>
                  <a:cubicBezTo>
                    <a:pt x="3441308" y="363506"/>
                    <a:pt x="3418951" y="276398"/>
                    <a:pt x="3417295" y="269773"/>
                  </a:cubicBezTo>
                  <a:cubicBezTo>
                    <a:pt x="3460849" y="313990"/>
                    <a:pt x="3448098" y="428755"/>
                    <a:pt x="3448098" y="428755"/>
                  </a:cubicBezTo>
                  <a:cubicBezTo>
                    <a:pt x="3475423" y="410208"/>
                    <a:pt x="3484697" y="318958"/>
                    <a:pt x="3484697" y="318958"/>
                  </a:cubicBezTo>
                  <a:cubicBezTo>
                    <a:pt x="3498608" y="373112"/>
                    <a:pt x="3488340" y="420310"/>
                    <a:pt x="3477575" y="449788"/>
                  </a:cubicBezTo>
                  <a:cubicBezTo>
                    <a:pt x="3493308" y="452603"/>
                    <a:pt x="3509206" y="455584"/>
                    <a:pt x="3524939" y="458399"/>
                  </a:cubicBezTo>
                  <a:cubicBezTo>
                    <a:pt x="3513181" y="352079"/>
                    <a:pt x="3579755" y="300576"/>
                    <a:pt x="3579755" y="300576"/>
                  </a:cubicBezTo>
                  <a:cubicBezTo>
                    <a:pt x="3523117" y="388513"/>
                    <a:pt x="3572799" y="440017"/>
                    <a:pt x="3572799" y="440017"/>
                  </a:cubicBezTo>
                  <a:lnTo>
                    <a:pt x="3583398" y="375596"/>
                  </a:lnTo>
                  <a:lnTo>
                    <a:pt x="3596315" y="446806"/>
                  </a:lnTo>
                  <a:lnTo>
                    <a:pt x="3632087" y="478437"/>
                  </a:lnTo>
                  <a:cubicBezTo>
                    <a:pt x="3634074" y="478934"/>
                    <a:pt x="3635895" y="479266"/>
                    <a:pt x="3638048" y="479763"/>
                  </a:cubicBezTo>
                  <a:cubicBezTo>
                    <a:pt x="3642520" y="394309"/>
                    <a:pt x="3701641" y="337010"/>
                    <a:pt x="3708928" y="330385"/>
                  </a:cubicBezTo>
                  <a:cubicBezTo>
                    <a:pt x="3662227" y="390997"/>
                    <a:pt x="3682265" y="473138"/>
                    <a:pt x="3682265" y="473138"/>
                  </a:cubicBezTo>
                  <a:cubicBezTo>
                    <a:pt x="3682265" y="473138"/>
                    <a:pt x="3686240" y="480590"/>
                    <a:pt x="3692202" y="490527"/>
                  </a:cubicBezTo>
                  <a:cubicBezTo>
                    <a:pt x="3704622" y="492845"/>
                    <a:pt x="3716712" y="495495"/>
                    <a:pt x="3729132" y="498145"/>
                  </a:cubicBezTo>
                  <a:cubicBezTo>
                    <a:pt x="3723501" y="413188"/>
                    <a:pt x="3802993" y="309850"/>
                    <a:pt x="3802993" y="309850"/>
                  </a:cubicBezTo>
                  <a:cubicBezTo>
                    <a:pt x="3802993" y="309850"/>
                    <a:pt x="3768547" y="476119"/>
                    <a:pt x="3798521" y="512387"/>
                  </a:cubicBezTo>
                  <a:cubicBezTo>
                    <a:pt x="3806470" y="514209"/>
                    <a:pt x="3814419" y="515699"/>
                    <a:pt x="3822203" y="517355"/>
                  </a:cubicBezTo>
                  <a:cubicBezTo>
                    <a:pt x="3823362" y="517024"/>
                    <a:pt x="3824025" y="516858"/>
                    <a:pt x="3824853" y="516527"/>
                  </a:cubicBezTo>
                  <a:cubicBezTo>
                    <a:pt x="3896229" y="483406"/>
                    <a:pt x="3898051" y="300576"/>
                    <a:pt x="3898051" y="300576"/>
                  </a:cubicBezTo>
                  <a:cubicBezTo>
                    <a:pt x="3930675" y="404743"/>
                    <a:pt x="3911962" y="481253"/>
                    <a:pt x="3886955" y="530769"/>
                  </a:cubicBezTo>
                  <a:cubicBezTo>
                    <a:pt x="3894573" y="532260"/>
                    <a:pt x="3902191" y="533916"/>
                    <a:pt x="3909809" y="535572"/>
                  </a:cubicBezTo>
                  <a:cubicBezTo>
                    <a:pt x="3925873" y="538884"/>
                    <a:pt x="3941605" y="542527"/>
                    <a:pt x="3957504" y="546336"/>
                  </a:cubicBezTo>
                  <a:cubicBezTo>
                    <a:pt x="3956344" y="463036"/>
                    <a:pt x="3988803" y="398615"/>
                    <a:pt x="3992943" y="391163"/>
                  </a:cubicBezTo>
                  <a:cubicBezTo>
                    <a:pt x="3964790" y="459227"/>
                    <a:pt x="3994434" y="524808"/>
                    <a:pt x="4016460" y="559750"/>
                  </a:cubicBezTo>
                  <a:cubicBezTo>
                    <a:pt x="4020931" y="560744"/>
                    <a:pt x="4025402" y="561738"/>
                    <a:pt x="4029874" y="562897"/>
                  </a:cubicBezTo>
                  <a:cubicBezTo>
                    <a:pt x="4025568" y="546999"/>
                    <a:pt x="4023249" y="532094"/>
                    <a:pt x="4023249" y="518349"/>
                  </a:cubicBezTo>
                  <a:cubicBezTo>
                    <a:pt x="4023249" y="410208"/>
                    <a:pt x="4134537" y="302397"/>
                    <a:pt x="4141658" y="295608"/>
                  </a:cubicBezTo>
                  <a:cubicBezTo>
                    <a:pt x="4062664" y="428755"/>
                    <a:pt x="4120295" y="561572"/>
                    <a:pt x="4120295" y="561572"/>
                  </a:cubicBezTo>
                  <a:lnTo>
                    <a:pt x="4174283" y="421303"/>
                  </a:lnTo>
                  <a:cubicBezTo>
                    <a:pt x="4174283" y="421303"/>
                    <a:pt x="4159709" y="612082"/>
                    <a:pt x="4214029" y="558094"/>
                  </a:cubicBezTo>
                  <a:cubicBezTo>
                    <a:pt x="4266692" y="505431"/>
                    <a:pt x="4216181" y="379736"/>
                    <a:pt x="4214194" y="374602"/>
                  </a:cubicBezTo>
                  <a:cubicBezTo>
                    <a:pt x="4306271" y="424118"/>
                    <a:pt x="4280437" y="546336"/>
                    <a:pt x="4275800" y="566209"/>
                  </a:cubicBezTo>
                  <a:lnTo>
                    <a:pt x="4303953" y="478934"/>
                  </a:lnTo>
                  <a:lnTo>
                    <a:pt x="4341049" y="637254"/>
                  </a:lnTo>
                  <a:cubicBezTo>
                    <a:pt x="4341049" y="637254"/>
                    <a:pt x="4342375" y="637586"/>
                    <a:pt x="4343036" y="637751"/>
                  </a:cubicBezTo>
                  <a:cubicBezTo>
                    <a:pt x="4339724" y="542859"/>
                    <a:pt x="4430145" y="442169"/>
                    <a:pt x="4435776" y="436042"/>
                  </a:cubicBezTo>
                  <a:cubicBezTo>
                    <a:pt x="4381291" y="558094"/>
                    <a:pt x="4437100" y="629967"/>
                    <a:pt x="4437100" y="629967"/>
                  </a:cubicBezTo>
                  <a:cubicBezTo>
                    <a:pt x="4426502" y="556604"/>
                    <a:pt x="4510961" y="490030"/>
                    <a:pt x="4516095" y="486221"/>
                  </a:cubicBezTo>
                  <a:cubicBezTo>
                    <a:pt x="4513114" y="492680"/>
                    <a:pt x="4442069" y="647687"/>
                    <a:pt x="4516261" y="633611"/>
                  </a:cubicBezTo>
                  <a:cubicBezTo>
                    <a:pt x="4591778" y="619203"/>
                    <a:pt x="4611983" y="435711"/>
                    <a:pt x="4611983" y="435711"/>
                  </a:cubicBezTo>
                  <a:cubicBezTo>
                    <a:pt x="4645103" y="522158"/>
                    <a:pt x="4614797" y="627649"/>
                    <a:pt x="4612313" y="636261"/>
                  </a:cubicBezTo>
                  <a:lnTo>
                    <a:pt x="4685345" y="543686"/>
                  </a:lnTo>
                  <a:lnTo>
                    <a:pt x="4652721" y="673025"/>
                  </a:lnTo>
                  <a:cubicBezTo>
                    <a:pt x="4652721" y="673025"/>
                    <a:pt x="4664644" y="700682"/>
                    <a:pt x="4678555" y="725688"/>
                  </a:cubicBezTo>
                  <a:cubicBezTo>
                    <a:pt x="4694122" y="730160"/>
                    <a:pt x="4709524" y="734631"/>
                    <a:pt x="4725091" y="738771"/>
                  </a:cubicBezTo>
                  <a:cubicBezTo>
                    <a:pt x="4726085" y="728007"/>
                    <a:pt x="4726085" y="713599"/>
                    <a:pt x="4724761" y="694885"/>
                  </a:cubicBezTo>
                  <a:cubicBezTo>
                    <a:pt x="4714326" y="527292"/>
                    <a:pt x="4812365" y="441011"/>
                    <a:pt x="4818162" y="436042"/>
                  </a:cubicBezTo>
                  <a:cubicBezTo>
                    <a:pt x="4735690" y="576311"/>
                    <a:pt x="4789512" y="709127"/>
                    <a:pt x="4789512" y="709127"/>
                  </a:cubicBezTo>
                  <a:lnTo>
                    <a:pt x="4825614" y="615725"/>
                  </a:lnTo>
                  <a:lnTo>
                    <a:pt x="4854264" y="745230"/>
                  </a:lnTo>
                  <a:cubicBezTo>
                    <a:pt x="4857907" y="651165"/>
                    <a:pt x="4966048" y="570515"/>
                    <a:pt x="4972838" y="565547"/>
                  </a:cubicBezTo>
                  <a:cubicBezTo>
                    <a:pt x="4897653" y="651828"/>
                    <a:pt x="4926303" y="759638"/>
                    <a:pt x="4926303" y="759638"/>
                  </a:cubicBezTo>
                  <a:cubicBezTo>
                    <a:pt x="4957604" y="689917"/>
                    <a:pt x="5046533" y="653815"/>
                    <a:pt x="5052164" y="651828"/>
                  </a:cubicBezTo>
                  <a:cubicBezTo>
                    <a:pt x="5047361" y="658949"/>
                    <a:pt x="4966546" y="778848"/>
                    <a:pt x="4979462" y="811141"/>
                  </a:cubicBezTo>
                  <a:cubicBezTo>
                    <a:pt x="4987412" y="813294"/>
                    <a:pt x="4995029" y="815613"/>
                    <a:pt x="5002648" y="817766"/>
                  </a:cubicBezTo>
                  <a:cubicBezTo>
                    <a:pt x="5006788" y="816938"/>
                    <a:pt x="5011094" y="815613"/>
                    <a:pt x="5016393" y="813626"/>
                  </a:cubicBezTo>
                  <a:cubicBezTo>
                    <a:pt x="5120726" y="770402"/>
                    <a:pt x="5111617" y="543686"/>
                    <a:pt x="5111617" y="543686"/>
                  </a:cubicBezTo>
                  <a:cubicBezTo>
                    <a:pt x="5188624" y="626490"/>
                    <a:pt x="5111617" y="788619"/>
                    <a:pt x="5111617" y="788619"/>
                  </a:cubicBezTo>
                  <a:cubicBezTo>
                    <a:pt x="5111617" y="788619"/>
                    <a:pt x="5116088" y="817434"/>
                    <a:pt x="5120559" y="852543"/>
                  </a:cubicBezTo>
                  <a:cubicBezTo>
                    <a:pt x="5123706" y="853205"/>
                    <a:pt x="5127018" y="854365"/>
                    <a:pt x="5130164" y="855358"/>
                  </a:cubicBezTo>
                  <a:cubicBezTo>
                    <a:pt x="5130827" y="850887"/>
                    <a:pt x="5130994" y="846912"/>
                    <a:pt x="5131490" y="842275"/>
                  </a:cubicBezTo>
                  <a:cubicBezTo>
                    <a:pt x="5142088" y="716746"/>
                    <a:pt x="5257019" y="642057"/>
                    <a:pt x="5264473" y="637586"/>
                  </a:cubicBezTo>
                  <a:cubicBezTo>
                    <a:pt x="5163948" y="752517"/>
                    <a:pt x="5203363" y="856683"/>
                    <a:pt x="5203363" y="856683"/>
                  </a:cubicBezTo>
                  <a:cubicBezTo>
                    <a:pt x="5249070" y="779510"/>
                    <a:pt x="5342307" y="753510"/>
                    <a:pt x="5347110" y="752351"/>
                  </a:cubicBezTo>
                  <a:cubicBezTo>
                    <a:pt x="5342141" y="757982"/>
                    <a:pt x="5240955" y="874734"/>
                    <a:pt x="5304051" y="883843"/>
                  </a:cubicBezTo>
                  <a:cubicBezTo>
                    <a:pt x="5369135" y="892951"/>
                    <a:pt x="5422957" y="745230"/>
                    <a:pt x="5422957" y="745230"/>
                  </a:cubicBezTo>
                  <a:cubicBezTo>
                    <a:pt x="5426436" y="828033"/>
                    <a:pt x="5384702" y="874072"/>
                    <a:pt x="5384702" y="874072"/>
                  </a:cubicBezTo>
                  <a:cubicBezTo>
                    <a:pt x="5384702" y="874072"/>
                    <a:pt x="5347275" y="898747"/>
                    <a:pt x="5330881" y="916136"/>
                  </a:cubicBezTo>
                  <a:cubicBezTo>
                    <a:pt x="5342473" y="919779"/>
                    <a:pt x="5354396" y="923257"/>
                    <a:pt x="5366154" y="926901"/>
                  </a:cubicBezTo>
                  <a:cubicBezTo>
                    <a:pt x="5371785" y="925410"/>
                    <a:pt x="5377747" y="923754"/>
                    <a:pt x="5384702" y="921435"/>
                  </a:cubicBezTo>
                  <a:cubicBezTo>
                    <a:pt x="5522818" y="878212"/>
                    <a:pt x="5556105" y="622846"/>
                    <a:pt x="5556105" y="622846"/>
                  </a:cubicBezTo>
                  <a:cubicBezTo>
                    <a:pt x="5653151" y="835154"/>
                    <a:pt x="5505595" y="955882"/>
                    <a:pt x="5505595" y="955882"/>
                  </a:cubicBezTo>
                  <a:cubicBezTo>
                    <a:pt x="5631621" y="957703"/>
                    <a:pt x="5696374" y="824390"/>
                    <a:pt x="5696374" y="824390"/>
                  </a:cubicBezTo>
                  <a:cubicBezTo>
                    <a:pt x="5696374" y="961181"/>
                    <a:pt x="5627978" y="1000595"/>
                    <a:pt x="5627978" y="1000595"/>
                  </a:cubicBezTo>
                  <a:cubicBezTo>
                    <a:pt x="5627978" y="1000595"/>
                    <a:pt x="5631456" y="1004735"/>
                    <a:pt x="5636921" y="1011360"/>
                  </a:cubicBezTo>
                  <a:cubicBezTo>
                    <a:pt x="5681635" y="1025933"/>
                    <a:pt x="5726680" y="1040341"/>
                    <a:pt x="5771394" y="1054583"/>
                  </a:cubicBezTo>
                  <a:cubicBezTo>
                    <a:pt x="5743241" y="903218"/>
                    <a:pt x="5831840" y="773880"/>
                    <a:pt x="5836643" y="767090"/>
                  </a:cubicBezTo>
                  <a:cubicBezTo>
                    <a:pt x="5790108" y="918123"/>
                    <a:pt x="5894440" y="1047462"/>
                    <a:pt x="5894440" y="1047462"/>
                  </a:cubicBezTo>
                  <a:lnTo>
                    <a:pt x="5904707" y="1044481"/>
                  </a:lnTo>
                  <a:cubicBezTo>
                    <a:pt x="5934682" y="946608"/>
                    <a:pt x="6026262" y="879372"/>
                    <a:pt x="6032059" y="875397"/>
                  </a:cubicBezTo>
                  <a:cubicBezTo>
                    <a:pt x="6026760" y="886161"/>
                    <a:pt x="5901229" y="1141030"/>
                    <a:pt x="6032390" y="1097475"/>
                  </a:cubicBezTo>
                  <a:cubicBezTo>
                    <a:pt x="6166200" y="1052761"/>
                    <a:pt x="6162225" y="907524"/>
                    <a:pt x="6162225" y="907524"/>
                  </a:cubicBezTo>
                  <a:cubicBezTo>
                    <a:pt x="6203296" y="1054086"/>
                    <a:pt x="6076772" y="1145004"/>
                    <a:pt x="6076772" y="1145004"/>
                  </a:cubicBezTo>
                  <a:cubicBezTo>
                    <a:pt x="6076772" y="1145004"/>
                    <a:pt x="6095155" y="1152623"/>
                    <a:pt x="6125626" y="1169183"/>
                  </a:cubicBezTo>
                  <a:cubicBezTo>
                    <a:pt x="6143015" y="1174979"/>
                    <a:pt x="6160735" y="1180775"/>
                    <a:pt x="6178123" y="1186406"/>
                  </a:cubicBezTo>
                  <a:cubicBezTo>
                    <a:pt x="6204124" y="1051602"/>
                    <a:pt x="6349857" y="954226"/>
                    <a:pt x="6349857" y="954226"/>
                  </a:cubicBezTo>
                  <a:cubicBezTo>
                    <a:pt x="6266723" y="1044316"/>
                    <a:pt x="6270366" y="1148979"/>
                    <a:pt x="6289080" y="1222840"/>
                  </a:cubicBezTo>
                  <a:cubicBezTo>
                    <a:pt x="6304316" y="1227973"/>
                    <a:pt x="6319552" y="1232941"/>
                    <a:pt x="6334788" y="1237910"/>
                  </a:cubicBezTo>
                  <a:cubicBezTo>
                    <a:pt x="6364266" y="1150304"/>
                    <a:pt x="6453527" y="1100622"/>
                    <a:pt x="6458993" y="1097641"/>
                  </a:cubicBezTo>
                  <a:cubicBezTo>
                    <a:pt x="6456177" y="1104762"/>
                    <a:pt x="6410139" y="1218368"/>
                    <a:pt x="6408979" y="1262419"/>
                  </a:cubicBezTo>
                  <a:cubicBezTo>
                    <a:pt x="6417425" y="1265235"/>
                    <a:pt x="6426202" y="1267885"/>
                    <a:pt x="6434483" y="1270866"/>
                  </a:cubicBezTo>
                  <a:cubicBezTo>
                    <a:pt x="6484993" y="1228636"/>
                    <a:pt x="6537490" y="1065844"/>
                    <a:pt x="6537490" y="1065844"/>
                  </a:cubicBezTo>
                  <a:cubicBezTo>
                    <a:pt x="6547427" y="1132419"/>
                    <a:pt x="6522751" y="1263082"/>
                    <a:pt x="6515796" y="1297694"/>
                  </a:cubicBezTo>
                  <a:lnTo>
                    <a:pt x="6516510" y="1297898"/>
                  </a:lnTo>
                  <a:lnTo>
                    <a:pt x="0" y="1297898"/>
                  </a:lnTo>
                  <a:lnTo>
                    <a:pt x="0" y="48084"/>
                  </a:lnTo>
                  <a:lnTo>
                    <a:pt x="4462" y="54168"/>
                  </a:lnTo>
                  <a:cubicBezTo>
                    <a:pt x="34352" y="101688"/>
                    <a:pt x="55273" y="159955"/>
                    <a:pt x="47199" y="225722"/>
                  </a:cubicBezTo>
                  <a:cubicBezTo>
                    <a:pt x="62435" y="225225"/>
                    <a:pt x="77670" y="224728"/>
                    <a:pt x="92906" y="224397"/>
                  </a:cubicBezTo>
                  <a:cubicBezTo>
                    <a:pt x="118244" y="192601"/>
                    <a:pt x="142919" y="140600"/>
                    <a:pt x="143085" y="56140"/>
                  </a:cubicBezTo>
                  <a:cubicBezTo>
                    <a:pt x="143085" y="56140"/>
                    <a:pt x="177697" y="148714"/>
                    <a:pt x="173391" y="221747"/>
                  </a:cubicBezTo>
                  <a:cubicBezTo>
                    <a:pt x="199226" y="221085"/>
                    <a:pt x="224895" y="220753"/>
                    <a:pt x="250729" y="220257"/>
                  </a:cubicBezTo>
                  <a:cubicBezTo>
                    <a:pt x="251557" y="193097"/>
                    <a:pt x="255532" y="162625"/>
                    <a:pt x="266296" y="136294"/>
                  </a:cubicBezTo>
                  <a:cubicBezTo>
                    <a:pt x="266296" y="136294"/>
                    <a:pt x="269112" y="179683"/>
                    <a:pt x="284182" y="219429"/>
                  </a:cubicBezTo>
                  <a:cubicBezTo>
                    <a:pt x="297099" y="219263"/>
                    <a:pt x="310017" y="218932"/>
                    <a:pt x="322768" y="218600"/>
                  </a:cubicBezTo>
                  <a:cubicBezTo>
                    <a:pt x="324093" y="164281"/>
                    <a:pt x="334692" y="84790"/>
                    <a:pt x="382056" y="45873"/>
                  </a:cubicBezTo>
                  <a:cubicBezTo>
                    <a:pt x="382056" y="45873"/>
                    <a:pt x="368807" y="140269"/>
                    <a:pt x="379903" y="217607"/>
                  </a:cubicBezTo>
                  <a:cubicBezTo>
                    <a:pt x="408056" y="217110"/>
                    <a:pt x="436209" y="216779"/>
                    <a:pt x="464362" y="216613"/>
                  </a:cubicBezTo>
                  <a:cubicBezTo>
                    <a:pt x="464031" y="180180"/>
                    <a:pt x="472477" y="128179"/>
                    <a:pt x="513547" y="84956"/>
                  </a:cubicBezTo>
                  <a:cubicBezTo>
                    <a:pt x="513547" y="84956"/>
                    <a:pt x="503280" y="159148"/>
                    <a:pt x="528617" y="215785"/>
                  </a:cubicBezTo>
                  <a:cubicBezTo>
                    <a:pt x="563892" y="215454"/>
                    <a:pt x="599000" y="214957"/>
                    <a:pt x="634109" y="214957"/>
                  </a:cubicBezTo>
                  <a:cubicBezTo>
                    <a:pt x="636924" y="189123"/>
                    <a:pt x="634771" y="164944"/>
                    <a:pt x="634771" y="164944"/>
                  </a:cubicBezTo>
                  <a:cubicBezTo>
                    <a:pt x="634771" y="164944"/>
                    <a:pt x="652988" y="184982"/>
                    <a:pt x="666402" y="214957"/>
                  </a:cubicBezTo>
                  <a:lnTo>
                    <a:pt x="680644" y="214957"/>
                  </a:lnTo>
                  <a:cubicBezTo>
                    <a:pt x="687434" y="156333"/>
                    <a:pt x="711944" y="46535"/>
                    <a:pt x="803028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65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E8C1294F-F07C-8FFE-7786-CD84E3A1A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2789" y="506460"/>
            <a:ext cx="6299212" cy="840230"/>
          </a:xfrm>
        </p:spPr>
        <p:txBody>
          <a:bodyPr wrap="square">
            <a:spAutoFit/>
          </a:bodyPr>
          <a:lstStyle>
            <a:lvl1pPr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  <a:latin typeface="Questrial" pitchFamily="2" charset="0"/>
              </a:defRPr>
            </a:lvl1pPr>
          </a:lstStyle>
          <a:p>
            <a:r>
              <a:rPr lang="en-US" dirty="0"/>
              <a:t>Slide Headline</a:t>
            </a:r>
          </a:p>
        </p:txBody>
      </p:sp>
    </p:spTree>
    <p:extLst>
      <p:ext uri="{BB962C8B-B14F-4D97-AF65-F5344CB8AC3E}">
        <p14:creationId xmlns:p14="http://schemas.microsoft.com/office/powerpoint/2010/main" val="2215946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lem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Freeform: Shape 516">
            <a:extLst>
              <a:ext uri="{FF2B5EF4-FFF2-40B4-BE49-F238E27FC236}">
                <a16:creationId xmlns:a16="http://schemas.microsoft.com/office/drawing/2014/main" id="{283E662E-A224-91A5-4129-7CC1DA4663A3}"/>
              </a:ext>
            </a:extLst>
          </p:cNvPr>
          <p:cNvSpPr/>
          <p:nvPr/>
        </p:nvSpPr>
        <p:spPr>
          <a:xfrm>
            <a:off x="9466418" y="5859335"/>
            <a:ext cx="2725582" cy="998665"/>
          </a:xfrm>
          <a:custGeom>
            <a:avLst/>
            <a:gdLst>
              <a:gd name="connsiteX0" fmla="*/ 60910 w 2725582"/>
              <a:gd name="connsiteY0" fmla="*/ 984035 h 998665"/>
              <a:gd name="connsiteX1" fmla="*/ 71627 w 2725582"/>
              <a:gd name="connsiteY1" fmla="*/ 998665 h 998665"/>
              <a:gd name="connsiteX2" fmla="*/ 62601 w 2725582"/>
              <a:gd name="connsiteY2" fmla="*/ 998665 h 998665"/>
              <a:gd name="connsiteX3" fmla="*/ 62607 w 2725582"/>
              <a:gd name="connsiteY3" fmla="*/ 995338 h 998665"/>
              <a:gd name="connsiteX4" fmla="*/ 60910 w 2725582"/>
              <a:gd name="connsiteY4" fmla="*/ 984035 h 998665"/>
              <a:gd name="connsiteX5" fmla="*/ 13547 w 2725582"/>
              <a:gd name="connsiteY5" fmla="*/ 976914 h 998665"/>
              <a:gd name="connsiteX6" fmla="*/ 13464 w 2725582"/>
              <a:gd name="connsiteY6" fmla="*/ 993413 h 998665"/>
              <a:gd name="connsiteX7" fmla="*/ 17623 w 2725582"/>
              <a:gd name="connsiteY7" fmla="*/ 998665 h 998665"/>
              <a:gd name="connsiteX8" fmla="*/ 0 w 2725582"/>
              <a:gd name="connsiteY8" fmla="*/ 998665 h 998665"/>
              <a:gd name="connsiteX9" fmla="*/ 430 w 2725582"/>
              <a:gd name="connsiteY9" fmla="*/ 996854 h 998665"/>
              <a:gd name="connsiteX10" fmla="*/ 13547 w 2725582"/>
              <a:gd name="connsiteY10" fmla="*/ 976914 h 998665"/>
              <a:gd name="connsiteX11" fmla="*/ 2706642 w 2725582"/>
              <a:gd name="connsiteY11" fmla="*/ 0 h 998665"/>
              <a:gd name="connsiteX12" fmla="*/ 2714858 w 2725582"/>
              <a:gd name="connsiteY12" fmla="*/ 8255 h 998665"/>
              <a:gd name="connsiteX13" fmla="*/ 2725582 w 2725582"/>
              <a:gd name="connsiteY13" fmla="*/ 21243 h 998665"/>
              <a:gd name="connsiteX14" fmla="*/ 2725582 w 2725582"/>
              <a:gd name="connsiteY14" fmla="*/ 998665 h 998665"/>
              <a:gd name="connsiteX15" fmla="*/ 88159 w 2725582"/>
              <a:gd name="connsiteY15" fmla="*/ 998665 h 998665"/>
              <a:gd name="connsiteX16" fmla="*/ 90347 w 2725582"/>
              <a:gd name="connsiteY16" fmla="*/ 995089 h 998665"/>
              <a:gd name="connsiteX17" fmla="*/ 91050 w 2725582"/>
              <a:gd name="connsiteY17" fmla="*/ 951079 h 998665"/>
              <a:gd name="connsiteX18" fmla="*/ 110261 w 2725582"/>
              <a:gd name="connsiteY18" fmla="*/ 998442 h 998665"/>
              <a:gd name="connsiteX19" fmla="*/ 136924 w 2725582"/>
              <a:gd name="connsiteY19" fmla="*/ 988009 h 998665"/>
              <a:gd name="connsiteX20" fmla="*/ 136924 w 2725582"/>
              <a:gd name="connsiteY20" fmla="*/ 943792 h 998665"/>
              <a:gd name="connsiteX21" fmla="*/ 156961 w 2725582"/>
              <a:gd name="connsiteY21" fmla="*/ 980226 h 998665"/>
              <a:gd name="connsiteX22" fmla="*/ 157127 w 2725582"/>
              <a:gd name="connsiteY22" fmla="*/ 980226 h 998665"/>
              <a:gd name="connsiteX23" fmla="*/ 168720 w 2725582"/>
              <a:gd name="connsiteY23" fmla="*/ 919779 h 998665"/>
              <a:gd name="connsiteX24" fmla="*/ 188261 w 2725582"/>
              <a:gd name="connsiteY24" fmla="*/ 968137 h 998665"/>
              <a:gd name="connsiteX25" fmla="*/ 218568 w 2725582"/>
              <a:gd name="connsiteY25" fmla="*/ 956378 h 998665"/>
              <a:gd name="connsiteX26" fmla="*/ 224529 w 2725582"/>
              <a:gd name="connsiteY26" fmla="*/ 906531 h 998665"/>
              <a:gd name="connsiteX27" fmla="*/ 245892 w 2725582"/>
              <a:gd name="connsiteY27" fmla="*/ 945614 h 998665"/>
              <a:gd name="connsiteX28" fmla="*/ 267918 w 2725582"/>
              <a:gd name="connsiteY28" fmla="*/ 937168 h 998665"/>
              <a:gd name="connsiteX29" fmla="*/ 253179 w 2725582"/>
              <a:gd name="connsiteY29" fmla="*/ 899409 h 998665"/>
              <a:gd name="connsiteX30" fmla="*/ 282989 w 2725582"/>
              <a:gd name="connsiteY30" fmla="*/ 931372 h 998665"/>
              <a:gd name="connsiteX31" fmla="*/ 293587 w 2725582"/>
              <a:gd name="connsiteY31" fmla="*/ 927232 h 998665"/>
              <a:gd name="connsiteX32" fmla="*/ 282989 w 2725582"/>
              <a:gd name="connsiteY32" fmla="*/ 867779 h 998665"/>
              <a:gd name="connsiteX33" fmla="*/ 325550 w 2725582"/>
              <a:gd name="connsiteY33" fmla="*/ 914811 h 998665"/>
              <a:gd name="connsiteX34" fmla="*/ 333333 w 2725582"/>
              <a:gd name="connsiteY34" fmla="*/ 911665 h 998665"/>
              <a:gd name="connsiteX35" fmla="*/ 346416 w 2725582"/>
              <a:gd name="connsiteY35" fmla="*/ 886492 h 998665"/>
              <a:gd name="connsiteX36" fmla="*/ 360989 w 2725582"/>
              <a:gd name="connsiteY36" fmla="*/ 900900 h 998665"/>
              <a:gd name="connsiteX37" fmla="*/ 367945 w 2725582"/>
              <a:gd name="connsiteY37" fmla="*/ 898251 h 998665"/>
              <a:gd name="connsiteX38" fmla="*/ 367945 w 2725582"/>
              <a:gd name="connsiteY38" fmla="*/ 867779 h 998665"/>
              <a:gd name="connsiteX39" fmla="*/ 385334 w 2725582"/>
              <a:gd name="connsiteY39" fmla="*/ 891461 h 998665"/>
              <a:gd name="connsiteX40" fmla="*/ 403882 w 2725582"/>
              <a:gd name="connsiteY40" fmla="*/ 841944 h 998665"/>
              <a:gd name="connsiteX41" fmla="*/ 403882 w 2725582"/>
              <a:gd name="connsiteY41" fmla="*/ 843103 h 998665"/>
              <a:gd name="connsiteX42" fmla="*/ 420276 w 2725582"/>
              <a:gd name="connsiteY42" fmla="*/ 877881 h 998665"/>
              <a:gd name="connsiteX43" fmla="*/ 429385 w 2725582"/>
              <a:gd name="connsiteY43" fmla="*/ 874403 h 998665"/>
              <a:gd name="connsiteX44" fmla="*/ 402888 w 2725582"/>
              <a:gd name="connsiteY44" fmla="*/ 809319 h 998665"/>
              <a:gd name="connsiteX45" fmla="*/ 454889 w 2725582"/>
              <a:gd name="connsiteY45" fmla="*/ 864467 h 998665"/>
              <a:gd name="connsiteX46" fmla="*/ 474264 w 2725582"/>
              <a:gd name="connsiteY46" fmla="*/ 857014 h 998665"/>
              <a:gd name="connsiteX47" fmla="*/ 472939 w 2725582"/>
              <a:gd name="connsiteY47" fmla="*/ 816275 h 998665"/>
              <a:gd name="connsiteX48" fmla="*/ 497946 w 2725582"/>
              <a:gd name="connsiteY48" fmla="*/ 847740 h 998665"/>
              <a:gd name="connsiteX49" fmla="*/ 523946 w 2725582"/>
              <a:gd name="connsiteY49" fmla="*/ 837638 h 998665"/>
              <a:gd name="connsiteX50" fmla="*/ 506888 w 2725582"/>
              <a:gd name="connsiteY50" fmla="*/ 750032 h 998665"/>
              <a:gd name="connsiteX51" fmla="*/ 556240 w 2725582"/>
              <a:gd name="connsiteY51" fmla="*/ 825218 h 998665"/>
              <a:gd name="connsiteX52" fmla="*/ 565182 w 2725582"/>
              <a:gd name="connsiteY52" fmla="*/ 821740 h 998665"/>
              <a:gd name="connsiteX53" fmla="*/ 549119 w 2725582"/>
              <a:gd name="connsiteY53" fmla="*/ 778682 h 998665"/>
              <a:gd name="connsiteX54" fmla="*/ 584227 w 2725582"/>
              <a:gd name="connsiteY54" fmla="*/ 814288 h 998665"/>
              <a:gd name="connsiteX55" fmla="*/ 595654 w 2725582"/>
              <a:gd name="connsiteY55" fmla="*/ 809982 h 998665"/>
              <a:gd name="connsiteX56" fmla="*/ 595985 w 2725582"/>
              <a:gd name="connsiteY56" fmla="*/ 808160 h 998665"/>
              <a:gd name="connsiteX57" fmla="*/ 548456 w 2725582"/>
              <a:gd name="connsiteY57" fmla="*/ 754504 h 998665"/>
              <a:gd name="connsiteX58" fmla="*/ 616355 w 2725582"/>
              <a:gd name="connsiteY58" fmla="*/ 794581 h 998665"/>
              <a:gd name="connsiteX59" fmla="*/ 601782 w 2725582"/>
              <a:gd name="connsiteY59" fmla="*/ 761625 h 998665"/>
              <a:gd name="connsiteX60" fmla="*/ 643680 w 2725582"/>
              <a:gd name="connsiteY60" fmla="*/ 791268 h 998665"/>
              <a:gd name="connsiteX61" fmla="*/ 647820 w 2725582"/>
              <a:gd name="connsiteY61" fmla="*/ 789778 h 998665"/>
              <a:gd name="connsiteX62" fmla="*/ 629272 w 2725582"/>
              <a:gd name="connsiteY62" fmla="*/ 714758 h 998665"/>
              <a:gd name="connsiteX63" fmla="*/ 679782 w 2725582"/>
              <a:gd name="connsiteY63" fmla="*/ 771230 h 998665"/>
              <a:gd name="connsiteX64" fmla="*/ 665706 w 2725582"/>
              <a:gd name="connsiteY64" fmla="*/ 708796 h 998665"/>
              <a:gd name="connsiteX65" fmla="*/ 703961 w 2725582"/>
              <a:gd name="connsiteY65" fmla="*/ 751854 h 998665"/>
              <a:gd name="connsiteX66" fmla="*/ 680610 w 2725582"/>
              <a:gd name="connsiteY66" fmla="*/ 669216 h 998665"/>
              <a:gd name="connsiteX67" fmla="*/ 732776 w 2725582"/>
              <a:gd name="connsiteY67" fmla="*/ 727841 h 998665"/>
              <a:gd name="connsiteX68" fmla="*/ 729961 w 2725582"/>
              <a:gd name="connsiteY68" fmla="*/ 681637 h 998665"/>
              <a:gd name="connsiteX69" fmla="*/ 754139 w 2725582"/>
              <a:gd name="connsiteY69" fmla="*/ 728007 h 998665"/>
              <a:gd name="connsiteX70" fmla="*/ 781133 w 2725582"/>
              <a:gd name="connsiteY70" fmla="*/ 738440 h 998665"/>
              <a:gd name="connsiteX71" fmla="*/ 795210 w 2725582"/>
              <a:gd name="connsiteY71" fmla="*/ 732975 h 998665"/>
              <a:gd name="connsiteX72" fmla="*/ 780803 w 2725582"/>
              <a:gd name="connsiteY72" fmla="*/ 715586 h 998665"/>
              <a:gd name="connsiteX73" fmla="*/ 740891 w 2725582"/>
              <a:gd name="connsiteY73" fmla="*/ 615726 h 998665"/>
              <a:gd name="connsiteX74" fmla="*/ 803325 w 2725582"/>
              <a:gd name="connsiteY74" fmla="*/ 703000 h 998665"/>
              <a:gd name="connsiteX75" fmla="*/ 789579 w 2725582"/>
              <a:gd name="connsiteY75" fmla="*/ 666401 h 998665"/>
              <a:gd name="connsiteX76" fmla="*/ 831644 w 2725582"/>
              <a:gd name="connsiteY76" fmla="*/ 696707 h 998665"/>
              <a:gd name="connsiteX77" fmla="*/ 819720 w 2725582"/>
              <a:gd name="connsiteY77" fmla="*/ 613407 h 998665"/>
              <a:gd name="connsiteX78" fmla="*/ 856485 w 2725582"/>
              <a:gd name="connsiteY78" fmla="*/ 682299 h 998665"/>
              <a:gd name="connsiteX79" fmla="*/ 865262 w 2725582"/>
              <a:gd name="connsiteY79" fmla="*/ 618044 h 998665"/>
              <a:gd name="connsiteX80" fmla="*/ 896727 w 2725582"/>
              <a:gd name="connsiteY80" fmla="*/ 674682 h 998665"/>
              <a:gd name="connsiteX81" fmla="*/ 854497 w 2725582"/>
              <a:gd name="connsiteY81" fmla="*/ 571177 h 998665"/>
              <a:gd name="connsiteX82" fmla="*/ 917924 w 2725582"/>
              <a:gd name="connsiteY82" fmla="*/ 642719 h 998665"/>
              <a:gd name="connsiteX83" fmla="*/ 949720 w 2725582"/>
              <a:gd name="connsiteY83" fmla="*/ 670376 h 998665"/>
              <a:gd name="connsiteX84" fmla="*/ 937797 w 2725582"/>
              <a:gd name="connsiteY84" fmla="*/ 653318 h 998665"/>
              <a:gd name="connsiteX85" fmla="*/ 923555 w 2725582"/>
              <a:gd name="connsiteY85" fmla="*/ 558922 h 998665"/>
              <a:gd name="connsiteX86" fmla="*/ 962473 w 2725582"/>
              <a:gd name="connsiteY86" fmla="*/ 638910 h 998665"/>
              <a:gd name="connsiteX87" fmla="*/ 977543 w 2725582"/>
              <a:gd name="connsiteY87" fmla="*/ 571012 h 998665"/>
              <a:gd name="connsiteX88" fmla="*/ 999072 w 2725582"/>
              <a:gd name="connsiteY88" fmla="*/ 620694 h 998665"/>
              <a:gd name="connsiteX89" fmla="*/ 997913 w 2725582"/>
              <a:gd name="connsiteY89" fmla="*/ 549648 h 998665"/>
              <a:gd name="connsiteX90" fmla="*/ 1019939 w 2725582"/>
              <a:gd name="connsiteY90" fmla="*/ 597012 h 998665"/>
              <a:gd name="connsiteX91" fmla="*/ 1032359 w 2725582"/>
              <a:gd name="connsiteY91" fmla="*/ 610757 h 998665"/>
              <a:gd name="connsiteX92" fmla="*/ 1004868 w 2725582"/>
              <a:gd name="connsiteY92" fmla="*/ 479100 h 998665"/>
              <a:gd name="connsiteX93" fmla="*/ 1076576 w 2725582"/>
              <a:gd name="connsiteY93" fmla="*/ 589394 h 998665"/>
              <a:gd name="connsiteX94" fmla="*/ 1098104 w 2725582"/>
              <a:gd name="connsiteY94" fmla="*/ 501622 h 998665"/>
              <a:gd name="connsiteX95" fmla="*/ 1123939 w 2725582"/>
              <a:gd name="connsiteY95" fmla="*/ 570846 h 998665"/>
              <a:gd name="connsiteX96" fmla="*/ 1190513 w 2725582"/>
              <a:gd name="connsiteY96" fmla="*/ 556935 h 998665"/>
              <a:gd name="connsiteX97" fmla="*/ 1124271 w 2725582"/>
              <a:gd name="connsiteY97" fmla="*/ 448463 h 998665"/>
              <a:gd name="connsiteX98" fmla="*/ 1259571 w 2725582"/>
              <a:gd name="connsiteY98" fmla="*/ 554617 h 998665"/>
              <a:gd name="connsiteX99" fmla="*/ 1246819 w 2725582"/>
              <a:gd name="connsiteY99" fmla="*/ 440679 h 998665"/>
              <a:gd name="connsiteX100" fmla="*/ 1307432 w 2725582"/>
              <a:gd name="connsiteY100" fmla="*/ 541368 h 998665"/>
              <a:gd name="connsiteX101" fmla="*/ 1350820 w 2725582"/>
              <a:gd name="connsiteY101" fmla="*/ 525636 h 998665"/>
              <a:gd name="connsiteX102" fmla="*/ 1334591 w 2725582"/>
              <a:gd name="connsiteY102" fmla="*/ 462208 h 998665"/>
              <a:gd name="connsiteX103" fmla="*/ 1350820 w 2725582"/>
              <a:gd name="connsiteY103" fmla="*/ 477444 h 998665"/>
              <a:gd name="connsiteX104" fmla="*/ 1382451 w 2725582"/>
              <a:gd name="connsiteY104" fmla="*/ 514209 h 998665"/>
              <a:gd name="connsiteX105" fmla="*/ 1395037 w 2725582"/>
              <a:gd name="connsiteY105" fmla="*/ 509737 h 998665"/>
              <a:gd name="connsiteX106" fmla="*/ 1363241 w 2725582"/>
              <a:gd name="connsiteY106" fmla="*/ 422793 h 998665"/>
              <a:gd name="connsiteX107" fmla="*/ 1434120 w 2725582"/>
              <a:gd name="connsiteY107" fmla="*/ 495826 h 998665"/>
              <a:gd name="connsiteX108" fmla="*/ 1460783 w 2725582"/>
              <a:gd name="connsiteY108" fmla="*/ 486386 h 998665"/>
              <a:gd name="connsiteX109" fmla="*/ 1460783 w 2725582"/>
              <a:gd name="connsiteY109" fmla="*/ 422793 h 998665"/>
              <a:gd name="connsiteX110" fmla="*/ 1485459 w 2725582"/>
              <a:gd name="connsiteY110" fmla="*/ 477609 h 998665"/>
              <a:gd name="connsiteX111" fmla="*/ 1524873 w 2725582"/>
              <a:gd name="connsiteY111" fmla="*/ 463533 h 998665"/>
              <a:gd name="connsiteX112" fmla="*/ 1520899 w 2725582"/>
              <a:gd name="connsiteY112" fmla="*/ 458730 h 998665"/>
              <a:gd name="connsiteX113" fmla="*/ 1506656 w 2725582"/>
              <a:gd name="connsiteY113" fmla="*/ 381557 h 998665"/>
              <a:gd name="connsiteX114" fmla="*/ 1547064 w 2725582"/>
              <a:gd name="connsiteY114" fmla="*/ 455915 h 998665"/>
              <a:gd name="connsiteX115" fmla="*/ 1583663 w 2725582"/>
              <a:gd name="connsiteY115" fmla="*/ 443163 h 998665"/>
              <a:gd name="connsiteX116" fmla="*/ 1572898 w 2725582"/>
              <a:gd name="connsiteY116" fmla="*/ 397787 h 998665"/>
              <a:gd name="connsiteX117" fmla="*/ 1609498 w 2725582"/>
              <a:gd name="connsiteY117" fmla="*/ 434220 h 998665"/>
              <a:gd name="connsiteX118" fmla="*/ 1620593 w 2725582"/>
              <a:gd name="connsiteY118" fmla="*/ 430412 h 998665"/>
              <a:gd name="connsiteX119" fmla="*/ 1601549 w 2725582"/>
              <a:gd name="connsiteY119" fmla="*/ 345786 h 998665"/>
              <a:gd name="connsiteX120" fmla="*/ 1654874 w 2725582"/>
              <a:gd name="connsiteY120" fmla="*/ 418488 h 998665"/>
              <a:gd name="connsiteX121" fmla="*/ 1695116 w 2725582"/>
              <a:gd name="connsiteY121" fmla="*/ 404742 h 998665"/>
              <a:gd name="connsiteX122" fmla="*/ 1680378 w 2725582"/>
              <a:gd name="connsiteY122" fmla="*/ 352907 h 998665"/>
              <a:gd name="connsiteX123" fmla="*/ 1724595 w 2725582"/>
              <a:gd name="connsiteY123" fmla="*/ 394641 h 998665"/>
              <a:gd name="connsiteX124" fmla="*/ 1710849 w 2725582"/>
              <a:gd name="connsiteY124" fmla="*/ 279544 h 998665"/>
              <a:gd name="connsiteX125" fmla="*/ 1758709 w 2725582"/>
              <a:gd name="connsiteY125" fmla="*/ 383379 h 998665"/>
              <a:gd name="connsiteX126" fmla="*/ 1788353 w 2725582"/>
              <a:gd name="connsiteY126" fmla="*/ 373443 h 998665"/>
              <a:gd name="connsiteX127" fmla="*/ 1780735 w 2725582"/>
              <a:gd name="connsiteY127" fmla="*/ 327901 h 998665"/>
              <a:gd name="connsiteX128" fmla="*/ 1811704 w 2725582"/>
              <a:gd name="connsiteY128" fmla="*/ 365494 h 998665"/>
              <a:gd name="connsiteX129" fmla="*/ 1823627 w 2725582"/>
              <a:gd name="connsiteY129" fmla="*/ 304550 h 998665"/>
              <a:gd name="connsiteX130" fmla="*/ 1856748 w 2725582"/>
              <a:gd name="connsiteY130" fmla="*/ 350755 h 998665"/>
              <a:gd name="connsiteX131" fmla="*/ 1910902 w 2725582"/>
              <a:gd name="connsiteY131" fmla="*/ 333200 h 998665"/>
              <a:gd name="connsiteX132" fmla="*/ 1902456 w 2725582"/>
              <a:gd name="connsiteY132" fmla="*/ 258015 h 998665"/>
              <a:gd name="connsiteX133" fmla="*/ 1943360 w 2725582"/>
              <a:gd name="connsiteY133" fmla="*/ 322436 h 998665"/>
              <a:gd name="connsiteX134" fmla="*/ 1943360 w 2725582"/>
              <a:gd name="connsiteY134" fmla="*/ 270601 h 998665"/>
              <a:gd name="connsiteX135" fmla="*/ 1951641 w 2725582"/>
              <a:gd name="connsiteY135" fmla="*/ 284512 h 998665"/>
              <a:gd name="connsiteX136" fmla="*/ 1981285 w 2725582"/>
              <a:gd name="connsiteY136" fmla="*/ 310347 h 998665"/>
              <a:gd name="connsiteX137" fmla="*/ 2001488 w 2725582"/>
              <a:gd name="connsiteY137" fmla="*/ 304054 h 998665"/>
              <a:gd name="connsiteX138" fmla="*/ 2006292 w 2725582"/>
              <a:gd name="connsiteY138" fmla="*/ 266957 h 998665"/>
              <a:gd name="connsiteX139" fmla="*/ 2024342 w 2725582"/>
              <a:gd name="connsiteY139" fmla="*/ 296933 h 998665"/>
              <a:gd name="connsiteX140" fmla="*/ 2062101 w 2725582"/>
              <a:gd name="connsiteY140" fmla="*/ 285174 h 998665"/>
              <a:gd name="connsiteX141" fmla="*/ 2062101 w 2725582"/>
              <a:gd name="connsiteY141" fmla="*/ 284843 h 998665"/>
              <a:gd name="connsiteX142" fmla="*/ 2042228 w 2725582"/>
              <a:gd name="connsiteY142" fmla="*/ 188294 h 998665"/>
              <a:gd name="connsiteX143" fmla="*/ 2109796 w 2725582"/>
              <a:gd name="connsiteY143" fmla="*/ 270270 h 998665"/>
              <a:gd name="connsiteX144" fmla="*/ 2119898 w 2725582"/>
              <a:gd name="connsiteY144" fmla="*/ 267123 h 998665"/>
              <a:gd name="connsiteX145" fmla="*/ 2122713 w 2725582"/>
              <a:gd name="connsiteY145" fmla="*/ 198893 h 998665"/>
              <a:gd name="connsiteX146" fmla="*/ 2156828 w 2725582"/>
              <a:gd name="connsiteY146" fmla="*/ 256028 h 998665"/>
              <a:gd name="connsiteX147" fmla="*/ 2192102 w 2725582"/>
              <a:gd name="connsiteY147" fmla="*/ 245429 h 998665"/>
              <a:gd name="connsiteX148" fmla="*/ 2192433 w 2725582"/>
              <a:gd name="connsiteY148" fmla="*/ 245098 h 998665"/>
              <a:gd name="connsiteX149" fmla="*/ 2169248 w 2725582"/>
              <a:gd name="connsiteY149" fmla="*/ 197072 h 998665"/>
              <a:gd name="connsiteX150" fmla="*/ 2223070 w 2725582"/>
              <a:gd name="connsiteY150" fmla="*/ 235989 h 998665"/>
              <a:gd name="connsiteX151" fmla="*/ 2232014 w 2725582"/>
              <a:gd name="connsiteY151" fmla="*/ 168919 h 998665"/>
              <a:gd name="connsiteX152" fmla="*/ 2263478 w 2725582"/>
              <a:gd name="connsiteY152" fmla="*/ 224231 h 998665"/>
              <a:gd name="connsiteX153" fmla="*/ 2313658 w 2725582"/>
              <a:gd name="connsiteY153" fmla="*/ 209823 h 998665"/>
              <a:gd name="connsiteX154" fmla="*/ 2301733 w 2725582"/>
              <a:gd name="connsiteY154" fmla="*/ 129007 h 998665"/>
              <a:gd name="connsiteX155" fmla="*/ 2345454 w 2725582"/>
              <a:gd name="connsiteY155" fmla="*/ 200549 h 998665"/>
              <a:gd name="connsiteX156" fmla="*/ 2327072 w 2725582"/>
              <a:gd name="connsiteY156" fmla="*/ 68727 h 998665"/>
              <a:gd name="connsiteX157" fmla="*/ 2383213 w 2725582"/>
              <a:gd name="connsiteY157" fmla="*/ 189785 h 998665"/>
              <a:gd name="connsiteX158" fmla="*/ 2383047 w 2725582"/>
              <a:gd name="connsiteY158" fmla="*/ 190116 h 998665"/>
              <a:gd name="connsiteX159" fmla="*/ 2422792 w 2725582"/>
              <a:gd name="connsiteY159" fmla="*/ 178855 h 998665"/>
              <a:gd name="connsiteX160" fmla="*/ 2414677 w 2725582"/>
              <a:gd name="connsiteY160" fmla="*/ 104001 h 998665"/>
              <a:gd name="connsiteX161" fmla="*/ 2452601 w 2725582"/>
              <a:gd name="connsiteY161" fmla="*/ 170575 h 998665"/>
              <a:gd name="connsiteX162" fmla="*/ 2452601 w 2725582"/>
              <a:gd name="connsiteY162" fmla="*/ 114765 h 998665"/>
              <a:gd name="connsiteX163" fmla="*/ 2477111 w 2725582"/>
              <a:gd name="connsiteY163" fmla="*/ 164282 h 998665"/>
              <a:gd name="connsiteX164" fmla="*/ 2502780 w 2725582"/>
              <a:gd name="connsiteY164" fmla="*/ 157326 h 998665"/>
              <a:gd name="connsiteX165" fmla="*/ 2502449 w 2725582"/>
              <a:gd name="connsiteY165" fmla="*/ 95058 h 998665"/>
              <a:gd name="connsiteX166" fmla="*/ 2535074 w 2725582"/>
              <a:gd name="connsiteY166" fmla="*/ 148715 h 998665"/>
              <a:gd name="connsiteX167" fmla="*/ 2543684 w 2725582"/>
              <a:gd name="connsiteY167" fmla="*/ 146396 h 998665"/>
              <a:gd name="connsiteX168" fmla="*/ 2529277 w 2725582"/>
              <a:gd name="connsiteY168" fmla="*/ 55644 h 998665"/>
              <a:gd name="connsiteX169" fmla="*/ 2582105 w 2725582"/>
              <a:gd name="connsiteY169" fmla="*/ 127683 h 998665"/>
              <a:gd name="connsiteX170" fmla="*/ 2618871 w 2725582"/>
              <a:gd name="connsiteY170" fmla="*/ 55644 h 998665"/>
              <a:gd name="connsiteX171" fmla="*/ 2636425 w 2725582"/>
              <a:gd name="connsiteY171" fmla="*/ 122714 h 998665"/>
              <a:gd name="connsiteX172" fmla="*/ 2679979 w 2725582"/>
              <a:gd name="connsiteY172" fmla="*/ 111784 h 998665"/>
              <a:gd name="connsiteX173" fmla="*/ 2679814 w 2725582"/>
              <a:gd name="connsiteY173" fmla="*/ 111453 h 998665"/>
              <a:gd name="connsiteX174" fmla="*/ 2681139 w 2725582"/>
              <a:gd name="connsiteY174" fmla="*/ 55644 h 998665"/>
              <a:gd name="connsiteX175" fmla="*/ 2702833 w 2725582"/>
              <a:gd name="connsiteY175" fmla="*/ 105988 h 998665"/>
              <a:gd name="connsiteX176" fmla="*/ 2714426 w 2725582"/>
              <a:gd name="connsiteY176" fmla="*/ 103007 h 998665"/>
              <a:gd name="connsiteX177" fmla="*/ 2706642 w 2725582"/>
              <a:gd name="connsiteY177" fmla="*/ 0 h 998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2725582" h="998665">
                <a:moveTo>
                  <a:pt x="60910" y="984035"/>
                </a:moveTo>
                <a:lnTo>
                  <a:pt x="71627" y="998665"/>
                </a:lnTo>
                <a:lnTo>
                  <a:pt x="62601" y="998665"/>
                </a:lnTo>
                <a:lnTo>
                  <a:pt x="62607" y="995338"/>
                </a:lnTo>
                <a:cubicBezTo>
                  <a:pt x="61903" y="988838"/>
                  <a:pt x="60910" y="984035"/>
                  <a:pt x="60910" y="984035"/>
                </a:cubicBezTo>
                <a:close/>
                <a:moveTo>
                  <a:pt x="13547" y="976914"/>
                </a:moveTo>
                <a:cubicBezTo>
                  <a:pt x="13547" y="976914"/>
                  <a:pt x="11353" y="983828"/>
                  <a:pt x="13464" y="993413"/>
                </a:cubicBezTo>
                <a:lnTo>
                  <a:pt x="17623" y="998665"/>
                </a:lnTo>
                <a:lnTo>
                  <a:pt x="0" y="998665"/>
                </a:lnTo>
                <a:lnTo>
                  <a:pt x="430" y="996854"/>
                </a:lnTo>
                <a:cubicBezTo>
                  <a:pt x="3279" y="989604"/>
                  <a:pt x="7461" y="982628"/>
                  <a:pt x="13547" y="976914"/>
                </a:cubicBezTo>
                <a:close/>
                <a:moveTo>
                  <a:pt x="2706642" y="0"/>
                </a:moveTo>
                <a:cubicBezTo>
                  <a:pt x="2706642" y="0"/>
                  <a:pt x="2709954" y="3023"/>
                  <a:pt x="2714858" y="8255"/>
                </a:cubicBezTo>
                <a:lnTo>
                  <a:pt x="2725582" y="21243"/>
                </a:lnTo>
                <a:lnTo>
                  <a:pt x="2725582" y="998665"/>
                </a:lnTo>
                <a:lnTo>
                  <a:pt x="88159" y="998665"/>
                </a:lnTo>
                <a:lnTo>
                  <a:pt x="90347" y="995089"/>
                </a:lnTo>
                <a:cubicBezTo>
                  <a:pt x="94735" y="985194"/>
                  <a:pt x="97509" y="970455"/>
                  <a:pt x="91050" y="951079"/>
                </a:cubicBezTo>
                <a:cubicBezTo>
                  <a:pt x="91050" y="951079"/>
                  <a:pt x="107943" y="965321"/>
                  <a:pt x="110261" y="998442"/>
                </a:cubicBezTo>
                <a:cubicBezTo>
                  <a:pt x="119204" y="994965"/>
                  <a:pt x="127980" y="991487"/>
                  <a:pt x="136924" y="988009"/>
                </a:cubicBezTo>
                <a:lnTo>
                  <a:pt x="136924" y="943792"/>
                </a:lnTo>
                <a:cubicBezTo>
                  <a:pt x="136924" y="943792"/>
                  <a:pt x="158452" y="959194"/>
                  <a:pt x="156961" y="980226"/>
                </a:cubicBezTo>
                <a:lnTo>
                  <a:pt x="157127" y="980226"/>
                </a:lnTo>
                <a:cubicBezTo>
                  <a:pt x="157127" y="980226"/>
                  <a:pt x="179815" y="949754"/>
                  <a:pt x="168720" y="919779"/>
                </a:cubicBezTo>
                <a:cubicBezTo>
                  <a:pt x="170541" y="922263"/>
                  <a:pt x="184949" y="943461"/>
                  <a:pt x="188261" y="968137"/>
                </a:cubicBezTo>
                <a:cubicBezTo>
                  <a:pt x="198363" y="964162"/>
                  <a:pt x="208466" y="960187"/>
                  <a:pt x="218568" y="956378"/>
                </a:cubicBezTo>
                <a:cubicBezTo>
                  <a:pt x="218568" y="956378"/>
                  <a:pt x="208796" y="925244"/>
                  <a:pt x="224529" y="906531"/>
                </a:cubicBezTo>
                <a:cubicBezTo>
                  <a:pt x="224529" y="906531"/>
                  <a:pt x="230160" y="933193"/>
                  <a:pt x="245892" y="945614"/>
                </a:cubicBezTo>
                <a:cubicBezTo>
                  <a:pt x="253345" y="942799"/>
                  <a:pt x="260631" y="939983"/>
                  <a:pt x="267918" y="937168"/>
                </a:cubicBezTo>
                <a:lnTo>
                  <a:pt x="253179" y="899409"/>
                </a:lnTo>
                <a:cubicBezTo>
                  <a:pt x="253179" y="899409"/>
                  <a:pt x="282492" y="914480"/>
                  <a:pt x="282989" y="931372"/>
                </a:cubicBezTo>
                <a:cubicBezTo>
                  <a:pt x="286466" y="929881"/>
                  <a:pt x="290110" y="928556"/>
                  <a:pt x="293587" y="927232"/>
                </a:cubicBezTo>
                <a:cubicBezTo>
                  <a:pt x="300212" y="915142"/>
                  <a:pt x="303854" y="891626"/>
                  <a:pt x="282989" y="867779"/>
                </a:cubicBezTo>
                <a:cubicBezTo>
                  <a:pt x="282989" y="867779"/>
                  <a:pt x="319257" y="888148"/>
                  <a:pt x="325550" y="914811"/>
                </a:cubicBezTo>
                <a:cubicBezTo>
                  <a:pt x="328199" y="913818"/>
                  <a:pt x="330848" y="912658"/>
                  <a:pt x="333333" y="911665"/>
                </a:cubicBezTo>
                <a:lnTo>
                  <a:pt x="346416" y="886492"/>
                </a:lnTo>
                <a:lnTo>
                  <a:pt x="360989" y="900900"/>
                </a:lnTo>
                <a:cubicBezTo>
                  <a:pt x="363308" y="900072"/>
                  <a:pt x="365626" y="899078"/>
                  <a:pt x="367945" y="898251"/>
                </a:cubicBezTo>
                <a:lnTo>
                  <a:pt x="367945" y="867779"/>
                </a:lnTo>
                <a:lnTo>
                  <a:pt x="385334" y="891461"/>
                </a:lnTo>
                <a:cubicBezTo>
                  <a:pt x="385334" y="891461"/>
                  <a:pt x="388149" y="862148"/>
                  <a:pt x="403882" y="841944"/>
                </a:cubicBezTo>
                <a:lnTo>
                  <a:pt x="403882" y="843103"/>
                </a:lnTo>
                <a:cubicBezTo>
                  <a:pt x="403882" y="847243"/>
                  <a:pt x="404875" y="863307"/>
                  <a:pt x="420276" y="877881"/>
                </a:cubicBezTo>
                <a:cubicBezTo>
                  <a:pt x="423423" y="876721"/>
                  <a:pt x="426404" y="875562"/>
                  <a:pt x="429385" y="874403"/>
                </a:cubicBezTo>
                <a:cubicBezTo>
                  <a:pt x="431869" y="859499"/>
                  <a:pt x="422098" y="820912"/>
                  <a:pt x="402888" y="809319"/>
                </a:cubicBezTo>
                <a:cubicBezTo>
                  <a:pt x="407524" y="811804"/>
                  <a:pt x="445283" y="833829"/>
                  <a:pt x="454889" y="864467"/>
                </a:cubicBezTo>
                <a:cubicBezTo>
                  <a:pt x="461347" y="861983"/>
                  <a:pt x="467805" y="859499"/>
                  <a:pt x="474264" y="857014"/>
                </a:cubicBezTo>
                <a:cubicBezTo>
                  <a:pt x="477741" y="841779"/>
                  <a:pt x="478736" y="824059"/>
                  <a:pt x="472939" y="816275"/>
                </a:cubicBezTo>
                <a:cubicBezTo>
                  <a:pt x="475092" y="817765"/>
                  <a:pt x="491984" y="830020"/>
                  <a:pt x="497946" y="847740"/>
                </a:cubicBezTo>
                <a:cubicBezTo>
                  <a:pt x="506558" y="844428"/>
                  <a:pt x="515169" y="841116"/>
                  <a:pt x="523946" y="837638"/>
                </a:cubicBezTo>
                <a:cubicBezTo>
                  <a:pt x="502086" y="803689"/>
                  <a:pt x="506888" y="750032"/>
                  <a:pt x="506888" y="750032"/>
                </a:cubicBezTo>
                <a:cubicBezTo>
                  <a:pt x="514507" y="789944"/>
                  <a:pt x="540176" y="813791"/>
                  <a:pt x="556240" y="825218"/>
                </a:cubicBezTo>
                <a:lnTo>
                  <a:pt x="565182" y="821740"/>
                </a:lnTo>
                <a:lnTo>
                  <a:pt x="549119" y="778682"/>
                </a:lnTo>
                <a:cubicBezTo>
                  <a:pt x="551602" y="781829"/>
                  <a:pt x="571144" y="806835"/>
                  <a:pt x="584227" y="814288"/>
                </a:cubicBezTo>
                <a:cubicBezTo>
                  <a:pt x="588036" y="812797"/>
                  <a:pt x="591845" y="811307"/>
                  <a:pt x="595654" y="809982"/>
                </a:cubicBezTo>
                <a:cubicBezTo>
                  <a:pt x="595819" y="809319"/>
                  <a:pt x="595985" y="808823"/>
                  <a:pt x="595985" y="808160"/>
                </a:cubicBezTo>
                <a:cubicBezTo>
                  <a:pt x="597806" y="778351"/>
                  <a:pt x="548456" y="754504"/>
                  <a:pt x="548456" y="754504"/>
                </a:cubicBezTo>
                <a:cubicBezTo>
                  <a:pt x="588532" y="744899"/>
                  <a:pt x="612877" y="787956"/>
                  <a:pt x="616355" y="794581"/>
                </a:cubicBezTo>
                <a:lnTo>
                  <a:pt x="601782" y="761625"/>
                </a:lnTo>
                <a:lnTo>
                  <a:pt x="643680" y="791268"/>
                </a:lnTo>
                <a:cubicBezTo>
                  <a:pt x="645171" y="790771"/>
                  <a:pt x="646495" y="790275"/>
                  <a:pt x="647820" y="789778"/>
                </a:cubicBezTo>
                <a:cubicBezTo>
                  <a:pt x="628278" y="760466"/>
                  <a:pt x="629272" y="714758"/>
                  <a:pt x="629272" y="714758"/>
                </a:cubicBezTo>
                <a:cubicBezTo>
                  <a:pt x="644839" y="764772"/>
                  <a:pt x="679782" y="771230"/>
                  <a:pt x="679782" y="771230"/>
                </a:cubicBezTo>
                <a:cubicBezTo>
                  <a:pt x="657094" y="752020"/>
                  <a:pt x="665706" y="708796"/>
                  <a:pt x="665706" y="708796"/>
                </a:cubicBezTo>
                <a:cubicBezTo>
                  <a:pt x="665706" y="708796"/>
                  <a:pt x="685579" y="775701"/>
                  <a:pt x="703961" y="751854"/>
                </a:cubicBezTo>
                <a:cubicBezTo>
                  <a:pt x="722177" y="728007"/>
                  <a:pt x="680610" y="669216"/>
                  <a:pt x="680610" y="669216"/>
                </a:cubicBezTo>
                <a:cubicBezTo>
                  <a:pt x="714063" y="686439"/>
                  <a:pt x="732776" y="727841"/>
                  <a:pt x="732776" y="727841"/>
                </a:cubicBezTo>
                <a:lnTo>
                  <a:pt x="729961" y="681637"/>
                </a:lnTo>
                <a:lnTo>
                  <a:pt x="754139" y="728007"/>
                </a:lnTo>
                <a:cubicBezTo>
                  <a:pt x="754139" y="728007"/>
                  <a:pt x="768878" y="734962"/>
                  <a:pt x="781133" y="738440"/>
                </a:cubicBezTo>
                <a:cubicBezTo>
                  <a:pt x="785771" y="736618"/>
                  <a:pt x="790573" y="734796"/>
                  <a:pt x="795210" y="732975"/>
                </a:cubicBezTo>
                <a:cubicBezTo>
                  <a:pt x="793223" y="729166"/>
                  <a:pt x="788751" y="723701"/>
                  <a:pt x="780803" y="715586"/>
                </a:cubicBezTo>
                <a:cubicBezTo>
                  <a:pt x="732776" y="667892"/>
                  <a:pt x="740891" y="615726"/>
                  <a:pt x="740891" y="615726"/>
                </a:cubicBezTo>
                <a:cubicBezTo>
                  <a:pt x="753145" y="678159"/>
                  <a:pt x="803325" y="703000"/>
                  <a:pt x="803325" y="703000"/>
                </a:cubicBezTo>
                <a:lnTo>
                  <a:pt x="789579" y="666401"/>
                </a:lnTo>
                <a:lnTo>
                  <a:pt x="831644" y="696707"/>
                </a:lnTo>
                <a:cubicBezTo>
                  <a:pt x="807465" y="667395"/>
                  <a:pt x="819720" y="613407"/>
                  <a:pt x="819720" y="613407"/>
                </a:cubicBezTo>
                <a:cubicBezTo>
                  <a:pt x="820051" y="658286"/>
                  <a:pt x="856485" y="682299"/>
                  <a:pt x="856485" y="682299"/>
                </a:cubicBezTo>
                <a:cubicBezTo>
                  <a:pt x="847211" y="652821"/>
                  <a:pt x="865262" y="618044"/>
                  <a:pt x="865262" y="618044"/>
                </a:cubicBezTo>
                <a:cubicBezTo>
                  <a:pt x="865262" y="618044"/>
                  <a:pt x="877350" y="714427"/>
                  <a:pt x="896727" y="674682"/>
                </a:cubicBezTo>
                <a:cubicBezTo>
                  <a:pt x="915937" y="635101"/>
                  <a:pt x="854497" y="571177"/>
                  <a:pt x="854497" y="571177"/>
                </a:cubicBezTo>
                <a:cubicBezTo>
                  <a:pt x="898549" y="575483"/>
                  <a:pt x="917924" y="642719"/>
                  <a:pt x="917924" y="642719"/>
                </a:cubicBezTo>
                <a:cubicBezTo>
                  <a:pt x="917924" y="642719"/>
                  <a:pt x="935313" y="656961"/>
                  <a:pt x="949720" y="670376"/>
                </a:cubicBezTo>
                <a:cubicBezTo>
                  <a:pt x="946575" y="665573"/>
                  <a:pt x="942931" y="660108"/>
                  <a:pt x="937797" y="653318"/>
                </a:cubicBezTo>
                <a:cubicBezTo>
                  <a:pt x="907325" y="612579"/>
                  <a:pt x="923555" y="558922"/>
                  <a:pt x="923555" y="558922"/>
                </a:cubicBezTo>
                <a:cubicBezTo>
                  <a:pt x="923886" y="618706"/>
                  <a:pt x="962473" y="638910"/>
                  <a:pt x="962473" y="638910"/>
                </a:cubicBezTo>
                <a:cubicBezTo>
                  <a:pt x="955683" y="603636"/>
                  <a:pt x="977543" y="571012"/>
                  <a:pt x="977543" y="571012"/>
                </a:cubicBezTo>
                <a:cubicBezTo>
                  <a:pt x="977543" y="571012"/>
                  <a:pt x="977708" y="634770"/>
                  <a:pt x="999072" y="620694"/>
                </a:cubicBezTo>
                <a:cubicBezTo>
                  <a:pt x="1019441" y="607279"/>
                  <a:pt x="999568" y="554120"/>
                  <a:pt x="997913" y="549648"/>
                </a:cubicBezTo>
                <a:cubicBezTo>
                  <a:pt x="1019607" y="572171"/>
                  <a:pt x="1019939" y="595687"/>
                  <a:pt x="1019939" y="597012"/>
                </a:cubicBezTo>
                <a:cubicBezTo>
                  <a:pt x="1019939" y="597012"/>
                  <a:pt x="1003212" y="659280"/>
                  <a:pt x="1032359" y="610757"/>
                </a:cubicBezTo>
                <a:cubicBezTo>
                  <a:pt x="1061340" y="562400"/>
                  <a:pt x="1004868" y="479100"/>
                  <a:pt x="1004868" y="479100"/>
                </a:cubicBezTo>
                <a:cubicBezTo>
                  <a:pt x="1088334" y="516030"/>
                  <a:pt x="1076576" y="589394"/>
                  <a:pt x="1076576" y="589394"/>
                </a:cubicBezTo>
                <a:cubicBezTo>
                  <a:pt x="1113837" y="557432"/>
                  <a:pt x="1098104" y="501622"/>
                  <a:pt x="1098104" y="501622"/>
                </a:cubicBezTo>
                <a:cubicBezTo>
                  <a:pt x="1133545" y="541534"/>
                  <a:pt x="1123939" y="570846"/>
                  <a:pt x="1123939" y="570846"/>
                </a:cubicBezTo>
                <a:cubicBezTo>
                  <a:pt x="1123939" y="570846"/>
                  <a:pt x="1248972" y="593203"/>
                  <a:pt x="1190513" y="556935"/>
                </a:cubicBezTo>
                <a:cubicBezTo>
                  <a:pt x="1131888" y="520502"/>
                  <a:pt x="1124271" y="448463"/>
                  <a:pt x="1124271" y="448463"/>
                </a:cubicBezTo>
                <a:cubicBezTo>
                  <a:pt x="1142818" y="489202"/>
                  <a:pt x="1218997" y="533419"/>
                  <a:pt x="1259571" y="554617"/>
                </a:cubicBezTo>
                <a:cubicBezTo>
                  <a:pt x="1267189" y="530604"/>
                  <a:pt x="1276463" y="482081"/>
                  <a:pt x="1246819" y="440679"/>
                </a:cubicBezTo>
                <a:cubicBezTo>
                  <a:pt x="1246819" y="440679"/>
                  <a:pt x="1300973" y="496323"/>
                  <a:pt x="1307432" y="541368"/>
                </a:cubicBezTo>
                <a:cubicBezTo>
                  <a:pt x="1322005" y="536234"/>
                  <a:pt x="1336413" y="530935"/>
                  <a:pt x="1350820" y="525636"/>
                </a:cubicBezTo>
                <a:lnTo>
                  <a:pt x="1334591" y="462208"/>
                </a:lnTo>
                <a:cubicBezTo>
                  <a:pt x="1334591" y="462208"/>
                  <a:pt x="1341546" y="468004"/>
                  <a:pt x="1350820" y="477444"/>
                </a:cubicBezTo>
                <a:cubicBezTo>
                  <a:pt x="1360260" y="486884"/>
                  <a:pt x="1372349" y="499966"/>
                  <a:pt x="1382451" y="514209"/>
                </a:cubicBezTo>
                <a:cubicBezTo>
                  <a:pt x="1386591" y="512718"/>
                  <a:pt x="1390731" y="511227"/>
                  <a:pt x="1395037" y="509737"/>
                </a:cubicBezTo>
                <a:cubicBezTo>
                  <a:pt x="1398681" y="488539"/>
                  <a:pt x="1390069" y="438692"/>
                  <a:pt x="1363241" y="422793"/>
                </a:cubicBezTo>
                <a:cubicBezTo>
                  <a:pt x="1363241" y="422793"/>
                  <a:pt x="1426171" y="440844"/>
                  <a:pt x="1434120" y="495826"/>
                </a:cubicBezTo>
                <a:cubicBezTo>
                  <a:pt x="1442898" y="492679"/>
                  <a:pt x="1451840" y="489533"/>
                  <a:pt x="1460783" y="486386"/>
                </a:cubicBezTo>
                <a:cubicBezTo>
                  <a:pt x="1460783" y="486386"/>
                  <a:pt x="1449025" y="455087"/>
                  <a:pt x="1460783" y="422793"/>
                </a:cubicBezTo>
                <a:cubicBezTo>
                  <a:pt x="1460783" y="422793"/>
                  <a:pt x="1462605" y="460552"/>
                  <a:pt x="1485459" y="477609"/>
                </a:cubicBezTo>
                <a:cubicBezTo>
                  <a:pt x="1498541" y="472972"/>
                  <a:pt x="1511625" y="468170"/>
                  <a:pt x="1524873" y="463533"/>
                </a:cubicBezTo>
                <a:cubicBezTo>
                  <a:pt x="1522720" y="460717"/>
                  <a:pt x="1520899" y="458730"/>
                  <a:pt x="1520899" y="458730"/>
                </a:cubicBezTo>
                <a:cubicBezTo>
                  <a:pt x="1520899" y="458730"/>
                  <a:pt x="1504834" y="426437"/>
                  <a:pt x="1506656" y="381557"/>
                </a:cubicBezTo>
                <a:cubicBezTo>
                  <a:pt x="1506656" y="381557"/>
                  <a:pt x="1522058" y="435049"/>
                  <a:pt x="1547064" y="455915"/>
                </a:cubicBezTo>
                <a:cubicBezTo>
                  <a:pt x="1559319" y="451609"/>
                  <a:pt x="1571408" y="447469"/>
                  <a:pt x="1583663" y="443163"/>
                </a:cubicBezTo>
                <a:cubicBezTo>
                  <a:pt x="1583663" y="423787"/>
                  <a:pt x="1572898" y="397787"/>
                  <a:pt x="1572898" y="397787"/>
                </a:cubicBezTo>
                <a:cubicBezTo>
                  <a:pt x="1572898" y="397787"/>
                  <a:pt x="1598899" y="413023"/>
                  <a:pt x="1609498" y="434220"/>
                </a:cubicBezTo>
                <a:cubicBezTo>
                  <a:pt x="1613306" y="432896"/>
                  <a:pt x="1616950" y="431571"/>
                  <a:pt x="1620593" y="430412"/>
                </a:cubicBezTo>
                <a:cubicBezTo>
                  <a:pt x="1624899" y="412029"/>
                  <a:pt x="1625893" y="381226"/>
                  <a:pt x="1601549" y="345786"/>
                </a:cubicBezTo>
                <a:cubicBezTo>
                  <a:pt x="1601549" y="345786"/>
                  <a:pt x="1652390" y="382551"/>
                  <a:pt x="1654874" y="418488"/>
                </a:cubicBezTo>
                <a:cubicBezTo>
                  <a:pt x="1668288" y="413851"/>
                  <a:pt x="1681702" y="409379"/>
                  <a:pt x="1695116" y="404742"/>
                </a:cubicBezTo>
                <a:cubicBezTo>
                  <a:pt x="1695116" y="404742"/>
                  <a:pt x="1671434" y="388844"/>
                  <a:pt x="1680378" y="352907"/>
                </a:cubicBezTo>
                <a:cubicBezTo>
                  <a:pt x="1680378" y="352907"/>
                  <a:pt x="1693792" y="384373"/>
                  <a:pt x="1724595" y="394641"/>
                </a:cubicBezTo>
                <a:cubicBezTo>
                  <a:pt x="1724595" y="394641"/>
                  <a:pt x="1682199" y="313493"/>
                  <a:pt x="1710849" y="279544"/>
                </a:cubicBezTo>
                <a:cubicBezTo>
                  <a:pt x="1710849" y="279544"/>
                  <a:pt x="1734365" y="354729"/>
                  <a:pt x="1758709" y="383379"/>
                </a:cubicBezTo>
                <a:cubicBezTo>
                  <a:pt x="1768480" y="380067"/>
                  <a:pt x="1778417" y="376755"/>
                  <a:pt x="1788353" y="373443"/>
                </a:cubicBezTo>
                <a:cubicBezTo>
                  <a:pt x="1788353" y="353901"/>
                  <a:pt x="1780735" y="327901"/>
                  <a:pt x="1780735" y="327901"/>
                </a:cubicBezTo>
                <a:cubicBezTo>
                  <a:pt x="1780735" y="327901"/>
                  <a:pt x="1806735" y="331544"/>
                  <a:pt x="1811704" y="365494"/>
                </a:cubicBezTo>
                <a:cubicBezTo>
                  <a:pt x="1811704" y="365494"/>
                  <a:pt x="1829092" y="338665"/>
                  <a:pt x="1823627" y="304550"/>
                </a:cubicBezTo>
                <a:cubicBezTo>
                  <a:pt x="1823627" y="304550"/>
                  <a:pt x="1853933" y="327073"/>
                  <a:pt x="1856748" y="350755"/>
                </a:cubicBezTo>
                <a:cubicBezTo>
                  <a:pt x="1874800" y="344793"/>
                  <a:pt x="1892850" y="338996"/>
                  <a:pt x="1910902" y="333200"/>
                </a:cubicBezTo>
                <a:cubicBezTo>
                  <a:pt x="1900800" y="317137"/>
                  <a:pt x="1886061" y="285837"/>
                  <a:pt x="1902456" y="258015"/>
                </a:cubicBezTo>
                <a:cubicBezTo>
                  <a:pt x="1902456" y="258015"/>
                  <a:pt x="1899971" y="308194"/>
                  <a:pt x="1943360" y="322436"/>
                </a:cubicBezTo>
                <a:cubicBezTo>
                  <a:pt x="1943360" y="322436"/>
                  <a:pt x="1932265" y="288487"/>
                  <a:pt x="1943360" y="270601"/>
                </a:cubicBezTo>
                <a:cubicBezTo>
                  <a:pt x="1943360" y="270601"/>
                  <a:pt x="1945679" y="276563"/>
                  <a:pt x="1951641" y="284512"/>
                </a:cubicBezTo>
                <a:cubicBezTo>
                  <a:pt x="1957437" y="292627"/>
                  <a:pt x="1966877" y="302563"/>
                  <a:pt x="1981285" y="310347"/>
                </a:cubicBezTo>
                <a:cubicBezTo>
                  <a:pt x="1988074" y="308194"/>
                  <a:pt x="1994865" y="306207"/>
                  <a:pt x="2001488" y="304054"/>
                </a:cubicBezTo>
                <a:cubicBezTo>
                  <a:pt x="2007782" y="290805"/>
                  <a:pt x="2006292" y="266957"/>
                  <a:pt x="2006292" y="266957"/>
                </a:cubicBezTo>
                <a:cubicBezTo>
                  <a:pt x="2006292" y="266957"/>
                  <a:pt x="2016890" y="281531"/>
                  <a:pt x="2024342" y="296933"/>
                </a:cubicBezTo>
                <a:cubicBezTo>
                  <a:pt x="2036928" y="292958"/>
                  <a:pt x="2049515" y="289149"/>
                  <a:pt x="2062101" y="285174"/>
                </a:cubicBezTo>
                <a:cubicBezTo>
                  <a:pt x="2062101" y="285174"/>
                  <a:pt x="2062101" y="284843"/>
                  <a:pt x="2062101" y="284843"/>
                </a:cubicBezTo>
                <a:cubicBezTo>
                  <a:pt x="2062101" y="284843"/>
                  <a:pt x="2076011" y="224231"/>
                  <a:pt x="2042228" y="188294"/>
                </a:cubicBezTo>
                <a:cubicBezTo>
                  <a:pt x="2045706" y="190282"/>
                  <a:pt x="2101846" y="224397"/>
                  <a:pt x="2109796" y="270270"/>
                </a:cubicBezTo>
                <a:cubicBezTo>
                  <a:pt x="2113273" y="269110"/>
                  <a:pt x="2116585" y="268117"/>
                  <a:pt x="2119898" y="267123"/>
                </a:cubicBezTo>
                <a:cubicBezTo>
                  <a:pt x="2126853" y="247251"/>
                  <a:pt x="2133312" y="219097"/>
                  <a:pt x="2122713" y="198893"/>
                </a:cubicBezTo>
                <a:cubicBezTo>
                  <a:pt x="2122713" y="198893"/>
                  <a:pt x="2152522" y="227543"/>
                  <a:pt x="2156828" y="256028"/>
                </a:cubicBezTo>
                <a:cubicBezTo>
                  <a:pt x="2168586" y="252384"/>
                  <a:pt x="2180344" y="248906"/>
                  <a:pt x="2192102" y="245429"/>
                </a:cubicBezTo>
                <a:cubicBezTo>
                  <a:pt x="2192102" y="245429"/>
                  <a:pt x="2192433" y="245098"/>
                  <a:pt x="2192433" y="245098"/>
                </a:cubicBezTo>
                <a:cubicBezTo>
                  <a:pt x="2192433" y="245098"/>
                  <a:pt x="2163784" y="222244"/>
                  <a:pt x="2169248" y="197072"/>
                </a:cubicBezTo>
                <a:cubicBezTo>
                  <a:pt x="2169248" y="197072"/>
                  <a:pt x="2193261" y="244766"/>
                  <a:pt x="2223070" y="235989"/>
                </a:cubicBezTo>
                <a:cubicBezTo>
                  <a:pt x="2251058" y="227709"/>
                  <a:pt x="2234001" y="174715"/>
                  <a:pt x="2232014" y="168919"/>
                </a:cubicBezTo>
                <a:cubicBezTo>
                  <a:pt x="2234994" y="173059"/>
                  <a:pt x="2254536" y="202537"/>
                  <a:pt x="2263478" y="224231"/>
                </a:cubicBezTo>
                <a:cubicBezTo>
                  <a:pt x="2280205" y="219263"/>
                  <a:pt x="2296931" y="214626"/>
                  <a:pt x="2313658" y="209823"/>
                </a:cubicBezTo>
                <a:cubicBezTo>
                  <a:pt x="2321606" y="190282"/>
                  <a:pt x="2326409" y="160141"/>
                  <a:pt x="2301733" y="129007"/>
                </a:cubicBezTo>
                <a:cubicBezTo>
                  <a:pt x="2301733" y="129007"/>
                  <a:pt x="2349760" y="151861"/>
                  <a:pt x="2345454" y="200549"/>
                </a:cubicBezTo>
                <a:cubicBezTo>
                  <a:pt x="2345454" y="200549"/>
                  <a:pt x="2378741" y="153186"/>
                  <a:pt x="2327072" y="68727"/>
                </a:cubicBezTo>
                <a:cubicBezTo>
                  <a:pt x="2330715" y="72535"/>
                  <a:pt x="2392486" y="137453"/>
                  <a:pt x="2383213" y="189785"/>
                </a:cubicBezTo>
                <a:cubicBezTo>
                  <a:pt x="2383213" y="189785"/>
                  <a:pt x="2383162" y="189901"/>
                  <a:pt x="2383047" y="190116"/>
                </a:cubicBezTo>
                <a:cubicBezTo>
                  <a:pt x="2396295" y="186307"/>
                  <a:pt x="2409543" y="182498"/>
                  <a:pt x="2422792" y="178855"/>
                </a:cubicBezTo>
                <a:cubicBezTo>
                  <a:pt x="2416334" y="163453"/>
                  <a:pt x="2405569" y="131326"/>
                  <a:pt x="2414677" y="104001"/>
                </a:cubicBezTo>
                <a:cubicBezTo>
                  <a:pt x="2414677" y="104001"/>
                  <a:pt x="2431569" y="151364"/>
                  <a:pt x="2452601" y="170575"/>
                </a:cubicBezTo>
                <a:cubicBezTo>
                  <a:pt x="2452601" y="170575"/>
                  <a:pt x="2447799" y="145237"/>
                  <a:pt x="2452601" y="114765"/>
                </a:cubicBezTo>
                <a:cubicBezTo>
                  <a:pt x="2452601" y="114765"/>
                  <a:pt x="2459888" y="147390"/>
                  <a:pt x="2477111" y="164282"/>
                </a:cubicBezTo>
                <a:cubicBezTo>
                  <a:pt x="2485722" y="161963"/>
                  <a:pt x="2494168" y="159645"/>
                  <a:pt x="2502780" y="157326"/>
                </a:cubicBezTo>
                <a:cubicBezTo>
                  <a:pt x="2507252" y="134638"/>
                  <a:pt x="2502449" y="95058"/>
                  <a:pt x="2502449" y="95058"/>
                </a:cubicBezTo>
                <a:cubicBezTo>
                  <a:pt x="2502449" y="95058"/>
                  <a:pt x="2528449" y="123542"/>
                  <a:pt x="2535074" y="148715"/>
                </a:cubicBezTo>
                <a:cubicBezTo>
                  <a:pt x="2537889" y="147887"/>
                  <a:pt x="2540869" y="147224"/>
                  <a:pt x="2543684" y="146396"/>
                </a:cubicBezTo>
                <a:cubicBezTo>
                  <a:pt x="2548819" y="128510"/>
                  <a:pt x="2551634" y="96880"/>
                  <a:pt x="2529277" y="55644"/>
                </a:cubicBezTo>
                <a:cubicBezTo>
                  <a:pt x="2529277" y="55644"/>
                  <a:pt x="2572004" y="94727"/>
                  <a:pt x="2582105" y="127683"/>
                </a:cubicBezTo>
                <a:cubicBezTo>
                  <a:pt x="2583099" y="106982"/>
                  <a:pt x="2589724" y="75682"/>
                  <a:pt x="2618871" y="55644"/>
                </a:cubicBezTo>
                <a:cubicBezTo>
                  <a:pt x="2618871" y="55644"/>
                  <a:pt x="2610590" y="99695"/>
                  <a:pt x="2636425" y="122714"/>
                </a:cubicBezTo>
                <a:cubicBezTo>
                  <a:pt x="2650998" y="119071"/>
                  <a:pt x="2665406" y="115262"/>
                  <a:pt x="2679979" y="111784"/>
                </a:cubicBezTo>
                <a:cubicBezTo>
                  <a:pt x="2679814" y="111619"/>
                  <a:pt x="2679814" y="111453"/>
                  <a:pt x="2679814" y="111453"/>
                </a:cubicBezTo>
                <a:lnTo>
                  <a:pt x="2681139" y="55644"/>
                </a:lnTo>
                <a:lnTo>
                  <a:pt x="2702833" y="105988"/>
                </a:lnTo>
                <a:cubicBezTo>
                  <a:pt x="2706642" y="104994"/>
                  <a:pt x="2710616" y="104001"/>
                  <a:pt x="2714426" y="103007"/>
                </a:cubicBezTo>
                <a:cubicBezTo>
                  <a:pt x="2723534" y="85949"/>
                  <a:pt x="2733802" y="50675"/>
                  <a:pt x="2706642" y="0"/>
                </a:cubicBezTo>
                <a:close/>
              </a:path>
            </a:pathLst>
          </a:custGeom>
          <a:gradFill>
            <a:gsLst>
              <a:gs pos="100000">
                <a:srgbClr val="90A16A"/>
              </a:gs>
              <a:gs pos="43000">
                <a:srgbClr val="C3D784"/>
              </a:gs>
            </a:gsLst>
            <a:lin ang="21101917" scaled="1"/>
          </a:gradFill>
          <a:ln w="165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15" name="Freeform: Shape 514">
            <a:extLst>
              <a:ext uri="{FF2B5EF4-FFF2-40B4-BE49-F238E27FC236}">
                <a16:creationId xmlns:a16="http://schemas.microsoft.com/office/drawing/2014/main" id="{498D47B2-0040-0E9A-E106-2F03FECE02CC}"/>
              </a:ext>
            </a:extLst>
          </p:cNvPr>
          <p:cNvSpPr/>
          <p:nvPr/>
        </p:nvSpPr>
        <p:spPr>
          <a:xfrm>
            <a:off x="0" y="5938632"/>
            <a:ext cx="5707064" cy="919368"/>
          </a:xfrm>
          <a:custGeom>
            <a:avLst/>
            <a:gdLst>
              <a:gd name="connsiteX0" fmla="*/ 5707064 w 5707064"/>
              <a:gd name="connsiteY0" fmla="*/ 887652 h 919368"/>
              <a:gd name="connsiteX1" fmla="*/ 5689991 w 5707064"/>
              <a:gd name="connsiteY1" fmla="*/ 919368 h 919368"/>
              <a:gd name="connsiteX2" fmla="*/ 5668729 w 5707064"/>
              <a:gd name="connsiteY2" fmla="*/ 919368 h 919368"/>
              <a:gd name="connsiteX3" fmla="*/ 5690731 w 5707064"/>
              <a:gd name="connsiteY3" fmla="*/ 899459 h 919368"/>
              <a:gd name="connsiteX4" fmla="*/ 5707064 w 5707064"/>
              <a:gd name="connsiteY4" fmla="*/ 887652 h 919368"/>
              <a:gd name="connsiteX5" fmla="*/ 5321366 w 5707064"/>
              <a:gd name="connsiteY5" fmla="*/ 856683 h 919368"/>
              <a:gd name="connsiteX6" fmla="*/ 5311282 w 5707064"/>
              <a:gd name="connsiteY6" fmla="*/ 879853 h 919368"/>
              <a:gd name="connsiteX7" fmla="*/ 5297806 w 5707064"/>
              <a:gd name="connsiteY7" fmla="*/ 919368 h 919368"/>
              <a:gd name="connsiteX8" fmla="*/ 5272968 w 5707064"/>
              <a:gd name="connsiteY8" fmla="*/ 919368 h 919368"/>
              <a:gd name="connsiteX9" fmla="*/ 5286837 w 5707064"/>
              <a:gd name="connsiteY9" fmla="*/ 895332 h 919368"/>
              <a:gd name="connsiteX10" fmla="*/ 5321366 w 5707064"/>
              <a:gd name="connsiteY10" fmla="*/ 856683 h 919368"/>
              <a:gd name="connsiteX11" fmla="*/ 5478029 w 5707064"/>
              <a:gd name="connsiteY11" fmla="*/ 843600 h 919368"/>
              <a:gd name="connsiteX12" fmla="*/ 5503810 w 5707064"/>
              <a:gd name="connsiteY12" fmla="*/ 909008 h 919368"/>
              <a:gd name="connsiteX13" fmla="*/ 5503788 w 5707064"/>
              <a:gd name="connsiteY13" fmla="*/ 919368 h 919368"/>
              <a:gd name="connsiteX14" fmla="*/ 5460656 w 5707064"/>
              <a:gd name="connsiteY14" fmla="*/ 919368 h 919368"/>
              <a:gd name="connsiteX15" fmla="*/ 5462338 w 5707064"/>
              <a:gd name="connsiteY15" fmla="*/ 916095 h 919368"/>
              <a:gd name="connsiteX16" fmla="*/ 5478029 w 5707064"/>
              <a:gd name="connsiteY16" fmla="*/ 843600 h 919368"/>
              <a:gd name="connsiteX17" fmla="*/ 5380818 w 5707064"/>
              <a:gd name="connsiteY17" fmla="*/ 838135 h 919368"/>
              <a:gd name="connsiteX18" fmla="*/ 5402547 w 5707064"/>
              <a:gd name="connsiteY18" fmla="*/ 906094 h 919368"/>
              <a:gd name="connsiteX19" fmla="*/ 5401974 w 5707064"/>
              <a:gd name="connsiteY19" fmla="*/ 919368 h 919368"/>
              <a:gd name="connsiteX20" fmla="*/ 5365673 w 5707064"/>
              <a:gd name="connsiteY20" fmla="*/ 919368 h 919368"/>
              <a:gd name="connsiteX21" fmla="*/ 5375809 w 5707064"/>
              <a:gd name="connsiteY21" fmla="*/ 893903 h 919368"/>
              <a:gd name="connsiteX22" fmla="*/ 5380818 w 5707064"/>
              <a:gd name="connsiteY22" fmla="*/ 838135 h 919368"/>
              <a:gd name="connsiteX23" fmla="*/ 5270193 w 5707064"/>
              <a:gd name="connsiteY23" fmla="*/ 766097 h 919368"/>
              <a:gd name="connsiteX24" fmla="*/ 5218855 w 5707064"/>
              <a:gd name="connsiteY24" fmla="*/ 888149 h 919368"/>
              <a:gd name="connsiteX25" fmla="*/ 5224300 w 5707064"/>
              <a:gd name="connsiteY25" fmla="*/ 919368 h 919368"/>
              <a:gd name="connsiteX26" fmla="*/ 5164005 w 5707064"/>
              <a:gd name="connsiteY26" fmla="*/ 919368 h 919368"/>
              <a:gd name="connsiteX27" fmla="*/ 5174967 w 5707064"/>
              <a:gd name="connsiteY27" fmla="*/ 882562 h 919368"/>
              <a:gd name="connsiteX28" fmla="*/ 5270193 w 5707064"/>
              <a:gd name="connsiteY28" fmla="*/ 766097 h 919368"/>
              <a:gd name="connsiteX29" fmla="*/ 5541622 w 5707064"/>
              <a:gd name="connsiteY29" fmla="*/ 765765 h 919368"/>
              <a:gd name="connsiteX30" fmla="*/ 5588751 w 5707064"/>
              <a:gd name="connsiteY30" fmla="*/ 847852 h 919368"/>
              <a:gd name="connsiteX31" fmla="*/ 5594681 w 5707064"/>
              <a:gd name="connsiteY31" fmla="*/ 919368 h 919368"/>
              <a:gd name="connsiteX32" fmla="*/ 5533471 w 5707064"/>
              <a:gd name="connsiteY32" fmla="*/ 919368 h 919368"/>
              <a:gd name="connsiteX33" fmla="*/ 5537441 w 5707064"/>
              <a:gd name="connsiteY33" fmla="*/ 889825 h 919368"/>
              <a:gd name="connsiteX34" fmla="*/ 5541622 w 5707064"/>
              <a:gd name="connsiteY34" fmla="*/ 765765 h 919368"/>
              <a:gd name="connsiteX35" fmla="*/ 156093 w 5707064"/>
              <a:gd name="connsiteY35" fmla="*/ 0 h 919368"/>
              <a:gd name="connsiteX36" fmla="*/ 222336 w 5707064"/>
              <a:gd name="connsiteY36" fmla="*/ 254372 h 919368"/>
              <a:gd name="connsiteX37" fmla="*/ 260757 w 5707064"/>
              <a:gd name="connsiteY37" fmla="*/ 106982 h 919368"/>
              <a:gd name="connsiteX38" fmla="*/ 300005 w 5707064"/>
              <a:gd name="connsiteY38" fmla="*/ 224397 h 919368"/>
              <a:gd name="connsiteX39" fmla="*/ 368070 w 5707064"/>
              <a:gd name="connsiteY39" fmla="*/ 139275 h 919368"/>
              <a:gd name="connsiteX40" fmla="*/ 403178 w 5707064"/>
              <a:gd name="connsiteY40" fmla="*/ 242779 h 919368"/>
              <a:gd name="connsiteX41" fmla="*/ 449052 w 5707064"/>
              <a:gd name="connsiteY41" fmla="*/ 239798 h 919368"/>
              <a:gd name="connsiteX42" fmla="*/ 466771 w 5707064"/>
              <a:gd name="connsiteY42" fmla="*/ 223735 h 919368"/>
              <a:gd name="connsiteX43" fmla="*/ 454351 w 5707064"/>
              <a:gd name="connsiteY43" fmla="*/ 60612 h 919368"/>
              <a:gd name="connsiteX44" fmla="*/ 505027 w 5707064"/>
              <a:gd name="connsiteY44" fmla="*/ 236321 h 919368"/>
              <a:gd name="connsiteX45" fmla="*/ 559346 w 5707064"/>
              <a:gd name="connsiteY45" fmla="*/ 233009 h 919368"/>
              <a:gd name="connsiteX46" fmla="*/ 564811 w 5707064"/>
              <a:gd name="connsiteY46" fmla="*/ 151364 h 919368"/>
              <a:gd name="connsiteX47" fmla="*/ 604722 w 5707064"/>
              <a:gd name="connsiteY47" fmla="*/ 230524 h 919368"/>
              <a:gd name="connsiteX48" fmla="*/ 636021 w 5707064"/>
              <a:gd name="connsiteY48" fmla="*/ 228869 h 919368"/>
              <a:gd name="connsiteX49" fmla="*/ 675270 w 5707064"/>
              <a:gd name="connsiteY49" fmla="*/ 99530 h 919368"/>
              <a:gd name="connsiteX50" fmla="*/ 676264 w 5707064"/>
              <a:gd name="connsiteY50" fmla="*/ 226881 h 919368"/>
              <a:gd name="connsiteX51" fmla="*/ 683716 w 5707064"/>
              <a:gd name="connsiteY51" fmla="*/ 226550 h 919368"/>
              <a:gd name="connsiteX52" fmla="*/ 740354 w 5707064"/>
              <a:gd name="connsiteY52" fmla="*/ 20369 h 919368"/>
              <a:gd name="connsiteX53" fmla="*/ 730417 w 5707064"/>
              <a:gd name="connsiteY53" fmla="*/ 224232 h 919368"/>
              <a:gd name="connsiteX54" fmla="*/ 778278 w 5707064"/>
              <a:gd name="connsiteY54" fmla="*/ 222244 h 919368"/>
              <a:gd name="connsiteX55" fmla="*/ 776125 w 5707064"/>
              <a:gd name="connsiteY55" fmla="*/ 125033 h 919368"/>
              <a:gd name="connsiteX56" fmla="*/ 810074 w 5707064"/>
              <a:gd name="connsiteY56" fmla="*/ 220919 h 919368"/>
              <a:gd name="connsiteX57" fmla="*/ 859259 w 5707064"/>
              <a:gd name="connsiteY57" fmla="*/ 218932 h 919368"/>
              <a:gd name="connsiteX58" fmla="*/ 811565 w 5707064"/>
              <a:gd name="connsiteY58" fmla="*/ 26828 h 919368"/>
              <a:gd name="connsiteX59" fmla="*/ 919043 w 5707064"/>
              <a:gd name="connsiteY59" fmla="*/ 216945 h 919368"/>
              <a:gd name="connsiteX60" fmla="*/ 947859 w 5707064"/>
              <a:gd name="connsiteY60" fmla="*/ 216116 h 919368"/>
              <a:gd name="connsiteX61" fmla="*/ 979490 w 5707064"/>
              <a:gd name="connsiteY61" fmla="*/ 110128 h 919368"/>
              <a:gd name="connsiteX62" fmla="*/ 998534 w 5707064"/>
              <a:gd name="connsiteY62" fmla="*/ 214460 h 919368"/>
              <a:gd name="connsiteX63" fmla="*/ 1047223 w 5707064"/>
              <a:gd name="connsiteY63" fmla="*/ 213467 h 919368"/>
              <a:gd name="connsiteX64" fmla="*/ 1056994 w 5707064"/>
              <a:gd name="connsiteY64" fmla="*/ 160638 h 919368"/>
              <a:gd name="connsiteX65" fmla="*/ 1068255 w 5707064"/>
              <a:gd name="connsiteY65" fmla="*/ 212970 h 919368"/>
              <a:gd name="connsiteX66" fmla="*/ 1092599 w 5707064"/>
              <a:gd name="connsiteY66" fmla="*/ 212473 h 919368"/>
              <a:gd name="connsiteX67" fmla="*/ 1129861 w 5707064"/>
              <a:gd name="connsiteY67" fmla="*/ 103670 h 919368"/>
              <a:gd name="connsiteX68" fmla="*/ 1128536 w 5707064"/>
              <a:gd name="connsiteY68" fmla="*/ 211811 h 919368"/>
              <a:gd name="connsiteX69" fmla="*/ 1181695 w 5707064"/>
              <a:gd name="connsiteY69" fmla="*/ 211148 h 919368"/>
              <a:gd name="connsiteX70" fmla="*/ 1212664 w 5707064"/>
              <a:gd name="connsiteY70" fmla="*/ 128345 h 919368"/>
              <a:gd name="connsiteX71" fmla="*/ 1222103 w 5707064"/>
              <a:gd name="connsiteY71" fmla="*/ 210652 h 919368"/>
              <a:gd name="connsiteX72" fmla="*/ 1288512 w 5707064"/>
              <a:gd name="connsiteY72" fmla="*/ 210155 h 919368"/>
              <a:gd name="connsiteX73" fmla="*/ 1289009 w 5707064"/>
              <a:gd name="connsiteY73" fmla="*/ 178690 h 919368"/>
              <a:gd name="connsiteX74" fmla="*/ 1308881 w 5707064"/>
              <a:gd name="connsiteY74" fmla="*/ 210155 h 919368"/>
              <a:gd name="connsiteX75" fmla="*/ 1317824 w 5707064"/>
              <a:gd name="connsiteY75" fmla="*/ 210155 h 919368"/>
              <a:gd name="connsiteX76" fmla="*/ 1394997 w 5707064"/>
              <a:gd name="connsiteY76" fmla="*/ 74689 h 919368"/>
              <a:gd name="connsiteX77" fmla="*/ 1377608 w 5707064"/>
              <a:gd name="connsiteY77" fmla="*/ 210320 h 919368"/>
              <a:gd name="connsiteX78" fmla="*/ 1394334 w 5707064"/>
              <a:gd name="connsiteY78" fmla="*/ 210320 h 919368"/>
              <a:gd name="connsiteX79" fmla="*/ 1412551 w 5707064"/>
              <a:gd name="connsiteY79" fmla="*/ 137122 h 919368"/>
              <a:gd name="connsiteX80" fmla="*/ 1426793 w 5707064"/>
              <a:gd name="connsiteY80" fmla="*/ 210486 h 919368"/>
              <a:gd name="connsiteX81" fmla="*/ 1467367 w 5707064"/>
              <a:gd name="connsiteY81" fmla="*/ 210983 h 919368"/>
              <a:gd name="connsiteX82" fmla="*/ 1471176 w 5707064"/>
              <a:gd name="connsiteY82" fmla="*/ 154511 h 919368"/>
              <a:gd name="connsiteX83" fmla="*/ 1491877 w 5707064"/>
              <a:gd name="connsiteY83" fmla="*/ 211314 h 919368"/>
              <a:gd name="connsiteX84" fmla="*/ 1513737 w 5707064"/>
              <a:gd name="connsiteY84" fmla="*/ 211645 h 919368"/>
              <a:gd name="connsiteX85" fmla="*/ 1522017 w 5707064"/>
              <a:gd name="connsiteY85" fmla="*/ 159645 h 919368"/>
              <a:gd name="connsiteX86" fmla="*/ 1542387 w 5707064"/>
              <a:gd name="connsiteY86" fmla="*/ 211976 h 919368"/>
              <a:gd name="connsiteX87" fmla="*/ 1596375 w 5707064"/>
              <a:gd name="connsiteY87" fmla="*/ 213136 h 919368"/>
              <a:gd name="connsiteX88" fmla="*/ 1580642 w 5707064"/>
              <a:gd name="connsiteY88" fmla="*/ 90255 h 919368"/>
              <a:gd name="connsiteX89" fmla="*/ 1638273 w 5707064"/>
              <a:gd name="connsiteY89" fmla="*/ 192932 h 919368"/>
              <a:gd name="connsiteX90" fmla="*/ 1678184 w 5707064"/>
              <a:gd name="connsiteY90" fmla="*/ 127352 h 919368"/>
              <a:gd name="connsiteX91" fmla="*/ 1667917 w 5707064"/>
              <a:gd name="connsiteY91" fmla="*/ 214957 h 919368"/>
              <a:gd name="connsiteX92" fmla="*/ 1697560 w 5707064"/>
              <a:gd name="connsiteY92" fmla="*/ 215785 h 919368"/>
              <a:gd name="connsiteX93" fmla="*/ 1691930 w 5707064"/>
              <a:gd name="connsiteY93" fmla="*/ 172231 h 919368"/>
              <a:gd name="connsiteX94" fmla="*/ 1718427 w 5707064"/>
              <a:gd name="connsiteY94" fmla="*/ 216613 h 919368"/>
              <a:gd name="connsiteX95" fmla="*/ 1724223 w 5707064"/>
              <a:gd name="connsiteY95" fmla="*/ 216779 h 919368"/>
              <a:gd name="connsiteX96" fmla="*/ 1752542 w 5707064"/>
              <a:gd name="connsiteY96" fmla="*/ 127352 h 919368"/>
              <a:gd name="connsiteX97" fmla="*/ 1785829 w 5707064"/>
              <a:gd name="connsiteY97" fmla="*/ 218932 h 919368"/>
              <a:gd name="connsiteX98" fmla="*/ 1786160 w 5707064"/>
              <a:gd name="connsiteY98" fmla="*/ 219263 h 919368"/>
              <a:gd name="connsiteX99" fmla="*/ 1812822 w 5707064"/>
              <a:gd name="connsiteY99" fmla="*/ 220257 h 919368"/>
              <a:gd name="connsiteX100" fmla="*/ 1830708 w 5707064"/>
              <a:gd name="connsiteY100" fmla="*/ 144906 h 919368"/>
              <a:gd name="connsiteX101" fmla="*/ 1861511 w 5707064"/>
              <a:gd name="connsiteY101" fmla="*/ 222410 h 919368"/>
              <a:gd name="connsiteX102" fmla="*/ 1909537 w 5707064"/>
              <a:gd name="connsiteY102" fmla="*/ 224894 h 919368"/>
              <a:gd name="connsiteX103" fmla="*/ 1926429 w 5707064"/>
              <a:gd name="connsiteY103" fmla="*/ 131326 h 919368"/>
              <a:gd name="connsiteX104" fmla="*/ 1958060 w 5707064"/>
              <a:gd name="connsiteY104" fmla="*/ 227212 h 919368"/>
              <a:gd name="connsiteX105" fmla="*/ 2004595 w 5707064"/>
              <a:gd name="connsiteY105" fmla="*/ 230193 h 919368"/>
              <a:gd name="connsiteX106" fmla="*/ 2014200 w 5707064"/>
              <a:gd name="connsiteY106" fmla="*/ 167263 h 919368"/>
              <a:gd name="connsiteX107" fmla="*/ 2033245 w 5707064"/>
              <a:gd name="connsiteY107" fmla="*/ 232015 h 919368"/>
              <a:gd name="connsiteX108" fmla="*/ 2035895 w 5707064"/>
              <a:gd name="connsiteY108" fmla="*/ 232180 h 919368"/>
              <a:gd name="connsiteX109" fmla="*/ 2082596 w 5707064"/>
              <a:gd name="connsiteY109" fmla="*/ 156664 h 919368"/>
              <a:gd name="connsiteX110" fmla="*/ 2070506 w 5707064"/>
              <a:gd name="connsiteY110" fmla="*/ 234499 h 919368"/>
              <a:gd name="connsiteX111" fmla="*/ 2092698 w 5707064"/>
              <a:gd name="connsiteY111" fmla="*/ 235989 h 919368"/>
              <a:gd name="connsiteX112" fmla="*/ 2102137 w 5707064"/>
              <a:gd name="connsiteY112" fmla="*/ 178193 h 919368"/>
              <a:gd name="connsiteX113" fmla="*/ 2130787 w 5707064"/>
              <a:gd name="connsiteY113" fmla="*/ 238639 h 919368"/>
              <a:gd name="connsiteX114" fmla="*/ 2184444 w 5707064"/>
              <a:gd name="connsiteY114" fmla="*/ 242945 h 919368"/>
              <a:gd name="connsiteX115" fmla="*/ 2184609 w 5707064"/>
              <a:gd name="connsiteY115" fmla="*/ 242614 h 919368"/>
              <a:gd name="connsiteX116" fmla="*/ 2219387 w 5707064"/>
              <a:gd name="connsiteY116" fmla="*/ 144906 h 919368"/>
              <a:gd name="connsiteX117" fmla="*/ 2233132 w 5707064"/>
              <a:gd name="connsiteY117" fmla="*/ 246588 h 919368"/>
              <a:gd name="connsiteX118" fmla="*/ 2233464 w 5707064"/>
              <a:gd name="connsiteY118" fmla="*/ 246920 h 919368"/>
              <a:gd name="connsiteX119" fmla="*/ 2249858 w 5707064"/>
              <a:gd name="connsiteY119" fmla="*/ 248244 h 919368"/>
              <a:gd name="connsiteX120" fmla="*/ 2262279 w 5707064"/>
              <a:gd name="connsiteY120" fmla="*/ 189951 h 919368"/>
              <a:gd name="connsiteX121" fmla="*/ 2278509 w 5707064"/>
              <a:gd name="connsiteY121" fmla="*/ 250728 h 919368"/>
              <a:gd name="connsiteX122" fmla="*/ 2311630 w 5707064"/>
              <a:gd name="connsiteY122" fmla="*/ 253875 h 919368"/>
              <a:gd name="connsiteX123" fmla="*/ 2326866 w 5707064"/>
              <a:gd name="connsiteY123" fmla="*/ 176868 h 919368"/>
              <a:gd name="connsiteX124" fmla="*/ 2349222 w 5707064"/>
              <a:gd name="connsiteY124" fmla="*/ 257353 h 919368"/>
              <a:gd name="connsiteX125" fmla="*/ 2390624 w 5707064"/>
              <a:gd name="connsiteY125" fmla="*/ 261327 h 919368"/>
              <a:gd name="connsiteX126" fmla="*/ 2397083 w 5707064"/>
              <a:gd name="connsiteY126" fmla="*/ 195747 h 919368"/>
              <a:gd name="connsiteX127" fmla="*/ 2429045 w 5707064"/>
              <a:gd name="connsiteY127" fmla="*/ 265302 h 919368"/>
              <a:gd name="connsiteX128" fmla="*/ 2464816 w 5707064"/>
              <a:gd name="connsiteY128" fmla="*/ 269277 h 919368"/>
              <a:gd name="connsiteX129" fmla="*/ 2457860 w 5707064"/>
              <a:gd name="connsiteY129" fmla="*/ 210320 h 919368"/>
              <a:gd name="connsiteX130" fmla="*/ 2486014 w 5707064"/>
              <a:gd name="connsiteY130" fmla="*/ 271761 h 919368"/>
              <a:gd name="connsiteX131" fmla="*/ 2523275 w 5707064"/>
              <a:gd name="connsiteY131" fmla="*/ 275735 h 919368"/>
              <a:gd name="connsiteX132" fmla="*/ 2551428 w 5707064"/>
              <a:gd name="connsiteY132" fmla="*/ 187964 h 919368"/>
              <a:gd name="connsiteX133" fmla="*/ 2559874 w 5707064"/>
              <a:gd name="connsiteY133" fmla="*/ 280041 h 919368"/>
              <a:gd name="connsiteX134" fmla="*/ 2588193 w 5707064"/>
              <a:gd name="connsiteY134" fmla="*/ 283684 h 919368"/>
              <a:gd name="connsiteX135" fmla="*/ 2596473 w 5707064"/>
              <a:gd name="connsiteY135" fmla="*/ 227047 h 919368"/>
              <a:gd name="connsiteX136" fmla="*/ 2621977 w 5707064"/>
              <a:gd name="connsiteY136" fmla="*/ 287990 h 919368"/>
              <a:gd name="connsiteX137" fmla="*/ 2694182 w 5707064"/>
              <a:gd name="connsiteY137" fmla="*/ 297098 h 919368"/>
              <a:gd name="connsiteX138" fmla="*/ 2713557 w 5707064"/>
              <a:gd name="connsiteY138" fmla="*/ 242614 h 919368"/>
              <a:gd name="connsiteX139" fmla="*/ 2728296 w 5707064"/>
              <a:gd name="connsiteY139" fmla="*/ 301735 h 919368"/>
              <a:gd name="connsiteX140" fmla="*/ 2728296 w 5707064"/>
              <a:gd name="connsiteY140" fmla="*/ 302066 h 919368"/>
              <a:gd name="connsiteX141" fmla="*/ 2759596 w 5707064"/>
              <a:gd name="connsiteY141" fmla="*/ 306538 h 919368"/>
              <a:gd name="connsiteX142" fmla="*/ 2779966 w 5707064"/>
              <a:gd name="connsiteY142" fmla="*/ 254537 h 919368"/>
              <a:gd name="connsiteX143" fmla="*/ 2783774 w 5707064"/>
              <a:gd name="connsiteY143" fmla="*/ 310016 h 919368"/>
              <a:gd name="connsiteX144" fmla="*/ 2794539 w 5707064"/>
              <a:gd name="connsiteY144" fmla="*/ 311506 h 919368"/>
              <a:gd name="connsiteX145" fmla="*/ 2813252 w 5707064"/>
              <a:gd name="connsiteY145" fmla="*/ 209989 h 919368"/>
              <a:gd name="connsiteX146" fmla="*/ 2827826 w 5707064"/>
              <a:gd name="connsiteY146" fmla="*/ 315977 h 919368"/>
              <a:gd name="connsiteX147" fmla="*/ 2874527 w 5707064"/>
              <a:gd name="connsiteY147" fmla="*/ 225059 h 919368"/>
              <a:gd name="connsiteX148" fmla="*/ 2874527 w 5707064"/>
              <a:gd name="connsiteY148" fmla="*/ 312500 h 919368"/>
              <a:gd name="connsiteX149" fmla="*/ 2913776 w 5707064"/>
              <a:gd name="connsiteY149" fmla="*/ 261824 h 919368"/>
              <a:gd name="connsiteX150" fmla="*/ 2897547 w 5707064"/>
              <a:gd name="connsiteY150" fmla="*/ 317137 h 919368"/>
              <a:gd name="connsiteX151" fmla="*/ 2900693 w 5707064"/>
              <a:gd name="connsiteY151" fmla="*/ 327404 h 919368"/>
              <a:gd name="connsiteX152" fmla="*/ 2920731 w 5707064"/>
              <a:gd name="connsiteY152" fmla="*/ 330717 h 919368"/>
              <a:gd name="connsiteX153" fmla="*/ 2959649 w 5707064"/>
              <a:gd name="connsiteY153" fmla="*/ 239467 h 919368"/>
              <a:gd name="connsiteX154" fmla="*/ 2952362 w 5707064"/>
              <a:gd name="connsiteY154" fmla="*/ 336016 h 919368"/>
              <a:gd name="connsiteX155" fmla="*/ 2954349 w 5707064"/>
              <a:gd name="connsiteY155" fmla="*/ 336347 h 919368"/>
              <a:gd name="connsiteX156" fmla="*/ 2971241 w 5707064"/>
              <a:gd name="connsiteY156" fmla="*/ 282525 h 919368"/>
              <a:gd name="connsiteX157" fmla="*/ 2982834 w 5707064"/>
              <a:gd name="connsiteY157" fmla="*/ 337837 h 919368"/>
              <a:gd name="connsiteX158" fmla="*/ 3012809 w 5707064"/>
              <a:gd name="connsiteY158" fmla="*/ 276894 h 919368"/>
              <a:gd name="connsiteX159" fmla="*/ 3005356 w 5707064"/>
              <a:gd name="connsiteY159" fmla="*/ 327073 h 919368"/>
              <a:gd name="connsiteX160" fmla="*/ 3011318 w 5707064"/>
              <a:gd name="connsiteY160" fmla="*/ 345952 h 919368"/>
              <a:gd name="connsiteX161" fmla="*/ 3030694 w 5707064"/>
              <a:gd name="connsiteY161" fmla="*/ 349264 h 919368"/>
              <a:gd name="connsiteX162" fmla="*/ 3035828 w 5707064"/>
              <a:gd name="connsiteY162" fmla="*/ 341315 h 919368"/>
              <a:gd name="connsiteX163" fmla="*/ 3040630 w 5707064"/>
              <a:gd name="connsiteY163" fmla="*/ 244767 h 919368"/>
              <a:gd name="connsiteX164" fmla="*/ 3060007 w 5707064"/>
              <a:gd name="connsiteY164" fmla="*/ 344793 h 919368"/>
              <a:gd name="connsiteX165" fmla="*/ 3083026 w 5707064"/>
              <a:gd name="connsiteY165" fmla="*/ 275735 h 919368"/>
              <a:gd name="connsiteX166" fmla="*/ 3078554 w 5707064"/>
              <a:gd name="connsiteY166" fmla="*/ 358042 h 919368"/>
              <a:gd name="connsiteX167" fmla="*/ 3108363 w 5707064"/>
              <a:gd name="connsiteY167" fmla="*/ 363506 h 919368"/>
              <a:gd name="connsiteX168" fmla="*/ 3142810 w 5707064"/>
              <a:gd name="connsiteY168" fmla="*/ 264142 h 919368"/>
              <a:gd name="connsiteX169" fmla="*/ 3138504 w 5707064"/>
              <a:gd name="connsiteY169" fmla="*/ 351914 h 919368"/>
              <a:gd name="connsiteX170" fmla="*/ 3145128 w 5707064"/>
              <a:gd name="connsiteY170" fmla="*/ 311340 h 919368"/>
              <a:gd name="connsiteX171" fmla="*/ 3153243 w 5707064"/>
              <a:gd name="connsiteY171" fmla="*/ 356220 h 919368"/>
              <a:gd name="connsiteX172" fmla="*/ 3175766 w 5707064"/>
              <a:gd name="connsiteY172" fmla="*/ 376093 h 919368"/>
              <a:gd name="connsiteX173" fmla="*/ 3179575 w 5707064"/>
              <a:gd name="connsiteY173" fmla="*/ 376921 h 919368"/>
              <a:gd name="connsiteX174" fmla="*/ 3224620 w 5707064"/>
              <a:gd name="connsiteY174" fmla="*/ 282525 h 919368"/>
              <a:gd name="connsiteX175" fmla="*/ 3207396 w 5707064"/>
              <a:gd name="connsiteY175" fmla="*/ 372781 h 919368"/>
              <a:gd name="connsiteX176" fmla="*/ 3213690 w 5707064"/>
              <a:gd name="connsiteY176" fmla="*/ 383710 h 919368"/>
              <a:gd name="connsiteX177" fmla="*/ 3236874 w 5707064"/>
              <a:gd name="connsiteY177" fmla="*/ 388513 h 919368"/>
              <a:gd name="connsiteX178" fmla="*/ 3283410 w 5707064"/>
              <a:gd name="connsiteY178" fmla="*/ 269939 h 919368"/>
              <a:gd name="connsiteX179" fmla="*/ 3280594 w 5707064"/>
              <a:gd name="connsiteY179" fmla="*/ 397456 h 919368"/>
              <a:gd name="connsiteX180" fmla="*/ 3295499 w 5707064"/>
              <a:gd name="connsiteY180" fmla="*/ 400603 h 919368"/>
              <a:gd name="connsiteX181" fmla="*/ 3297155 w 5707064"/>
              <a:gd name="connsiteY181" fmla="*/ 400106 h 919368"/>
              <a:gd name="connsiteX182" fmla="*/ 3343194 w 5707064"/>
              <a:gd name="connsiteY182" fmla="*/ 264142 h 919368"/>
              <a:gd name="connsiteX183" fmla="*/ 3336238 w 5707064"/>
              <a:gd name="connsiteY183" fmla="*/ 409048 h 919368"/>
              <a:gd name="connsiteX184" fmla="*/ 3350646 w 5707064"/>
              <a:gd name="connsiteY184" fmla="*/ 412029 h 919368"/>
              <a:gd name="connsiteX185" fmla="*/ 3380621 w 5707064"/>
              <a:gd name="connsiteY185" fmla="*/ 418819 h 919368"/>
              <a:gd name="connsiteX186" fmla="*/ 3403144 w 5707064"/>
              <a:gd name="connsiteY186" fmla="*/ 320614 h 919368"/>
              <a:gd name="connsiteX187" fmla="*/ 3417717 w 5707064"/>
              <a:gd name="connsiteY187" fmla="*/ 427265 h 919368"/>
              <a:gd name="connsiteX188" fmla="*/ 3426163 w 5707064"/>
              <a:gd name="connsiteY188" fmla="*/ 429252 h 919368"/>
              <a:gd name="connsiteX189" fmla="*/ 3422023 w 5707064"/>
              <a:gd name="connsiteY189" fmla="*/ 401265 h 919368"/>
              <a:gd name="connsiteX190" fmla="*/ 3496546 w 5707064"/>
              <a:gd name="connsiteY190" fmla="*/ 260996 h 919368"/>
              <a:gd name="connsiteX191" fmla="*/ 3483131 w 5707064"/>
              <a:gd name="connsiteY191" fmla="*/ 428424 h 919368"/>
              <a:gd name="connsiteX192" fmla="*/ 3517081 w 5707064"/>
              <a:gd name="connsiteY192" fmla="*/ 340156 h 919368"/>
              <a:gd name="connsiteX193" fmla="*/ 3542087 w 5707064"/>
              <a:gd name="connsiteY193" fmla="*/ 426271 h 919368"/>
              <a:gd name="connsiteX194" fmla="*/ 3542087 w 5707064"/>
              <a:gd name="connsiteY194" fmla="*/ 310678 h 919368"/>
              <a:gd name="connsiteX195" fmla="*/ 3581005 w 5707064"/>
              <a:gd name="connsiteY195" fmla="*/ 431405 h 919368"/>
              <a:gd name="connsiteX196" fmla="*/ 3598725 w 5707064"/>
              <a:gd name="connsiteY196" fmla="*/ 376424 h 919368"/>
              <a:gd name="connsiteX197" fmla="*/ 3622076 w 5707064"/>
              <a:gd name="connsiteY197" fmla="*/ 476119 h 919368"/>
              <a:gd name="connsiteX198" fmla="*/ 3623400 w 5707064"/>
              <a:gd name="connsiteY198" fmla="*/ 476450 h 919368"/>
              <a:gd name="connsiteX199" fmla="*/ 3681694 w 5707064"/>
              <a:gd name="connsiteY199" fmla="*/ 349430 h 919368"/>
              <a:gd name="connsiteX200" fmla="*/ 3682522 w 5707064"/>
              <a:gd name="connsiteY200" fmla="*/ 471482 h 919368"/>
              <a:gd name="connsiteX201" fmla="*/ 3732369 w 5707064"/>
              <a:gd name="connsiteY201" fmla="*/ 380895 h 919368"/>
              <a:gd name="connsiteX202" fmla="*/ 3732369 w 5707064"/>
              <a:gd name="connsiteY202" fmla="*/ 473800 h 919368"/>
              <a:gd name="connsiteX203" fmla="*/ 3792650 w 5707064"/>
              <a:gd name="connsiteY203" fmla="*/ 349264 h 919368"/>
              <a:gd name="connsiteX204" fmla="*/ 3792816 w 5707064"/>
              <a:gd name="connsiteY204" fmla="*/ 475457 h 919368"/>
              <a:gd name="connsiteX205" fmla="*/ 3838855 w 5707064"/>
              <a:gd name="connsiteY205" fmla="*/ 417163 h 919368"/>
              <a:gd name="connsiteX206" fmla="*/ 3818319 w 5707064"/>
              <a:gd name="connsiteY206" fmla="*/ 498641 h 919368"/>
              <a:gd name="connsiteX207" fmla="*/ 3834549 w 5707064"/>
              <a:gd name="connsiteY207" fmla="*/ 531763 h 919368"/>
              <a:gd name="connsiteX208" fmla="*/ 3863861 w 5707064"/>
              <a:gd name="connsiteY208" fmla="*/ 540043 h 919368"/>
              <a:gd name="connsiteX209" fmla="*/ 3863696 w 5707064"/>
              <a:gd name="connsiteY209" fmla="*/ 512387 h 919368"/>
              <a:gd name="connsiteX210" fmla="*/ 3922486 w 5707064"/>
              <a:gd name="connsiteY210" fmla="*/ 349430 h 919368"/>
              <a:gd name="connsiteX211" fmla="*/ 3904435 w 5707064"/>
              <a:gd name="connsiteY211" fmla="*/ 521329 h 919368"/>
              <a:gd name="connsiteX212" fmla="*/ 3927123 w 5707064"/>
              <a:gd name="connsiteY212" fmla="*/ 462539 h 919368"/>
              <a:gd name="connsiteX213" fmla="*/ 3945174 w 5707064"/>
              <a:gd name="connsiteY213" fmla="*/ 544018 h 919368"/>
              <a:gd name="connsiteX214" fmla="*/ 4019863 w 5707064"/>
              <a:gd name="connsiteY214" fmla="*/ 430908 h 919368"/>
              <a:gd name="connsiteX215" fmla="*/ 3990551 w 5707064"/>
              <a:gd name="connsiteY215" fmla="*/ 553126 h 919368"/>
              <a:gd name="connsiteX216" fmla="*/ 4069711 w 5707064"/>
              <a:gd name="connsiteY216" fmla="*/ 485227 h 919368"/>
              <a:gd name="connsiteX217" fmla="*/ 4024003 w 5707064"/>
              <a:gd name="connsiteY217" fmla="*/ 585585 h 919368"/>
              <a:gd name="connsiteX218" fmla="*/ 4038576 w 5707064"/>
              <a:gd name="connsiteY218" fmla="*/ 589725 h 919368"/>
              <a:gd name="connsiteX219" fmla="*/ 4047188 w 5707064"/>
              <a:gd name="connsiteY219" fmla="*/ 587075 h 919368"/>
              <a:gd name="connsiteX220" fmla="*/ 4107137 w 5707064"/>
              <a:gd name="connsiteY220" fmla="*/ 417163 h 919368"/>
              <a:gd name="connsiteX221" fmla="*/ 4107137 w 5707064"/>
              <a:gd name="connsiteY221" fmla="*/ 571343 h 919368"/>
              <a:gd name="connsiteX222" fmla="*/ 4112768 w 5707064"/>
              <a:gd name="connsiteY222" fmla="*/ 611585 h 919368"/>
              <a:gd name="connsiteX223" fmla="*/ 4118896 w 5707064"/>
              <a:gd name="connsiteY223" fmla="*/ 613407 h 919368"/>
              <a:gd name="connsiteX224" fmla="*/ 4119724 w 5707064"/>
              <a:gd name="connsiteY224" fmla="*/ 605127 h 919368"/>
              <a:gd name="connsiteX225" fmla="*/ 4203356 w 5707064"/>
              <a:gd name="connsiteY225" fmla="*/ 476285 h 919368"/>
              <a:gd name="connsiteX226" fmla="*/ 4164934 w 5707064"/>
              <a:gd name="connsiteY226" fmla="*/ 614235 h 919368"/>
              <a:gd name="connsiteX227" fmla="*/ 4255521 w 5707064"/>
              <a:gd name="connsiteY227" fmla="*/ 548489 h 919368"/>
              <a:gd name="connsiteX228" fmla="*/ 4228361 w 5707064"/>
              <a:gd name="connsiteY228" fmla="*/ 631293 h 919368"/>
              <a:gd name="connsiteX229" fmla="*/ 4303216 w 5707064"/>
              <a:gd name="connsiteY229" fmla="*/ 544018 h 919368"/>
              <a:gd name="connsiteX230" fmla="*/ 4279038 w 5707064"/>
              <a:gd name="connsiteY230" fmla="*/ 625165 h 919368"/>
              <a:gd name="connsiteX231" fmla="*/ 4245253 w 5707064"/>
              <a:gd name="connsiteY231" fmla="*/ 651662 h 919368"/>
              <a:gd name="connsiteX232" fmla="*/ 4267445 w 5707064"/>
              <a:gd name="connsiteY232" fmla="*/ 658452 h 919368"/>
              <a:gd name="connsiteX233" fmla="*/ 4279038 w 5707064"/>
              <a:gd name="connsiteY233" fmla="*/ 654974 h 919368"/>
              <a:gd name="connsiteX234" fmla="*/ 4387013 w 5707064"/>
              <a:gd name="connsiteY234" fmla="*/ 467010 h 919368"/>
              <a:gd name="connsiteX235" fmla="*/ 4355217 w 5707064"/>
              <a:gd name="connsiteY235" fmla="*/ 676669 h 919368"/>
              <a:gd name="connsiteX236" fmla="*/ 4475281 w 5707064"/>
              <a:gd name="connsiteY236" fmla="*/ 593865 h 919368"/>
              <a:gd name="connsiteX237" fmla="*/ 4432223 w 5707064"/>
              <a:gd name="connsiteY237" fmla="*/ 704822 h 919368"/>
              <a:gd name="connsiteX238" fmla="*/ 4437854 w 5707064"/>
              <a:gd name="connsiteY238" fmla="*/ 711612 h 919368"/>
              <a:gd name="connsiteX239" fmla="*/ 4522480 w 5707064"/>
              <a:gd name="connsiteY239" fmla="*/ 738771 h 919368"/>
              <a:gd name="connsiteX240" fmla="*/ 4563715 w 5707064"/>
              <a:gd name="connsiteY240" fmla="*/ 557597 h 919368"/>
              <a:gd name="connsiteX241" fmla="*/ 4599983 w 5707064"/>
              <a:gd name="connsiteY241" fmla="*/ 734300 h 919368"/>
              <a:gd name="connsiteX242" fmla="*/ 4606442 w 5707064"/>
              <a:gd name="connsiteY242" fmla="*/ 732478 h 919368"/>
              <a:gd name="connsiteX243" fmla="*/ 4686595 w 5707064"/>
              <a:gd name="connsiteY243" fmla="*/ 625993 h 919368"/>
              <a:gd name="connsiteX244" fmla="*/ 4686761 w 5707064"/>
              <a:gd name="connsiteY244" fmla="*/ 765765 h 919368"/>
              <a:gd name="connsiteX245" fmla="*/ 4768570 w 5707064"/>
              <a:gd name="connsiteY245" fmla="*/ 646197 h 919368"/>
              <a:gd name="connsiteX246" fmla="*/ 4714748 w 5707064"/>
              <a:gd name="connsiteY246" fmla="*/ 795740 h 919368"/>
              <a:gd name="connsiteX247" fmla="*/ 4745552 w 5707064"/>
              <a:gd name="connsiteY247" fmla="*/ 810976 h 919368"/>
              <a:gd name="connsiteX248" fmla="*/ 4778508 w 5707064"/>
              <a:gd name="connsiteY248" fmla="*/ 821740 h 919368"/>
              <a:gd name="connsiteX249" fmla="*/ 4886649 w 5707064"/>
              <a:gd name="connsiteY249" fmla="*/ 675675 h 919368"/>
              <a:gd name="connsiteX250" fmla="*/ 4848394 w 5707064"/>
              <a:gd name="connsiteY250" fmla="*/ 844760 h 919368"/>
              <a:gd name="connsiteX251" fmla="*/ 4877208 w 5707064"/>
              <a:gd name="connsiteY251" fmla="*/ 854199 h 919368"/>
              <a:gd name="connsiteX252" fmla="*/ 4955375 w 5707064"/>
              <a:gd name="connsiteY252" fmla="*/ 765931 h 919368"/>
              <a:gd name="connsiteX253" fmla="*/ 4923910 w 5707064"/>
              <a:gd name="connsiteY253" fmla="*/ 869601 h 919368"/>
              <a:gd name="connsiteX254" fmla="*/ 4939974 w 5707064"/>
              <a:gd name="connsiteY254" fmla="*/ 874900 h 919368"/>
              <a:gd name="connsiteX255" fmla="*/ 5004726 w 5707064"/>
              <a:gd name="connsiteY255" fmla="*/ 745893 h 919368"/>
              <a:gd name="connsiteX256" fmla="*/ 4991146 w 5707064"/>
              <a:gd name="connsiteY256" fmla="*/ 891792 h 919368"/>
              <a:gd name="connsiteX257" fmla="*/ 4995453 w 5707064"/>
              <a:gd name="connsiteY257" fmla="*/ 893117 h 919368"/>
              <a:gd name="connsiteX258" fmla="*/ 5045299 w 5707064"/>
              <a:gd name="connsiteY258" fmla="*/ 670541 h 919368"/>
              <a:gd name="connsiteX259" fmla="*/ 5058217 w 5707064"/>
              <a:gd name="connsiteY259" fmla="*/ 895601 h 919368"/>
              <a:gd name="connsiteX260" fmla="*/ 5126612 w 5707064"/>
              <a:gd name="connsiteY260" fmla="*/ 801205 h 919368"/>
              <a:gd name="connsiteX261" fmla="*/ 5108872 w 5707064"/>
              <a:gd name="connsiteY261" fmla="*/ 868131 h 919368"/>
              <a:gd name="connsiteX262" fmla="*/ 5115539 w 5707064"/>
              <a:gd name="connsiteY262" fmla="*/ 919368 h 919368"/>
              <a:gd name="connsiteX263" fmla="*/ 0 w 5707064"/>
              <a:gd name="connsiteY263" fmla="*/ 919368 h 919368"/>
              <a:gd name="connsiteX264" fmla="*/ 0 w 5707064"/>
              <a:gd name="connsiteY264" fmla="*/ 251803 h 919368"/>
              <a:gd name="connsiteX265" fmla="*/ 1251 w 5707064"/>
              <a:gd name="connsiteY265" fmla="*/ 274576 h 919368"/>
              <a:gd name="connsiteX266" fmla="*/ 69978 w 5707064"/>
              <a:gd name="connsiteY266" fmla="*/ 268448 h 919368"/>
              <a:gd name="connsiteX267" fmla="*/ 9718 w 5707064"/>
              <a:gd name="connsiteY267" fmla="*/ 72888 h 919368"/>
              <a:gd name="connsiteX268" fmla="*/ 0 w 5707064"/>
              <a:gd name="connsiteY268" fmla="*/ 52224 h 919368"/>
              <a:gd name="connsiteX269" fmla="*/ 0 w 5707064"/>
              <a:gd name="connsiteY269" fmla="*/ 2007 h 919368"/>
              <a:gd name="connsiteX270" fmla="*/ 5575 w 5707064"/>
              <a:gd name="connsiteY270" fmla="*/ 6588 h 919368"/>
              <a:gd name="connsiteX271" fmla="*/ 96144 w 5707064"/>
              <a:gd name="connsiteY271" fmla="*/ 177199 h 919368"/>
              <a:gd name="connsiteX272" fmla="*/ 156093 w 5707064"/>
              <a:gd name="connsiteY272" fmla="*/ 0 h 91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</a:cxnLst>
            <a:rect l="l" t="t" r="r" b="b"/>
            <a:pathLst>
              <a:path w="5707064" h="919368">
                <a:moveTo>
                  <a:pt x="5707064" y="887652"/>
                </a:moveTo>
                <a:lnTo>
                  <a:pt x="5689991" y="919368"/>
                </a:lnTo>
                <a:lnTo>
                  <a:pt x="5668729" y="919368"/>
                </a:lnTo>
                <a:lnTo>
                  <a:pt x="5690731" y="899459"/>
                </a:lnTo>
                <a:cubicBezTo>
                  <a:pt x="5699860" y="892268"/>
                  <a:pt x="5705822" y="888439"/>
                  <a:pt x="5707064" y="887652"/>
                </a:cubicBezTo>
                <a:close/>
                <a:moveTo>
                  <a:pt x="5321366" y="856683"/>
                </a:moveTo>
                <a:cubicBezTo>
                  <a:pt x="5320745" y="858050"/>
                  <a:pt x="5316419" y="867230"/>
                  <a:pt x="5311282" y="879853"/>
                </a:cubicBezTo>
                <a:lnTo>
                  <a:pt x="5297806" y="919368"/>
                </a:lnTo>
                <a:lnTo>
                  <a:pt x="5272968" y="919368"/>
                </a:lnTo>
                <a:lnTo>
                  <a:pt x="5286837" y="895332"/>
                </a:lnTo>
                <a:cubicBezTo>
                  <a:pt x="5302901" y="873203"/>
                  <a:pt x="5319379" y="858422"/>
                  <a:pt x="5321366" y="856683"/>
                </a:cubicBezTo>
                <a:close/>
                <a:moveTo>
                  <a:pt x="5478029" y="843600"/>
                </a:moveTo>
                <a:cubicBezTo>
                  <a:pt x="5492437" y="864715"/>
                  <a:pt x="5500283" y="887072"/>
                  <a:pt x="5503810" y="909008"/>
                </a:cubicBezTo>
                <a:lnTo>
                  <a:pt x="5503788" y="919368"/>
                </a:lnTo>
                <a:lnTo>
                  <a:pt x="5460656" y="919368"/>
                </a:lnTo>
                <a:lnTo>
                  <a:pt x="5462338" y="916095"/>
                </a:lnTo>
                <a:cubicBezTo>
                  <a:pt x="5475670" y="877715"/>
                  <a:pt x="5478029" y="843600"/>
                  <a:pt x="5478029" y="843600"/>
                </a:cubicBezTo>
                <a:close/>
                <a:moveTo>
                  <a:pt x="5380818" y="838135"/>
                </a:moveTo>
                <a:cubicBezTo>
                  <a:pt x="5393694" y="862107"/>
                  <a:pt x="5400132" y="885095"/>
                  <a:pt x="5402547" y="906094"/>
                </a:cubicBezTo>
                <a:lnTo>
                  <a:pt x="5401974" y="919368"/>
                </a:lnTo>
                <a:lnTo>
                  <a:pt x="5365673" y="919368"/>
                </a:lnTo>
                <a:lnTo>
                  <a:pt x="5375809" y="893903"/>
                </a:lnTo>
                <a:cubicBezTo>
                  <a:pt x="5382433" y="864467"/>
                  <a:pt x="5380818" y="838135"/>
                  <a:pt x="5380818" y="838135"/>
                </a:cubicBezTo>
                <a:close/>
                <a:moveTo>
                  <a:pt x="5270193" y="766097"/>
                </a:moveTo>
                <a:cubicBezTo>
                  <a:pt x="5229951" y="808492"/>
                  <a:pt x="5218069" y="851302"/>
                  <a:pt x="5218855" y="888149"/>
                </a:cubicBezTo>
                <a:lnTo>
                  <a:pt x="5224300" y="919368"/>
                </a:lnTo>
                <a:lnTo>
                  <a:pt x="5164005" y="919368"/>
                </a:lnTo>
                <a:lnTo>
                  <a:pt x="5174967" y="882562"/>
                </a:lnTo>
                <a:cubicBezTo>
                  <a:pt x="5206197" y="821244"/>
                  <a:pt x="5265349" y="770195"/>
                  <a:pt x="5270193" y="766097"/>
                </a:cubicBezTo>
                <a:close/>
                <a:moveTo>
                  <a:pt x="5541622" y="765765"/>
                </a:moveTo>
                <a:cubicBezTo>
                  <a:pt x="5566008" y="790151"/>
                  <a:pt x="5580695" y="818470"/>
                  <a:pt x="5588751" y="847852"/>
                </a:cubicBezTo>
                <a:lnTo>
                  <a:pt x="5594681" y="919368"/>
                </a:lnTo>
                <a:lnTo>
                  <a:pt x="5533471" y="919368"/>
                </a:lnTo>
                <a:lnTo>
                  <a:pt x="5537441" y="889825"/>
                </a:lnTo>
                <a:cubicBezTo>
                  <a:pt x="5543858" y="824721"/>
                  <a:pt x="5541622" y="765765"/>
                  <a:pt x="5541622" y="765765"/>
                </a:cubicBezTo>
                <a:close/>
                <a:moveTo>
                  <a:pt x="156093" y="0"/>
                </a:moveTo>
                <a:cubicBezTo>
                  <a:pt x="156093" y="0"/>
                  <a:pt x="123800" y="197734"/>
                  <a:pt x="222336" y="254372"/>
                </a:cubicBezTo>
                <a:cubicBezTo>
                  <a:pt x="222336" y="254372"/>
                  <a:pt x="209087" y="167760"/>
                  <a:pt x="260757" y="106982"/>
                </a:cubicBezTo>
                <a:cubicBezTo>
                  <a:pt x="260757" y="106982"/>
                  <a:pt x="238565" y="175543"/>
                  <a:pt x="300005" y="224397"/>
                </a:cubicBezTo>
                <a:cubicBezTo>
                  <a:pt x="361446" y="273251"/>
                  <a:pt x="368070" y="139275"/>
                  <a:pt x="368070" y="139275"/>
                </a:cubicBezTo>
                <a:cubicBezTo>
                  <a:pt x="368070" y="139275"/>
                  <a:pt x="397382" y="203199"/>
                  <a:pt x="403178" y="242779"/>
                </a:cubicBezTo>
                <a:cubicBezTo>
                  <a:pt x="418414" y="241786"/>
                  <a:pt x="433650" y="240792"/>
                  <a:pt x="449052" y="239798"/>
                </a:cubicBezTo>
                <a:cubicBezTo>
                  <a:pt x="458988" y="230856"/>
                  <a:pt x="466771" y="223735"/>
                  <a:pt x="466771" y="223735"/>
                </a:cubicBezTo>
                <a:cubicBezTo>
                  <a:pt x="466771" y="223735"/>
                  <a:pt x="510988" y="173887"/>
                  <a:pt x="454351" y="60612"/>
                </a:cubicBezTo>
                <a:cubicBezTo>
                  <a:pt x="454351" y="60612"/>
                  <a:pt x="530364" y="135466"/>
                  <a:pt x="505027" y="236321"/>
                </a:cubicBezTo>
                <a:cubicBezTo>
                  <a:pt x="523078" y="235327"/>
                  <a:pt x="541294" y="234002"/>
                  <a:pt x="559346" y="233009"/>
                </a:cubicBezTo>
                <a:lnTo>
                  <a:pt x="564811" y="151364"/>
                </a:lnTo>
                <a:cubicBezTo>
                  <a:pt x="564811" y="151364"/>
                  <a:pt x="597270" y="198065"/>
                  <a:pt x="604722" y="230524"/>
                </a:cubicBezTo>
                <a:cubicBezTo>
                  <a:pt x="615155" y="230027"/>
                  <a:pt x="625588" y="229531"/>
                  <a:pt x="636021" y="228869"/>
                </a:cubicBezTo>
                <a:cubicBezTo>
                  <a:pt x="634697" y="200715"/>
                  <a:pt x="637181" y="139772"/>
                  <a:pt x="675270" y="99530"/>
                </a:cubicBezTo>
                <a:cubicBezTo>
                  <a:pt x="673780" y="104663"/>
                  <a:pt x="655066" y="167760"/>
                  <a:pt x="676264" y="226881"/>
                </a:cubicBezTo>
                <a:cubicBezTo>
                  <a:pt x="678748" y="226716"/>
                  <a:pt x="681232" y="226550"/>
                  <a:pt x="683716" y="226550"/>
                </a:cubicBezTo>
                <a:cubicBezTo>
                  <a:pt x="679079" y="179683"/>
                  <a:pt x="676595" y="74191"/>
                  <a:pt x="740354" y="20369"/>
                </a:cubicBezTo>
                <a:cubicBezTo>
                  <a:pt x="740354" y="20369"/>
                  <a:pt x="701436" y="148383"/>
                  <a:pt x="730417" y="224232"/>
                </a:cubicBezTo>
                <a:cubicBezTo>
                  <a:pt x="746316" y="223569"/>
                  <a:pt x="762379" y="222906"/>
                  <a:pt x="778278" y="222244"/>
                </a:cubicBezTo>
                <a:lnTo>
                  <a:pt x="776125" y="125033"/>
                </a:lnTo>
                <a:cubicBezTo>
                  <a:pt x="776125" y="125033"/>
                  <a:pt x="799972" y="175708"/>
                  <a:pt x="810074" y="220919"/>
                </a:cubicBezTo>
                <a:cubicBezTo>
                  <a:pt x="826469" y="220257"/>
                  <a:pt x="842864" y="219429"/>
                  <a:pt x="859259" y="218932"/>
                </a:cubicBezTo>
                <a:cubicBezTo>
                  <a:pt x="866712" y="169581"/>
                  <a:pt x="871845" y="73529"/>
                  <a:pt x="811565" y="26828"/>
                </a:cubicBezTo>
                <a:cubicBezTo>
                  <a:pt x="829450" y="38752"/>
                  <a:pt x="931961" y="112944"/>
                  <a:pt x="919043" y="216945"/>
                </a:cubicBezTo>
                <a:cubicBezTo>
                  <a:pt x="928648" y="216613"/>
                  <a:pt x="938254" y="216282"/>
                  <a:pt x="947859" y="216116"/>
                </a:cubicBezTo>
                <a:cubicBezTo>
                  <a:pt x="963757" y="196078"/>
                  <a:pt x="979324" y="163288"/>
                  <a:pt x="979490" y="110128"/>
                </a:cubicBezTo>
                <a:cubicBezTo>
                  <a:pt x="979490" y="110128"/>
                  <a:pt x="1001184" y="168422"/>
                  <a:pt x="998534" y="214460"/>
                </a:cubicBezTo>
                <a:cubicBezTo>
                  <a:pt x="1014764" y="213963"/>
                  <a:pt x="1030993" y="213798"/>
                  <a:pt x="1047223" y="213467"/>
                </a:cubicBezTo>
                <a:cubicBezTo>
                  <a:pt x="1047720" y="196409"/>
                  <a:pt x="1050204" y="177199"/>
                  <a:pt x="1056994" y="160638"/>
                </a:cubicBezTo>
                <a:cubicBezTo>
                  <a:pt x="1056994" y="160638"/>
                  <a:pt x="1058815" y="187964"/>
                  <a:pt x="1068255" y="212970"/>
                </a:cubicBezTo>
                <a:lnTo>
                  <a:pt x="1092599" y="212473"/>
                </a:lnTo>
                <a:cubicBezTo>
                  <a:pt x="1093427" y="178193"/>
                  <a:pt x="1100051" y="128179"/>
                  <a:pt x="1129861" y="103670"/>
                </a:cubicBezTo>
                <a:cubicBezTo>
                  <a:pt x="1129861" y="103670"/>
                  <a:pt x="1121580" y="163123"/>
                  <a:pt x="1128536" y="211811"/>
                </a:cubicBezTo>
                <a:cubicBezTo>
                  <a:pt x="1146256" y="211479"/>
                  <a:pt x="1163976" y="211314"/>
                  <a:pt x="1181695" y="211148"/>
                </a:cubicBezTo>
                <a:cubicBezTo>
                  <a:pt x="1181530" y="188295"/>
                  <a:pt x="1186829" y="155504"/>
                  <a:pt x="1212664" y="128345"/>
                </a:cubicBezTo>
                <a:cubicBezTo>
                  <a:pt x="1212664" y="128345"/>
                  <a:pt x="1206205" y="175046"/>
                  <a:pt x="1222103" y="210652"/>
                </a:cubicBezTo>
                <a:cubicBezTo>
                  <a:pt x="1244295" y="210486"/>
                  <a:pt x="1266486" y="210155"/>
                  <a:pt x="1288512" y="210155"/>
                </a:cubicBezTo>
                <a:cubicBezTo>
                  <a:pt x="1290333" y="193925"/>
                  <a:pt x="1289009" y="178690"/>
                  <a:pt x="1289009" y="178690"/>
                </a:cubicBezTo>
                <a:cubicBezTo>
                  <a:pt x="1289009" y="178690"/>
                  <a:pt x="1300435" y="191275"/>
                  <a:pt x="1308881" y="210155"/>
                </a:cubicBezTo>
                <a:lnTo>
                  <a:pt x="1317824" y="210155"/>
                </a:lnTo>
                <a:cubicBezTo>
                  <a:pt x="1322130" y="173224"/>
                  <a:pt x="1337531" y="104001"/>
                  <a:pt x="1394997" y="74689"/>
                </a:cubicBezTo>
                <a:cubicBezTo>
                  <a:pt x="1394997" y="74689"/>
                  <a:pt x="1350945" y="153352"/>
                  <a:pt x="1377608" y="210320"/>
                </a:cubicBezTo>
                <a:lnTo>
                  <a:pt x="1394334" y="210320"/>
                </a:lnTo>
                <a:cubicBezTo>
                  <a:pt x="1394666" y="186970"/>
                  <a:pt x="1397978" y="153020"/>
                  <a:pt x="1412551" y="137122"/>
                </a:cubicBezTo>
                <a:cubicBezTo>
                  <a:pt x="1412551" y="137122"/>
                  <a:pt x="1414704" y="181174"/>
                  <a:pt x="1426793" y="210486"/>
                </a:cubicBezTo>
                <a:cubicBezTo>
                  <a:pt x="1440373" y="210486"/>
                  <a:pt x="1453953" y="210817"/>
                  <a:pt x="1467367" y="210983"/>
                </a:cubicBezTo>
                <a:cubicBezTo>
                  <a:pt x="1472501" y="187135"/>
                  <a:pt x="1471176" y="154511"/>
                  <a:pt x="1471176" y="154511"/>
                </a:cubicBezTo>
                <a:cubicBezTo>
                  <a:pt x="1471176" y="154511"/>
                  <a:pt x="1487737" y="182995"/>
                  <a:pt x="1491877" y="211314"/>
                </a:cubicBezTo>
                <a:cubicBezTo>
                  <a:pt x="1499163" y="211479"/>
                  <a:pt x="1506450" y="211479"/>
                  <a:pt x="1513737" y="211645"/>
                </a:cubicBezTo>
                <a:cubicBezTo>
                  <a:pt x="1520361" y="197734"/>
                  <a:pt x="1525164" y="180180"/>
                  <a:pt x="1522017" y="159645"/>
                </a:cubicBezTo>
                <a:cubicBezTo>
                  <a:pt x="1522017" y="159645"/>
                  <a:pt x="1536591" y="186804"/>
                  <a:pt x="1542387" y="211976"/>
                </a:cubicBezTo>
                <a:cubicBezTo>
                  <a:pt x="1560438" y="212308"/>
                  <a:pt x="1578323" y="212805"/>
                  <a:pt x="1596375" y="213136"/>
                </a:cubicBezTo>
                <a:cubicBezTo>
                  <a:pt x="1602171" y="186307"/>
                  <a:pt x="1609292" y="130498"/>
                  <a:pt x="1580642" y="90255"/>
                </a:cubicBezTo>
                <a:cubicBezTo>
                  <a:pt x="1580642" y="90255"/>
                  <a:pt x="1630821" y="140434"/>
                  <a:pt x="1638273" y="192932"/>
                </a:cubicBezTo>
                <a:cubicBezTo>
                  <a:pt x="1642579" y="169581"/>
                  <a:pt x="1653012" y="141097"/>
                  <a:pt x="1678184" y="127352"/>
                </a:cubicBezTo>
                <a:cubicBezTo>
                  <a:pt x="1678184" y="127352"/>
                  <a:pt x="1654171" y="180180"/>
                  <a:pt x="1667917" y="214957"/>
                </a:cubicBezTo>
                <a:cubicBezTo>
                  <a:pt x="1677687" y="215289"/>
                  <a:pt x="1687624" y="215454"/>
                  <a:pt x="1697560" y="215785"/>
                </a:cubicBezTo>
                <a:cubicBezTo>
                  <a:pt x="1697229" y="196906"/>
                  <a:pt x="1691930" y="172231"/>
                  <a:pt x="1691930" y="172231"/>
                </a:cubicBezTo>
                <a:lnTo>
                  <a:pt x="1718427" y="216613"/>
                </a:lnTo>
                <a:cubicBezTo>
                  <a:pt x="1720414" y="216613"/>
                  <a:pt x="1722401" y="216613"/>
                  <a:pt x="1724223" y="216779"/>
                </a:cubicBezTo>
                <a:cubicBezTo>
                  <a:pt x="1720580" y="192766"/>
                  <a:pt x="1717930" y="144740"/>
                  <a:pt x="1752542" y="127352"/>
                </a:cubicBezTo>
                <a:cubicBezTo>
                  <a:pt x="1752542" y="127352"/>
                  <a:pt x="1742936" y="183492"/>
                  <a:pt x="1785829" y="218932"/>
                </a:cubicBezTo>
                <a:lnTo>
                  <a:pt x="1786160" y="219263"/>
                </a:lnTo>
                <a:cubicBezTo>
                  <a:pt x="1794937" y="219595"/>
                  <a:pt x="1803880" y="219926"/>
                  <a:pt x="1812822" y="220257"/>
                </a:cubicBezTo>
                <a:cubicBezTo>
                  <a:pt x="1829549" y="201875"/>
                  <a:pt x="1830708" y="144906"/>
                  <a:pt x="1830708" y="144906"/>
                </a:cubicBezTo>
                <a:cubicBezTo>
                  <a:pt x="1830708" y="144906"/>
                  <a:pt x="1856377" y="189122"/>
                  <a:pt x="1861511" y="222410"/>
                </a:cubicBezTo>
                <a:cubicBezTo>
                  <a:pt x="1877409" y="223072"/>
                  <a:pt x="1893473" y="224066"/>
                  <a:pt x="1909537" y="224894"/>
                </a:cubicBezTo>
                <a:cubicBezTo>
                  <a:pt x="1919639" y="208499"/>
                  <a:pt x="1932556" y="177530"/>
                  <a:pt x="1926429" y="131326"/>
                </a:cubicBezTo>
                <a:cubicBezTo>
                  <a:pt x="1926429" y="131326"/>
                  <a:pt x="1979920" y="172893"/>
                  <a:pt x="1958060" y="227212"/>
                </a:cubicBezTo>
                <a:cubicBezTo>
                  <a:pt x="1973461" y="228372"/>
                  <a:pt x="1989028" y="229200"/>
                  <a:pt x="2004595" y="230193"/>
                </a:cubicBezTo>
                <a:cubicBezTo>
                  <a:pt x="2004595" y="230193"/>
                  <a:pt x="2014200" y="167263"/>
                  <a:pt x="2014200" y="167263"/>
                </a:cubicBezTo>
                <a:lnTo>
                  <a:pt x="2033245" y="232015"/>
                </a:lnTo>
                <a:cubicBezTo>
                  <a:pt x="2034073" y="232015"/>
                  <a:pt x="2034901" y="232180"/>
                  <a:pt x="2035895" y="232180"/>
                </a:cubicBezTo>
                <a:cubicBezTo>
                  <a:pt x="2036723" y="214129"/>
                  <a:pt x="2043181" y="171900"/>
                  <a:pt x="2082596" y="156664"/>
                </a:cubicBezTo>
                <a:cubicBezTo>
                  <a:pt x="2082596" y="156664"/>
                  <a:pt x="2063054" y="203531"/>
                  <a:pt x="2070506" y="234499"/>
                </a:cubicBezTo>
                <a:cubicBezTo>
                  <a:pt x="2077959" y="234996"/>
                  <a:pt x="2085245" y="235493"/>
                  <a:pt x="2092698" y="235989"/>
                </a:cubicBezTo>
                <a:cubicBezTo>
                  <a:pt x="2098494" y="222410"/>
                  <a:pt x="2104290" y="202371"/>
                  <a:pt x="2102137" y="178193"/>
                </a:cubicBezTo>
                <a:cubicBezTo>
                  <a:pt x="2102137" y="178193"/>
                  <a:pt x="2121679" y="208499"/>
                  <a:pt x="2130787" y="238639"/>
                </a:cubicBezTo>
                <a:cubicBezTo>
                  <a:pt x="2148673" y="239964"/>
                  <a:pt x="2166558" y="241454"/>
                  <a:pt x="2184444" y="242945"/>
                </a:cubicBezTo>
                <a:cubicBezTo>
                  <a:pt x="2184444" y="242945"/>
                  <a:pt x="2184609" y="242614"/>
                  <a:pt x="2184609" y="242614"/>
                </a:cubicBezTo>
                <a:cubicBezTo>
                  <a:pt x="2184609" y="242614"/>
                  <a:pt x="2166558" y="183989"/>
                  <a:pt x="2219387" y="144906"/>
                </a:cubicBezTo>
                <a:cubicBezTo>
                  <a:pt x="2219387" y="144906"/>
                  <a:pt x="2207960" y="217442"/>
                  <a:pt x="2233132" y="246588"/>
                </a:cubicBezTo>
                <a:lnTo>
                  <a:pt x="2233464" y="246920"/>
                </a:lnTo>
                <a:cubicBezTo>
                  <a:pt x="2238928" y="247251"/>
                  <a:pt x="2244393" y="247747"/>
                  <a:pt x="2249858" y="248244"/>
                </a:cubicBezTo>
                <a:cubicBezTo>
                  <a:pt x="2260292" y="234002"/>
                  <a:pt x="2262279" y="189951"/>
                  <a:pt x="2262279" y="189951"/>
                </a:cubicBezTo>
                <a:cubicBezTo>
                  <a:pt x="2262279" y="189951"/>
                  <a:pt x="2283311" y="223900"/>
                  <a:pt x="2278509" y="250728"/>
                </a:cubicBezTo>
                <a:cubicBezTo>
                  <a:pt x="2289604" y="251722"/>
                  <a:pt x="2300534" y="252716"/>
                  <a:pt x="2311630" y="253875"/>
                </a:cubicBezTo>
                <a:cubicBezTo>
                  <a:pt x="2314279" y="248244"/>
                  <a:pt x="2332165" y="209823"/>
                  <a:pt x="2326866" y="176868"/>
                </a:cubicBezTo>
                <a:cubicBezTo>
                  <a:pt x="2326866" y="176868"/>
                  <a:pt x="2352866" y="222575"/>
                  <a:pt x="2349222" y="257353"/>
                </a:cubicBezTo>
                <a:cubicBezTo>
                  <a:pt x="2362968" y="258678"/>
                  <a:pt x="2376879" y="260002"/>
                  <a:pt x="2390624" y="261327"/>
                </a:cubicBezTo>
                <a:cubicBezTo>
                  <a:pt x="2386650" y="245926"/>
                  <a:pt x="2384662" y="222079"/>
                  <a:pt x="2397083" y="195747"/>
                </a:cubicBezTo>
                <a:cubicBezTo>
                  <a:pt x="2397083" y="195747"/>
                  <a:pt x="2408178" y="240626"/>
                  <a:pt x="2429045" y="265302"/>
                </a:cubicBezTo>
                <a:lnTo>
                  <a:pt x="2464816" y="269277"/>
                </a:lnTo>
                <a:cubicBezTo>
                  <a:pt x="2468790" y="250231"/>
                  <a:pt x="2458854" y="214129"/>
                  <a:pt x="2457860" y="210320"/>
                </a:cubicBezTo>
                <a:cubicBezTo>
                  <a:pt x="2460345" y="212639"/>
                  <a:pt x="2487670" y="239798"/>
                  <a:pt x="2486014" y="271761"/>
                </a:cubicBezTo>
                <a:lnTo>
                  <a:pt x="2523275" y="275735"/>
                </a:lnTo>
                <a:cubicBezTo>
                  <a:pt x="2520626" y="246091"/>
                  <a:pt x="2523938" y="208995"/>
                  <a:pt x="2551428" y="187964"/>
                </a:cubicBezTo>
                <a:cubicBezTo>
                  <a:pt x="2551428" y="187964"/>
                  <a:pt x="2544307" y="250397"/>
                  <a:pt x="2559874" y="280041"/>
                </a:cubicBezTo>
                <a:cubicBezTo>
                  <a:pt x="2569314" y="281200"/>
                  <a:pt x="2578754" y="282525"/>
                  <a:pt x="2588193" y="283684"/>
                </a:cubicBezTo>
                <a:cubicBezTo>
                  <a:pt x="2596308" y="264639"/>
                  <a:pt x="2596473" y="227047"/>
                  <a:pt x="2596473" y="227047"/>
                </a:cubicBezTo>
                <a:cubicBezTo>
                  <a:pt x="2596473" y="227047"/>
                  <a:pt x="2619493" y="262818"/>
                  <a:pt x="2621977" y="287990"/>
                </a:cubicBezTo>
                <a:cubicBezTo>
                  <a:pt x="2645990" y="290971"/>
                  <a:pt x="2670168" y="293952"/>
                  <a:pt x="2694182" y="297098"/>
                </a:cubicBezTo>
                <a:cubicBezTo>
                  <a:pt x="2702130" y="282525"/>
                  <a:pt x="2710742" y="262818"/>
                  <a:pt x="2713557" y="242614"/>
                </a:cubicBezTo>
                <a:cubicBezTo>
                  <a:pt x="2713557" y="242614"/>
                  <a:pt x="2737074" y="269111"/>
                  <a:pt x="2728296" y="301735"/>
                </a:cubicBezTo>
                <a:lnTo>
                  <a:pt x="2728296" y="302066"/>
                </a:lnTo>
                <a:lnTo>
                  <a:pt x="2759596" y="306538"/>
                </a:lnTo>
                <a:cubicBezTo>
                  <a:pt x="2759596" y="293952"/>
                  <a:pt x="2763405" y="275072"/>
                  <a:pt x="2779966" y="254537"/>
                </a:cubicBezTo>
                <a:cubicBezTo>
                  <a:pt x="2779966" y="254537"/>
                  <a:pt x="2769201" y="284181"/>
                  <a:pt x="2783774" y="310016"/>
                </a:cubicBezTo>
                <a:cubicBezTo>
                  <a:pt x="2787418" y="310512"/>
                  <a:pt x="2790896" y="311009"/>
                  <a:pt x="2794539" y="311506"/>
                </a:cubicBezTo>
                <a:cubicBezTo>
                  <a:pt x="2793049" y="288652"/>
                  <a:pt x="2793049" y="240792"/>
                  <a:pt x="2813252" y="209989"/>
                </a:cubicBezTo>
                <a:cubicBezTo>
                  <a:pt x="2813252" y="209989"/>
                  <a:pt x="2805303" y="272257"/>
                  <a:pt x="2827826" y="315977"/>
                </a:cubicBezTo>
                <a:cubicBezTo>
                  <a:pt x="2859291" y="293620"/>
                  <a:pt x="2874527" y="225059"/>
                  <a:pt x="2874527" y="225059"/>
                </a:cubicBezTo>
                <a:cubicBezTo>
                  <a:pt x="2888438" y="266461"/>
                  <a:pt x="2874527" y="312500"/>
                  <a:pt x="2874527" y="312500"/>
                </a:cubicBezTo>
                <a:cubicBezTo>
                  <a:pt x="2895394" y="314818"/>
                  <a:pt x="2913776" y="261824"/>
                  <a:pt x="2913776" y="261824"/>
                </a:cubicBezTo>
                <a:cubicBezTo>
                  <a:pt x="2920566" y="292958"/>
                  <a:pt x="2897547" y="317137"/>
                  <a:pt x="2897547" y="317137"/>
                </a:cubicBezTo>
                <a:cubicBezTo>
                  <a:pt x="2897547" y="317137"/>
                  <a:pt x="2898871" y="321277"/>
                  <a:pt x="2900693" y="327404"/>
                </a:cubicBezTo>
                <a:cubicBezTo>
                  <a:pt x="2907317" y="328564"/>
                  <a:pt x="2913941" y="329723"/>
                  <a:pt x="2920731" y="330717"/>
                </a:cubicBezTo>
                <a:cubicBezTo>
                  <a:pt x="2925203" y="285009"/>
                  <a:pt x="2952859" y="247747"/>
                  <a:pt x="2959649" y="239467"/>
                </a:cubicBezTo>
                <a:cubicBezTo>
                  <a:pt x="2930668" y="280869"/>
                  <a:pt x="2945572" y="321939"/>
                  <a:pt x="2952362" y="336016"/>
                </a:cubicBezTo>
                <a:cubicBezTo>
                  <a:pt x="2953024" y="336181"/>
                  <a:pt x="2953687" y="336347"/>
                  <a:pt x="2954349" y="336347"/>
                </a:cubicBezTo>
                <a:cubicBezTo>
                  <a:pt x="2949050" y="308360"/>
                  <a:pt x="2971241" y="282525"/>
                  <a:pt x="2971241" y="282525"/>
                </a:cubicBezTo>
                <a:cubicBezTo>
                  <a:pt x="2960974" y="317137"/>
                  <a:pt x="2982834" y="337837"/>
                  <a:pt x="2982834" y="337837"/>
                </a:cubicBezTo>
                <a:cubicBezTo>
                  <a:pt x="2983993" y="297595"/>
                  <a:pt x="3012809" y="276894"/>
                  <a:pt x="3012809" y="276894"/>
                </a:cubicBezTo>
                <a:cubicBezTo>
                  <a:pt x="2998898" y="301073"/>
                  <a:pt x="3005356" y="327073"/>
                  <a:pt x="3005356" y="327073"/>
                </a:cubicBezTo>
                <a:cubicBezTo>
                  <a:pt x="3005356" y="327073"/>
                  <a:pt x="3007343" y="337672"/>
                  <a:pt x="3011318" y="345952"/>
                </a:cubicBezTo>
                <a:cubicBezTo>
                  <a:pt x="3017777" y="347111"/>
                  <a:pt x="3024236" y="348105"/>
                  <a:pt x="3030694" y="349264"/>
                </a:cubicBezTo>
                <a:cubicBezTo>
                  <a:pt x="3032350" y="347111"/>
                  <a:pt x="3034006" y="344627"/>
                  <a:pt x="3035828" y="341315"/>
                </a:cubicBezTo>
                <a:cubicBezTo>
                  <a:pt x="3055701" y="303723"/>
                  <a:pt x="3041624" y="248907"/>
                  <a:pt x="3040630" y="244767"/>
                </a:cubicBezTo>
                <a:cubicBezTo>
                  <a:pt x="3067955" y="272588"/>
                  <a:pt x="3060007" y="344793"/>
                  <a:pt x="3060007" y="344793"/>
                </a:cubicBezTo>
                <a:cubicBezTo>
                  <a:pt x="3077229" y="333201"/>
                  <a:pt x="3083026" y="275735"/>
                  <a:pt x="3083026" y="275735"/>
                </a:cubicBezTo>
                <a:cubicBezTo>
                  <a:pt x="3091803" y="309850"/>
                  <a:pt x="3085344" y="339494"/>
                  <a:pt x="3078554" y="358042"/>
                </a:cubicBezTo>
                <a:cubicBezTo>
                  <a:pt x="3088491" y="359863"/>
                  <a:pt x="3098427" y="361685"/>
                  <a:pt x="3108363" y="363506"/>
                </a:cubicBezTo>
                <a:cubicBezTo>
                  <a:pt x="3100911" y="296602"/>
                  <a:pt x="3142810" y="264142"/>
                  <a:pt x="3142810" y="264142"/>
                </a:cubicBezTo>
                <a:cubicBezTo>
                  <a:pt x="3107204" y="319455"/>
                  <a:pt x="3138504" y="351914"/>
                  <a:pt x="3138504" y="351914"/>
                </a:cubicBezTo>
                <a:lnTo>
                  <a:pt x="3145128" y="311340"/>
                </a:lnTo>
                <a:lnTo>
                  <a:pt x="3153243" y="356220"/>
                </a:lnTo>
                <a:lnTo>
                  <a:pt x="3175766" y="376093"/>
                </a:lnTo>
                <a:cubicBezTo>
                  <a:pt x="3177090" y="376424"/>
                  <a:pt x="3178250" y="376589"/>
                  <a:pt x="3179575" y="376921"/>
                </a:cubicBezTo>
                <a:cubicBezTo>
                  <a:pt x="3182555" y="319621"/>
                  <a:pt x="3224620" y="282525"/>
                  <a:pt x="3224620" y="282525"/>
                </a:cubicBezTo>
                <a:cubicBezTo>
                  <a:pt x="3194645" y="320614"/>
                  <a:pt x="3207396" y="372781"/>
                  <a:pt x="3207396" y="372781"/>
                </a:cubicBezTo>
                <a:cubicBezTo>
                  <a:pt x="3207396" y="372781"/>
                  <a:pt x="3209880" y="377418"/>
                  <a:pt x="3213690" y="383710"/>
                </a:cubicBezTo>
                <a:cubicBezTo>
                  <a:pt x="3221473" y="385201"/>
                  <a:pt x="3229091" y="386857"/>
                  <a:pt x="3236874" y="388513"/>
                </a:cubicBezTo>
                <a:cubicBezTo>
                  <a:pt x="3233397" y="335022"/>
                  <a:pt x="3283410" y="269939"/>
                  <a:pt x="3283410" y="269939"/>
                </a:cubicBezTo>
                <a:cubicBezTo>
                  <a:pt x="3283410" y="269939"/>
                  <a:pt x="3261715" y="374602"/>
                  <a:pt x="3280594" y="397456"/>
                </a:cubicBezTo>
                <a:cubicBezTo>
                  <a:pt x="3285563" y="398615"/>
                  <a:pt x="3290531" y="399609"/>
                  <a:pt x="3295499" y="400603"/>
                </a:cubicBezTo>
                <a:cubicBezTo>
                  <a:pt x="3296161" y="400437"/>
                  <a:pt x="3296658" y="400271"/>
                  <a:pt x="3297155" y="400106"/>
                </a:cubicBezTo>
                <a:cubicBezTo>
                  <a:pt x="3342035" y="379239"/>
                  <a:pt x="3343194" y="264142"/>
                  <a:pt x="3343194" y="264142"/>
                </a:cubicBezTo>
                <a:cubicBezTo>
                  <a:pt x="3363729" y="329723"/>
                  <a:pt x="3351971" y="377915"/>
                  <a:pt x="3336238" y="409048"/>
                </a:cubicBezTo>
                <a:cubicBezTo>
                  <a:pt x="3341041" y="410042"/>
                  <a:pt x="3345843" y="411036"/>
                  <a:pt x="3350646" y="412029"/>
                </a:cubicBezTo>
                <a:cubicBezTo>
                  <a:pt x="3360748" y="414182"/>
                  <a:pt x="3370684" y="416501"/>
                  <a:pt x="3380621" y="418819"/>
                </a:cubicBezTo>
                <a:cubicBezTo>
                  <a:pt x="3379958" y="363010"/>
                  <a:pt x="3403144" y="320614"/>
                  <a:pt x="3403144" y="320614"/>
                </a:cubicBezTo>
                <a:cubicBezTo>
                  <a:pt x="3385093" y="363672"/>
                  <a:pt x="3403806" y="405240"/>
                  <a:pt x="3417717" y="427265"/>
                </a:cubicBezTo>
                <a:cubicBezTo>
                  <a:pt x="3420532" y="427928"/>
                  <a:pt x="3423348" y="428590"/>
                  <a:pt x="3426163" y="429252"/>
                </a:cubicBezTo>
                <a:cubicBezTo>
                  <a:pt x="3423513" y="419316"/>
                  <a:pt x="3422023" y="409876"/>
                  <a:pt x="3422023" y="401265"/>
                </a:cubicBezTo>
                <a:cubicBezTo>
                  <a:pt x="3422023" y="333201"/>
                  <a:pt x="3492074" y="265302"/>
                  <a:pt x="3496546" y="260996"/>
                </a:cubicBezTo>
                <a:cubicBezTo>
                  <a:pt x="3446864" y="344793"/>
                  <a:pt x="3483131" y="428424"/>
                  <a:pt x="3483131" y="428424"/>
                </a:cubicBezTo>
                <a:lnTo>
                  <a:pt x="3517081" y="340156"/>
                </a:lnTo>
                <a:cubicBezTo>
                  <a:pt x="3517081" y="340156"/>
                  <a:pt x="3507972" y="460221"/>
                  <a:pt x="3542087" y="426271"/>
                </a:cubicBezTo>
                <a:cubicBezTo>
                  <a:pt x="3576037" y="392322"/>
                  <a:pt x="3542087" y="310678"/>
                  <a:pt x="3542087" y="310678"/>
                </a:cubicBezTo>
                <a:cubicBezTo>
                  <a:pt x="3600215" y="341812"/>
                  <a:pt x="3583986" y="418819"/>
                  <a:pt x="3581005" y="431405"/>
                </a:cubicBezTo>
                <a:lnTo>
                  <a:pt x="3598725" y="376424"/>
                </a:lnTo>
                <a:lnTo>
                  <a:pt x="3622076" y="476119"/>
                </a:lnTo>
                <a:cubicBezTo>
                  <a:pt x="3622076" y="476119"/>
                  <a:pt x="3622904" y="476285"/>
                  <a:pt x="3623400" y="476450"/>
                </a:cubicBezTo>
                <a:cubicBezTo>
                  <a:pt x="3621247" y="416666"/>
                  <a:pt x="3678216" y="353239"/>
                  <a:pt x="3681694" y="349430"/>
                </a:cubicBezTo>
                <a:cubicBezTo>
                  <a:pt x="3647414" y="426271"/>
                  <a:pt x="3682522" y="471482"/>
                  <a:pt x="3682522" y="471482"/>
                </a:cubicBezTo>
                <a:cubicBezTo>
                  <a:pt x="3675732" y="423953"/>
                  <a:pt x="3732369" y="380895"/>
                  <a:pt x="3732369" y="380895"/>
                </a:cubicBezTo>
                <a:cubicBezTo>
                  <a:pt x="3732369" y="380895"/>
                  <a:pt x="3684675" y="482909"/>
                  <a:pt x="3732369" y="473800"/>
                </a:cubicBezTo>
                <a:cubicBezTo>
                  <a:pt x="3779899" y="464692"/>
                  <a:pt x="3792650" y="349264"/>
                  <a:pt x="3792650" y="349264"/>
                </a:cubicBezTo>
                <a:cubicBezTo>
                  <a:pt x="3813517" y="403583"/>
                  <a:pt x="3794472" y="469992"/>
                  <a:pt x="3792816" y="475457"/>
                </a:cubicBezTo>
                <a:lnTo>
                  <a:pt x="3838855" y="417163"/>
                </a:lnTo>
                <a:lnTo>
                  <a:pt x="3818319" y="498641"/>
                </a:lnTo>
                <a:cubicBezTo>
                  <a:pt x="3818319" y="498641"/>
                  <a:pt x="3825772" y="516030"/>
                  <a:pt x="3834549" y="531763"/>
                </a:cubicBezTo>
                <a:cubicBezTo>
                  <a:pt x="3844320" y="534578"/>
                  <a:pt x="3854090" y="537393"/>
                  <a:pt x="3863861" y="540043"/>
                </a:cubicBezTo>
                <a:cubicBezTo>
                  <a:pt x="3864524" y="533253"/>
                  <a:pt x="3864524" y="524145"/>
                  <a:pt x="3863696" y="512387"/>
                </a:cubicBezTo>
                <a:cubicBezTo>
                  <a:pt x="3857072" y="406896"/>
                  <a:pt x="3918843" y="352577"/>
                  <a:pt x="3922486" y="349430"/>
                </a:cubicBezTo>
                <a:cubicBezTo>
                  <a:pt x="3870486" y="437698"/>
                  <a:pt x="3904435" y="521329"/>
                  <a:pt x="3904435" y="521329"/>
                </a:cubicBezTo>
                <a:lnTo>
                  <a:pt x="3927123" y="462539"/>
                </a:lnTo>
                <a:lnTo>
                  <a:pt x="3945174" y="544018"/>
                </a:lnTo>
                <a:cubicBezTo>
                  <a:pt x="3947493" y="484896"/>
                  <a:pt x="4015557" y="434055"/>
                  <a:pt x="4019863" y="430908"/>
                </a:cubicBezTo>
                <a:cubicBezTo>
                  <a:pt x="3972499" y="485227"/>
                  <a:pt x="3990551" y="553126"/>
                  <a:pt x="3990551" y="553126"/>
                </a:cubicBezTo>
                <a:cubicBezTo>
                  <a:pt x="4010258" y="509241"/>
                  <a:pt x="4066232" y="486552"/>
                  <a:pt x="4069711" y="485227"/>
                </a:cubicBezTo>
                <a:cubicBezTo>
                  <a:pt x="4066729" y="489699"/>
                  <a:pt x="4015888" y="565216"/>
                  <a:pt x="4024003" y="585585"/>
                </a:cubicBezTo>
                <a:cubicBezTo>
                  <a:pt x="4028971" y="586910"/>
                  <a:pt x="4033774" y="588400"/>
                  <a:pt x="4038576" y="589725"/>
                </a:cubicBezTo>
                <a:cubicBezTo>
                  <a:pt x="4041226" y="589228"/>
                  <a:pt x="4043876" y="588400"/>
                  <a:pt x="4047188" y="587075"/>
                </a:cubicBezTo>
                <a:cubicBezTo>
                  <a:pt x="4112934" y="559916"/>
                  <a:pt x="4107137" y="417163"/>
                  <a:pt x="4107137" y="417163"/>
                </a:cubicBezTo>
                <a:cubicBezTo>
                  <a:pt x="4155660" y="469329"/>
                  <a:pt x="4107137" y="571343"/>
                  <a:pt x="4107137" y="571343"/>
                </a:cubicBezTo>
                <a:cubicBezTo>
                  <a:pt x="4107137" y="571343"/>
                  <a:pt x="4109953" y="589560"/>
                  <a:pt x="4112768" y="611585"/>
                </a:cubicBezTo>
                <a:cubicBezTo>
                  <a:pt x="4114756" y="612082"/>
                  <a:pt x="4116908" y="612745"/>
                  <a:pt x="4118896" y="613407"/>
                </a:cubicBezTo>
                <a:cubicBezTo>
                  <a:pt x="4119227" y="610592"/>
                  <a:pt x="4119393" y="608108"/>
                  <a:pt x="4119724" y="605127"/>
                </a:cubicBezTo>
                <a:cubicBezTo>
                  <a:pt x="4126348" y="526132"/>
                  <a:pt x="4198719" y="479100"/>
                  <a:pt x="4203356" y="476285"/>
                </a:cubicBezTo>
                <a:cubicBezTo>
                  <a:pt x="4140093" y="548655"/>
                  <a:pt x="4164934" y="614235"/>
                  <a:pt x="4164934" y="614235"/>
                </a:cubicBezTo>
                <a:cubicBezTo>
                  <a:pt x="4194412" y="564387"/>
                  <a:pt x="4255521" y="548489"/>
                  <a:pt x="4255521" y="548489"/>
                </a:cubicBezTo>
                <a:cubicBezTo>
                  <a:pt x="4255521" y="548489"/>
                  <a:pt x="4187622" y="625496"/>
                  <a:pt x="4228361" y="631293"/>
                </a:cubicBezTo>
                <a:cubicBezTo>
                  <a:pt x="4269266" y="637089"/>
                  <a:pt x="4303216" y="544018"/>
                  <a:pt x="4303216" y="544018"/>
                </a:cubicBezTo>
                <a:cubicBezTo>
                  <a:pt x="4305369" y="596184"/>
                  <a:pt x="4279038" y="625165"/>
                  <a:pt x="4279038" y="625165"/>
                </a:cubicBezTo>
                <a:cubicBezTo>
                  <a:pt x="4279038" y="625165"/>
                  <a:pt x="4255521" y="640732"/>
                  <a:pt x="4245253" y="651662"/>
                </a:cubicBezTo>
                <a:cubicBezTo>
                  <a:pt x="4252541" y="653981"/>
                  <a:pt x="4259992" y="656134"/>
                  <a:pt x="4267445" y="658452"/>
                </a:cubicBezTo>
                <a:cubicBezTo>
                  <a:pt x="4270923" y="657458"/>
                  <a:pt x="4274731" y="656465"/>
                  <a:pt x="4279038" y="654974"/>
                </a:cubicBezTo>
                <a:cubicBezTo>
                  <a:pt x="4365982" y="627815"/>
                  <a:pt x="4387013" y="467010"/>
                  <a:pt x="4387013" y="467010"/>
                </a:cubicBezTo>
                <a:cubicBezTo>
                  <a:pt x="4448121" y="600655"/>
                  <a:pt x="4355217" y="676669"/>
                  <a:pt x="4355217" y="676669"/>
                </a:cubicBezTo>
                <a:cubicBezTo>
                  <a:pt x="4434542" y="677828"/>
                  <a:pt x="4475281" y="593865"/>
                  <a:pt x="4475281" y="593865"/>
                </a:cubicBezTo>
                <a:cubicBezTo>
                  <a:pt x="4475281" y="679981"/>
                  <a:pt x="4432223" y="704822"/>
                  <a:pt x="4432223" y="704822"/>
                </a:cubicBezTo>
                <a:cubicBezTo>
                  <a:pt x="4432223" y="704822"/>
                  <a:pt x="4434376" y="707472"/>
                  <a:pt x="4437854" y="711612"/>
                </a:cubicBezTo>
                <a:cubicBezTo>
                  <a:pt x="4466007" y="720720"/>
                  <a:pt x="4494326" y="729829"/>
                  <a:pt x="4522480" y="738771"/>
                </a:cubicBezTo>
                <a:cubicBezTo>
                  <a:pt x="4504262" y="640898"/>
                  <a:pt x="4563715" y="557597"/>
                  <a:pt x="4563715" y="557597"/>
                </a:cubicBezTo>
                <a:cubicBezTo>
                  <a:pt x="4534238" y="652821"/>
                  <a:pt x="4599983" y="734300"/>
                  <a:pt x="4599983" y="734300"/>
                </a:cubicBezTo>
                <a:lnTo>
                  <a:pt x="4606442" y="732478"/>
                </a:lnTo>
                <a:cubicBezTo>
                  <a:pt x="4625321" y="670873"/>
                  <a:pt x="4682952" y="628477"/>
                  <a:pt x="4686595" y="625993"/>
                </a:cubicBezTo>
                <a:cubicBezTo>
                  <a:pt x="4683283" y="632783"/>
                  <a:pt x="4604290" y="793256"/>
                  <a:pt x="4686761" y="765765"/>
                </a:cubicBezTo>
                <a:cubicBezTo>
                  <a:pt x="4771054" y="737612"/>
                  <a:pt x="4768570" y="646197"/>
                  <a:pt x="4768570" y="646197"/>
                </a:cubicBezTo>
                <a:cubicBezTo>
                  <a:pt x="4794406" y="738440"/>
                  <a:pt x="4714748" y="795740"/>
                  <a:pt x="4714748" y="795740"/>
                </a:cubicBezTo>
                <a:cubicBezTo>
                  <a:pt x="4714748" y="795740"/>
                  <a:pt x="4726341" y="800543"/>
                  <a:pt x="4745552" y="810976"/>
                </a:cubicBezTo>
                <a:cubicBezTo>
                  <a:pt x="4756482" y="814619"/>
                  <a:pt x="4767578" y="818263"/>
                  <a:pt x="4778508" y="821740"/>
                </a:cubicBezTo>
                <a:cubicBezTo>
                  <a:pt x="4794903" y="736950"/>
                  <a:pt x="4886649" y="675675"/>
                  <a:pt x="4886649" y="675675"/>
                </a:cubicBezTo>
                <a:cubicBezTo>
                  <a:pt x="4834316" y="732313"/>
                  <a:pt x="4836635" y="798224"/>
                  <a:pt x="4848394" y="844760"/>
                </a:cubicBezTo>
                <a:lnTo>
                  <a:pt x="4877208" y="854199"/>
                </a:lnTo>
                <a:cubicBezTo>
                  <a:pt x="4895756" y="799052"/>
                  <a:pt x="4951898" y="767752"/>
                  <a:pt x="4955375" y="765931"/>
                </a:cubicBezTo>
                <a:cubicBezTo>
                  <a:pt x="4953553" y="770402"/>
                  <a:pt x="4924573" y="841944"/>
                  <a:pt x="4923910" y="869601"/>
                </a:cubicBezTo>
                <a:cubicBezTo>
                  <a:pt x="4929210" y="871422"/>
                  <a:pt x="4934675" y="873078"/>
                  <a:pt x="4939974" y="874900"/>
                </a:cubicBezTo>
                <a:cubicBezTo>
                  <a:pt x="4971770" y="848403"/>
                  <a:pt x="5004726" y="745893"/>
                  <a:pt x="5004726" y="745893"/>
                </a:cubicBezTo>
                <a:cubicBezTo>
                  <a:pt x="5011020" y="787791"/>
                  <a:pt x="4995453" y="870098"/>
                  <a:pt x="4991146" y="891792"/>
                </a:cubicBezTo>
                <a:cubicBezTo>
                  <a:pt x="4992636" y="892123"/>
                  <a:pt x="4994128" y="892620"/>
                  <a:pt x="4995453" y="893117"/>
                </a:cubicBezTo>
                <a:cubicBezTo>
                  <a:pt x="5048778" y="848237"/>
                  <a:pt x="5045299" y="670541"/>
                  <a:pt x="5045299" y="670541"/>
                </a:cubicBezTo>
                <a:cubicBezTo>
                  <a:pt x="5098293" y="738274"/>
                  <a:pt x="5075440" y="842110"/>
                  <a:pt x="5058217" y="895601"/>
                </a:cubicBezTo>
                <a:cubicBezTo>
                  <a:pt x="5081734" y="848403"/>
                  <a:pt x="5126612" y="801205"/>
                  <a:pt x="5126612" y="801205"/>
                </a:cubicBezTo>
                <a:cubicBezTo>
                  <a:pt x="5114689" y="821823"/>
                  <a:pt x="5109597" y="845133"/>
                  <a:pt x="5108872" y="868131"/>
                </a:cubicBezTo>
                <a:lnTo>
                  <a:pt x="5115539" y="919368"/>
                </a:lnTo>
                <a:lnTo>
                  <a:pt x="0" y="919368"/>
                </a:lnTo>
                <a:lnTo>
                  <a:pt x="0" y="251803"/>
                </a:lnTo>
                <a:lnTo>
                  <a:pt x="1251" y="274576"/>
                </a:lnTo>
                <a:cubicBezTo>
                  <a:pt x="24105" y="272423"/>
                  <a:pt x="47124" y="270435"/>
                  <a:pt x="69978" y="268448"/>
                </a:cubicBezTo>
                <a:cubicBezTo>
                  <a:pt x="65590" y="209410"/>
                  <a:pt x="37105" y="133769"/>
                  <a:pt x="9718" y="72888"/>
                </a:cubicBezTo>
                <a:lnTo>
                  <a:pt x="0" y="52224"/>
                </a:lnTo>
                <a:lnTo>
                  <a:pt x="0" y="2007"/>
                </a:lnTo>
                <a:lnTo>
                  <a:pt x="5575" y="6588"/>
                </a:lnTo>
                <a:cubicBezTo>
                  <a:pt x="49691" y="54050"/>
                  <a:pt x="78134" y="119071"/>
                  <a:pt x="96144" y="177199"/>
                </a:cubicBezTo>
                <a:cubicBezTo>
                  <a:pt x="95647" y="118574"/>
                  <a:pt x="105252" y="37924"/>
                  <a:pt x="156093" y="0"/>
                </a:cubicBezTo>
                <a:close/>
              </a:path>
            </a:pathLst>
          </a:custGeom>
          <a:gradFill>
            <a:gsLst>
              <a:gs pos="0">
                <a:srgbClr val="7F905A"/>
              </a:gs>
              <a:gs pos="100000">
                <a:srgbClr val="BDD377"/>
              </a:gs>
            </a:gsLst>
            <a:lin ang="21101917" scaled="1"/>
          </a:gradFill>
          <a:ln w="1655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9F3B4F4-CAC5-E33B-71E9-36DC90A2B3C1}"/>
              </a:ext>
            </a:extLst>
          </p:cNvPr>
          <p:cNvSpPr/>
          <p:nvPr/>
        </p:nvSpPr>
        <p:spPr>
          <a:xfrm>
            <a:off x="0" y="6348583"/>
            <a:ext cx="4781672" cy="509417"/>
          </a:xfrm>
          <a:custGeom>
            <a:avLst/>
            <a:gdLst>
              <a:gd name="connsiteX0" fmla="*/ 4479605 w 4781672"/>
              <a:gd name="connsiteY0" fmla="*/ 486221 h 509417"/>
              <a:gd name="connsiteX1" fmla="*/ 4475714 w 4781672"/>
              <a:gd name="connsiteY1" fmla="*/ 494986 h 509417"/>
              <a:gd name="connsiteX2" fmla="*/ 4469800 w 4781672"/>
              <a:gd name="connsiteY2" fmla="*/ 509417 h 509417"/>
              <a:gd name="connsiteX3" fmla="*/ 4454940 w 4781672"/>
              <a:gd name="connsiteY3" fmla="*/ 509417 h 509417"/>
              <a:gd name="connsiteX4" fmla="*/ 4463606 w 4781672"/>
              <a:gd name="connsiteY4" fmla="*/ 499972 h 509417"/>
              <a:gd name="connsiteX5" fmla="*/ 4479605 w 4781672"/>
              <a:gd name="connsiteY5" fmla="*/ 486221 h 509417"/>
              <a:gd name="connsiteX6" fmla="*/ 4267463 w 4781672"/>
              <a:gd name="connsiteY6" fmla="*/ 478934 h 509417"/>
              <a:gd name="connsiteX7" fmla="*/ 4274606 w 4781672"/>
              <a:gd name="connsiteY7" fmla="*/ 509417 h 509417"/>
              <a:gd name="connsiteX8" fmla="*/ 4257630 w 4781672"/>
              <a:gd name="connsiteY8" fmla="*/ 509417 h 509417"/>
              <a:gd name="connsiteX9" fmla="*/ 4781672 w 4781672"/>
              <a:gd name="connsiteY9" fmla="*/ 436042 h 509417"/>
              <a:gd name="connsiteX10" fmla="*/ 4753381 w 4781672"/>
              <a:gd name="connsiteY10" fmla="*/ 509417 h 509417"/>
              <a:gd name="connsiteX11" fmla="*/ 4726540 w 4781672"/>
              <a:gd name="connsiteY11" fmla="*/ 509417 h 509417"/>
              <a:gd name="connsiteX12" fmla="*/ 4728885 w 4781672"/>
              <a:gd name="connsiteY12" fmla="*/ 504480 h 509417"/>
              <a:gd name="connsiteX13" fmla="*/ 4781672 w 4781672"/>
              <a:gd name="connsiteY13" fmla="*/ 436042 h 509417"/>
              <a:gd name="connsiteX14" fmla="*/ 4399286 w 4781672"/>
              <a:gd name="connsiteY14" fmla="*/ 436042 h 509417"/>
              <a:gd name="connsiteX15" fmla="*/ 4378852 w 4781672"/>
              <a:gd name="connsiteY15" fmla="*/ 509417 h 509417"/>
              <a:gd name="connsiteX16" fmla="*/ 4346752 w 4781672"/>
              <a:gd name="connsiteY16" fmla="*/ 509417 h 509417"/>
              <a:gd name="connsiteX17" fmla="*/ 4349563 w 4781672"/>
              <a:gd name="connsiteY17" fmla="*/ 503610 h 509417"/>
              <a:gd name="connsiteX18" fmla="*/ 4399286 w 4781672"/>
              <a:gd name="connsiteY18" fmla="*/ 436042 h 509417"/>
              <a:gd name="connsiteX19" fmla="*/ 4575492 w 4781672"/>
              <a:gd name="connsiteY19" fmla="*/ 435711 h 509417"/>
              <a:gd name="connsiteX20" fmla="*/ 4589866 w 4781672"/>
              <a:gd name="connsiteY20" fmla="*/ 502306 h 509417"/>
              <a:gd name="connsiteX21" fmla="*/ 4589769 w 4781672"/>
              <a:gd name="connsiteY21" fmla="*/ 509417 h 509417"/>
              <a:gd name="connsiteX22" fmla="*/ 4561188 w 4781672"/>
              <a:gd name="connsiteY22" fmla="*/ 509417 h 509417"/>
              <a:gd name="connsiteX23" fmla="*/ 4565117 w 4781672"/>
              <a:gd name="connsiteY23" fmla="*/ 494529 h 509417"/>
              <a:gd name="connsiteX24" fmla="*/ 4575492 w 4781672"/>
              <a:gd name="connsiteY24" fmla="*/ 435711 h 509417"/>
              <a:gd name="connsiteX25" fmla="*/ 4137793 w 4781672"/>
              <a:gd name="connsiteY25" fmla="*/ 421303 h 509417"/>
              <a:gd name="connsiteX26" fmla="*/ 4136047 w 4781672"/>
              <a:gd name="connsiteY26" fmla="*/ 478820 h 509417"/>
              <a:gd name="connsiteX27" fmla="*/ 4137275 w 4781672"/>
              <a:gd name="connsiteY27" fmla="*/ 509417 h 509417"/>
              <a:gd name="connsiteX28" fmla="*/ 4103879 w 4781672"/>
              <a:gd name="connsiteY28" fmla="*/ 509417 h 509417"/>
              <a:gd name="connsiteX29" fmla="*/ 3956453 w 4781672"/>
              <a:gd name="connsiteY29" fmla="*/ 391163 h 509417"/>
              <a:gd name="connsiteX30" fmla="*/ 3949395 w 4781672"/>
              <a:gd name="connsiteY30" fmla="*/ 487878 h 509417"/>
              <a:gd name="connsiteX31" fmla="*/ 3956679 w 4781672"/>
              <a:gd name="connsiteY31" fmla="*/ 509417 h 509417"/>
              <a:gd name="connsiteX32" fmla="*/ 3923840 w 4781672"/>
              <a:gd name="connsiteY32" fmla="*/ 509417 h 509417"/>
              <a:gd name="connsiteX33" fmla="*/ 3925480 w 4781672"/>
              <a:gd name="connsiteY33" fmla="*/ 487996 h 509417"/>
              <a:gd name="connsiteX34" fmla="*/ 3956453 w 4781672"/>
              <a:gd name="connsiteY34" fmla="*/ 391163 h 509417"/>
              <a:gd name="connsiteX35" fmla="*/ 4177704 w 4781672"/>
              <a:gd name="connsiteY35" fmla="*/ 374602 h 509417"/>
              <a:gd name="connsiteX36" fmla="*/ 4244775 w 4781672"/>
              <a:gd name="connsiteY36" fmla="*/ 481522 h 509417"/>
              <a:gd name="connsiteX37" fmla="*/ 4244678 w 4781672"/>
              <a:gd name="connsiteY37" fmla="*/ 509417 h 509417"/>
              <a:gd name="connsiteX38" fmla="*/ 4199393 w 4781672"/>
              <a:gd name="connsiteY38" fmla="*/ 509417 h 509417"/>
              <a:gd name="connsiteX39" fmla="*/ 4200062 w 4781672"/>
              <a:gd name="connsiteY39" fmla="*/ 507928 h 509417"/>
              <a:gd name="connsiteX40" fmla="*/ 4177704 w 4781672"/>
              <a:gd name="connsiteY40" fmla="*/ 374602 h 509417"/>
              <a:gd name="connsiteX41" fmla="*/ 3861561 w 4781672"/>
              <a:gd name="connsiteY41" fmla="*/ 300576 h 509417"/>
              <a:gd name="connsiteX42" fmla="*/ 3867337 w 4781672"/>
              <a:gd name="connsiteY42" fmla="*/ 488561 h 509417"/>
              <a:gd name="connsiteX43" fmla="*/ 3859000 w 4781672"/>
              <a:gd name="connsiteY43" fmla="*/ 509417 h 509417"/>
              <a:gd name="connsiteX44" fmla="*/ 3797308 w 4781672"/>
              <a:gd name="connsiteY44" fmla="*/ 509417 h 509417"/>
              <a:gd name="connsiteX45" fmla="*/ 3812001 w 4781672"/>
              <a:gd name="connsiteY45" fmla="*/ 497739 h 509417"/>
              <a:gd name="connsiteX46" fmla="*/ 3861561 w 4781672"/>
              <a:gd name="connsiteY46" fmla="*/ 300576 h 509417"/>
              <a:gd name="connsiteX47" fmla="*/ 4105168 w 4781672"/>
              <a:gd name="connsiteY47" fmla="*/ 295608 h 509417"/>
              <a:gd name="connsiteX48" fmla="*/ 4064864 w 4781672"/>
              <a:gd name="connsiteY48" fmla="*/ 478520 h 509417"/>
              <a:gd name="connsiteX49" fmla="*/ 4069291 w 4781672"/>
              <a:gd name="connsiteY49" fmla="*/ 509417 h 509417"/>
              <a:gd name="connsiteX50" fmla="*/ 3988726 w 4781672"/>
              <a:gd name="connsiteY50" fmla="*/ 509417 h 509417"/>
              <a:gd name="connsiteX51" fmla="*/ 4004259 w 4781672"/>
              <a:gd name="connsiteY51" fmla="*/ 438879 h 509417"/>
              <a:gd name="connsiteX52" fmla="*/ 4105168 w 4781672"/>
              <a:gd name="connsiteY52" fmla="*/ 295608 h 509417"/>
              <a:gd name="connsiteX53" fmla="*/ 766538 w 4781672"/>
              <a:gd name="connsiteY53" fmla="*/ 0 h 509417"/>
              <a:gd name="connsiteX54" fmla="*/ 739047 w 4781672"/>
              <a:gd name="connsiteY54" fmla="*/ 215289 h 509417"/>
              <a:gd name="connsiteX55" fmla="*/ 765710 w 4781672"/>
              <a:gd name="connsiteY55" fmla="*/ 215289 h 509417"/>
              <a:gd name="connsiteX56" fmla="*/ 794525 w 4781672"/>
              <a:gd name="connsiteY56" fmla="*/ 99032 h 509417"/>
              <a:gd name="connsiteX57" fmla="*/ 817213 w 4781672"/>
              <a:gd name="connsiteY57" fmla="*/ 215454 h 509417"/>
              <a:gd name="connsiteX58" fmla="*/ 881634 w 4781672"/>
              <a:gd name="connsiteY58" fmla="*/ 216282 h 509417"/>
              <a:gd name="connsiteX59" fmla="*/ 887762 w 4781672"/>
              <a:gd name="connsiteY59" fmla="*/ 126523 h 509417"/>
              <a:gd name="connsiteX60" fmla="*/ 920552 w 4781672"/>
              <a:gd name="connsiteY60" fmla="*/ 216779 h 509417"/>
              <a:gd name="connsiteX61" fmla="*/ 955329 w 4781672"/>
              <a:gd name="connsiteY61" fmla="*/ 217276 h 509417"/>
              <a:gd name="connsiteX62" fmla="*/ 968412 w 4781672"/>
              <a:gd name="connsiteY62" fmla="*/ 134804 h 509417"/>
              <a:gd name="connsiteX63" fmla="*/ 1000871 w 4781672"/>
              <a:gd name="connsiteY63" fmla="*/ 217938 h 509417"/>
              <a:gd name="connsiteX64" fmla="*/ 1086655 w 4781672"/>
              <a:gd name="connsiteY64" fmla="*/ 219760 h 509417"/>
              <a:gd name="connsiteX65" fmla="*/ 1061814 w 4781672"/>
              <a:gd name="connsiteY65" fmla="*/ 24675 h 509417"/>
              <a:gd name="connsiteX66" fmla="*/ 1153229 w 4781672"/>
              <a:gd name="connsiteY66" fmla="*/ 187632 h 509417"/>
              <a:gd name="connsiteX67" fmla="*/ 1216491 w 4781672"/>
              <a:gd name="connsiteY67" fmla="*/ 83465 h 509417"/>
              <a:gd name="connsiteX68" fmla="*/ 1200262 w 4781672"/>
              <a:gd name="connsiteY68" fmla="*/ 222575 h 509417"/>
              <a:gd name="connsiteX69" fmla="*/ 1247294 w 4781672"/>
              <a:gd name="connsiteY69" fmla="*/ 223900 h 509417"/>
              <a:gd name="connsiteX70" fmla="*/ 1238517 w 4781672"/>
              <a:gd name="connsiteY70" fmla="*/ 155173 h 509417"/>
              <a:gd name="connsiteX71" fmla="*/ 1280415 w 4781672"/>
              <a:gd name="connsiteY71" fmla="*/ 225225 h 509417"/>
              <a:gd name="connsiteX72" fmla="*/ 1289689 w 4781672"/>
              <a:gd name="connsiteY72" fmla="*/ 225556 h 509417"/>
              <a:gd name="connsiteX73" fmla="*/ 1334734 w 4781672"/>
              <a:gd name="connsiteY73" fmla="*/ 83465 h 509417"/>
              <a:gd name="connsiteX74" fmla="*/ 1387563 w 4781672"/>
              <a:gd name="connsiteY74" fmla="*/ 228868 h 509417"/>
              <a:gd name="connsiteX75" fmla="*/ 1388059 w 4781672"/>
              <a:gd name="connsiteY75" fmla="*/ 229365 h 509417"/>
              <a:gd name="connsiteX76" fmla="*/ 1430455 w 4781672"/>
              <a:gd name="connsiteY76" fmla="*/ 231021 h 509417"/>
              <a:gd name="connsiteX77" fmla="*/ 1458939 w 4781672"/>
              <a:gd name="connsiteY77" fmla="*/ 111288 h 509417"/>
              <a:gd name="connsiteX78" fmla="*/ 1507793 w 4781672"/>
              <a:gd name="connsiteY78" fmla="*/ 234499 h 509417"/>
              <a:gd name="connsiteX79" fmla="*/ 1584138 w 4781672"/>
              <a:gd name="connsiteY79" fmla="*/ 238308 h 509417"/>
              <a:gd name="connsiteX80" fmla="*/ 1610966 w 4781672"/>
              <a:gd name="connsiteY80" fmla="*/ 89758 h 509417"/>
              <a:gd name="connsiteX81" fmla="*/ 1661145 w 4781672"/>
              <a:gd name="connsiteY81" fmla="*/ 242117 h 509417"/>
              <a:gd name="connsiteX82" fmla="*/ 1735171 w 4781672"/>
              <a:gd name="connsiteY82" fmla="*/ 246754 h 509417"/>
              <a:gd name="connsiteX83" fmla="*/ 1750407 w 4781672"/>
              <a:gd name="connsiteY83" fmla="*/ 146893 h 509417"/>
              <a:gd name="connsiteX84" fmla="*/ 1780547 w 4781672"/>
              <a:gd name="connsiteY84" fmla="*/ 249735 h 509417"/>
              <a:gd name="connsiteX85" fmla="*/ 1784853 w 4781672"/>
              <a:gd name="connsiteY85" fmla="*/ 249735 h 509417"/>
              <a:gd name="connsiteX86" fmla="*/ 1859045 w 4781672"/>
              <a:gd name="connsiteY86" fmla="*/ 129836 h 509417"/>
              <a:gd name="connsiteX87" fmla="*/ 1839835 w 4781672"/>
              <a:gd name="connsiteY87" fmla="*/ 253544 h 509417"/>
              <a:gd name="connsiteX88" fmla="*/ 1875109 w 4781672"/>
              <a:gd name="connsiteY88" fmla="*/ 255862 h 509417"/>
              <a:gd name="connsiteX89" fmla="*/ 1890013 w 4781672"/>
              <a:gd name="connsiteY89" fmla="*/ 164116 h 509417"/>
              <a:gd name="connsiteX90" fmla="*/ 1935555 w 4781672"/>
              <a:gd name="connsiteY90" fmla="*/ 260002 h 509417"/>
              <a:gd name="connsiteX91" fmla="*/ 2020843 w 4781672"/>
              <a:gd name="connsiteY91" fmla="*/ 266958 h 509417"/>
              <a:gd name="connsiteX92" fmla="*/ 2021008 w 4781672"/>
              <a:gd name="connsiteY92" fmla="*/ 266295 h 509417"/>
              <a:gd name="connsiteX93" fmla="*/ 2076321 w 4781672"/>
              <a:gd name="connsiteY93" fmla="*/ 111122 h 509417"/>
              <a:gd name="connsiteX94" fmla="*/ 2098181 w 4781672"/>
              <a:gd name="connsiteY94" fmla="*/ 272754 h 509417"/>
              <a:gd name="connsiteX95" fmla="*/ 2098678 w 4781672"/>
              <a:gd name="connsiteY95" fmla="*/ 273251 h 509417"/>
              <a:gd name="connsiteX96" fmla="*/ 2124678 w 4781672"/>
              <a:gd name="connsiteY96" fmla="*/ 275238 h 509417"/>
              <a:gd name="connsiteX97" fmla="*/ 2144385 w 4781672"/>
              <a:gd name="connsiteY97" fmla="*/ 182664 h 509417"/>
              <a:gd name="connsiteX98" fmla="*/ 2170220 w 4781672"/>
              <a:gd name="connsiteY98" fmla="*/ 279213 h 509417"/>
              <a:gd name="connsiteX99" fmla="*/ 2222883 w 4781672"/>
              <a:gd name="connsiteY99" fmla="*/ 284181 h 509417"/>
              <a:gd name="connsiteX100" fmla="*/ 2247062 w 4781672"/>
              <a:gd name="connsiteY100" fmla="*/ 161963 h 509417"/>
              <a:gd name="connsiteX101" fmla="*/ 2282501 w 4781672"/>
              <a:gd name="connsiteY101" fmla="*/ 289812 h 509417"/>
              <a:gd name="connsiteX102" fmla="*/ 2348247 w 4781672"/>
              <a:gd name="connsiteY102" fmla="*/ 296105 h 509417"/>
              <a:gd name="connsiteX103" fmla="*/ 2358515 w 4781672"/>
              <a:gd name="connsiteY103" fmla="*/ 191938 h 509417"/>
              <a:gd name="connsiteX104" fmla="*/ 2409356 w 4781672"/>
              <a:gd name="connsiteY104" fmla="*/ 302397 h 509417"/>
              <a:gd name="connsiteX105" fmla="*/ 2466159 w 4781672"/>
              <a:gd name="connsiteY105" fmla="*/ 308691 h 509417"/>
              <a:gd name="connsiteX106" fmla="*/ 2455063 w 4781672"/>
              <a:gd name="connsiteY106" fmla="*/ 215123 h 509417"/>
              <a:gd name="connsiteX107" fmla="*/ 2499777 w 4781672"/>
              <a:gd name="connsiteY107" fmla="*/ 312665 h 509417"/>
              <a:gd name="connsiteX108" fmla="*/ 2559064 w 4781672"/>
              <a:gd name="connsiteY108" fmla="*/ 318958 h 509417"/>
              <a:gd name="connsiteX109" fmla="*/ 2603778 w 4781672"/>
              <a:gd name="connsiteY109" fmla="*/ 179518 h 509417"/>
              <a:gd name="connsiteX110" fmla="*/ 2617192 w 4781672"/>
              <a:gd name="connsiteY110" fmla="*/ 325748 h 509417"/>
              <a:gd name="connsiteX111" fmla="*/ 2662237 w 4781672"/>
              <a:gd name="connsiteY111" fmla="*/ 331544 h 509417"/>
              <a:gd name="connsiteX112" fmla="*/ 2675320 w 4781672"/>
              <a:gd name="connsiteY112" fmla="*/ 241620 h 509417"/>
              <a:gd name="connsiteX113" fmla="*/ 2715894 w 4781672"/>
              <a:gd name="connsiteY113" fmla="*/ 338500 h 509417"/>
              <a:gd name="connsiteX114" fmla="*/ 2830494 w 4781672"/>
              <a:gd name="connsiteY114" fmla="*/ 352908 h 509417"/>
              <a:gd name="connsiteX115" fmla="*/ 2861297 w 4781672"/>
              <a:gd name="connsiteY115" fmla="*/ 266295 h 509417"/>
              <a:gd name="connsiteX116" fmla="*/ 2884647 w 4781672"/>
              <a:gd name="connsiteY116" fmla="*/ 360360 h 509417"/>
              <a:gd name="connsiteX117" fmla="*/ 2884647 w 4781672"/>
              <a:gd name="connsiteY117" fmla="*/ 360857 h 509417"/>
              <a:gd name="connsiteX118" fmla="*/ 2934495 w 4781672"/>
              <a:gd name="connsiteY118" fmla="*/ 367978 h 509417"/>
              <a:gd name="connsiteX119" fmla="*/ 2966622 w 4781672"/>
              <a:gd name="connsiteY119" fmla="*/ 285506 h 509417"/>
              <a:gd name="connsiteX120" fmla="*/ 2972915 w 4781672"/>
              <a:gd name="connsiteY120" fmla="*/ 373443 h 509417"/>
              <a:gd name="connsiteX121" fmla="*/ 2989973 w 4781672"/>
              <a:gd name="connsiteY121" fmla="*/ 375762 h 509417"/>
              <a:gd name="connsiteX122" fmla="*/ 3019617 w 4781672"/>
              <a:gd name="connsiteY122" fmla="*/ 214626 h 509417"/>
              <a:gd name="connsiteX123" fmla="*/ 3042801 w 4781672"/>
              <a:gd name="connsiteY123" fmla="*/ 382883 h 509417"/>
              <a:gd name="connsiteX124" fmla="*/ 3116993 w 4781672"/>
              <a:gd name="connsiteY124" fmla="*/ 238473 h 509417"/>
              <a:gd name="connsiteX125" fmla="*/ 3116993 w 4781672"/>
              <a:gd name="connsiteY125" fmla="*/ 377417 h 509417"/>
              <a:gd name="connsiteX126" fmla="*/ 3179427 w 4781672"/>
              <a:gd name="connsiteY126" fmla="*/ 296933 h 509417"/>
              <a:gd name="connsiteX127" fmla="*/ 3153592 w 4781672"/>
              <a:gd name="connsiteY127" fmla="*/ 384704 h 509417"/>
              <a:gd name="connsiteX128" fmla="*/ 3158561 w 4781672"/>
              <a:gd name="connsiteY128" fmla="*/ 401099 h 509417"/>
              <a:gd name="connsiteX129" fmla="*/ 3190357 w 4781672"/>
              <a:gd name="connsiteY129" fmla="*/ 406398 h 509417"/>
              <a:gd name="connsiteX130" fmla="*/ 3253784 w 4781672"/>
              <a:gd name="connsiteY130" fmla="*/ 259340 h 509417"/>
              <a:gd name="connsiteX131" fmla="*/ 3240702 w 4781672"/>
              <a:gd name="connsiteY131" fmla="*/ 414679 h 509417"/>
              <a:gd name="connsiteX132" fmla="*/ 3243848 w 4781672"/>
              <a:gd name="connsiteY132" fmla="*/ 415341 h 509417"/>
              <a:gd name="connsiteX133" fmla="*/ 3270676 w 4781672"/>
              <a:gd name="connsiteY133" fmla="*/ 329723 h 509417"/>
              <a:gd name="connsiteX134" fmla="*/ 3289059 w 4781672"/>
              <a:gd name="connsiteY134" fmla="*/ 417660 h 509417"/>
              <a:gd name="connsiteX135" fmla="*/ 3336753 w 4781672"/>
              <a:gd name="connsiteY135" fmla="*/ 320780 h 509417"/>
              <a:gd name="connsiteX136" fmla="*/ 3324830 w 4781672"/>
              <a:gd name="connsiteY136" fmla="*/ 400603 h 509417"/>
              <a:gd name="connsiteX137" fmla="*/ 3334269 w 4781672"/>
              <a:gd name="connsiteY137" fmla="*/ 430577 h 509417"/>
              <a:gd name="connsiteX138" fmla="*/ 3365072 w 4781672"/>
              <a:gd name="connsiteY138" fmla="*/ 435711 h 509417"/>
              <a:gd name="connsiteX139" fmla="*/ 3373187 w 4781672"/>
              <a:gd name="connsiteY139" fmla="*/ 423125 h 509417"/>
              <a:gd name="connsiteX140" fmla="*/ 3380805 w 4781672"/>
              <a:gd name="connsiteY140" fmla="*/ 269773 h 509417"/>
              <a:gd name="connsiteX141" fmla="*/ 3411608 w 4781672"/>
              <a:gd name="connsiteY141" fmla="*/ 428755 h 509417"/>
              <a:gd name="connsiteX142" fmla="*/ 3448207 w 4781672"/>
              <a:gd name="connsiteY142" fmla="*/ 318958 h 509417"/>
              <a:gd name="connsiteX143" fmla="*/ 3441085 w 4781672"/>
              <a:gd name="connsiteY143" fmla="*/ 449788 h 509417"/>
              <a:gd name="connsiteX144" fmla="*/ 3488449 w 4781672"/>
              <a:gd name="connsiteY144" fmla="*/ 458399 h 509417"/>
              <a:gd name="connsiteX145" fmla="*/ 3543265 w 4781672"/>
              <a:gd name="connsiteY145" fmla="*/ 300576 h 509417"/>
              <a:gd name="connsiteX146" fmla="*/ 3536309 w 4781672"/>
              <a:gd name="connsiteY146" fmla="*/ 440017 h 509417"/>
              <a:gd name="connsiteX147" fmla="*/ 3546908 w 4781672"/>
              <a:gd name="connsiteY147" fmla="*/ 375596 h 509417"/>
              <a:gd name="connsiteX148" fmla="*/ 3559825 w 4781672"/>
              <a:gd name="connsiteY148" fmla="*/ 446806 h 509417"/>
              <a:gd name="connsiteX149" fmla="*/ 3595597 w 4781672"/>
              <a:gd name="connsiteY149" fmla="*/ 478437 h 509417"/>
              <a:gd name="connsiteX150" fmla="*/ 3601558 w 4781672"/>
              <a:gd name="connsiteY150" fmla="*/ 479763 h 509417"/>
              <a:gd name="connsiteX151" fmla="*/ 3672438 w 4781672"/>
              <a:gd name="connsiteY151" fmla="*/ 330385 h 509417"/>
              <a:gd name="connsiteX152" fmla="*/ 3645775 w 4781672"/>
              <a:gd name="connsiteY152" fmla="*/ 473138 h 509417"/>
              <a:gd name="connsiteX153" fmla="*/ 3655712 w 4781672"/>
              <a:gd name="connsiteY153" fmla="*/ 490527 h 509417"/>
              <a:gd name="connsiteX154" fmla="*/ 3692642 w 4781672"/>
              <a:gd name="connsiteY154" fmla="*/ 498145 h 509417"/>
              <a:gd name="connsiteX155" fmla="*/ 3766503 w 4781672"/>
              <a:gd name="connsiteY155" fmla="*/ 309850 h 509417"/>
              <a:gd name="connsiteX156" fmla="*/ 3753618 w 4781672"/>
              <a:gd name="connsiteY156" fmla="*/ 493272 h 509417"/>
              <a:gd name="connsiteX157" fmla="*/ 3760724 w 4781672"/>
              <a:gd name="connsiteY157" fmla="*/ 509417 h 509417"/>
              <a:gd name="connsiteX158" fmla="*/ 0 w 4781672"/>
              <a:gd name="connsiteY158" fmla="*/ 509417 h 509417"/>
              <a:gd name="connsiteX159" fmla="*/ 0 w 4781672"/>
              <a:gd name="connsiteY159" fmla="*/ 147839 h 509417"/>
              <a:gd name="connsiteX160" fmla="*/ 10709 w 4781672"/>
              <a:gd name="connsiteY160" fmla="*/ 225722 h 509417"/>
              <a:gd name="connsiteX161" fmla="*/ 56416 w 4781672"/>
              <a:gd name="connsiteY161" fmla="*/ 224397 h 509417"/>
              <a:gd name="connsiteX162" fmla="*/ 106595 w 4781672"/>
              <a:gd name="connsiteY162" fmla="*/ 56140 h 509417"/>
              <a:gd name="connsiteX163" fmla="*/ 136901 w 4781672"/>
              <a:gd name="connsiteY163" fmla="*/ 221747 h 509417"/>
              <a:gd name="connsiteX164" fmla="*/ 214239 w 4781672"/>
              <a:gd name="connsiteY164" fmla="*/ 220257 h 509417"/>
              <a:gd name="connsiteX165" fmla="*/ 229806 w 4781672"/>
              <a:gd name="connsiteY165" fmla="*/ 136294 h 509417"/>
              <a:gd name="connsiteX166" fmla="*/ 247692 w 4781672"/>
              <a:gd name="connsiteY166" fmla="*/ 219429 h 509417"/>
              <a:gd name="connsiteX167" fmla="*/ 286278 w 4781672"/>
              <a:gd name="connsiteY167" fmla="*/ 218600 h 509417"/>
              <a:gd name="connsiteX168" fmla="*/ 345566 w 4781672"/>
              <a:gd name="connsiteY168" fmla="*/ 45873 h 509417"/>
              <a:gd name="connsiteX169" fmla="*/ 343413 w 4781672"/>
              <a:gd name="connsiteY169" fmla="*/ 217607 h 509417"/>
              <a:gd name="connsiteX170" fmla="*/ 427872 w 4781672"/>
              <a:gd name="connsiteY170" fmla="*/ 216613 h 509417"/>
              <a:gd name="connsiteX171" fmla="*/ 477057 w 4781672"/>
              <a:gd name="connsiteY171" fmla="*/ 84956 h 509417"/>
              <a:gd name="connsiteX172" fmla="*/ 492127 w 4781672"/>
              <a:gd name="connsiteY172" fmla="*/ 215785 h 509417"/>
              <a:gd name="connsiteX173" fmla="*/ 597619 w 4781672"/>
              <a:gd name="connsiteY173" fmla="*/ 214957 h 509417"/>
              <a:gd name="connsiteX174" fmla="*/ 598281 w 4781672"/>
              <a:gd name="connsiteY174" fmla="*/ 164944 h 509417"/>
              <a:gd name="connsiteX175" fmla="*/ 629912 w 4781672"/>
              <a:gd name="connsiteY175" fmla="*/ 214957 h 509417"/>
              <a:gd name="connsiteX176" fmla="*/ 644154 w 4781672"/>
              <a:gd name="connsiteY176" fmla="*/ 214957 h 509417"/>
              <a:gd name="connsiteX177" fmla="*/ 766538 w 4781672"/>
              <a:gd name="connsiteY177" fmla="*/ 0 h 509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4781672" h="509417">
                <a:moveTo>
                  <a:pt x="4479605" y="486221"/>
                </a:moveTo>
                <a:cubicBezTo>
                  <a:pt x="4479233" y="487029"/>
                  <a:pt x="4477797" y="490157"/>
                  <a:pt x="4475714" y="494986"/>
                </a:cubicBezTo>
                <a:lnTo>
                  <a:pt x="4469800" y="509417"/>
                </a:lnTo>
                <a:lnTo>
                  <a:pt x="4454940" y="509417"/>
                </a:lnTo>
                <a:lnTo>
                  <a:pt x="4463606" y="499972"/>
                </a:lnTo>
                <a:cubicBezTo>
                  <a:pt x="4472081" y="492049"/>
                  <a:pt x="4478322" y="487174"/>
                  <a:pt x="4479605" y="486221"/>
                </a:cubicBezTo>
                <a:close/>
                <a:moveTo>
                  <a:pt x="4267463" y="478934"/>
                </a:moveTo>
                <a:lnTo>
                  <a:pt x="4274606" y="509417"/>
                </a:lnTo>
                <a:lnTo>
                  <a:pt x="4257630" y="509417"/>
                </a:lnTo>
                <a:close/>
                <a:moveTo>
                  <a:pt x="4781672" y="436042"/>
                </a:moveTo>
                <a:lnTo>
                  <a:pt x="4753381" y="509417"/>
                </a:lnTo>
                <a:lnTo>
                  <a:pt x="4726540" y="509417"/>
                </a:lnTo>
                <a:lnTo>
                  <a:pt x="4728885" y="504480"/>
                </a:lnTo>
                <a:cubicBezTo>
                  <a:pt x="4752815" y="461339"/>
                  <a:pt x="4778774" y="438527"/>
                  <a:pt x="4781672" y="436042"/>
                </a:cubicBezTo>
                <a:close/>
                <a:moveTo>
                  <a:pt x="4399286" y="436042"/>
                </a:moveTo>
                <a:lnTo>
                  <a:pt x="4378852" y="509417"/>
                </a:lnTo>
                <a:lnTo>
                  <a:pt x="4346752" y="509417"/>
                </a:lnTo>
                <a:lnTo>
                  <a:pt x="4349563" y="503610"/>
                </a:lnTo>
                <a:cubicBezTo>
                  <a:pt x="4372458" y="465810"/>
                  <a:pt x="4396471" y="439106"/>
                  <a:pt x="4399286" y="436042"/>
                </a:cubicBezTo>
                <a:close/>
                <a:moveTo>
                  <a:pt x="4575492" y="435711"/>
                </a:moveTo>
                <a:cubicBezTo>
                  <a:pt x="4583773" y="457323"/>
                  <a:pt x="4588089" y="480125"/>
                  <a:pt x="4589866" y="502306"/>
                </a:cubicBezTo>
                <a:lnTo>
                  <a:pt x="4589769" y="509417"/>
                </a:lnTo>
                <a:lnTo>
                  <a:pt x="4561188" y="509417"/>
                </a:lnTo>
                <a:lnTo>
                  <a:pt x="4565117" y="494529"/>
                </a:lnTo>
                <a:cubicBezTo>
                  <a:pt x="4572651" y="461515"/>
                  <a:pt x="4575492" y="435711"/>
                  <a:pt x="4575492" y="435711"/>
                </a:cubicBezTo>
                <a:close/>
                <a:moveTo>
                  <a:pt x="4137793" y="421303"/>
                </a:moveTo>
                <a:cubicBezTo>
                  <a:pt x="4137793" y="421303"/>
                  <a:pt x="4135744" y="448132"/>
                  <a:pt x="4136047" y="478820"/>
                </a:cubicBezTo>
                <a:lnTo>
                  <a:pt x="4137275" y="509417"/>
                </a:lnTo>
                <a:lnTo>
                  <a:pt x="4103879" y="509417"/>
                </a:lnTo>
                <a:close/>
                <a:moveTo>
                  <a:pt x="3956453" y="391163"/>
                </a:moveTo>
                <a:cubicBezTo>
                  <a:pt x="3942377" y="425195"/>
                  <a:pt x="3942750" y="458607"/>
                  <a:pt x="3949395" y="487878"/>
                </a:cubicBezTo>
                <a:lnTo>
                  <a:pt x="3956679" y="509417"/>
                </a:lnTo>
                <a:lnTo>
                  <a:pt x="3923840" y="509417"/>
                </a:lnTo>
                <a:lnTo>
                  <a:pt x="3925480" y="487996"/>
                </a:lnTo>
                <a:cubicBezTo>
                  <a:pt x="3934314" y="434386"/>
                  <a:pt x="3953348" y="396752"/>
                  <a:pt x="3956453" y="391163"/>
                </a:cubicBezTo>
                <a:close/>
                <a:moveTo>
                  <a:pt x="4177704" y="374602"/>
                </a:moveTo>
                <a:cubicBezTo>
                  <a:pt x="4223743" y="399360"/>
                  <a:pt x="4240304" y="442294"/>
                  <a:pt x="4244775" y="481522"/>
                </a:cubicBezTo>
                <a:lnTo>
                  <a:pt x="4244678" y="509417"/>
                </a:lnTo>
                <a:lnTo>
                  <a:pt x="4199393" y="509417"/>
                </a:lnTo>
                <a:lnTo>
                  <a:pt x="4200062" y="507928"/>
                </a:lnTo>
                <a:cubicBezTo>
                  <a:pt x="4207980" y="450119"/>
                  <a:pt x="4179195" y="378453"/>
                  <a:pt x="4177704" y="374602"/>
                </a:cubicBezTo>
                <a:close/>
                <a:moveTo>
                  <a:pt x="3861561" y="300576"/>
                </a:moveTo>
                <a:cubicBezTo>
                  <a:pt x="3886029" y="378702"/>
                  <a:pt x="3881620" y="441270"/>
                  <a:pt x="3867337" y="488561"/>
                </a:cubicBezTo>
                <a:lnTo>
                  <a:pt x="3859000" y="509417"/>
                </a:lnTo>
                <a:lnTo>
                  <a:pt x="3797308" y="509417"/>
                </a:lnTo>
                <a:lnTo>
                  <a:pt x="3812001" y="497739"/>
                </a:lnTo>
                <a:cubicBezTo>
                  <a:pt x="3860166" y="440556"/>
                  <a:pt x="3861561" y="300576"/>
                  <a:pt x="3861561" y="300576"/>
                </a:cubicBezTo>
                <a:close/>
                <a:moveTo>
                  <a:pt x="4105168" y="295608"/>
                </a:moveTo>
                <a:cubicBezTo>
                  <a:pt x="4065671" y="362182"/>
                  <a:pt x="4060331" y="428673"/>
                  <a:pt x="4064864" y="478520"/>
                </a:cubicBezTo>
                <a:lnTo>
                  <a:pt x="4069291" y="509417"/>
                </a:lnTo>
                <a:lnTo>
                  <a:pt x="3988726" y="509417"/>
                </a:lnTo>
                <a:lnTo>
                  <a:pt x="4004259" y="438879"/>
                </a:lnTo>
                <a:cubicBezTo>
                  <a:pt x="4035893" y="362617"/>
                  <a:pt x="4099828" y="300700"/>
                  <a:pt x="4105168" y="295608"/>
                </a:cubicBezTo>
                <a:close/>
                <a:moveTo>
                  <a:pt x="766538" y="0"/>
                </a:moveTo>
                <a:cubicBezTo>
                  <a:pt x="763391" y="5796"/>
                  <a:pt x="697811" y="126855"/>
                  <a:pt x="739047" y="215289"/>
                </a:cubicBezTo>
                <a:lnTo>
                  <a:pt x="765710" y="215289"/>
                </a:lnTo>
                <a:cubicBezTo>
                  <a:pt x="766206" y="178192"/>
                  <a:pt x="771506" y="124205"/>
                  <a:pt x="794525" y="99032"/>
                </a:cubicBezTo>
                <a:cubicBezTo>
                  <a:pt x="794525" y="99032"/>
                  <a:pt x="798003" y="168918"/>
                  <a:pt x="817213" y="215454"/>
                </a:cubicBezTo>
                <a:cubicBezTo>
                  <a:pt x="838742" y="215454"/>
                  <a:pt x="860437" y="215951"/>
                  <a:pt x="881634" y="216282"/>
                </a:cubicBezTo>
                <a:cubicBezTo>
                  <a:pt x="889915" y="178358"/>
                  <a:pt x="887762" y="126523"/>
                  <a:pt x="887762" y="126523"/>
                </a:cubicBezTo>
                <a:cubicBezTo>
                  <a:pt x="887762" y="126523"/>
                  <a:pt x="914093" y="171900"/>
                  <a:pt x="920552" y="216779"/>
                </a:cubicBezTo>
                <a:cubicBezTo>
                  <a:pt x="932144" y="217110"/>
                  <a:pt x="943737" y="217110"/>
                  <a:pt x="955329" y="217276"/>
                </a:cubicBezTo>
                <a:cubicBezTo>
                  <a:pt x="965928" y="195250"/>
                  <a:pt x="973546" y="167428"/>
                  <a:pt x="968412" y="134804"/>
                </a:cubicBezTo>
                <a:cubicBezTo>
                  <a:pt x="968412" y="134804"/>
                  <a:pt x="991597" y="177861"/>
                  <a:pt x="1000871" y="217938"/>
                </a:cubicBezTo>
                <a:cubicBezTo>
                  <a:pt x="1029521" y="218435"/>
                  <a:pt x="1058005" y="219263"/>
                  <a:pt x="1086655" y="219760"/>
                </a:cubicBezTo>
                <a:cubicBezTo>
                  <a:pt x="1095764" y="177034"/>
                  <a:pt x="1107191" y="88600"/>
                  <a:pt x="1061814" y="24675"/>
                </a:cubicBezTo>
                <a:cubicBezTo>
                  <a:pt x="1066617" y="29478"/>
                  <a:pt x="1141637" y="106816"/>
                  <a:pt x="1153229" y="187632"/>
                </a:cubicBezTo>
                <a:cubicBezTo>
                  <a:pt x="1160019" y="150536"/>
                  <a:pt x="1176580" y="105326"/>
                  <a:pt x="1216491" y="83465"/>
                </a:cubicBezTo>
                <a:cubicBezTo>
                  <a:pt x="1216491" y="83465"/>
                  <a:pt x="1178402" y="167428"/>
                  <a:pt x="1200262" y="222575"/>
                </a:cubicBezTo>
                <a:cubicBezTo>
                  <a:pt x="1215829" y="223072"/>
                  <a:pt x="1231561" y="223403"/>
                  <a:pt x="1247294" y="223900"/>
                </a:cubicBezTo>
                <a:cubicBezTo>
                  <a:pt x="1246797" y="195747"/>
                  <a:pt x="1239345" y="159479"/>
                  <a:pt x="1238517" y="155173"/>
                </a:cubicBezTo>
                <a:lnTo>
                  <a:pt x="1280415" y="225225"/>
                </a:lnTo>
                <a:cubicBezTo>
                  <a:pt x="1283727" y="225225"/>
                  <a:pt x="1286874" y="225225"/>
                  <a:pt x="1289689" y="225556"/>
                </a:cubicBezTo>
                <a:cubicBezTo>
                  <a:pt x="1283893" y="187301"/>
                  <a:pt x="1279753" y="111122"/>
                  <a:pt x="1334734" y="83465"/>
                </a:cubicBezTo>
                <a:cubicBezTo>
                  <a:pt x="1334734" y="83465"/>
                  <a:pt x="1319498" y="172562"/>
                  <a:pt x="1387563" y="228868"/>
                </a:cubicBezTo>
                <a:lnTo>
                  <a:pt x="1388059" y="229365"/>
                </a:lnTo>
                <a:cubicBezTo>
                  <a:pt x="1401971" y="230027"/>
                  <a:pt x="1416213" y="230524"/>
                  <a:pt x="1430455" y="231021"/>
                </a:cubicBezTo>
                <a:cubicBezTo>
                  <a:pt x="1456952" y="201875"/>
                  <a:pt x="1458939" y="111288"/>
                  <a:pt x="1458939" y="111288"/>
                </a:cubicBezTo>
                <a:cubicBezTo>
                  <a:pt x="1458939" y="111288"/>
                  <a:pt x="1499678" y="181505"/>
                  <a:pt x="1507793" y="234499"/>
                </a:cubicBezTo>
                <a:cubicBezTo>
                  <a:pt x="1532965" y="235493"/>
                  <a:pt x="1558634" y="237148"/>
                  <a:pt x="1584138" y="238308"/>
                </a:cubicBezTo>
                <a:cubicBezTo>
                  <a:pt x="1600202" y="212307"/>
                  <a:pt x="1620571" y="163123"/>
                  <a:pt x="1610966" y="89758"/>
                </a:cubicBezTo>
                <a:cubicBezTo>
                  <a:pt x="1610966" y="89758"/>
                  <a:pt x="1695922" y="155836"/>
                  <a:pt x="1661145" y="242117"/>
                </a:cubicBezTo>
                <a:cubicBezTo>
                  <a:pt x="1685655" y="243938"/>
                  <a:pt x="1710330" y="245263"/>
                  <a:pt x="1735171" y="246754"/>
                </a:cubicBezTo>
                <a:cubicBezTo>
                  <a:pt x="1735171" y="246754"/>
                  <a:pt x="1750407" y="146893"/>
                  <a:pt x="1750407" y="146893"/>
                </a:cubicBezTo>
                <a:lnTo>
                  <a:pt x="1780547" y="249735"/>
                </a:lnTo>
                <a:cubicBezTo>
                  <a:pt x="1781872" y="249735"/>
                  <a:pt x="1783197" y="249735"/>
                  <a:pt x="1784853" y="249735"/>
                </a:cubicBezTo>
                <a:cubicBezTo>
                  <a:pt x="1786178" y="221085"/>
                  <a:pt x="1796446" y="154014"/>
                  <a:pt x="1859045" y="129836"/>
                </a:cubicBezTo>
                <a:cubicBezTo>
                  <a:pt x="1859045" y="129836"/>
                  <a:pt x="1827911" y="204359"/>
                  <a:pt x="1839835" y="253544"/>
                </a:cubicBezTo>
                <a:cubicBezTo>
                  <a:pt x="1851593" y="254206"/>
                  <a:pt x="1863185" y="255034"/>
                  <a:pt x="1875109" y="255862"/>
                </a:cubicBezTo>
                <a:cubicBezTo>
                  <a:pt x="1884217" y="234333"/>
                  <a:pt x="1893491" y="202371"/>
                  <a:pt x="1890013" y="164116"/>
                </a:cubicBezTo>
                <a:cubicBezTo>
                  <a:pt x="1890013" y="164116"/>
                  <a:pt x="1921147" y="212142"/>
                  <a:pt x="1935555" y="260002"/>
                </a:cubicBezTo>
                <a:cubicBezTo>
                  <a:pt x="1964040" y="262155"/>
                  <a:pt x="1992358" y="264474"/>
                  <a:pt x="2020843" y="266958"/>
                </a:cubicBezTo>
                <a:cubicBezTo>
                  <a:pt x="2020843" y="266627"/>
                  <a:pt x="2021008" y="266295"/>
                  <a:pt x="2021008" y="266295"/>
                </a:cubicBezTo>
                <a:cubicBezTo>
                  <a:pt x="2021008" y="266295"/>
                  <a:pt x="1992358" y="173224"/>
                  <a:pt x="2076321" y="111122"/>
                </a:cubicBezTo>
                <a:cubicBezTo>
                  <a:pt x="2076321" y="111122"/>
                  <a:pt x="2058104" y="226384"/>
                  <a:pt x="2098181" y="272754"/>
                </a:cubicBezTo>
                <a:lnTo>
                  <a:pt x="2098678" y="273251"/>
                </a:lnTo>
                <a:cubicBezTo>
                  <a:pt x="2107289" y="273748"/>
                  <a:pt x="2116067" y="274576"/>
                  <a:pt x="2124678" y="275238"/>
                </a:cubicBezTo>
                <a:cubicBezTo>
                  <a:pt x="2141239" y="252715"/>
                  <a:pt x="2144385" y="182664"/>
                  <a:pt x="2144385" y="182664"/>
                </a:cubicBezTo>
                <a:cubicBezTo>
                  <a:pt x="2144385" y="182664"/>
                  <a:pt x="2177838" y="236652"/>
                  <a:pt x="2170220" y="279213"/>
                </a:cubicBezTo>
                <a:cubicBezTo>
                  <a:pt x="2187774" y="280869"/>
                  <a:pt x="2205163" y="282359"/>
                  <a:pt x="2222883" y="284181"/>
                </a:cubicBezTo>
                <a:cubicBezTo>
                  <a:pt x="2227023" y="275238"/>
                  <a:pt x="2255507" y="214295"/>
                  <a:pt x="2247062" y="161963"/>
                </a:cubicBezTo>
                <a:cubicBezTo>
                  <a:pt x="2247062" y="161963"/>
                  <a:pt x="2288297" y="234499"/>
                  <a:pt x="2282501" y="289812"/>
                </a:cubicBezTo>
                <a:cubicBezTo>
                  <a:pt x="2304361" y="291965"/>
                  <a:pt x="2326553" y="293952"/>
                  <a:pt x="2348247" y="296105"/>
                </a:cubicBezTo>
                <a:cubicBezTo>
                  <a:pt x="2341954" y="271595"/>
                  <a:pt x="2338808" y="233671"/>
                  <a:pt x="2358515" y="191938"/>
                </a:cubicBezTo>
                <a:cubicBezTo>
                  <a:pt x="2358515" y="191938"/>
                  <a:pt x="2376235" y="263149"/>
                  <a:pt x="2409356" y="302397"/>
                </a:cubicBezTo>
                <a:cubicBezTo>
                  <a:pt x="2428235" y="304550"/>
                  <a:pt x="2447280" y="306703"/>
                  <a:pt x="2466159" y="308691"/>
                </a:cubicBezTo>
                <a:cubicBezTo>
                  <a:pt x="2472452" y="278550"/>
                  <a:pt x="2456719" y="221085"/>
                  <a:pt x="2455063" y="215123"/>
                </a:cubicBezTo>
                <a:cubicBezTo>
                  <a:pt x="2459038" y="218766"/>
                  <a:pt x="2502427" y="261824"/>
                  <a:pt x="2499777" y="312665"/>
                </a:cubicBezTo>
                <a:cubicBezTo>
                  <a:pt x="2519650" y="314818"/>
                  <a:pt x="2539357" y="316806"/>
                  <a:pt x="2559064" y="318958"/>
                </a:cubicBezTo>
                <a:cubicBezTo>
                  <a:pt x="2554759" y="271926"/>
                  <a:pt x="2560058" y="212970"/>
                  <a:pt x="2603778" y="179518"/>
                </a:cubicBezTo>
                <a:cubicBezTo>
                  <a:pt x="2603778" y="179518"/>
                  <a:pt x="2592517" y="278716"/>
                  <a:pt x="2617192" y="325748"/>
                </a:cubicBezTo>
                <a:cubicBezTo>
                  <a:pt x="2632097" y="327735"/>
                  <a:pt x="2647167" y="329723"/>
                  <a:pt x="2662237" y="331544"/>
                </a:cubicBezTo>
                <a:cubicBezTo>
                  <a:pt x="2674989" y="301404"/>
                  <a:pt x="2675320" y="241620"/>
                  <a:pt x="2675320" y="241620"/>
                </a:cubicBezTo>
                <a:cubicBezTo>
                  <a:pt x="2675320" y="241620"/>
                  <a:pt x="2711919" y="298423"/>
                  <a:pt x="2715894" y="338500"/>
                </a:cubicBezTo>
                <a:cubicBezTo>
                  <a:pt x="2753983" y="343137"/>
                  <a:pt x="2792404" y="347939"/>
                  <a:pt x="2830494" y="352908"/>
                </a:cubicBezTo>
                <a:cubicBezTo>
                  <a:pt x="2843080" y="329723"/>
                  <a:pt x="2856825" y="298423"/>
                  <a:pt x="2861297" y="266295"/>
                </a:cubicBezTo>
                <a:cubicBezTo>
                  <a:pt x="2861297" y="266295"/>
                  <a:pt x="2898724" y="308525"/>
                  <a:pt x="2884647" y="360360"/>
                </a:cubicBezTo>
                <a:lnTo>
                  <a:pt x="2884647" y="360857"/>
                </a:lnTo>
                <a:cubicBezTo>
                  <a:pt x="2901208" y="363175"/>
                  <a:pt x="2917934" y="365494"/>
                  <a:pt x="2934495" y="367978"/>
                </a:cubicBezTo>
                <a:cubicBezTo>
                  <a:pt x="2934495" y="347939"/>
                  <a:pt x="2940457" y="318130"/>
                  <a:pt x="2966622" y="285506"/>
                </a:cubicBezTo>
                <a:cubicBezTo>
                  <a:pt x="2965629" y="288818"/>
                  <a:pt x="2950559" y="333863"/>
                  <a:pt x="2972915" y="373443"/>
                </a:cubicBezTo>
                <a:cubicBezTo>
                  <a:pt x="2978712" y="374271"/>
                  <a:pt x="2984177" y="375099"/>
                  <a:pt x="2989973" y="375762"/>
                </a:cubicBezTo>
                <a:cubicBezTo>
                  <a:pt x="2987654" y="339494"/>
                  <a:pt x="2987654" y="263480"/>
                  <a:pt x="3019617" y="214626"/>
                </a:cubicBezTo>
                <a:cubicBezTo>
                  <a:pt x="3019617" y="214626"/>
                  <a:pt x="3007031" y="313493"/>
                  <a:pt x="3042801" y="382883"/>
                </a:cubicBezTo>
                <a:cubicBezTo>
                  <a:pt x="3092815" y="347442"/>
                  <a:pt x="3116993" y="238473"/>
                  <a:pt x="3116993" y="238473"/>
                </a:cubicBezTo>
                <a:cubicBezTo>
                  <a:pt x="3139185" y="304219"/>
                  <a:pt x="3116993" y="377417"/>
                  <a:pt x="3116993" y="377417"/>
                </a:cubicBezTo>
                <a:cubicBezTo>
                  <a:pt x="3150115" y="381061"/>
                  <a:pt x="3179427" y="296933"/>
                  <a:pt x="3179427" y="296933"/>
                </a:cubicBezTo>
                <a:cubicBezTo>
                  <a:pt x="3190191" y="346284"/>
                  <a:pt x="3153592" y="384704"/>
                  <a:pt x="3153592" y="384704"/>
                </a:cubicBezTo>
                <a:cubicBezTo>
                  <a:pt x="3153592" y="384704"/>
                  <a:pt x="3155745" y="391329"/>
                  <a:pt x="3158561" y="401099"/>
                </a:cubicBezTo>
                <a:cubicBezTo>
                  <a:pt x="3169159" y="402921"/>
                  <a:pt x="3179593" y="404743"/>
                  <a:pt x="3190357" y="406398"/>
                </a:cubicBezTo>
                <a:cubicBezTo>
                  <a:pt x="3197975" y="329060"/>
                  <a:pt x="3247491" y="266627"/>
                  <a:pt x="3253784" y="259340"/>
                </a:cubicBezTo>
                <a:cubicBezTo>
                  <a:pt x="3205593" y="325748"/>
                  <a:pt x="3229937" y="392156"/>
                  <a:pt x="3240702" y="414679"/>
                </a:cubicBezTo>
                <a:cubicBezTo>
                  <a:pt x="3241695" y="415010"/>
                  <a:pt x="3242689" y="415341"/>
                  <a:pt x="3243848" y="415341"/>
                </a:cubicBezTo>
                <a:cubicBezTo>
                  <a:pt x="3235402" y="370793"/>
                  <a:pt x="3270676" y="329723"/>
                  <a:pt x="3270676" y="329723"/>
                </a:cubicBezTo>
                <a:cubicBezTo>
                  <a:pt x="3254281" y="384704"/>
                  <a:pt x="3289059" y="417660"/>
                  <a:pt x="3289059" y="417660"/>
                </a:cubicBezTo>
                <a:cubicBezTo>
                  <a:pt x="3290880" y="353736"/>
                  <a:pt x="3336753" y="320780"/>
                  <a:pt x="3336753" y="320780"/>
                </a:cubicBezTo>
                <a:cubicBezTo>
                  <a:pt x="3314562" y="359201"/>
                  <a:pt x="3324830" y="400603"/>
                  <a:pt x="3324830" y="400603"/>
                </a:cubicBezTo>
                <a:cubicBezTo>
                  <a:pt x="3324830" y="400603"/>
                  <a:pt x="3327976" y="417328"/>
                  <a:pt x="3334269" y="430577"/>
                </a:cubicBezTo>
                <a:cubicBezTo>
                  <a:pt x="3344537" y="432399"/>
                  <a:pt x="3354805" y="433889"/>
                  <a:pt x="3365072" y="435711"/>
                </a:cubicBezTo>
                <a:cubicBezTo>
                  <a:pt x="3367722" y="432399"/>
                  <a:pt x="3370371" y="428424"/>
                  <a:pt x="3373187" y="423125"/>
                </a:cubicBezTo>
                <a:cubicBezTo>
                  <a:pt x="3404818" y="363506"/>
                  <a:pt x="3382461" y="276398"/>
                  <a:pt x="3380805" y="269773"/>
                </a:cubicBezTo>
                <a:cubicBezTo>
                  <a:pt x="3424359" y="313990"/>
                  <a:pt x="3411608" y="428755"/>
                  <a:pt x="3411608" y="428755"/>
                </a:cubicBezTo>
                <a:cubicBezTo>
                  <a:pt x="3438933" y="410208"/>
                  <a:pt x="3448207" y="318958"/>
                  <a:pt x="3448207" y="318958"/>
                </a:cubicBezTo>
                <a:cubicBezTo>
                  <a:pt x="3462118" y="373112"/>
                  <a:pt x="3451850" y="420310"/>
                  <a:pt x="3441085" y="449788"/>
                </a:cubicBezTo>
                <a:cubicBezTo>
                  <a:pt x="3456818" y="452603"/>
                  <a:pt x="3472716" y="455584"/>
                  <a:pt x="3488449" y="458399"/>
                </a:cubicBezTo>
                <a:cubicBezTo>
                  <a:pt x="3476691" y="352079"/>
                  <a:pt x="3543265" y="300576"/>
                  <a:pt x="3543265" y="300576"/>
                </a:cubicBezTo>
                <a:cubicBezTo>
                  <a:pt x="3486627" y="388513"/>
                  <a:pt x="3536309" y="440017"/>
                  <a:pt x="3536309" y="440017"/>
                </a:cubicBezTo>
                <a:lnTo>
                  <a:pt x="3546908" y="375596"/>
                </a:lnTo>
                <a:lnTo>
                  <a:pt x="3559825" y="446806"/>
                </a:lnTo>
                <a:lnTo>
                  <a:pt x="3595597" y="478437"/>
                </a:lnTo>
                <a:cubicBezTo>
                  <a:pt x="3597584" y="478934"/>
                  <a:pt x="3599405" y="479266"/>
                  <a:pt x="3601558" y="479763"/>
                </a:cubicBezTo>
                <a:cubicBezTo>
                  <a:pt x="3606030" y="394309"/>
                  <a:pt x="3665151" y="337010"/>
                  <a:pt x="3672438" y="330385"/>
                </a:cubicBezTo>
                <a:cubicBezTo>
                  <a:pt x="3625737" y="390997"/>
                  <a:pt x="3645775" y="473138"/>
                  <a:pt x="3645775" y="473138"/>
                </a:cubicBezTo>
                <a:cubicBezTo>
                  <a:pt x="3645775" y="473138"/>
                  <a:pt x="3649750" y="480590"/>
                  <a:pt x="3655712" y="490527"/>
                </a:cubicBezTo>
                <a:cubicBezTo>
                  <a:pt x="3668132" y="492845"/>
                  <a:pt x="3680222" y="495495"/>
                  <a:pt x="3692642" y="498145"/>
                </a:cubicBezTo>
                <a:cubicBezTo>
                  <a:pt x="3687011" y="413188"/>
                  <a:pt x="3766503" y="309850"/>
                  <a:pt x="3766503" y="309850"/>
                </a:cubicBezTo>
                <a:cubicBezTo>
                  <a:pt x="3766503" y="309850"/>
                  <a:pt x="3740131" y="437150"/>
                  <a:pt x="3753618" y="493272"/>
                </a:cubicBezTo>
                <a:lnTo>
                  <a:pt x="3760724" y="509417"/>
                </a:lnTo>
                <a:lnTo>
                  <a:pt x="0" y="509417"/>
                </a:lnTo>
                <a:lnTo>
                  <a:pt x="0" y="147839"/>
                </a:lnTo>
                <a:lnTo>
                  <a:pt x="10709" y="225722"/>
                </a:lnTo>
                <a:cubicBezTo>
                  <a:pt x="25945" y="225225"/>
                  <a:pt x="41180" y="224728"/>
                  <a:pt x="56416" y="224397"/>
                </a:cubicBezTo>
                <a:cubicBezTo>
                  <a:pt x="81754" y="192601"/>
                  <a:pt x="106429" y="140600"/>
                  <a:pt x="106595" y="56140"/>
                </a:cubicBezTo>
                <a:cubicBezTo>
                  <a:pt x="106595" y="56140"/>
                  <a:pt x="141207" y="148714"/>
                  <a:pt x="136901" y="221747"/>
                </a:cubicBezTo>
                <a:cubicBezTo>
                  <a:pt x="162736" y="221085"/>
                  <a:pt x="188405" y="220753"/>
                  <a:pt x="214239" y="220257"/>
                </a:cubicBezTo>
                <a:cubicBezTo>
                  <a:pt x="215067" y="193097"/>
                  <a:pt x="219042" y="162625"/>
                  <a:pt x="229806" y="136294"/>
                </a:cubicBezTo>
                <a:cubicBezTo>
                  <a:pt x="229806" y="136294"/>
                  <a:pt x="232622" y="179683"/>
                  <a:pt x="247692" y="219429"/>
                </a:cubicBezTo>
                <a:cubicBezTo>
                  <a:pt x="260609" y="219263"/>
                  <a:pt x="273527" y="218932"/>
                  <a:pt x="286278" y="218600"/>
                </a:cubicBezTo>
                <a:cubicBezTo>
                  <a:pt x="287603" y="164281"/>
                  <a:pt x="298202" y="84790"/>
                  <a:pt x="345566" y="45873"/>
                </a:cubicBezTo>
                <a:cubicBezTo>
                  <a:pt x="345566" y="45873"/>
                  <a:pt x="332317" y="140269"/>
                  <a:pt x="343413" y="217607"/>
                </a:cubicBezTo>
                <a:cubicBezTo>
                  <a:pt x="371566" y="217110"/>
                  <a:pt x="399719" y="216779"/>
                  <a:pt x="427872" y="216613"/>
                </a:cubicBezTo>
                <a:cubicBezTo>
                  <a:pt x="427541" y="180180"/>
                  <a:pt x="435987" y="128179"/>
                  <a:pt x="477057" y="84956"/>
                </a:cubicBezTo>
                <a:cubicBezTo>
                  <a:pt x="477057" y="84956"/>
                  <a:pt x="466790" y="159148"/>
                  <a:pt x="492127" y="215785"/>
                </a:cubicBezTo>
                <a:cubicBezTo>
                  <a:pt x="527402" y="215454"/>
                  <a:pt x="562510" y="214957"/>
                  <a:pt x="597619" y="214957"/>
                </a:cubicBezTo>
                <a:cubicBezTo>
                  <a:pt x="600434" y="189123"/>
                  <a:pt x="598281" y="164944"/>
                  <a:pt x="598281" y="164944"/>
                </a:cubicBezTo>
                <a:cubicBezTo>
                  <a:pt x="598281" y="164944"/>
                  <a:pt x="616498" y="184982"/>
                  <a:pt x="629912" y="214957"/>
                </a:cubicBezTo>
                <a:lnTo>
                  <a:pt x="644154" y="214957"/>
                </a:lnTo>
                <a:cubicBezTo>
                  <a:pt x="650944" y="156333"/>
                  <a:pt x="675454" y="46535"/>
                  <a:pt x="766538" y="0"/>
                </a:cubicBezTo>
                <a:close/>
              </a:path>
            </a:pathLst>
          </a:custGeom>
          <a:solidFill>
            <a:srgbClr val="B0C571"/>
          </a:solidFill>
          <a:ln w="1655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64" name="Freeform: Shape 763">
            <a:extLst>
              <a:ext uri="{FF2B5EF4-FFF2-40B4-BE49-F238E27FC236}">
                <a16:creationId xmlns:a16="http://schemas.microsoft.com/office/drawing/2014/main" id="{C8E903A4-8748-E303-8E49-9307B0C0252A}"/>
              </a:ext>
            </a:extLst>
          </p:cNvPr>
          <p:cNvSpPr/>
          <p:nvPr/>
        </p:nvSpPr>
        <p:spPr>
          <a:xfrm>
            <a:off x="0" y="5303195"/>
            <a:ext cx="2684270" cy="1554805"/>
          </a:xfrm>
          <a:custGeom>
            <a:avLst/>
            <a:gdLst>
              <a:gd name="connsiteX0" fmla="*/ 3467802 w 3546704"/>
              <a:gd name="connsiteY0" fmla="*/ 1671799 h 2054351"/>
              <a:gd name="connsiteX1" fmla="*/ 3540007 w 3546704"/>
              <a:gd name="connsiteY1" fmla="*/ 2054351 h 2054351"/>
              <a:gd name="connsiteX2" fmla="*/ 3350387 w 3546704"/>
              <a:gd name="connsiteY2" fmla="*/ 2054351 h 2054351"/>
              <a:gd name="connsiteX3" fmla="*/ 3467802 w 3546704"/>
              <a:gd name="connsiteY3" fmla="*/ 1671799 h 2054351"/>
              <a:gd name="connsiteX4" fmla="*/ 2229064 w 3546704"/>
              <a:gd name="connsiteY4" fmla="*/ 1607047 h 2054351"/>
              <a:gd name="connsiteX5" fmla="*/ 2079024 w 3546704"/>
              <a:gd name="connsiteY5" fmla="*/ 2054351 h 2054351"/>
              <a:gd name="connsiteX6" fmla="*/ 1800805 w 3546704"/>
              <a:gd name="connsiteY6" fmla="*/ 2054351 h 2054351"/>
              <a:gd name="connsiteX7" fmla="*/ 2229064 w 3546704"/>
              <a:gd name="connsiteY7" fmla="*/ 1607047 h 2054351"/>
              <a:gd name="connsiteX8" fmla="*/ 389341 w 3546704"/>
              <a:gd name="connsiteY8" fmla="*/ 1552728 h 2054351"/>
              <a:gd name="connsiteX9" fmla="*/ 384207 w 3546704"/>
              <a:gd name="connsiteY9" fmla="*/ 2054351 h 2054351"/>
              <a:gd name="connsiteX10" fmla="*/ 118574 w 3546704"/>
              <a:gd name="connsiteY10" fmla="*/ 2054351 h 2054351"/>
              <a:gd name="connsiteX11" fmla="*/ 389341 w 3546704"/>
              <a:gd name="connsiteY11" fmla="*/ 1552728 h 2054351"/>
              <a:gd name="connsiteX12" fmla="*/ 2759669 w 3546704"/>
              <a:gd name="connsiteY12" fmla="*/ 1347045 h 2054351"/>
              <a:gd name="connsiteX13" fmla="*/ 2667922 w 3546704"/>
              <a:gd name="connsiteY13" fmla="*/ 2054351 h 2054351"/>
              <a:gd name="connsiteX14" fmla="*/ 2377117 w 3546704"/>
              <a:gd name="connsiteY14" fmla="*/ 2054351 h 2054351"/>
              <a:gd name="connsiteX15" fmla="*/ 2759669 w 3546704"/>
              <a:gd name="connsiteY15" fmla="*/ 1347045 h 2054351"/>
              <a:gd name="connsiteX16" fmla="*/ 3116882 w 3546704"/>
              <a:gd name="connsiteY16" fmla="*/ 1325350 h 2054351"/>
              <a:gd name="connsiteX17" fmla="*/ 3219558 w 3546704"/>
              <a:gd name="connsiteY17" fmla="*/ 2054350 h 2054351"/>
              <a:gd name="connsiteX18" fmla="*/ 2956740 w 3546704"/>
              <a:gd name="connsiteY18" fmla="*/ 2054350 h 2054351"/>
              <a:gd name="connsiteX19" fmla="*/ 3116882 w 3546704"/>
              <a:gd name="connsiteY19" fmla="*/ 1325350 h 2054351"/>
              <a:gd name="connsiteX20" fmla="*/ 1049614 w 3546704"/>
              <a:gd name="connsiteY20" fmla="*/ 1011525 h 2054351"/>
              <a:gd name="connsiteX21" fmla="*/ 1026429 w 3546704"/>
              <a:gd name="connsiteY21" fmla="*/ 2054350 h 2054351"/>
              <a:gd name="connsiteX22" fmla="*/ 565380 w 3546704"/>
              <a:gd name="connsiteY22" fmla="*/ 2054350 h 2054351"/>
              <a:gd name="connsiteX23" fmla="*/ 1049614 w 3546704"/>
              <a:gd name="connsiteY23" fmla="*/ 1011525 h 2054351"/>
              <a:gd name="connsiteX24" fmla="*/ 443329 w 3546704"/>
              <a:gd name="connsiteY24" fmla="*/ 827702 h 2054351"/>
              <a:gd name="connsiteX25" fmla="*/ 0 w 3546704"/>
              <a:gd name="connsiteY25" fmla="*/ 1981152 h 2054351"/>
              <a:gd name="connsiteX26" fmla="*/ 0 w 3546704"/>
              <a:gd name="connsiteY26" fmla="*/ 1526562 h 2054351"/>
              <a:gd name="connsiteX27" fmla="*/ 443329 w 3546704"/>
              <a:gd name="connsiteY27" fmla="*/ 827702 h 2054351"/>
              <a:gd name="connsiteX28" fmla="*/ 1536663 w 3546704"/>
              <a:gd name="connsiteY28" fmla="*/ 427099 h 2054351"/>
              <a:gd name="connsiteX29" fmla="*/ 1543784 w 3546704"/>
              <a:gd name="connsiteY29" fmla="*/ 1941572 h 2054351"/>
              <a:gd name="connsiteX30" fmla="*/ 2135994 w 3546704"/>
              <a:gd name="connsiteY30" fmla="*/ 1217209 h 2054351"/>
              <a:gd name="connsiteX31" fmla="*/ 1714359 w 3546704"/>
              <a:gd name="connsiteY31" fmla="*/ 2054350 h 2054351"/>
              <a:gd name="connsiteX32" fmla="*/ 1103436 w 3546704"/>
              <a:gd name="connsiteY32" fmla="*/ 2054350 h 2054351"/>
              <a:gd name="connsiteX33" fmla="*/ 1536663 w 3546704"/>
              <a:gd name="connsiteY33" fmla="*/ 427099 h 2054351"/>
              <a:gd name="connsiteX34" fmla="*/ 443329 w 3546704"/>
              <a:gd name="connsiteY34" fmla="*/ 0 h 2054351"/>
              <a:gd name="connsiteX35" fmla="*/ 0 w 3546704"/>
              <a:gd name="connsiteY35" fmla="*/ 1169514 h 2054351"/>
              <a:gd name="connsiteX36" fmla="*/ 0 w 3546704"/>
              <a:gd name="connsiteY36" fmla="*/ 699357 h 2054351"/>
              <a:gd name="connsiteX37" fmla="*/ 443329 w 3546704"/>
              <a:gd name="connsiteY37" fmla="*/ 0 h 2054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546704" h="2054351">
                <a:moveTo>
                  <a:pt x="3467802" y="1671799"/>
                </a:moveTo>
                <a:cubicBezTo>
                  <a:pt x="3467802" y="1671799"/>
                  <a:pt x="3573956" y="1859266"/>
                  <a:pt x="3540007" y="2054351"/>
                </a:cubicBezTo>
                <a:lnTo>
                  <a:pt x="3350387" y="2054351"/>
                </a:lnTo>
                <a:cubicBezTo>
                  <a:pt x="3419114" y="1948197"/>
                  <a:pt x="3473930" y="1816705"/>
                  <a:pt x="3467802" y="1671799"/>
                </a:cubicBezTo>
                <a:close/>
                <a:moveTo>
                  <a:pt x="2229064" y="1607047"/>
                </a:moveTo>
                <a:cubicBezTo>
                  <a:pt x="2225089" y="1615162"/>
                  <a:pt x="2117279" y="1828298"/>
                  <a:pt x="2079024" y="2054351"/>
                </a:cubicBezTo>
                <a:lnTo>
                  <a:pt x="1800805" y="2054351"/>
                </a:lnTo>
                <a:cubicBezTo>
                  <a:pt x="1897188" y="1900668"/>
                  <a:pt x="2048884" y="1700284"/>
                  <a:pt x="2229064" y="1607047"/>
                </a:cubicBezTo>
                <a:close/>
                <a:moveTo>
                  <a:pt x="389341" y="1552728"/>
                </a:moveTo>
                <a:cubicBezTo>
                  <a:pt x="389341" y="1552728"/>
                  <a:pt x="413851" y="1823661"/>
                  <a:pt x="384207" y="2054351"/>
                </a:cubicBezTo>
                <a:lnTo>
                  <a:pt x="118574" y="2054351"/>
                </a:lnTo>
                <a:cubicBezTo>
                  <a:pt x="210983" y="1922362"/>
                  <a:pt x="332869" y="1728437"/>
                  <a:pt x="389341" y="1552728"/>
                </a:cubicBezTo>
                <a:close/>
                <a:moveTo>
                  <a:pt x="2759669" y="1347045"/>
                </a:moveTo>
                <a:cubicBezTo>
                  <a:pt x="2759669" y="1347045"/>
                  <a:pt x="2737974" y="1742514"/>
                  <a:pt x="2667922" y="2054351"/>
                </a:cubicBezTo>
                <a:lnTo>
                  <a:pt x="2377117" y="2054351"/>
                </a:lnTo>
                <a:cubicBezTo>
                  <a:pt x="2560941" y="1755100"/>
                  <a:pt x="2759669" y="1347045"/>
                  <a:pt x="2759669" y="1347045"/>
                </a:cubicBezTo>
                <a:close/>
                <a:moveTo>
                  <a:pt x="3116882" y="1325350"/>
                </a:moveTo>
                <a:cubicBezTo>
                  <a:pt x="3116882" y="1325350"/>
                  <a:pt x="3268081" y="1728602"/>
                  <a:pt x="3219558" y="2054350"/>
                </a:cubicBezTo>
                <a:lnTo>
                  <a:pt x="2956740" y="2054350"/>
                </a:lnTo>
                <a:cubicBezTo>
                  <a:pt x="3044677" y="1900171"/>
                  <a:pt x="3113073" y="1669646"/>
                  <a:pt x="3116882" y="1325350"/>
                </a:cubicBezTo>
                <a:close/>
                <a:moveTo>
                  <a:pt x="1049614" y="1011525"/>
                </a:moveTo>
                <a:cubicBezTo>
                  <a:pt x="1049614" y="1011525"/>
                  <a:pt x="1238902" y="1622614"/>
                  <a:pt x="1026429" y="2054350"/>
                </a:cubicBezTo>
                <a:lnTo>
                  <a:pt x="565380" y="2054350"/>
                </a:lnTo>
                <a:cubicBezTo>
                  <a:pt x="756656" y="1853635"/>
                  <a:pt x="1004238" y="1504536"/>
                  <a:pt x="1049614" y="1011525"/>
                </a:cubicBezTo>
                <a:close/>
                <a:moveTo>
                  <a:pt x="443329" y="827702"/>
                </a:moveTo>
                <a:cubicBezTo>
                  <a:pt x="437036" y="840123"/>
                  <a:pt x="76179" y="1558028"/>
                  <a:pt x="0" y="1981152"/>
                </a:cubicBezTo>
                <a:lnTo>
                  <a:pt x="0" y="1526562"/>
                </a:lnTo>
                <a:cubicBezTo>
                  <a:pt x="64255" y="1284777"/>
                  <a:pt x="191607" y="1007385"/>
                  <a:pt x="443329" y="827702"/>
                </a:cubicBezTo>
                <a:close/>
                <a:moveTo>
                  <a:pt x="1536663" y="427099"/>
                </a:moveTo>
                <a:cubicBezTo>
                  <a:pt x="1536663" y="427099"/>
                  <a:pt x="1773646" y="1024111"/>
                  <a:pt x="1543784" y="1941572"/>
                </a:cubicBezTo>
                <a:cubicBezTo>
                  <a:pt x="1637021" y="1708564"/>
                  <a:pt x="1814220" y="1400701"/>
                  <a:pt x="2135994" y="1217209"/>
                </a:cubicBezTo>
                <a:cubicBezTo>
                  <a:pt x="2135994" y="1217209"/>
                  <a:pt x="1810245" y="1628576"/>
                  <a:pt x="1714359" y="2054350"/>
                </a:cubicBezTo>
                <a:lnTo>
                  <a:pt x="1103436" y="2054350"/>
                </a:lnTo>
                <a:cubicBezTo>
                  <a:pt x="1312100" y="1833265"/>
                  <a:pt x="1625097" y="1340917"/>
                  <a:pt x="1536663" y="427099"/>
                </a:cubicBezTo>
                <a:close/>
                <a:moveTo>
                  <a:pt x="443329" y="0"/>
                </a:moveTo>
                <a:cubicBezTo>
                  <a:pt x="437367" y="12586"/>
                  <a:pt x="154842" y="599993"/>
                  <a:pt x="0" y="1169514"/>
                </a:cubicBezTo>
                <a:lnTo>
                  <a:pt x="0" y="699357"/>
                </a:lnTo>
                <a:cubicBezTo>
                  <a:pt x="109632" y="426602"/>
                  <a:pt x="257187" y="153020"/>
                  <a:pt x="443329" y="0"/>
                </a:cubicBezTo>
                <a:close/>
              </a:path>
            </a:pathLst>
          </a:custGeom>
          <a:solidFill>
            <a:srgbClr val="8D9F6A"/>
          </a:solidFill>
          <a:ln w="165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8C1294F-F07C-8FFE-7786-CD84E3A1A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99" y="93279"/>
            <a:ext cx="11886467" cy="646331"/>
          </a:xfrm>
        </p:spPr>
        <p:txBody>
          <a:bodyPr>
            <a:spAutoFit/>
          </a:bodyPr>
          <a:lstStyle>
            <a:lvl1pPr>
              <a:defRPr sz="4000" b="1">
                <a:solidFill>
                  <a:schemeClr val="tx1">
                    <a:lumMod val="85000"/>
                    <a:lumOff val="15000"/>
                  </a:schemeClr>
                </a:solidFill>
                <a:latin typeface="Questrial" pitchFamily="2" charset="0"/>
              </a:defRPr>
            </a:lvl1pPr>
          </a:lstStyle>
          <a:p>
            <a:r>
              <a:rPr lang="en-US" dirty="0"/>
              <a:t>Click To Edit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1013039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lem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7913BAE-DF97-8921-B382-B3FBF176AB9B}"/>
              </a:ext>
            </a:extLst>
          </p:cNvPr>
          <p:cNvGrpSpPr/>
          <p:nvPr userDrawn="1"/>
        </p:nvGrpSpPr>
        <p:grpSpPr>
          <a:xfrm>
            <a:off x="-1" y="4547030"/>
            <a:ext cx="12191999" cy="2310971"/>
            <a:chOff x="-1" y="4547030"/>
            <a:chExt cx="12191999" cy="2310971"/>
          </a:xfrm>
        </p:grpSpPr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91F213D5-1709-87A2-E039-327DD16C52EC}"/>
                </a:ext>
              </a:extLst>
            </p:cNvPr>
            <p:cNvSpPr/>
            <p:nvPr/>
          </p:nvSpPr>
          <p:spPr>
            <a:xfrm>
              <a:off x="-1" y="4547030"/>
              <a:ext cx="12191999" cy="2310971"/>
            </a:xfrm>
            <a:custGeom>
              <a:avLst/>
              <a:gdLst>
                <a:gd name="connsiteX0" fmla="*/ 703104 w 12191999"/>
                <a:gd name="connsiteY0" fmla="*/ 0 h 2310971"/>
                <a:gd name="connsiteX1" fmla="*/ 852382 w 12191999"/>
                <a:gd name="connsiteY1" fmla="*/ 211314 h 2310971"/>
                <a:gd name="connsiteX2" fmla="*/ 916257 w 12191999"/>
                <a:gd name="connsiteY2" fmla="*/ 34115 h 2310971"/>
                <a:gd name="connsiteX3" fmla="*/ 986838 w 12191999"/>
                <a:gd name="connsiteY3" fmla="*/ 288487 h 2310971"/>
                <a:gd name="connsiteX4" fmla="*/ 1027774 w 12191999"/>
                <a:gd name="connsiteY4" fmla="*/ 141097 h 2310971"/>
                <a:gd name="connsiteX5" fmla="*/ 1069593 w 12191999"/>
                <a:gd name="connsiteY5" fmla="*/ 258512 h 2310971"/>
                <a:gd name="connsiteX6" fmla="*/ 1142115 w 12191999"/>
                <a:gd name="connsiteY6" fmla="*/ 173390 h 2310971"/>
                <a:gd name="connsiteX7" fmla="*/ 1179521 w 12191999"/>
                <a:gd name="connsiteY7" fmla="*/ 276894 h 2310971"/>
                <a:gd name="connsiteX8" fmla="*/ 1228399 w 12191999"/>
                <a:gd name="connsiteY8" fmla="*/ 273913 h 2310971"/>
                <a:gd name="connsiteX9" fmla="*/ 1247279 w 12191999"/>
                <a:gd name="connsiteY9" fmla="*/ 257850 h 2310971"/>
                <a:gd name="connsiteX10" fmla="*/ 1234046 w 12191999"/>
                <a:gd name="connsiteY10" fmla="*/ 94727 h 2310971"/>
                <a:gd name="connsiteX11" fmla="*/ 1288040 w 12191999"/>
                <a:gd name="connsiteY11" fmla="*/ 270436 h 2310971"/>
                <a:gd name="connsiteX12" fmla="*/ 1345916 w 12191999"/>
                <a:gd name="connsiteY12" fmla="*/ 267124 h 2310971"/>
                <a:gd name="connsiteX13" fmla="*/ 1351739 w 12191999"/>
                <a:gd name="connsiteY13" fmla="*/ 185479 h 2310971"/>
                <a:gd name="connsiteX14" fmla="*/ 1394263 w 12191999"/>
                <a:gd name="connsiteY14" fmla="*/ 264639 h 2310971"/>
                <a:gd name="connsiteX15" fmla="*/ 1427612 w 12191999"/>
                <a:gd name="connsiteY15" fmla="*/ 262984 h 2310971"/>
                <a:gd name="connsiteX16" fmla="*/ 1469431 w 12191999"/>
                <a:gd name="connsiteY16" fmla="*/ 133645 h 2310971"/>
                <a:gd name="connsiteX17" fmla="*/ 1470490 w 12191999"/>
                <a:gd name="connsiteY17" fmla="*/ 260996 h 2310971"/>
                <a:gd name="connsiteX18" fmla="*/ 1478430 w 12191999"/>
                <a:gd name="connsiteY18" fmla="*/ 260665 h 2310971"/>
                <a:gd name="connsiteX19" fmla="*/ 1538777 w 12191999"/>
                <a:gd name="connsiteY19" fmla="*/ 54484 h 2310971"/>
                <a:gd name="connsiteX20" fmla="*/ 1528189 w 12191999"/>
                <a:gd name="connsiteY20" fmla="*/ 258347 h 2310971"/>
                <a:gd name="connsiteX21" fmla="*/ 1579184 w 12191999"/>
                <a:gd name="connsiteY21" fmla="*/ 256359 h 2310971"/>
                <a:gd name="connsiteX22" fmla="*/ 1576890 w 12191999"/>
                <a:gd name="connsiteY22" fmla="*/ 159148 h 2310971"/>
                <a:gd name="connsiteX23" fmla="*/ 1613062 w 12191999"/>
                <a:gd name="connsiteY23" fmla="*/ 255034 h 2310971"/>
                <a:gd name="connsiteX24" fmla="*/ 1665467 w 12191999"/>
                <a:gd name="connsiteY24" fmla="*/ 253047 h 2310971"/>
                <a:gd name="connsiteX25" fmla="*/ 1614651 w 12191999"/>
                <a:gd name="connsiteY25" fmla="*/ 60943 h 2310971"/>
                <a:gd name="connsiteX26" fmla="*/ 1729167 w 12191999"/>
                <a:gd name="connsiteY26" fmla="*/ 251060 h 2310971"/>
                <a:gd name="connsiteX27" fmla="*/ 1759869 w 12191999"/>
                <a:gd name="connsiteY27" fmla="*/ 250231 h 2310971"/>
                <a:gd name="connsiteX28" fmla="*/ 1793571 w 12191999"/>
                <a:gd name="connsiteY28" fmla="*/ 144243 h 2310971"/>
                <a:gd name="connsiteX29" fmla="*/ 1813863 w 12191999"/>
                <a:gd name="connsiteY29" fmla="*/ 248575 h 2310971"/>
                <a:gd name="connsiteX30" fmla="*/ 1865740 w 12191999"/>
                <a:gd name="connsiteY30" fmla="*/ 247582 h 2310971"/>
                <a:gd name="connsiteX31" fmla="*/ 1876151 w 12191999"/>
                <a:gd name="connsiteY31" fmla="*/ 194753 h 2310971"/>
                <a:gd name="connsiteX32" fmla="*/ 1888149 w 12191999"/>
                <a:gd name="connsiteY32" fmla="*/ 247085 h 2310971"/>
                <a:gd name="connsiteX33" fmla="*/ 1914087 w 12191999"/>
                <a:gd name="connsiteY33" fmla="*/ 246588 h 2310971"/>
                <a:gd name="connsiteX34" fmla="*/ 1953789 w 12191999"/>
                <a:gd name="connsiteY34" fmla="*/ 137785 h 2310971"/>
                <a:gd name="connsiteX35" fmla="*/ 1952378 w 12191999"/>
                <a:gd name="connsiteY35" fmla="*/ 245926 h 2310971"/>
                <a:gd name="connsiteX36" fmla="*/ 2009017 w 12191999"/>
                <a:gd name="connsiteY36" fmla="*/ 245263 h 2310971"/>
                <a:gd name="connsiteX37" fmla="*/ 2042014 w 12191999"/>
                <a:gd name="connsiteY37" fmla="*/ 162460 h 2310971"/>
                <a:gd name="connsiteX38" fmla="*/ 2052071 w 12191999"/>
                <a:gd name="connsiteY38" fmla="*/ 244767 h 2310971"/>
                <a:gd name="connsiteX39" fmla="*/ 2122829 w 12191999"/>
                <a:gd name="connsiteY39" fmla="*/ 244270 h 2310971"/>
                <a:gd name="connsiteX40" fmla="*/ 2123359 w 12191999"/>
                <a:gd name="connsiteY40" fmla="*/ 212805 h 2310971"/>
                <a:gd name="connsiteX41" fmla="*/ 2144532 w 12191999"/>
                <a:gd name="connsiteY41" fmla="*/ 244270 h 2310971"/>
                <a:gd name="connsiteX42" fmla="*/ 2154060 w 12191999"/>
                <a:gd name="connsiteY42" fmla="*/ 244270 h 2310971"/>
                <a:gd name="connsiteX43" fmla="*/ 2236287 w 12191999"/>
                <a:gd name="connsiteY43" fmla="*/ 108804 h 2310971"/>
                <a:gd name="connsiteX44" fmla="*/ 2217759 w 12191999"/>
                <a:gd name="connsiteY44" fmla="*/ 244435 h 2310971"/>
                <a:gd name="connsiteX45" fmla="*/ 2235581 w 12191999"/>
                <a:gd name="connsiteY45" fmla="*/ 244435 h 2310971"/>
                <a:gd name="connsiteX46" fmla="*/ 2254990 w 12191999"/>
                <a:gd name="connsiteY46" fmla="*/ 171237 h 2310971"/>
                <a:gd name="connsiteX47" fmla="*/ 2270165 w 12191999"/>
                <a:gd name="connsiteY47" fmla="*/ 244601 h 2310971"/>
                <a:gd name="connsiteX48" fmla="*/ 2313396 w 12191999"/>
                <a:gd name="connsiteY48" fmla="*/ 245098 h 2310971"/>
                <a:gd name="connsiteX49" fmla="*/ 2317454 w 12191999"/>
                <a:gd name="connsiteY49" fmla="*/ 188626 h 2310971"/>
                <a:gd name="connsiteX50" fmla="*/ 2339511 w 12191999"/>
                <a:gd name="connsiteY50" fmla="*/ 245429 h 2310971"/>
                <a:gd name="connsiteX51" fmla="*/ 2362802 w 12191999"/>
                <a:gd name="connsiteY51" fmla="*/ 245760 h 2310971"/>
                <a:gd name="connsiteX52" fmla="*/ 2371624 w 12191999"/>
                <a:gd name="connsiteY52" fmla="*/ 193760 h 2310971"/>
                <a:gd name="connsiteX53" fmla="*/ 2393328 w 12191999"/>
                <a:gd name="connsiteY53" fmla="*/ 246091 h 2310971"/>
                <a:gd name="connsiteX54" fmla="*/ 2450852 w 12191999"/>
                <a:gd name="connsiteY54" fmla="*/ 247251 h 2310971"/>
                <a:gd name="connsiteX55" fmla="*/ 2434088 w 12191999"/>
                <a:gd name="connsiteY55" fmla="*/ 124370 h 2310971"/>
                <a:gd name="connsiteX56" fmla="*/ 2495493 w 12191999"/>
                <a:gd name="connsiteY56" fmla="*/ 227047 h 2310971"/>
                <a:gd name="connsiteX57" fmla="*/ 2538018 w 12191999"/>
                <a:gd name="connsiteY57" fmla="*/ 161467 h 2310971"/>
                <a:gd name="connsiteX58" fmla="*/ 2527078 w 12191999"/>
                <a:gd name="connsiteY58" fmla="*/ 249072 h 2310971"/>
                <a:gd name="connsiteX59" fmla="*/ 2558662 w 12191999"/>
                <a:gd name="connsiteY59" fmla="*/ 249900 h 2310971"/>
                <a:gd name="connsiteX60" fmla="*/ 2552664 w 12191999"/>
                <a:gd name="connsiteY60" fmla="*/ 206346 h 2310971"/>
                <a:gd name="connsiteX61" fmla="*/ 2580896 w 12191999"/>
                <a:gd name="connsiteY61" fmla="*/ 250728 h 2310971"/>
                <a:gd name="connsiteX62" fmla="*/ 2587071 w 12191999"/>
                <a:gd name="connsiteY62" fmla="*/ 250894 h 2310971"/>
                <a:gd name="connsiteX63" fmla="*/ 2617245 w 12191999"/>
                <a:gd name="connsiteY63" fmla="*/ 161467 h 2310971"/>
                <a:gd name="connsiteX64" fmla="*/ 2652711 w 12191999"/>
                <a:gd name="connsiteY64" fmla="*/ 253047 h 2310971"/>
                <a:gd name="connsiteX65" fmla="*/ 2653064 w 12191999"/>
                <a:gd name="connsiteY65" fmla="*/ 253378 h 2310971"/>
                <a:gd name="connsiteX66" fmla="*/ 2681472 w 12191999"/>
                <a:gd name="connsiteY66" fmla="*/ 254372 h 2310971"/>
                <a:gd name="connsiteX67" fmla="*/ 2700529 w 12191999"/>
                <a:gd name="connsiteY67" fmla="*/ 179021 h 2310971"/>
                <a:gd name="connsiteX68" fmla="*/ 2733349 w 12191999"/>
                <a:gd name="connsiteY68" fmla="*/ 256525 h 2310971"/>
                <a:gd name="connsiteX69" fmla="*/ 2784520 w 12191999"/>
                <a:gd name="connsiteY69" fmla="*/ 259009 h 2310971"/>
                <a:gd name="connsiteX70" fmla="*/ 2802518 w 12191999"/>
                <a:gd name="connsiteY70" fmla="*/ 165441 h 2310971"/>
                <a:gd name="connsiteX71" fmla="*/ 2836220 w 12191999"/>
                <a:gd name="connsiteY71" fmla="*/ 261327 h 2310971"/>
                <a:gd name="connsiteX72" fmla="*/ 2885803 w 12191999"/>
                <a:gd name="connsiteY72" fmla="*/ 264308 h 2310971"/>
                <a:gd name="connsiteX73" fmla="*/ 2896036 w 12191999"/>
                <a:gd name="connsiteY73" fmla="*/ 201378 h 2310971"/>
                <a:gd name="connsiteX74" fmla="*/ 2916328 w 12191999"/>
                <a:gd name="connsiteY74" fmla="*/ 266130 h 2310971"/>
                <a:gd name="connsiteX75" fmla="*/ 2919152 w 12191999"/>
                <a:gd name="connsiteY75" fmla="*/ 266295 h 2310971"/>
                <a:gd name="connsiteX76" fmla="*/ 2968911 w 12191999"/>
                <a:gd name="connsiteY76" fmla="*/ 190779 h 2310971"/>
                <a:gd name="connsiteX77" fmla="*/ 2956030 w 12191999"/>
                <a:gd name="connsiteY77" fmla="*/ 268614 h 2310971"/>
                <a:gd name="connsiteX78" fmla="*/ 2979675 w 12191999"/>
                <a:gd name="connsiteY78" fmla="*/ 270104 h 2310971"/>
                <a:gd name="connsiteX79" fmla="*/ 2989732 w 12191999"/>
                <a:gd name="connsiteY79" fmla="*/ 212308 h 2310971"/>
                <a:gd name="connsiteX80" fmla="*/ 3020258 w 12191999"/>
                <a:gd name="connsiteY80" fmla="*/ 272754 h 2310971"/>
                <a:gd name="connsiteX81" fmla="*/ 3077428 w 12191999"/>
                <a:gd name="connsiteY81" fmla="*/ 277060 h 2310971"/>
                <a:gd name="connsiteX82" fmla="*/ 3077604 w 12191999"/>
                <a:gd name="connsiteY82" fmla="*/ 276729 h 2310971"/>
                <a:gd name="connsiteX83" fmla="*/ 3114659 w 12191999"/>
                <a:gd name="connsiteY83" fmla="*/ 179021 h 2310971"/>
                <a:gd name="connsiteX84" fmla="*/ 3129304 w 12191999"/>
                <a:gd name="connsiteY84" fmla="*/ 280703 h 2310971"/>
                <a:gd name="connsiteX85" fmla="*/ 3129658 w 12191999"/>
                <a:gd name="connsiteY85" fmla="*/ 281035 h 2310971"/>
                <a:gd name="connsiteX86" fmla="*/ 3147126 w 12191999"/>
                <a:gd name="connsiteY86" fmla="*/ 282359 h 2310971"/>
                <a:gd name="connsiteX87" fmla="*/ 3160360 w 12191999"/>
                <a:gd name="connsiteY87" fmla="*/ 224066 h 2310971"/>
                <a:gd name="connsiteX88" fmla="*/ 3177653 w 12191999"/>
                <a:gd name="connsiteY88" fmla="*/ 284843 h 2310971"/>
                <a:gd name="connsiteX89" fmla="*/ 3212943 w 12191999"/>
                <a:gd name="connsiteY89" fmla="*/ 287990 h 2310971"/>
                <a:gd name="connsiteX90" fmla="*/ 3229176 w 12191999"/>
                <a:gd name="connsiteY90" fmla="*/ 210983 h 2310971"/>
                <a:gd name="connsiteX91" fmla="*/ 3252996 w 12191999"/>
                <a:gd name="connsiteY91" fmla="*/ 291468 h 2310971"/>
                <a:gd name="connsiteX92" fmla="*/ 3297109 w 12191999"/>
                <a:gd name="connsiteY92" fmla="*/ 295442 h 2310971"/>
                <a:gd name="connsiteX93" fmla="*/ 3303991 w 12191999"/>
                <a:gd name="connsiteY93" fmla="*/ 229862 h 2310971"/>
                <a:gd name="connsiteX94" fmla="*/ 3338046 w 12191999"/>
                <a:gd name="connsiteY94" fmla="*/ 299417 h 2310971"/>
                <a:gd name="connsiteX95" fmla="*/ 3376160 w 12191999"/>
                <a:gd name="connsiteY95" fmla="*/ 303392 h 2310971"/>
                <a:gd name="connsiteX96" fmla="*/ 3368748 w 12191999"/>
                <a:gd name="connsiteY96" fmla="*/ 244435 h 2310971"/>
                <a:gd name="connsiteX97" fmla="*/ 3398746 w 12191999"/>
                <a:gd name="connsiteY97" fmla="*/ 305876 h 2310971"/>
                <a:gd name="connsiteX98" fmla="*/ 3438447 w 12191999"/>
                <a:gd name="connsiteY98" fmla="*/ 309850 h 2310971"/>
                <a:gd name="connsiteX99" fmla="*/ 3468443 w 12191999"/>
                <a:gd name="connsiteY99" fmla="*/ 222079 h 2310971"/>
                <a:gd name="connsiteX100" fmla="*/ 3477442 w 12191999"/>
                <a:gd name="connsiteY100" fmla="*/ 314156 h 2310971"/>
                <a:gd name="connsiteX101" fmla="*/ 3507616 w 12191999"/>
                <a:gd name="connsiteY101" fmla="*/ 317799 h 2310971"/>
                <a:gd name="connsiteX102" fmla="*/ 3516438 w 12191999"/>
                <a:gd name="connsiteY102" fmla="*/ 261162 h 2310971"/>
                <a:gd name="connsiteX103" fmla="*/ 3543612 w 12191999"/>
                <a:gd name="connsiteY103" fmla="*/ 322105 h 2310971"/>
                <a:gd name="connsiteX104" fmla="*/ 3620545 w 12191999"/>
                <a:gd name="connsiteY104" fmla="*/ 331213 h 2310971"/>
                <a:gd name="connsiteX105" fmla="*/ 3641189 w 12191999"/>
                <a:gd name="connsiteY105" fmla="*/ 276729 h 2310971"/>
                <a:gd name="connsiteX106" fmla="*/ 3656893 w 12191999"/>
                <a:gd name="connsiteY106" fmla="*/ 335850 h 2310971"/>
                <a:gd name="connsiteX107" fmla="*/ 3656893 w 12191999"/>
                <a:gd name="connsiteY107" fmla="*/ 336181 h 2310971"/>
                <a:gd name="connsiteX108" fmla="*/ 3690242 w 12191999"/>
                <a:gd name="connsiteY108" fmla="*/ 340653 h 2310971"/>
                <a:gd name="connsiteX109" fmla="*/ 3711946 w 12191999"/>
                <a:gd name="connsiteY109" fmla="*/ 288652 h 2310971"/>
                <a:gd name="connsiteX110" fmla="*/ 3716004 w 12191999"/>
                <a:gd name="connsiteY110" fmla="*/ 344131 h 2310971"/>
                <a:gd name="connsiteX111" fmla="*/ 3727474 w 12191999"/>
                <a:gd name="connsiteY111" fmla="*/ 345621 h 2310971"/>
                <a:gd name="connsiteX112" fmla="*/ 3747412 w 12191999"/>
                <a:gd name="connsiteY112" fmla="*/ 244104 h 2310971"/>
                <a:gd name="connsiteX113" fmla="*/ 3762940 w 12191999"/>
                <a:gd name="connsiteY113" fmla="*/ 350092 h 2310971"/>
                <a:gd name="connsiteX114" fmla="*/ 3812699 w 12191999"/>
                <a:gd name="connsiteY114" fmla="*/ 259174 h 2310971"/>
                <a:gd name="connsiteX115" fmla="*/ 3812699 w 12191999"/>
                <a:gd name="connsiteY115" fmla="*/ 346615 h 2310971"/>
                <a:gd name="connsiteX116" fmla="*/ 3854518 w 12191999"/>
                <a:gd name="connsiteY116" fmla="*/ 295939 h 2310971"/>
                <a:gd name="connsiteX117" fmla="*/ 3837227 w 12191999"/>
                <a:gd name="connsiteY117" fmla="*/ 351252 h 2310971"/>
                <a:gd name="connsiteX118" fmla="*/ 3840579 w 12191999"/>
                <a:gd name="connsiteY118" fmla="*/ 361519 h 2310971"/>
                <a:gd name="connsiteX119" fmla="*/ 3861929 w 12191999"/>
                <a:gd name="connsiteY119" fmla="*/ 364832 h 2310971"/>
                <a:gd name="connsiteX120" fmla="*/ 3903395 w 12191999"/>
                <a:gd name="connsiteY120" fmla="*/ 273582 h 2310971"/>
                <a:gd name="connsiteX121" fmla="*/ 3895631 w 12191999"/>
                <a:gd name="connsiteY121" fmla="*/ 370131 h 2310971"/>
                <a:gd name="connsiteX122" fmla="*/ 3897748 w 12191999"/>
                <a:gd name="connsiteY122" fmla="*/ 370462 h 2310971"/>
                <a:gd name="connsiteX123" fmla="*/ 3915746 w 12191999"/>
                <a:gd name="connsiteY123" fmla="*/ 316640 h 2310971"/>
                <a:gd name="connsiteX124" fmla="*/ 3928099 w 12191999"/>
                <a:gd name="connsiteY124" fmla="*/ 371952 h 2310971"/>
                <a:gd name="connsiteX125" fmla="*/ 3960036 w 12191999"/>
                <a:gd name="connsiteY125" fmla="*/ 311009 h 2310971"/>
                <a:gd name="connsiteX126" fmla="*/ 3952095 w 12191999"/>
                <a:gd name="connsiteY126" fmla="*/ 361188 h 2310971"/>
                <a:gd name="connsiteX127" fmla="*/ 3958448 w 12191999"/>
                <a:gd name="connsiteY127" fmla="*/ 380067 h 2310971"/>
                <a:gd name="connsiteX128" fmla="*/ 3979092 w 12191999"/>
                <a:gd name="connsiteY128" fmla="*/ 383379 h 2310971"/>
                <a:gd name="connsiteX129" fmla="*/ 3984563 w 12191999"/>
                <a:gd name="connsiteY129" fmla="*/ 375430 h 2310971"/>
                <a:gd name="connsiteX130" fmla="*/ 3989679 w 12191999"/>
                <a:gd name="connsiteY130" fmla="*/ 278882 h 2310971"/>
                <a:gd name="connsiteX131" fmla="*/ 4010325 w 12191999"/>
                <a:gd name="connsiteY131" fmla="*/ 378908 h 2310971"/>
                <a:gd name="connsiteX132" fmla="*/ 4034851 w 12191999"/>
                <a:gd name="connsiteY132" fmla="*/ 309850 h 2310971"/>
                <a:gd name="connsiteX133" fmla="*/ 4030086 w 12191999"/>
                <a:gd name="connsiteY133" fmla="*/ 392157 h 2310971"/>
                <a:gd name="connsiteX134" fmla="*/ 4061847 w 12191999"/>
                <a:gd name="connsiteY134" fmla="*/ 397621 h 2310971"/>
                <a:gd name="connsiteX135" fmla="*/ 4098550 w 12191999"/>
                <a:gd name="connsiteY135" fmla="*/ 298257 h 2310971"/>
                <a:gd name="connsiteX136" fmla="*/ 4093962 w 12191999"/>
                <a:gd name="connsiteY136" fmla="*/ 386029 h 2310971"/>
                <a:gd name="connsiteX137" fmla="*/ 4101020 w 12191999"/>
                <a:gd name="connsiteY137" fmla="*/ 345455 h 2310971"/>
                <a:gd name="connsiteX138" fmla="*/ 4109666 w 12191999"/>
                <a:gd name="connsiteY138" fmla="*/ 390335 h 2310971"/>
                <a:gd name="connsiteX139" fmla="*/ 4133664 w 12191999"/>
                <a:gd name="connsiteY139" fmla="*/ 410208 h 2310971"/>
                <a:gd name="connsiteX140" fmla="*/ 4137723 w 12191999"/>
                <a:gd name="connsiteY140" fmla="*/ 411036 h 2310971"/>
                <a:gd name="connsiteX141" fmla="*/ 4185717 w 12191999"/>
                <a:gd name="connsiteY141" fmla="*/ 316640 h 2310971"/>
                <a:gd name="connsiteX142" fmla="*/ 4167365 w 12191999"/>
                <a:gd name="connsiteY142" fmla="*/ 406896 h 2310971"/>
                <a:gd name="connsiteX143" fmla="*/ 4174071 w 12191999"/>
                <a:gd name="connsiteY143" fmla="*/ 417825 h 2310971"/>
                <a:gd name="connsiteX144" fmla="*/ 4198774 w 12191999"/>
                <a:gd name="connsiteY144" fmla="*/ 422628 h 2310971"/>
                <a:gd name="connsiteX145" fmla="*/ 4248357 w 12191999"/>
                <a:gd name="connsiteY145" fmla="*/ 304054 h 2310971"/>
                <a:gd name="connsiteX146" fmla="*/ 4245356 w 12191999"/>
                <a:gd name="connsiteY146" fmla="*/ 431571 h 2310971"/>
                <a:gd name="connsiteX147" fmla="*/ 4261237 w 12191999"/>
                <a:gd name="connsiteY147" fmla="*/ 434718 h 2310971"/>
                <a:gd name="connsiteX148" fmla="*/ 4263002 w 12191999"/>
                <a:gd name="connsiteY148" fmla="*/ 434221 h 2310971"/>
                <a:gd name="connsiteX149" fmla="*/ 4312056 w 12191999"/>
                <a:gd name="connsiteY149" fmla="*/ 298257 h 2310971"/>
                <a:gd name="connsiteX150" fmla="*/ 4304644 w 12191999"/>
                <a:gd name="connsiteY150" fmla="*/ 443163 h 2310971"/>
                <a:gd name="connsiteX151" fmla="*/ 4319996 w 12191999"/>
                <a:gd name="connsiteY151" fmla="*/ 446144 h 2310971"/>
                <a:gd name="connsiteX152" fmla="*/ 4351933 w 12191999"/>
                <a:gd name="connsiteY152" fmla="*/ 452934 h 2310971"/>
                <a:gd name="connsiteX153" fmla="*/ 4375932 w 12191999"/>
                <a:gd name="connsiteY153" fmla="*/ 354729 h 2310971"/>
                <a:gd name="connsiteX154" fmla="*/ 4391459 w 12191999"/>
                <a:gd name="connsiteY154" fmla="*/ 461380 h 2310971"/>
                <a:gd name="connsiteX155" fmla="*/ 4400458 w 12191999"/>
                <a:gd name="connsiteY155" fmla="*/ 463367 h 2310971"/>
                <a:gd name="connsiteX156" fmla="*/ 4396046 w 12191999"/>
                <a:gd name="connsiteY156" fmla="*/ 435380 h 2310971"/>
                <a:gd name="connsiteX157" fmla="*/ 4475450 w 12191999"/>
                <a:gd name="connsiteY157" fmla="*/ 295111 h 2310971"/>
                <a:gd name="connsiteX158" fmla="*/ 4461156 w 12191999"/>
                <a:gd name="connsiteY158" fmla="*/ 462539 h 2310971"/>
                <a:gd name="connsiteX159" fmla="*/ 4497329 w 12191999"/>
                <a:gd name="connsiteY159" fmla="*/ 374271 h 2310971"/>
                <a:gd name="connsiteX160" fmla="*/ 4523973 w 12191999"/>
                <a:gd name="connsiteY160" fmla="*/ 460386 h 2310971"/>
                <a:gd name="connsiteX161" fmla="*/ 4523973 w 12191999"/>
                <a:gd name="connsiteY161" fmla="*/ 344793 h 2310971"/>
                <a:gd name="connsiteX162" fmla="*/ 4565439 w 12191999"/>
                <a:gd name="connsiteY162" fmla="*/ 465520 h 2310971"/>
                <a:gd name="connsiteX163" fmla="*/ 4584320 w 12191999"/>
                <a:gd name="connsiteY163" fmla="*/ 410539 h 2310971"/>
                <a:gd name="connsiteX164" fmla="*/ 4609200 w 12191999"/>
                <a:gd name="connsiteY164" fmla="*/ 510234 h 2310971"/>
                <a:gd name="connsiteX165" fmla="*/ 4610611 w 12191999"/>
                <a:gd name="connsiteY165" fmla="*/ 510565 h 2310971"/>
                <a:gd name="connsiteX166" fmla="*/ 4672721 w 12191999"/>
                <a:gd name="connsiteY166" fmla="*/ 383545 h 2310971"/>
                <a:gd name="connsiteX167" fmla="*/ 4673603 w 12191999"/>
                <a:gd name="connsiteY167" fmla="*/ 505597 h 2310971"/>
                <a:gd name="connsiteX168" fmla="*/ 4726715 w 12191999"/>
                <a:gd name="connsiteY168" fmla="*/ 415010 h 2310971"/>
                <a:gd name="connsiteX169" fmla="*/ 4726715 w 12191999"/>
                <a:gd name="connsiteY169" fmla="*/ 507915 h 2310971"/>
                <a:gd name="connsiteX170" fmla="*/ 4790943 w 12191999"/>
                <a:gd name="connsiteY170" fmla="*/ 383379 h 2310971"/>
                <a:gd name="connsiteX171" fmla="*/ 4791120 w 12191999"/>
                <a:gd name="connsiteY171" fmla="*/ 509572 h 2310971"/>
                <a:gd name="connsiteX172" fmla="*/ 4840174 w 12191999"/>
                <a:gd name="connsiteY172" fmla="*/ 451278 h 2310971"/>
                <a:gd name="connsiteX173" fmla="*/ 4818293 w 12191999"/>
                <a:gd name="connsiteY173" fmla="*/ 532756 h 2310971"/>
                <a:gd name="connsiteX174" fmla="*/ 4835586 w 12191999"/>
                <a:gd name="connsiteY174" fmla="*/ 565878 h 2310971"/>
                <a:gd name="connsiteX175" fmla="*/ 4866817 w 12191999"/>
                <a:gd name="connsiteY175" fmla="*/ 574158 h 2310971"/>
                <a:gd name="connsiteX176" fmla="*/ 4866641 w 12191999"/>
                <a:gd name="connsiteY176" fmla="*/ 546502 h 2310971"/>
                <a:gd name="connsiteX177" fmla="*/ 4929281 w 12191999"/>
                <a:gd name="connsiteY177" fmla="*/ 383545 h 2310971"/>
                <a:gd name="connsiteX178" fmla="*/ 4910048 w 12191999"/>
                <a:gd name="connsiteY178" fmla="*/ 555444 h 2310971"/>
                <a:gd name="connsiteX179" fmla="*/ 4934221 w 12191999"/>
                <a:gd name="connsiteY179" fmla="*/ 496654 h 2310971"/>
                <a:gd name="connsiteX180" fmla="*/ 4953454 w 12191999"/>
                <a:gd name="connsiteY180" fmla="*/ 578133 h 2310971"/>
                <a:gd name="connsiteX181" fmla="*/ 5033034 w 12191999"/>
                <a:gd name="connsiteY181" fmla="*/ 465023 h 2310971"/>
                <a:gd name="connsiteX182" fmla="*/ 5001803 w 12191999"/>
                <a:gd name="connsiteY182" fmla="*/ 587241 h 2310971"/>
                <a:gd name="connsiteX183" fmla="*/ 5086146 w 12191999"/>
                <a:gd name="connsiteY183" fmla="*/ 519342 h 2310971"/>
                <a:gd name="connsiteX184" fmla="*/ 5037445 w 12191999"/>
                <a:gd name="connsiteY184" fmla="*/ 619700 h 2310971"/>
                <a:gd name="connsiteX185" fmla="*/ 5052973 w 12191999"/>
                <a:gd name="connsiteY185" fmla="*/ 623840 h 2310971"/>
                <a:gd name="connsiteX186" fmla="*/ 5062149 w 12191999"/>
                <a:gd name="connsiteY186" fmla="*/ 621190 h 2310971"/>
                <a:gd name="connsiteX187" fmla="*/ 5126024 w 12191999"/>
                <a:gd name="connsiteY187" fmla="*/ 451278 h 2310971"/>
                <a:gd name="connsiteX188" fmla="*/ 5126024 w 12191999"/>
                <a:gd name="connsiteY188" fmla="*/ 605458 h 2310971"/>
                <a:gd name="connsiteX189" fmla="*/ 5132023 w 12191999"/>
                <a:gd name="connsiteY189" fmla="*/ 645700 h 2310971"/>
                <a:gd name="connsiteX190" fmla="*/ 5138552 w 12191999"/>
                <a:gd name="connsiteY190" fmla="*/ 647522 h 2310971"/>
                <a:gd name="connsiteX191" fmla="*/ 5139434 w 12191999"/>
                <a:gd name="connsiteY191" fmla="*/ 639242 h 2310971"/>
                <a:gd name="connsiteX192" fmla="*/ 5228542 w 12191999"/>
                <a:gd name="connsiteY192" fmla="*/ 510400 h 2310971"/>
                <a:gd name="connsiteX193" fmla="*/ 5187605 w 12191999"/>
                <a:gd name="connsiteY193" fmla="*/ 648350 h 2310971"/>
                <a:gd name="connsiteX194" fmla="*/ 5284124 w 12191999"/>
                <a:gd name="connsiteY194" fmla="*/ 582604 h 2310971"/>
                <a:gd name="connsiteX195" fmla="*/ 5255186 w 12191999"/>
                <a:gd name="connsiteY195" fmla="*/ 665408 h 2310971"/>
                <a:gd name="connsiteX196" fmla="*/ 5334942 w 12191999"/>
                <a:gd name="connsiteY196" fmla="*/ 578133 h 2310971"/>
                <a:gd name="connsiteX197" fmla="*/ 5309179 w 12191999"/>
                <a:gd name="connsiteY197" fmla="*/ 659280 h 2310971"/>
                <a:gd name="connsiteX198" fmla="*/ 5273183 w 12191999"/>
                <a:gd name="connsiteY198" fmla="*/ 685777 h 2310971"/>
                <a:gd name="connsiteX199" fmla="*/ 5296828 w 12191999"/>
                <a:gd name="connsiteY199" fmla="*/ 692567 h 2310971"/>
                <a:gd name="connsiteX200" fmla="*/ 5309179 w 12191999"/>
                <a:gd name="connsiteY200" fmla="*/ 689089 h 2310971"/>
                <a:gd name="connsiteX201" fmla="*/ 5424226 w 12191999"/>
                <a:gd name="connsiteY201" fmla="*/ 501125 h 2310971"/>
                <a:gd name="connsiteX202" fmla="*/ 5390347 w 12191999"/>
                <a:gd name="connsiteY202" fmla="*/ 710784 h 2310971"/>
                <a:gd name="connsiteX203" fmla="*/ 5518274 w 12191999"/>
                <a:gd name="connsiteY203" fmla="*/ 627980 h 2310971"/>
                <a:gd name="connsiteX204" fmla="*/ 5472396 w 12191999"/>
                <a:gd name="connsiteY204" fmla="*/ 738937 h 2310971"/>
                <a:gd name="connsiteX205" fmla="*/ 5478397 w 12191999"/>
                <a:gd name="connsiteY205" fmla="*/ 745727 h 2310971"/>
                <a:gd name="connsiteX206" fmla="*/ 5568563 w 12191999"/>
                <a:gd name="connsiteY206" fmla="*/ 772886 h 2310971"/>
                <a:gd name="connsiteX207" fmla="*/ 5612499 w 12191999"/>
                <a:gd name="connsiteY207" fmla="*/ 591712 h 2310971"/>
                <a:gd name="connsiteX208" fmla="*/ 5651142 w 12191999"/>
                <a:gd name="connsiteY208" fmla="*/ 768415 h 2310971"/>
                <a:gd name="connsiteX209" fmla="*/ 5658024 w 12191999"/>
                <a:gd name="connsiteY209" fmla="*/ 766593 h 2310971"/>
                <a:gd name="connsiteX210" fmla="*/ 5743425 w 12191999"/>
                <a:gd name="connsiteY210" fmla="*/ 660108 h 2310971"/>
                <a:gd name="connsiteX211" fmla="*/ 5743602 w 12191999"/>
                <a:gd name="connsiteY211" fmla="*/ 799880 h 2310971"/>
                <a:gd name="connsiteX212" fmla="*/ 5830768 w 12191999"/>
                <a:gd name="connsiteY212" fmla="*/ 680312 h 2310971"/>
                <a:gd name="connsiteX213" fmla="*/ 5773422 w 12191999"/>
                <a:gd name="connsiteY213" fmla="*/ 829855 h 2310971"/>
                <a:gd name="connsiteX214" fmla="*/ 5806242 w 12191999"/>
                <a:gd name="connsiteY214" fmla="*/ 845091 h 2310971"/>
                <a:gd name="connsiteX215" fmla="*/ 5841356 w 12191999"/>
                <a:gd name="connsiteY215" fmla="*/ 855855 h 2310971"/>
                <a:gd name="connsiteX216" fmla="*/ 5956578 w 12191999"/>
                <a:gd name="connsiteY216" fmla="*/ 709790 h 2310971"/>
                <a:gd name="connsiteX217" fmla="*/ 5915818 w 12191999"/>
                <a:gd name="connsiteY217" fmla="*/ 878875 h 2310971"/>
                <a:gd name="connsiteX218" fmla="*/ 5946520 w 12191999"/>
                <a:gd name="connsiteY218" fmla="*/ 888314 h 2310971"/>
                <a:gd name="connsiteX219" fmla="*/ 6029805 w 12191999"/>
                <a:gd name="connsiteY219" fmla="*/ 800046 h 2310971"/>
                <a:gd name="connsiteX220" fmla="*/ 5996279 w 12191999"/>
                <a:gd name="connsiteY220" fmla="*/ 903716 h 2310971"/>
                <a:gd name="connsiteX221" fmla="*/ 6013395 w 12191999"/>
                <a:gd name="connsiteY221" fmla="*/ 909015 h 2310971"/>
                <a:gd name="connsiteX222" fmla="*/ 6082388 w 12191999"/>
                <a:gd name="connsiteY222" fmla="*/ 780008 h 2310971"/>
                <a:gd name="connsiteX223" fmla="*/ 6067919 w 12191999"/>
                <a:gd name="connsiteY223" fmla="*/ 925907 h 2310971"/>
                <a:gd name="connsiteX224" fmla="*/ 6072507 w 12191999"/>
                <a:gd name="connsiteY224" fmla="*/ 927232 h 2310971"/>
                <a:gd name="connsiteX225" fmla="*/ 6125618 w 12191999"/>
                <a:gd name="connsiteY225" fmla="*/ 704656 h 2310971"/>
                <a:gd name="connsiteX226" fmla="*/ 6139382 w 12191999"/>
                <a:gd name="connsiteY226" fmla="*/ 929716 h 2310971"/>
                <a:gd name="connsiteX227" fmla="*/ 6212255 w 12191999"/>
                <a:gd name="connsiteY227" fmla="*/ 835320 h 2310971"/>
                <a:gd name="connsiteX228" fmla="*/ 6202374 w 12191999"/>
                <a:gd name="connsiteY228" fmla="*/ 967309 h 2310971"/>
                <a:gd name="connsiteX229" fmla="*/ 6243664 w 12191999"/>
                <a:gd name="connsiteY229" fmla="*/ 980060 h 2310971"/>
                <a:gd name="connsiteX230" fmla="*/ 6365238 w 12191999"/>
                <a:gd name="connsiteY230" fmla="*/ 800212 h 2310971"/>
                <a:gd name="connsiteX231" fmla="*/ 6336829 w 12191999"/>
                <a:gd name="connsiteY231" fmla="*/ 1008545 h 2310971"/>
                <a:gd name="connsiteX232" fmla="*/ 6348829 w 12191999"/>
                <a:gd name="connsiteY232" fmla="*/ 1012188 h 2310971"/>
                <a:gd name="connsiteX233" fmla="*/ 6419762 w 12191999"/>
                <a:gd name="connsiteY233" fmla="*/ 890798 h 2310971"/>
                <a:gd name="connsiteX234" fmla="*/ 6419762 w 12191999"/>
                <a:gd name="connsiteY234" fmla="*/ 1002417 h 2310971"/>
                <a:gd name="connsiteX235" fmla="*/ 6483107 w 12191999"/>
                <a:gd name="connsiteY235" fmla="*/ 872250 h 2310971"/>
                <a:gd name="connsiteX236" fmla="*/ 6483107 w 12191999"/>
                <a:gd name="connsiteY236" fmla="*/ 1048290 h 2310971"/>
                <a:gd name="connsiteX237" fmla="*/ 6586684 w 12191999"/>
                <a:gd name="connsiteY237" fmla="*/ 877715 h 2310971"/>
                <a:gd name="connsiteX238" fmla="*/ 6588272 w 12191999"/>
                <a:gd name="connsiteY238" fmla="*/ 1084227 h 2310971"/>
                <a:gd name="connsiteX239" fmla="*/ 6590214 w 12191999"/>
                <a:gd name="connsiteY239" fmla="*/ 1084889 h 2310971"/>
                <a:gd name="connsiteX240" fmla="*/ 6654441 w 12191999"/>
                <a:gd name="connsiteY240" fmla="*/ 799880 h 2310971"/>
                <a:gd name="connsiteX241" fmla="*/ 6679321 w 12191999"/>
                <a:gd name="connsiteY241" fmla="*/ 1097641 h 2310971"/>
                <a:gd name="connsiteX242" fmla="*/ 6830717 w 12191999"/>
                <a:gd name="connsiteY242" fmla="*/ 921767 h 2310971"/>
                <a:gd name="connsiteX243" fmla="*/ 6795426 w 12191999"/>
                <a:gd name="connsiteY243" fmla="*/ 1145170 h 2310971"/>
                <a:gd name="connsiteX244" fmla="*/ 6804072 w 12191999"/>
                <a:gd name="connsiteY244" fmla="*/ 1147654 h 2310971"/>
                <a:gd name="connsiteX245" fmla="*/ 6861948 w 12191999"/>
                <a:gd name="connsiteY245" fmla="*/ 1018978 h 2310971"/>
                <a:gd name="connsiteX246" fmla="*/ 6882945 w 12191999"/>
                <a:gd name="connsiteY246" fmla="*/ 1170177 h 2310971"/>
                <a:gd name="connsiteX247" fmla="*/ 6948409 w 12191999"/>
                <a:gd name="connsiteY247" fmla="*/ 1188725 h 2310971"/>
                <a:gd name="connsiteX248" fmla="*/ 6934469 w 12191999"/>
                <a:gd name="connsiteY248" fmla="*/ 1003245 h 2310971"/>
                <a:gd name="connsiteX249" fmla="*/ 7012460 w 12191999"/>
                <a:gd name="connsiteY249" fmla="*/ 1203795 h 2310971"/>
                <a:gd name="connsiteX250" fmla="*/ 7177971 w 12191999"/>
                <a:gd name="connsiteY250" fmla="*/ 990162 h 2310971"/>
                <a:gd name="connsiteX251" fmla="*/ 7099274 w 12191999"/>
                <a:gd name="connsiteY251" fmla="*/ 1231286 h 2310971"/>
                <a:gd name="connsiteX252" fmla="*/ 7102098 w 12191999"/>
                <a:gd name="connsiteY252" fmla="*/ 1232114 h 2310971"/>
                <a:gd name="connsiteX253" fmla="*/ 7271843 w 12191999"/>
                <a:gd name="connsiteY253" fmla="*/ 1111552 h 2310971"/>
                <a:gd name="connsiteX254" fmla="*/ 7181677 w 12191999"/>
                <a:gd name="connsiteY254" fmla="*/ 1254139 h 2310971"/>
                <a:gd name="connsiteX255" fmla="*/ 7300252 w 12191999"/>
                <a:gd name="connsiteY255" fmla="*/ 1286598 h 2310971"/>
                <a:gd name="connsiteX256" fmla="*/ 7381066 w 12191999"/>
                <a:gd name="connsiteY256" fmla="*/ 1053424 h 2310971"/>
                <a:gd name="connsiteX257" fmla="*/ 7445471 w 12191999"/>
                <a:gd name="connsiteY257" fmla="*/ 1278152 h 2310971"/>
                <a:gd name="connsiteX258" fmla="*/ 7608864 w 12191999"/>
                <a:gd name="connsiteY258" fmla="*/ 1053424 h 2310971"/>
                <a:gd name="connsiteX259" fmla="*/ 7560870 w 12191999"/>
                <a:gd name="connsiteY259" fmla="*/ 1355822 h 2310971"/>
                <a:gd name="connsiteX260" fmla="*/ 7562987 w 12191999"/>
                <a:gd name="connsiteY260" fmla="*/ 1356484 h 2310971"/>
                <a:gd name="connsiteX261" fmla="*/ 7677151 w 12191999"/>
                <a:gd name="connsiteY261" fmla="*/ 1184916 h 2310971"/>
                <a:gd name="connsiteX262" fmla="*/ 7677327 w 12191999"/>
                <a:gd name="connsiteY262" fmla="*/ 1345223 h 2310971"/>
                <a:gd name="connsiteX263" fmla="*/ 7773316 w 12191999"/>
                <a:gd name="connsiteY263" fmla="*/ 1165043 h 2310971"/>
                <a:gd name="connsiteX264" fmla="*/ 7773316 w 12191999"/>
                <a:gd name="connsiteY264" fmla="*/ 1369733 h 2310971"/>
                <a:gd name="connsiteX265" fmla="*/ 7910066 w 12191999"/>
                <a:gd name="connsiteY265" fmla="*/ 1096979 h 2310971"/>
                <a:gd name="connsiteX266" fmla="*/ 7868600 w 12191999"/>
                <a:gd name="connsiteY266" fmla="*/ 1418421 h 2310971"/>
                <a:gd name="connsiteX267" fmla="*/ 7856954 w 12191999"/>
                <a:gd name="connsiteY267" fmla="*/ 1431835 h 2310971"/>
                <a:gd name="connsiteX268" fmla="*/ 7916947 w 12191999"/>
                <a:gd name="connsiteY268" fmla="*/ 1446906 h 2310971"/>
                <a:gd name="connsiteX269" fmla="*/ 8027936 w 12191999"/>
                <a:gd name="connsiteY269" fmla="*/ 1226317 h 2310971"/>
                <a:gd name="connsiteX270" fmla="*/ 8029876 w 12191999"/>
                <a:gd name="connsiteY270" fmla="*/ 1450549 h 2310971"/>
                <a:gd name="connsiteX271" fmla="*/ 8097103 w 12191999"/>
                <a:gd name="connsiteY271" fmla="*/ 1373873 h 2310971"/>
                <a:gd name="connsiteX272" fmla="*/ 8097103 w 12191999"/>
                <a:gd name="connsiteY272" fmla="*/ 1458332 h 2310971"/>
                <a:gd name="connsiteX273" fmla="*/ 8166272 w 12191999"/>
                <a:gd name="connsiteY273" fmla="*/ 1320713 h 2310971"/>
                <a:gd name="connsiteX274" fmla="*/ 8173507 w 12191999"/>
                <a:gd name="connsiteY274" fmla="*/ 1509505 h 2310971"/>
                <a:gd name="connsiteX275" fmla="*/ 8186741 w 12191999"/>
                <a:gd name="connsiteY275" fmla="*/ 1512651 h 2310971"/>
                <a:gd name="connsiteX276" fmla="*/ 8253263 w 12191999"/>
                <a:gd name="connsiteY276" fmla="*/ 1493441 h 2310971"/>
                <a:gd name="connsiteX277" fmla="*/ 8386484 w 12191999"/>
                <a:gd name="connsiteY277" fmla="*/ 1179119 h 2310971"/>
                <a:gd name="connsiteX278" fmla="*/ 8345547 w 12191999"/>
                <a:gd name="connsiteY278" fmla="*/ 1518448 h 2310971"/>
                <a:gd name="connsiteX279" fmla="*/ 8424244 w 12191999"/>
                <a:gd name="connsiteY279" fmla="*/ 1348866 h 2310971"/>
                <a:gd name="connsiteX280" fmla="*/ 8461475 w 12191999"/>
                <a:gd name="connsiteY280" fmla="*/ 1539645 h 2310971"/>
                <a:gd name="connsiteX281" fmla="*/ 8499588 w 12191999"/>
                <a:gd name="connsiteY281" fmla="*/ 1403351 h 2310971"/>
                <a:gd name="connsiteX282" fmla="*/ 8544231 w 12191999"/>
                <a:gd name="connsiteY282" fmla="*/ 1557696 h 2310971"/>
                <a:gd name="connsiteX283" fmla="*/ 8568757 w 12191999"/>
                <a:gd name="connsiteY283" fmla="*/ 1459492 h 2310971"/>
                <a:gd name="connsiteX284" fmla="*/ 8642160 w 12191999"/>
                <a:gd name="connsiteY284" fmla="*/ 1578894 h 2310971"/>
                <a:gd name="connsiteX285" fmla="*/ 8707095 w 12191999"/>
                <a:gd name="connsiteY285" fmla="*/ 1435810 h 2310971"/>
                <a:gd name="connsiteX286" fmla="*/ 8698272 w 12191999"/>
                <a:gd name="connsiteY286" fmla="*/ 1630232 h 2310971"/>
                <a:gd name="connsiteX287" fmla="*/ 8704624 w 12191999"/>
                <a:gd name="connsiteY287" fmla="*/ 1631557 h 2310971"/>
                <a:gd name="connsiteX288" fmla="*/ 8864312 w 12191999"/>
                <a:gd name="connsiteY288" fmla="*/ 1406332 h 2310971"/>
                <a:gd name="connsiteX289" fmla="*/ 8865547 w 12191999"/>
                <a:gd name="connsiteY289" fmla="*/ 1651098 h 2310971"/>
                <a:gd name="connsiteX290" fmla="*/ 8961890 w 12191999"/>
                <a:gd name="connsiteY290" fmla="*/ 1547926 h 2310971"/>
                <a:gd name="connsiteX291" fmla="*/ 8963478 w 12191999"/>
                <a:gd name="connsiteY291" fmla="*/ 1687532 h 2310971"/>
                <a:gd name="connsiteX292" fmla="*/ 8998592 w 12191999"/>
                <a:gd name="connsiteY292" fmla="*/ 1694985 h 2310971"/>
                <a:gd name="connsiteX293" fmla="*/ 9065819 w 12191999"/>
                <a:gd name="connsiteY293" fmla="*/ 1667991 h 2310971"/>
                <a:gd name="connsiteX294" fmla="*/ 9134811 w 12191999"/>
                <a:gd name="connsiteY294" fmla="*/ 1442103 h 2310971"/>
                <a:gd name="connsiteX295" fmla="*/ 9169396 w 12191999"/>
                <a:gd name="connsiteY295" fmla="*/ 1704921 h 2310971"/>
                <a:gd name="connsiteX296" fmla="*/ 9185101 w 12191999"/>
                <a:gd name="connsiteY296" fmla="*/ 1553887 h 2310971"/>
                <a:gd name="connsiteX297" fmla="*/ 9268385 w 12191999"/>
                <a:gd name="connsiteY297" fmla="*/ 1709061 h 2310971"/>
                <a:gd name="connsiteX298" fmla="*/ 9348493 w 12191999"/>
                <a:gd name="connsiteY298" fmla="*/ 1615825 h 2310971"/>
                <a:gd name="connsiteX299" fmla="*/ 9393841 w 12191999"/>
                <a:gd name="connsiteY299" fmla="*/ 1775138 h 2310971"/>
                <a:gd name="connsiteX300" fmla="*/ 9401428 w 12191999"/>
                <a:gd name="connsiteY300" fmla="*/ 1776629 h 2310971"/>
                <a:gd name="connsiteX301" fmla="*/ 9493183 w 12191999"/>
                <a:gd name="connsiteY301" fmla="*/ 1621786 h 2310971"/>
                <a:gd name="connsiteX302" fmla="*/ 9506770 w 12191999"/>
                <a:gd name="connsiteY302" fmla="*/ 1797164 h 2310971"/>
                <a:gd name="connsiteX303" fmla="*/ 9508358 w 12191999"/>
                <a:gd name="connsiteY303" fmla="*/ 1797329 h 2310971"/>
                <a:gd name="connsiteX304" fmla="*/ 9565528 w 12191999"/>
                <a:gd name="connsiteY304" fmla="*/ 1713201 h 2310971"/>
                <a:gd name="connsiteX305" fmla="*/ 9565528 w 12191999"/>
                <a:gd name="connsiteY305" fmla="*/ 1795839 h 2310971"/>
                <a:gd name="connsiteX306" fmla="*/ 9612641 w 12191999"/>
                <a:gd name="connsiteY306" fmla="*/ 1645303 h 2310971"/>
                <a:gd name="connsiteX307" fmla="*/ 9631521 w 12191999"/>
                <a:gd name="connsiteY307" fmla="*/ 1819521 h 2310971"/>
                <a:gd name="connsiteX308" fmla="*/ 9701220 w 12191999"/>
                <a:gd name="connsiteY308" fmla="*/ 1695481 h 2310971"/>
                <a:gd name="connsiteX309" fmla="*/ 9732098 w 12191999"/>
                <a:gd name="connsiteY309" fmla="*/ 1837406 h 2310971"/>
                <a:gd name="connsiteX310" fmla="*/ 9766859 w 12191999"/>
                <a:gd name="connsiteY310" fmla="*/ 1574920 h 2310971"/>
                <a:gd name="connsiteX311" fmla="*/ 9830911 w 12191999"/>
                <a:gd name="connsiteY311" fmla="*/ 1818361 h 2310971"/>
                <a:gd name="connsiteX312" fmla="*/ 9826499 w 12191999"/>
                <a:gd name="connsiteY312" fmla="*/ 1837406 h 2310971"/>
                <a:gd name="connsiteX313" fmla="*/ 9895668 w 12191999"/>
                <a:gd name="connsiteY313" fmla="*/ 1660207 h 2310971"/>
                <a:gd name="connsiteX314" fmla="*/ 9897608 w 12191999"/>
                <a:gd name="connsiteY314" fmla="*/ 1837406 h 2310971"/>
                <a:gd name="connsiteX315" fmla="*/ 9964836 w 12191999"/>
                <a:gd name="connsiteY315" fmla="*/ 1857776 h 2310971"/>
                <a:gd name="connsiteX316" fmla="*/ 10043358 w 12191999"/>
                <a:gd name="connsiteY316" fmla="*/ 1716182 h 2310971"/>
                <a:gd name="connsiteX317" fmla="*/ 10024477 w 12191999"/>
                <a:gd name="connsiteY317" fmla="*/ 1857776 h 2310971"/>
                <a:gd name="connsiteX318" fmla="*/ 10073177 w 12191999"/>
                <a:gd name="connsiteY318" fmla="*/ 1762055 h 2310971"/>
                <a:gd name="connsiteX319" fmla="*/ 10089412 w 12191999"/>
                <a:gd name="connsiteY319" fmla="*/ 1882451 h 2310971"/>
                <a:gd name="connsiteX320" fmla="*/ 10181519 w 12191999"/>
                <a:gd name="connsiteY320" fmla="*/ 1791202 h 2310971"/>
                <a:gd name="connsiteX321" fmla="*/ 10172520 w 12191999"/>
                <a:gd name="connsiteY321" fmla="*/ 1916897 h 2310971"/>
                <a:gd name="connsiteX322" fmla="*/ 10210809 w 12191999"/>
                <a:gd name="connsiteY322" fmla="*/ 1923356 h 2310971"/>
                <a:gd name="connsiteX323" fmla="*/ 10232513 w 12191999"/>
                <a:gd name="connsiteY323" fmla="*/ 1912095 h 2310971"/>
                <a:gd name="connsiteX324" fmla="*/ 10263744 w 12191999"/>
                <a:gd name="connsiteY324" fmla="*/ 1677099 h 2310971"/>
                <a:gd name="connsiteX325" fmla="*/ 10316856 w 12191999"/>
                <a:gd name="connsiteY325" fmla="*/ 1926006 h 2310971"/>
                <a:gd name="connsiteX326" fmla="*/ 10308915 w 12191999"/>
                <a:gd name="connsiteY326" fmla="*/ 1939751 h 2310971"/>
                <a:gd name="connsiteX327" fmla="*/ 10355499 w 12191999"/>
                <a:gd name="connsiteY327" fmla="*/ 1947535 h 2310971"/>
                <a:gd name="connsiteX328" fmla="*/ 10362911 w 12191999"/>
                <a:gd name="connsiteY328" fmla="*/ 1940745 h 2310971"/>
                <a:gd name="connsiteX329" fmla="*/ 10427492 w 12191999"/>
                <a:gd name="connsiteY329" fmla="*/ 1784246 h 2310971"/>
                <a:gd name="connsiteX330" fmla="*/ 10465604 w 12191999"/>
                <a:gd name="connsiteY330" fmla="*/ 1950019 h 2310971"/>
                <a:gd name="connsiteX331" fmla="*/ 10484661 w 12191999"/>
                <a:gd name="connsiteY331" fmla="*/ 1842540 h 2310971"/>
                <a:gd name="connsiteX332" fmla="*/ 10548889 w 12191999"/>
                <a:gd name="connsiteY332" fmla="*/ 1963267 h 2310971"/>
                <a:gd name="connsiteX333" fmla="*/ 10593885 w 12191999"/>
                <a:gd name="connsiteY333" fmla="*/ 1865725 h 2310971"/>
                <a:gd name="connsiteX334" fmla="*/ 10620705 w 12191999"/>
                <a:gd name="connsiteY334" fmla="*/ 1989433 h 2310971"/>
                <a:gd name="connsiteX335" fmla="*/ 10625646 w 12191999"/>
                <a:gd name="connsiteY335" fmla="*/ 1990095 h 2310971"/>
                <a:gd name="connsiteX336" fmla="*/ 10648583 w 12191999"/>
                <a:gd name="connsiteY336" fmla="*/ 1801138 h 2310971"/>
                <a:gd name="connsiteX337" fmla="*/ 10721105 w 12191999"/>
                <a:gd name="connsiteY337" fmla="*/ 1979000 h 2310971"/>
                <a:gd name="connsiteX338" fmla="*/ 10797508 w 12191999"/>
                <a:gd name="connsiteY338" fmla="*/ 1907789 h 2310971"/>
                <a:gd name="connsiteX339" fmla="*/ 10784275 w 12191999"/>
                <a:gd name="connsiteY339" fmla="*/ 2013777 h 2310971"/>
                <a:gd name="connsiteX340" fmla="*/ 10845856 w 12191999"/>
                <a:gd name="connsiteY340" fmla="*/ 2022886 h 2310971"/>
                <a:gd name="connsiteX341" fmla="*/ 10874618 w 12191999"/>
                <a:gd name="connsiteY341" fmla="*/ 1942732 h 2310971"/>
                <a:gd name="connsiteX342" fmla="*/ 10893322 w 12191999"/>
                <a:gd name="connsiteY342" fmla="*/ 2030007 h 2310971"/>
                <a:gd name="connsiteX343" fmla="*/ 10897909 w 12191999"/>
                <a:gd name="connsiteY343" fmla="*/ 2030503 h 2310971"/>
                <a:gd name="connsiteX344" fmla="*/ 10907084 w 12191999"/>
                <a:gd name="connsiteY344" fmla="*/ 1842705 h 2310971"/>
                <a:gd name="connsiteX345" fmla="*/ 10984901 w 12191999"/>
                <a:gd name="connsiteY345" fmla="*/ 2039612 h 2310971"/>
                <a:gd name="connsiteX346" fmla="*/ 11063950 w 12191999"/>
                <a:gd name="connsiteY346" fmla="*/ 1728934 h 2310971"/>
                <a:gd name="connsiteX347" fmla="*/ 11102239 w 12191999"/>
                <a:gd name="connsiteY347" fmla="*/ 2058657 h 2310971"/>
                <a:gd name="connsiteX348" fmla="*/ 11103121 w 12191999"/>
                <a:gd name="connsiteY348" fmla="*/ 2058822 h 2310971"/>
                <a:gd name="connsiteX349" fmla="*/ 11208640 w 12191999"/>
                <a:gd name="connsiteY349" fmla="*/ 1941242 h 2310971"/>
                <a:gd name="connsiteX350" fmla="*/ 11223284 w 12191999"/>
                <a:gd name="connsiteY350" fmla="*/ 2075052 h 2310971"/>
                <a:gd name="connsiteX351" fmla="*/ 11309040 w 12191999"/>
                <a:gd name="connsiteY351" fmla="*/ 2086478 h 2310971"/>
                <a:gd name="connsiteX352" fmla="*/ 11388266 w 12191999"/>
                <a:gd name="connsiteY352" fmla="*/ 1880795 h 2310971"/>
                <a:gd name="connsiteX353" fmla="*/ 11428674 w 12191999"/>
                <a:gd name="connsiteY353" fmla="*/ 2101549 h 2310971"/>
                <a:gd name="connsiteX354" fmla="*/ 11516546 w 12191999"/>
                <a:gd name="connsiteY354" fmla="*/ 2112645 h 2310971"/>
                <a:gd name="connsiteX355" fmla="*/ 11550425 w 12191999"/>
                <a:gd name="connsiteY355" fmla="*/ 1965089 h 2310971"/>
                <a:gd name="connsiteX356" fmla="*/ 11654354 w 12191999"/>
                <a:gd name="connsiteY356" fmla="*/ 2129205 h 2310971"/>
                <a:gd name="connsiteX357" fmla="*/ 11674999 w 12191999"/>
                <a:gd name="connsiteY357" fmla="*/ 2131689 h 2310971"/>
                <a:gd name="connsiteX358" fmla="*/ 11712936 w 12191999"/>
                <a:gd name="connsiteY358" fmla="*/ 1943229 h 2310971"/>
                <a:gd name="connsiteX359" fmla="*/ 11784223 w 12191999"/>
                <a:gd name="connsiteY359" fmla="*/ 2144275 h 2310971"/>
                <a:gd name="connsiteX360" fmla="*/ 11833451 w 12191999"/>
                <a:gd name="connsiteY360" fmla="*/ 2149906 h 2310971"/>
                <a:gd name="connsiteX361" fmla="*/ 11885329 w 12191999"/>
                <a:gd name="connsiteY361" fmla="*/ 1903483 h 2310971"/>
                <a:gd name="connsiteX362" fmla="*/ 11947792 w 12191999"/>
                <a:gd name="connsiteY362" fmla="*/ 2162492 h 2310971"/>
                <a:gd name="connsiteX363" fmla="*/ 12024018 w 12191999"/>
                <a:gd name="connsiteY363" fmla="*/ 2170441 h 2310971"/>
                <a:gd name="connsiteX364" fmla="*/ 12099364 w 12191999"/>
                <a:gd name="connsiteY364" fmla="*/ 1985293 h 2310971"/>
                <a:gd name="connsiteX365" fmla="*/ 12120184 w 12191999"/>
                <a:gd name="connsiteY365" fmla="*/ 2180543 h 2310971"/>
                <a:gd name="connsiteX366" fmla="*/ 12191824 w 12191999"/>
                <a:gd name="connsiteY366" fmla="*/ 2188161 h 2310971"/>
                <a:gd name="connsiteX367" fmla="*/ 12191999 w 12191999"/>
                <a:gd name="connsiteY367" fmla="*/ 2188161 h 2310971"/>
                <a:gd name="connsiteX368" fmla="*/ 12191999 w 12191999"/>
                <a:gd name="connsiteY368" fmla="*/ 2310971 h 2310971"/>
                <a:gd name="connsiteX369" fmla="*/ 0 w 12191999"/>
                <a:gd name="connsiteY369" fmla="*/ 2310971 h 2310971"/>
                <a:gd name="connsiteX370" fmla="*/ 0 w 12191999"/>
                <a:gd name="connsiteY370" fmla="*/ 371775 h 2310971"/>
                <a:gd name="connsiteX371" fmla="*/ 31709 w 12191999"/>
                <a:gd name="connsiteY371" fmla="*/ 364335 h 2310971"/>
                <a:gd name="connsiteX372" fmla="*/ 88350 w 12191999"/>
                <a:gd name="connsiteY372" fmla="*/ 90421 h 2310971"/>
                <a:gd name="connsiteX373" fmla="*/ 136697 w 12191999"/>
                <a:gd name="connsiteY373" fmla="*/ 327404 h 2310971"/>
                <a:gd name="connsiteX374" fmla="*/ 126286 w 12191999"/>
                <a:gd name="connsiteY374" fmla="*/ 370131 h 2310971"/>
                <a:gd name="connsiteX375" fmla="*/ 179398 w 12191999"/>
                <a:gd name="connsiteY375" fmla="*/ 364169 h 2310971"/>
                <a:gd name="connsiteX376" fmla="*/ 237804 w 12191999"/>
                <a:gd name="connsiteY376" fmla="*/ 186308 h 2310971"/>
                <a:gd name="connsiteX377" fmla="*/ 240626 w 12191999"/>
                <a:gd name="connsiteY377" fmla="*/ 357711 h 2310971"/>
                <a:gd name="connsiteX378" fmla="*/ 322500 w 12191999"/>
                <a:gd name="connsiteY378" fmla="*/ 349099 h 2310971"/>
                <a:gd name="connsiteX379" fmla="*/ 359379 w 12191999"/>
                <a:gd name="connsiteY379" fmla="*/ 188792 h 2310971"/>
                <a:gd name="connsiteX380" fmla="*/ 380199 w 12191999"/>
                <a:gd name="connsiteY380" fmla="*/ 342640 h 2310971"/>
                <a:gd name="connsiteX381" fmla="*/ 381081 w 12191999"/>
                <a:gd name="connsiteY381" fmla="*/ 343137 h 2310971"/>
                <a:gd name="connsiteX382" fmla="*/ 443722 w 12191999"/>
                <a:gd name="connsiteY382" fmla="*/ 336844 h 2310971"/>
                <a:gd name="connsiteX383" fmla="*/ 487304 w 12191999"/>
                <a:gd name="connsiteY383" fmla="*/ 105326 h 2310971"/>
                <a:gd name="connsiteX384" fmla="*/ 528241 w 12191999"/>
                <a:gd name="connsiteY384" fmla="*/ 328729 h 2310971"/>
                <a:gd name="connsiteX385" fmla="*/ 608351 w 12191999"/>
                <a:gd name="connsiteY385" fmla="*/ 321111 h 2310971"/>
                <a:gd name="connsiteX386" fmla="*/ 625819 w 12191999"/>
                <a:gd name="connsiteY386" fmla="*/ 256525 h 2310971"/>
                <a:gd name="connsiteX387" fmla="*/ 645582 w 12191999"/>
                <a:gd name="connsiteY387" fmla="*/ 317965 h 2310971"/>
                <a:gd name="connsiteX388" fmla="*/ 705575 w 12191999"/>
                <a:gd name="connsiteY388" fmla="*/ 312666 h 2310971"/>
                <a:gd name="connsiteX389" fmla="*/ 733102 w 12191999"/>
                <a:gd name="connsiteY389" fmla="*/ 220919 h 2310971"/>
                <a:gd name="connsiteX390" fmla="*/ 751275 w 12191999"/>
                <a:gd name="connsiteY390" fmla="*/ 308691 h 2310971"/>
                <a:gd name="connsiteX391" fmla="*/ 824503 w 12191999"/>
                <a:gd name="connsiteY391" fmla="*/ 302563 h 2310971"/>
                <a:gd name="connsiteX392" fmla="*/ 703104 w 12191999"/>
                <a:gd name="connsiteY392" fmla="*/ 0 h 2310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</a:cxnLst>
              <a:rect l="l" t="t" r="r" b="b"/>
              <a:pathLst>
                <a:path w="12191999" h="2310971">
                  <a:moveTo>
                    <a:pt x="703104" y="0"/>
                  </a:moveTo>
                  <a:cubicBezTo>
                    <a:pt x="781449" y="44051"/>
                    <a:pt x="826797" y="133810"/>
                    <a:pt x="852382" y="211314"/>
                  </a:cubicBezTo>
                  <a:cubicBezTo>
                    <a:pt x="851853" y="152689"/>
                    <a:pt x="862087" y="72039"/>
                    <a:pt x="916257" y="34115"/>
                  </a:cubicBezTo>
                  <a:cubicBezTo>
                    <a:pt x="916257" y="34115"/>
                    <a:pt x="881849" y="231849"/>
                    <a:pt x="986838" y="288487"/>
                  </a:cubicBezTo>
                  <a:cubicBezTo>
                    <a:pt x="986838" y="288487"/>
                    <a:pt x="972721" y="201875"/>
                    <a:pt x="1027774" y="141097"/>
                  </a:cubicBezTo>
                  <a:cubicBezTo>
                    <a:pt x="1027774" y="141097"/>
                    <a:pt x="1004129" y="209658"/>
                    <a:pt x="1069593" y="258512"/>
                  </a:cubicBezTo>
                  <a:cubicBezTo>
                    <a:pt x="1135057" y="307366"/>
                    <a:pt x="1142115" y="173390"/>
                    <a:pt x="1142115" y="173390"/>
                  </a:cubicBezTo>
                  <a:cubicBezTo>
                    <a:pt x="1142115" y="173390"/>
                    <a:pt x="1173346" y="237314"/>
                    <a:pt x="1179521" y="276894"/>
                  </a:cubicBezTo>
                  <a:cubicBezTo>
                    <a:pt x="1195755" y="275901"/>
                    <a:pt x="1211989" y="274907"/>
                    <a:pt x="1228399" y="273913"/>
                  </a:cubicBezTo>
                  <a:cubicBezTo>
                    <a:pt x="1238986" y="264971"/>
                    <a:pt x="1247279" y="257850"/>
                    <a:pt x="1247279" y="257850"/>
                  </a:cubicBezTo>
                  <a:cubicBezTo>
                    <a:pt x="1247279" y="257850"/>
                    <a:pt x="1294391" y="208002"/>
                    <a:pt x="1234046" y="94727"/>
                  </a:cubicBezTo>
                  <a:cubicBezTo>
                    <a:pt x="1234046" y="94727"/>
                    <a:pt x="1315036" y="169581"/>
                    <a:pt x="1288040" y="270436"/>
                  </a:cubicBezTo>
                  <a:cubicBezTo>
                    <a:pt x="1307273" y="269442"/>
                    <a:pt x="1326682" y="268117"/>
                    <a:pt x="1345916" y="267124"/>
                  </a:cubicBezTo>
                  <a:lnTo>
                    <a:pt x="1351739" y="185479"/>
                  </a:lnTo>
                  <a:cubicBezTo>
                    <a:pt x="1351739" y="185479"/>
                    <a:pt x="1386323" y="232180"/>
                    <a:pt x="1394263" y="264639"/>
                  </a:cubicBezTo>
                  <a:cubicBezTo>
                    <a:pt x="1405379" y="264142"/>
                    <a:pt x="1416495" y="263646"/>
                    <a:pt x="1427612" y="262984"/>
                  </a:cubicBezTo>
                  <a:cubicBezTo>
                    <a:pt x="1426201" y="234830"/>
                    <a:pt x="1428847" y="173887"/>
                    <a:pt x="1469431" y="133645"/>
                  </a:cubicBezTo>
                  <a:cubicBezTo>
                    <a:pt x="1467843" y="138778"/>
                    <a:pt x="1447904" y="201875"/>
                    <a:pt x="1470490" y="260996"/>
                  </a:cubicBezTo>
                  <a:cubicBezTo>
                    <a:pt x="1473137" y="260831"/>
                    <a:pt x="1475783" y="260665"/>
                    <a:pt x="1478430" y="260665"/>
                  </a:cubicBezTo>
                  <a:cubicBezTo>
                    <a:pt x="1473489" y="213798"/>
                    <a:pt x="1470843" y="108306"/>
                    <a:pt x="1538777" y="54484"/>
                  </a:cubicBezTo>
                  <a:cubicBezTo>
                    <a:pt x="1538777" y="54484"/>
                    <a:pt x="1497310" y="182498"/>
                    <a:pt x="1528189" y="258347"/>
                  </a:cubicBezTo>
                  <a:cubicBezTo>
                    <a:pt x="1545129" y="257684"/>
                    <a:pt x="1562244" y="257021"/>
                    <a:pt x="1579184" y="256359"/>
                  </a:cubicBezTo>
                  <a:lnTo>
                    <a:pt x="1576890" y="159148"/>
                  </a:lnTo>
                  <a:cubicBezTo>
                    <a:pt x="1576890" y="159148"/>
                    <a:pt x="1602299" y="209823"/>
                    <a:pt x="1613062" y="255034"/>
                  </a:cubicBezTo>
                  <a:cubicBezTo>
                    <a:pt x="1630531" y="254372"/>
                    <a:pt x="1647999" y="253544"/>
                    <a:pt x="1665467" y="253047"/>
                  </a:cubicBezTo>
                  <a:cubicBezTo>
                    <a:pt x="1673409" y="203696"/>
                    <a:pt x="1678878" y="107644"/>
                    <a:pt x="1614651" y="60943"/>
                  </a:cubicBezTo>
                  <a:cubicBezTo>
                    <a:pt x="1633707" y="72867"/>
                    <a:pt x="1742930" y="147059"/>
                    <a:pt x="1729167" y="251060"/>
                  </a:cubicBezTo>
                  <a:cubicBezTo>
                    <a:pt x="1739400" y="250728"/>
                    <a:pt x="1749635" y="250397"/>
                    <a:pt x="1759869" y="250231"/>
                  </a:cubicBezTo>
                  <a:cubicBezTo>
                    <a:pt x="1776808" y="230193"/>
                    <a:pt x="1793395" y="197403"/>
                    <a:pt x="1793571" y="144243"/>
                  </a:cubicBezTo>
                  <a:cubicBezTo>
                    <a:pt x="1793571" y="144243"/>
                    <a:pt x="1816686" y="202537"/>
                    <a:pt x="1813863" y="248575"/>
                  </a:cubicBezTo>
                  <a:cubicBezTo>
                    <a:pt x="1831155" y="248078"/>
                    <a:pt x="1848447" y="247913"/>
                    <a:pt x="1865740" y="247582"/>
                  </a:cubicBezTo>
                  <a:cubicBezTo>
                    <a:pt x="1866270" y="230524"/>
                    <a:pt x="1868916" y="211314"/>
                    <a:pt x="1876151" y="194753"/>
                  </a:cubicBezTo>
                  <a:cubicBezTo>
                    <a:pt x="1876151" y="194753"/>
                    <a:pt x="1878091" y="222079"/>
                    <a:pt x="1888149" y="247085"/>
                  </a:cubicBezTo>
                  <a:lnTo>
                    <a:pt x="1914087" y="246588"/>
                  </a:lnTo>
                  <a:cubicBezTo>
                    <a:pt x="1914969" y="212308"/>
                    <a:pt x="1922027" y="162294"/>
                    <a:pt x="1953789" y="137785"/>
                  </a:cubicBezTo>
                  <a:cubicBezTo>
                    <a:pt x="1953789" y="137785"/>
                    <a:pt x="1944966" y="197238"/>
                    <a:pt x="1952378" y="245926"/>
                  </a:cubicBezTo>
                  <a:cubicBezTo>
                    <a:pt x="1971258" y="245594"/>
                    <a:pt x="1990138" y="245429"/>
                    <a:pt x="2009017" y="245263"/>
                  </a:cubicBezTo>
                  <a:cubicBezTo>
                    <a:pt x="2008841" y="222410"/>
                    <a:pt x="2014487" y="189619"/>
                    <a:pt x="2042014" y="162460"/>
                  </a:cubicBezTo>
                  <a:cubicBezTo>
                    <a:pt x="2042014" y="162460"/>
                    <a:pt x="2035132" y="209161"/>
                    <a:pt x="2052071" y="244767"/>
                  </a:cubicBezTo>
                  <a:cubicBezTo>
                    <a:pt x="2075716" y="244601"/>
                    <a:pt x="2099361" y="244270"/>
                    <a:pt x="2122829" y="244270"/>
                  </a:cubicBezTo>
                  <a:cubicBezTo>
                    <a:pt x="2124769" y="228040"/>
                    <a:pt x="2123359" y="212805"/>
                    <a:pt x="2123359" y="212805"/>
                  </a:cubicBezTo>
                  <a:cubicBezTo>
                    <a:pt x="2123359" y="212805"/>
                    <a:pt x="2135533" y="225390"/>
                    <a:pt x="2144532" y="244270"/>
                  </a:cubicBezTo>
                  <a:lnTo>
                    <a:pt x="2154060" y="244270"/>
                  </a:lnTo>
                  <a:cubicBezTo>
                    <a:pt x="2158648" y="207339"/>
                    <a:pt x="2175058" y="138116"/>
                    <a:pt x="2236287" y="108804"/>
                  </a:cubicBezTo>
                  <a:cubicBezTo>
                    <a:pt x="2236287" y="108804"/>
                    <a:pt x="2189350" y="187467"/>
                    <a:pt x="2217759" y="244435"/>
                  </a:cubicBezTo>
                  <a:lnTo>
                    <a:pt x="2235581" y="244435"/>
                  </a:lnTo>
                  <a:cubicBezTo>
                    <a:pt x="2235934" y="221085"/>
                    <a:pt x="2239463" y="187135"/>
                    <a:pt x="2254990" y="171237"/>
                  </a:cubicBezTo>
                  <a:cubicBezTo>
                    <a:pt x="2254990" y="171237"/>
                    <a:pt x="2257284" y="215289"/>
                    <a:pt x="2270165" y="244601"/>
                  </a:cubicBezTo>
                  <a:cubicBezTo>
                    <a:pt x="2284634" y="244601"/>
                    <a:pt x="2299103" y="244932"/>
                    <a:pt x="2313396" y="245098"/>
                  </a:cubicBezTo>
                  <a:cubicBezTo>
                    <a:pt x="2318866" y="221250"/>
                    <a:pt x="2317454" y="188626"/>
                    <a:pt x="2317454" y="188626"/>
                  </a:cubicBezTo>
                  <a:cubicBezTo>
                    <a:pt x="2317454" y="188626"/>
                    <a:pt x="2335100" y="217110"/>
                    <a:pt x="2339511" y="245429"/>
                  </a:cubicBezTo>
                  <a:cubicBezTo>
                    <a:pt x="2347274" y="245594"/>
                    <a:pt x="2355038" y="245594"/>
                    <a:pt x="2362802" y="245760"/>
                  </a:cubicBezTo>
                  <a:cubicBezTo>
                    <a:pt x="2369860" y="231849"/>
                    <a:pt x="2374978" y="214295"/>
                    <a:pt x="2371624" y="193760"/>
                  </a:cubicBezTo>
                  <a:cubicBezTo>
                    <a:pt x="2371624" y="193760"/>
                    <a:pt x="2387153" y="220919"/>
                    <a:pt x="2393328" y="246091"/>
                  </a:cubicBezTo>
                  <a:cubicBezTo>
                    <a:pt x="2412561" y="246423"/>
                    <a:pt x="2431617" y="246920"/>
                    <a:pt x="2450852" y="247251"/>
                  </a:cubicBezTo>
                  <a:cubicBezTo>
                    <a:pt x="2457027" y="220422"/>
                    <a:pt x="2464614" y="164613"/>
                    <a:pt x="2434088" y="124370"/>
                  </a:cubicBezTo>
                  <a:cubicBezTo>
                    <a:pt x="2434088" y="124370"/>
                    <a:pt x="2487553" y="174549"/>
                    <a:pt x="2495493" y="227047"/>
                  </a:cubicBezTo>
                  <a:cubicBezTo>
                    <a:pt x="2500081" y="203696"/>
                    <a:pt x="2511197" y="175212"/>
                    <a:pt x="2538018" y="161467"/>
                  </a:cubicBezTo>
                  <a:cubicBezTo>
                    <a:pt x="2538018" y="161467"/>
                    <a:pt x="2512432" y="214295"/>
                    <a:pt x="2527078" y="249072"/>
                  </a:cubicBezTo>
                  <a:cubicBezTo>
                    <a:pt x="2537488" y="249404"/>
                    <a:pt x="2548076" y="249569"/>
                    <a:pt x="2558662" y="249900"/>
                  </a:cubicBezTo>
                  <a:cubicBezTo>
                    <a:pt x="2558310" y="231021"/>
                    <a:pt x="2552664" y="206346"/>
                    <a:pt x="2552664" y="206346"/>
                  </a:cubicBezTo>
                  <a:lnTo>
                    <a:pt x="2580896" y="250728"/>
                  </a:lnTo>
                  <a:cubicBezTo>
                    <a:pt x="2583013" y="250728"/>
                    <a:pt x="2585130" y="250728"/>
                    <a:pt x="2587071" y="250894"/>
                  </a:cubicBezTo>
                  <a:cubicBezTo>
                    <a:pt x="2583190" y="226881"/>
                    <a:pt x="2580366" y="178855"/>
                    <a:pt x="2617245" y="161467"/>
                  </a:cubicBezTo>
                  <a:cubicBezTo>
                    <a:pt x="2617245" y="161467"/>
                    <a:pt x="2607010" y="217607"/>
                    <a:pt x="2652711" y="253047"/>
                  </a:cubicBezTo>
                  <a:lnTo>
                    <a:pt x="2653064" y="253378"/>
                  </a:lnTo>
                  <a:cubicBezTo>
                    <a:pt x="2662416" y="253710"/>
                    <a:pt x="2671944" y="254041"/>
                    <a:pt x="2681472" y="254372"/>
                  </a:cubicBezTo>
                  <a:cubicBezTo>
                    <a:pt x="2699294" y="235990"/>
                    <a:pt x="2700529" y="179021"/>
                    <a:pt x="2700529" y="179021"/>
                  </a:cubicBezTo>
                  <a:cubicBezTo>
                    <a:pt x="2700529" y="179021"/>
                    <a:pt x="2727879" y="223237"/>
                    <a:pt x="2733349" y="256525"/>
                  </a:cubicBezTo>
                  <a:cubicBezTo>
                    <a:pt x="2750288" y="257187"/>
                    <a:pt x="2767404" y="258181"/>
                    <a:pt x="2784520" y="259009"/>
                  </a:cubicBezTo>
                  <a:cubicBezTo>
                    <a:pt x="2795284" y="242614"/>
                    <a:pt x="2809046" y="211645"/>
                    <a:pt x="2802518" y="165441"/>
                  </a:cubicBezTo>
                  <a:cubicBezTo>
                    <a:pt x="2802518" y="165441"/>
                    <a:pt x="2859512" y="207008"/>
                    <a:pt x="2836220" y="261327"/>
                  </a:cubicBezTo>
                  <a:cubicBezTo>
                    <a:pt x="2852630" y="262487"/>
                    <a:pt x="2869216" y="263315"/>
                    <a:pt x="2885803" y="264308"/>
                  </a:cubicBezTo>
                  <a:cubicBezTo>
                    <a:pt x="2885803" y="264308"/>
                    <a:pt x="2896036" y="201378"/>
                    <a:pt x="2896036" y="201378"/>
                  </a:cubicBezTo>
                  <a:lnTo>
                    <a:pt x="2916328" y="266130"/>
                  </a:lnTo>
                  <a:cubicBezTo>
                    <a:pt x="2917211" y="266130"/>
                    <a:pt x="2918093" y="266295"/>
                    <a:pt x="2919152" y="266295"/>
                  </a:cubicBezTo>
                  <a:cubicBezTo>
                    <a:pt x="2920034" y="248244"/>
                    <a:pt x="2926915" y="206015"/>
                    <a:pt x="2968911" y="190779"/>
                  </a:cubicBezTo>
                  <a:cubicBezTo>
                    <a:pt x="2968911" y="190779"/>
                    <a:pt x="2948090" y="237646"/>
                    <a:pt x="2956030" y="268614"/>
                  </a:cubicBezTo>
                  <a:cubicBezTo>
                    <a:pt x="2963971" y="269111"/>
                    <a:pt x="2971734" y="269608"/>
                    <a:pt x="2979675" y="270104"/>
                  </a:cubicBezTo>
                  <a:cubicBezTo>
                    <a:pt x="2985850" y="256525"/>
                    <a:pt x="2992026" y="236486"/>
                    <a:pt x="2989732" y="212308"/>
                  </a:cubicBezTo>
                  <a:cubicBezTo>
                    <a:pt x="2989732" y="212308"/>
                    <a:pt x="3010554" y="242614"/>
                    <a:pt x="3020258" y="272754"/>
                  </a:cubicBezTo>
                  <a:cubicBezTo>
                    <a:pt x="3039315" y="274079"/>
                    <a:pt x="3058371" y="275569"/>
                    <a:pt x="3077428" y="277060"/>
                  </a:cubicBezTo>
                  <a:cubicBezTo>
                    <a:pt x="3077428" y="277060"/>
                    <a:pt x="3077604" y="276729"/>
                    <a:pt x="3077604" y="276729"/>
                  </a:cubicBezTo>
                  <a:cubicBezTo>
                    <a:pt x="3077604" y="276729"/>
                    <a:pt x="3058371" y="218104"/>
                    <a:pt x="3114659" y="179021"/>
                  </a:cubicBezTo>
                  <a:cubicBezTo>
                    <a:pt x="3114659" y="179021"/>
                    <a:pt x="3102484" y="251557"/>
                    <a:pt x="3129304" y="280703"/>
                  </a:cubicBezTo>
                  <a:lnTo>
                    <a:pt x="3129658" y="281035"/>
                  </a:lnTo>
                  <a:cubicBezTo>
                    <a:pt x="3135480" y="281366"/>
                    <a:pt x="3141303" y="281862"/>
                    <a:pt x="3147126" y="282359"/>
                  </a:cubicBezTo>
                  <a:cubicBezTo>
                    <a:pt x="3158243" y="268117"/>
                    <a:pt x="3160360" y="224066"/>
                    <a:pt x="3160360" y="224066"/>
                  </a:cubicBezTo>
                  <a:cubicBezTo>
                    <a:pt x="3160360" y="224066"/>
                    <a:pt x="3182769" y="258015"/>
                    <a:pt x="3177653" y="284843"/>
                  </a:cubicBezTo>
                  <a:cubicBezTo>
                    <a:pt x="3189474" y="285837"/>
                    <a:pt x="3201120" y="286831"/>
                    <a:pt x="3212943" y="287990"/>
                  </a:cubicBezTo>
                  <a:cubicBezTo>
                    <a:pt x="3215765" y="282359"/>
                    <a:pt x="3234822" y="243938"/>
                    <a:pt x="3229176" y="210983"/>
                  </a:cubicBezTo>
                  <a:cubicBezTo>
                    <a:pt x="3229176" y="210983"/>
                    <a:pt x="3256879" y="256690"/>
                    <a:pt x="3252996" y="291468"/>
                  </a:cubicBezTo>
                  <a:cubicBezTo>
                    <a:pt x="3267642" y="292793"/>
                    <a:pt x="3282464" y="294117"/>
                    <a:pt x="3297109" y="295442"/>
                  </a:cubicBezTo>
                  <a:cubicBezTo>
                    <a:pt x="3292875" y="280041"/>
                    <a:pt x="3290757" y="256194"/>
                    <a:pt x="3303991" y="229862"/>
                  </a:cubicBezTo>
                  <a:cubicBezTo>
                    <a:pt x="3303991" y="229862"/>
                    <a:pt x="3315813" y="274741"/>
                    <a:pt x="3338046" y="299417"/>
                  </a:cubicBezTo>
                  <a:lnTo>
                    <a:pt x="3376160" y="303392"/>
                  </a:lnTo>
                  <a:cubicBezTo>
                    <a:pt x="3380394" y="284346"/>
                    <a:pt x="3369807" y="248244"/>
                    <a:pt x="3368748" y="244435"/>
                  </a:cubicBezTo>
                  <a:cubicBezTo>
                    <a:pt x="3371396" y="246754"/>
                    <a:pt x="3400510" y="273913"/>
                    <a:pt x="3398746" y="305876"/>
                  </a:cubicBezTo>
                  <a:lnTo>
                    <a:pt x="3438447" y="309850"/>
                  </a:lnTo>
                  <a:cubicBezTo>
                    <a:pt x="3435624" y="280206"/>
                    <a:pt x="3439153" y="243110"/>
                    <a:pt x="3468443" y="222079"/>
                  </a:cubicBezTo>
                  <a:cubicBezTo>
                    <a:pt x="3468443" y="222079"/>
                    <a:pt x="3460856" y="284512"/>
                    <a:pt x="3477442" y="314156"/>
                  </a:cubicBezTo>
                  <a:cubicBezTo>
                    <a:pt x="3487500" y="315315"/>
                    <a:pt x="3497559" y="316640"/>
                    <a:pt x="3507616" y="317799"/>
                  </a:cubicBezTo>
                  <a:cubicBezTo>
                    <a:pt x="3516262" y="298754"/>
                    <a:pt x="3516438" y="261162"/>
                    <a:pt x="3516438" y="261162"/>
                  </a:cubicBezTo>
                  <a:cubicBezTo>
                    <a:pt x="3516438" y="261162"/>
                    <a:pt x="3540965" y="296933"/>
                    <a:pt x="3543612" y="322105"/>
                  </a:cubicBezTo>
                  <a:cubicBezTo>
                    <a:pt x="3569197" y="325086"/>
                    <a:pt x="3594959" y="328067"/>
                    <a:pt x="3620545" y="331213"/>
                  </a:cubicBezTo>
                  <a:cubicBezTo>
                    <a:pt x="3629013" y="316640"/>
                    <a:pt x="3638189" y="296933"/>
                    <a:pt x="3641189" y="276729"/>
                  </a:cubicBezTo>
                  <a:cubicBezTo>
                    <a:pt x="3641189" y="276729"/>
                    <a:pt x="3666246" y="303226"/>
                    <a:pt x="3656893" y="335850"/>
                  </a:cubicBezTo>
                  <a:lnTo>
                    <a:pt x="3656893" y="336181"/>
                  </a:lnTo>
                  <a:lnTo>
                    <a:pt x="3690242" y="340653"/>
                  </a:lnTo>
                  <a:cubicBezTo>
                    <a:pt x="3690242" y="328067"/>
                    <a:pt x="3694301" y="309187"/>
                    <a:pt x="3711946" y="288652"/>
                  </a:cubicBezTo>
                  <a:cubicBezTo>
                    <a:pt x="3711946" y="288652"/>
                    <a:pt x="3700476" y="318296"/>
                    <a:pt x="3716004" y="344131"/>
                  </a:cubicBezTo>
                  <a:cubicBezTo>
                    <a:pt x="3719886" y="344627"/>
                    <a:pt x="3723592" y="345124"/>
                    <a:pt x="3727474" y="345621"/>
                  </a:cubicBezTo>
                  <a:cubicBezTo>
                    <a:pt x="3725886" y="322767"/>
                    <a:pt x="3725886" y="274907"/>
                    <a:pt x="3747412" y="244104"/>
                  </a:cubicBezTo>
                  <a:cubicBezTo>
                    <a:pt x="3747412" y="244104"/>
                    <a:pt x="3738942" y="306372"/>
                    <a:pt x="3762940" y="350092"/>
                  </a:cubicBezTo>
                  <a:cubicBezTo>
                    <a:pt x="3796466" y="327735"/>
                    <a:pt x="3812699" y="259174"/>
                    <a:pt x="3812699" y="259174"/>
                  </a:cubicBezTo>
                  <a:cubicBezTo>
                    <a:pt x="3827521" y="300576"/>
                    <a:pt x="3812699" y="346615"/>
                    <a:pt x="3812699" y="346615"/>
                  </a:cubicBezTo>
                  <a:cubicBezTo>
                    <a:pt x="3834933" y="348933"/>
                    <a:pt x="3854518" y="295939"/>
                    <a:pt x="3854518" y="295939"/>
                  </a:cubicBezTo>
                  <a:cubicBezTo>
                    <a:pt x="3861753" y="327073"/>
                    <a:pt x="3837227" y="351252"/>
                    <a:pt x="3837227" y="351252"/>
                  </a:cubicBezTo>
                  <a:cubicBezTo>
                    <a:pt x="3837227" y="351252"/>
                    <a:pt x="3838637" y="355392"/>
                    <a:pt x="3840579" y="361519"/>
                  </a:cubicBezTo>
                  <a:cubicBezTo>
                    <a:pt x="3847637" y="362679"/>
                    <a:pt x="3854694" y="363838"/>
                    <a:pt x="3861929" y="364832"/>
                  </a:cubicBezTo>
                  <a:cubicBezTo>
                    <a:pt x="3866694" y="319124"/>
                    <a:pt x="3896161" y="281862"/>
                    <a:pt x="3903395" y="273582"/>
                  </a:cubicBezTo>
                  <a:cubicBezTo>
                    <a:pt x="3872517" y="314984"/>
                    <a:pt x="3888397" y="356054"/>
                    <a:pt x="3895631" y="370131"/>
                  </a:cubicBezTo>
                  <a:cubicBezTo>
                    <a:pt x="3896337" y="370296"/>
                    <a:pt x="3897043" y="370462"/>
                    <a:pt x="3897748" y="370462"/>
                  </a:cubicBezTo>
                  <a:cubicBezTo>
                    <a:pt x="3892102" y="342475"/>
                    <a:pt x="3915746" y="316640"/>
                    <a:pt x="3915746" y="316640"/>
                  </a:cubicBezTo>
                  <a:cubicBezTo>
                    <a:pt x="3904807" y="351252"/>
                    <a:pt x="3928099" y="371952"/>
                    <a:pt x="3928099" y="371952"/>
                  </a:cubicBezTo>
                  <a:cubicBezTo>
                    <a:pt x="3929333" y="331710"/>
                    <a:pt x="3960036" y="311009"/>
                    <a:pt x="3960036" y="311009"/>
                  </a:cubicBezTo>
                  <a:cubicBezTo>
                    <a:pt x="3945214" y="335188"/>
                    <a:pt x="3952095" y="361188"/>
                    <a:pt x="3952095" y="361188"/>
                  </a:cubicBezTo>
                  <a:cubicBezTo>
                    <a:pt x="3952095" y="361188"/>
                    <a:pt x="3954212" y="371787"/>
                    <a:pt x="3958448" y="380067"/>
                  </a:cubicBezTo>
                  <a:cubicBezTo>
                    <a:pt x="3965330" y="381226"/>
                    <a:pt x="3972212" y="382220"/>
                    <a:pt x="3979092" y="383379"/>
                  </a:cubicBezTo>
                  <a:cubicBezTo>
                    <a:pt x="3980857" y="381226"/>
                    <a:pt x="3982621" y="378742"/>
                    <a:pt x="3984563" y="375430"/>
                  </a:cubicBezTo>
                  <a:cubicBezTo>
                    <a:pt x="4005737" y="337838"/>
                    <a:pt x="3990738" y="283022"/>
                    <a:pt x="3989679" y="278882"/>
                  </a:cubicBezTo>
                  <a:cubicBezTo>
                    <a:pt x="4018793" y="306703"/>
                    <a:pt x="4010325" y="378908"/>
                    <a:pt x="4010325" y="378908"/>
                  </a:cubicBezTo>
                  <a:cubicBezTo>
                    <a:pt x="4028675" y="367316"/>
                    <a:pt x="4034851" y="309850"/>
                    <a:pt x="4034851" y="309850"/>
                  </a:cubicBezTo>
                  <a:cubicBezTo>
                    <a:pt x="4044203" y="343965"/>
                    <a:pt x="4037321" y="373609"/>
                    <a:pt x="4030086" y="392157"/>
                  </a:cubicBezTo>
                  <a:cubicBezTo>
                    <a:pt x="4040674" y="393978"/>
                    <a:pt x="4051261" y="395800"/>
                    <a:pt x="4061847" y="397621"/>
                  </a:cubicBezTo>
                  <a:cubicBezTo>
                    <a:pt x="4053907" y="330717"/>
                    <a:pt x="4098550" y="298257"/>
                    <a:pt x="4098550" y="298257"/>
                  </a:cubicBezTo>
                  <a:cubicBezTo>
                    <a:pt x="4060613" y="353570"/>
                    <a:pt x="4093962" y="386029"/>
                    <a:pt x="4093962" y="386029"/>
                  </a:cubicBezTo>
                  <a:lnTo>
                    <a:pt x="4101020" y="345455"/>
                  </a:lnTo>
                  <a:lnTo>
                    <a:pt x="4109666" y="390335"/>
                  </a:lnTo>
                  <a:lnTo>
                    <a:pt x="4133664" y="410208"/>
                  </a:lnTo>
                  <a:cubicBezTo>
                    <a:pt x="4135075" y="410539"/>
                    <a:pt x="4136311" y="410704"/>
                    <a:pt x="4137723" y="411036"/>
                  </a:cubicBezTo>
                  <a:cubicBezTo>
                    <a:pt x="4140898" y="353736"/>
                    <a:pt x="4185717" y="316640"/>
                    <a:pt x="4185717" y="316640"/>
                  </a:cubicBezTo>
                  <a:cubicBezTo>
                    <a:pt x="4153779" y="354729"/>
                    <a:pt x="4167365" y="406896"/>
                    <a:pt x="4167365" y="406896"/>
                  </a:cubicBezTo>
                  <a:cubicBezTo>
                    <a:pt x="4167365" y="406896"/>
                    <a:pt x="4170012" y="411533"/>
                    <a:pt x="4174071" y="417825"/>
                  </a:cubicBezTo>
                  <a:cubicBezTo>
                    <a:pt x="4182364" y="419316"/>
                    <a:pt x="4190481" y="420972"/>
                    <a:pt x="4198774" y="422628"/>
                  </a:cubicBezTo>
                  <a:cubicBezTo>
                    <a:pt x="4195069" y="369137"/>
                    <a:pt x="4248357" y="304054"/>
                    <a:pt x="4248357" y="304054"/>
                  </a:cubicBezTo>
                  <a:cubicBezTo>
                    <a:pt x="4248357" y="304054"/>
                    <a:pt x="4225242" y="408717"/>
                    <a:pt x="4245356" y="431571"/>
                  </a:cubicBezTo>
                  <a:cubicBezTo>
                    <a:pt x="4250651" y="432730"/>
                    <a:pt x="4255944" y="433724"/>
                    <a:pt x="4261237" y="434718"/>
                  </a:cubicBezTo>
                  <a:cubicBezTo>
                    <a:pt x="4261943" y="434552"/>
                    <a:pt x="4262473" y="434386"/>
                    <a:pt x="4263002" y="434221"/>
                  </a:cubicBezTo>
                  <a:cubicBezTo>
                    <a:pt x="4310821" y="413354"/>
                    <a:pt x="4312056" y="298257"/>
                    <a:pt x="4312056" y="298257"/>
                  </a:cubicBezTo>
                  <a:cubicBezTo>
                    <a:pt x="4333935" y="363838"/>
                    <a:pt x="4321408" y="412030"/>
                    <a:pt x="4304644" y="443163"/>
                  </a:cubicBezTo>
                  <a:cubicBezTo>
                    <a:pt x="4309762" y="444157"/>
                    <a:pt x="4314878" y="445151"/>
                    <a:pt x="4319996" y="446144"/>
                  </a:cubicBezTo>
                  <a:cubicBezTo>
                    <a:pt x="4330759" y="448297"/>
                    <a:pt x="4341346" y="450616"/>
                    <a:pt x="4351933" y="452934"/>
                  </a:cubicBezTo>
                  <a:cubicBezTo>
                    <a:pt x="4351227" y="397125"/>
                    <a:pt x="4375932" y="354729"/>
                    <a:pt x="4375932" y="354729"/>
                  </a:cubicBezTo>
                  <a:cubicBezTo>
                    <a:pt x="4356698" y="397787"/>
                    <a:pt x="4376637" y="439355"/>
                    <a:pt x="4391459" y="461380"/>
                  </a:cubicBezTo>
                  <a:cubicBezTo>
                    <a:pt x="4394458" y="462043"/>
                    <a:pt x="4397458" y="462705"/>
                    <a:pt x="4400458" y="463367"/>
                  </a:cubicBezTo>
                  <a:cubicBezTo>
                    <a:pt x="4397635" y="453431"/>
                    <a:pt x="4396046" y="443991"/>
                    <a:pt x="4396046" y="435380"/>
                  </a:cubicBezTo>
                  <a:cubicBezTo>
                    <a:pt x="4396046" y="367316"/>
                    <a:pt x="4470685" y="299417"/>
                    <a:pt x="4475450" y="295111"/>
                  </a:cubicBezTo>
                  <a:cubicBezTo>
                    <a:pt x="4422515" y="378908"/>
                    <a:pt x="4461156" y="462539"/>
                    <a:pt x="4461156" y="462539"/>
                  </a:cubicBezTo>
                  <a:lnTo>
                    <a:pt x="4497329" y="374271"/>
                  </a:lnTo>
                  <a:cubicBezTo>
                    <a:pt x="4497329" y="374271"/>
                    <a:pt x="4487624" y="494336"/>
                    <a:pt x="4523973" y="460386"/>
                  </a:cubicBezTo>
                  <a:cubicBezTo>
                    <a:pt x="4560146" y="426437"/>
                    <a:pt x="4523973" y="344793"/>
                    <a:pt x="4523973" y="344793"/>
                  </a:cubicBezTo>
                  <a:cubicBezTo>
                    <a:pt x="4585907" y="375927"/>
                    <a:pt x="4568616" y="452934"/>
                    <a:pt x="4565439" y="465520"/>
                  </a:cubicBezTo>
                  <a:lnTo>
                    <a:pt x="4584320" y="410539"/>
                  </a:lnTo>
                  <a:lnTo>
                    <a:pt x="4609200" y="510234"/>
                  </a:lnTo>
                  <a:cubicBezTo>
                    <a:pt x="4609200" y="510234"/>
                    <a:pt x="4610082" y="510400"/>
                    <a:pt x="4610611" y="510565"/>
                  </a:cubicBezTo>
                  <a:cubicBezTo>
                    <a:pt x="4608316" y="450781"/>
                    <a:pt x="4669016" y="387354"/>
                    <a:pt x="4672721" y="383545"/>
                  </a:cubicBezTo>
                  <a:cubicBezTo>
                    <a:pt x="4636197" y="460386"/>
                    <a:pt x="4673603" y="505597"/>
                    <a:pt x="4673603" y="505597"/>
                  </a:cubicBezTo>
                  <a:cubicBezTo>
                    <a:pt x="4666369" y="458068"/>
                    <a:pt x="4726715" y="415010"/>
                    <a:pt x="4726715" y="415010"/>
                  </a:cubicBezTo>
                  <a:cubicBezTo>
                    <a:pt x="4726715" y="415010"/>
                    <a:pt x="4675897" y="517024"/>
                    <a:pt x="4726715" y="507915"/>
                  </a:cubicBezTo>
                  <a:cubicBezTo>
                    <a:pt x="4777357" y="498807"/>
                    <a:pt x="4790943" y="383379"/>
                    <a:pt x="4790943" y="383379"/>
                  </a:cubicBezTo>
                  <a:cubicBezTo>
                    <a:pt x="4813176" y="437698"/>
                    <a:pt x="4792884" y="504107"/>
                    <a:pt x="4791120" y="509572"/>
                  </a:cubicBezTo>
                  <a:lnTo>
                    <a:pt x="4840174" y="451278"/>
                  </a:lnTo>
                  <a:lnTo>
                    <a:pt x="4818293" y="532756"/>
                  </a:lnTo>
                  <a:cubicBezTo>
                    <a:pt x="4818293" y="532756"/>
                    <a:pt x="4826234" y="550145"/>
                    <a:pt x="4835586" y="565878"/>
                  </a:cubicBezTo>
                  <a:cubicBezTo>
                    <a:pt x="4845996" y="568693"/>
                    <a:pt x="4856406" y="571508"/>
                    <a:pt x="4866817" y="574158"/>
                  </a:cubicBezTo>
                  <a:cubicBezTo>
                    <a:pt x="4867523" y="567368"/>
                    <a:pt x="4867523" y="558260"/>
                    <a:pt x="4866641" y="546502"/>
                  </a:cubicBezTo>
                  <a:cubicBezTo>
                    <a:pt x="4859583" y="441011"/>
                    <a:pt x="4925400" y="386692"/>
                    <a:pt x="4929281" y="383545"/>
                  </a:cubicBezTo>
                  <a:cubicBezTo>
                    <a:pt x="4873876" y="471813"/>
                    <a:pt x="4910048" y="555444"/>
                    <a:pt x="4910048" y="555444"/>
                  </a:cubicBezTo>
                  <a:lnTo>
                    <a:pt x="4934221" y="496654"/>
                  </a:lnTo>
                  <a:lnTo>
                    <a:pt x="4953454" y="578133"/>
                  </a:lnTo>
                  <a:cubicBezTo>
                    <a:pt x="4955925" y="519011"/>
                    <a:pt x="5028446" y="468170"/>
                    <a:pt x="5033034" y="465023"/>
                  </a:cubicBezTo>
                  <a:cubicBezTo>
                    <a:pt x="4982569" y="519342"/>
                    <a:pt x="5001803" y="587241"/>
                    <a:pt x="5001803" y="587241"/>
                  </a:cubicBezTo>
                  <a:cubicBezTo>
                    <a:pt x="5022800" y="543356"/>
                    <a:pt x="5082440" y="520667"/>
                    <a:pt x="5086146" y="519342"/>
                  </a:cubicBezTo>
                  <a:cubicBezTo>
                    <a:pt x="5082969" y="523814"/>
                    <a:pt x="5028799" y="599331"/>
                    <a:pt x="5037445" y="619700"/>
                  </a:cubicBezTo>
                  <a:cubicBezTo>
                    <a:pt x="5042739" y="621025"/>
                    <a:pt x="5047857" y="622515"/>
                    <a:pt x="5052973" y="623840"/>
                  </a:cubicBezTo>
                  <a:cubicBezTo>
                    <a:pt x="5055797" y="623343"/>
                    <a:pt x="5058620" y="622515"/>
                    <a:pt x="5062149" y="621190"/>
                  </a:cubicBezTo>
                  <a:cubicBezTo>
                    <a:pt x="5132200" y="594031"/>
                    <a:pt x="5126024" y="451278"/>
                    <a:pt x="5126024" y="451278"/>
                  </a:cubicBezTo>
                  <a:cubicBezTo>
                    <a:pt x="5177724" y="503444"/>
                    <a:pt x="5126024" y="605458"/>
                    <a:pt x="5126024" y="605458"/>
                  </a:cubicBezTo>
                  <a:cubicBezTo>
                    <a:pt x="5126024" y="605458"/>
                    <a:pt x="5129024" y="623675"/>
                    <a:pt x="5132023" y="645700"/>
                  </a:cubicBezTo>
                  <a:cubicBezTo>
                    <a:pt x="5134141" y="646197"/>
                    <a:pt x="5136434" y="646860"/>
                    <a:pt x="5138552" y="647522"/>
                  </a:cubicBezTo>
                  <a:cubicBezTo>
                    <a:pt x="5138905" y="644707"/>
                    <a:pt x="5139082" y="642223"/>
                    <a:pt x="5139434" y="639242"/>
                  </a:cubicBezTo>
                  <a:cubicBezTo>
                    <a:pt x="5146492" y="560247"/>
                    <a:pt x="5223601" y="513215"/>
                    <a:pt x="5228542" y="510400"/>
                  </a:cubicBezTo>
                  <a:cubicBezTo>
                    <a:pt x="5161137" y="582770"/>
                    <a:pt x="5187605" y="648350"/>
                    <a:pt x="5187605" y="648350"/>
                  </a:cubicBezTo>
                  <a:cubicBezTo>
                    <a:pt x="5219013" y="598502"/>
                    <a:pt x="5284124" y="582604"/>
                    <a:pt x="5284124" y="582604"/>
                  </a:cubicBezTo>
                  <a:cubicBezTo>
                    <a:pt x="5284124" y="582604"/>
                    <a:pt x="5211778" y="659611"/>
                    <a:pt x="5255186" y="665408"/>
                  </a:cubicBezTo>
                  <a:cubicBezTo>
                    <a:pt x="5298769" y="671204"/>
                    <a:pt x="5334942" y="578133"/>
                    <a:pt x="5334942" y="578133"/>
                  </a:cubicBezTo>
                  <a:cubicBezTo>
                    <a:pt x="5337235" y="630299"/>
                    <a:pt x="5309179" y="659280"/>
                    <a:pt x="5309179" y="659280"/>
                  </a:cubicBezTo>
                  <a:cubicBezTo>
                    <a:pt x="5309179" y="659280"/>
                    <a:pt x="5284124" y="674847"/>
                    <a:pt x="5273183" y="685777"/>
                  </a:cubicBezTo>
                  <a:cubicBezTo>
                    <a:pt x="5280947" y="688096"/>
                    <a:pt x="5288887" y="690249"/>
                    <a:pt x="5296828" y="692567"/>
                  </a:cubicBezTo>
                  <a:cubicBezTo>
                    <a:pt x="5300534" y="691573"/>
                    <a:pt x="5304592" y="690580"/>
                    <a:pt x="5309179" y="689089"/>
                  </a:cubicBezTo>
                  <a:cubicBezTo>
                    <a:pt x="5401817" y="661930"/>
                    <a:pt x="5424226" y="501125"/>
                    <a:pt x="5424226" y="501125"/>
                  </a:cubicBezTo>
                  <a:cubicBezTo>
                    <a:pt x="5489335" y="634770"/>
                    <a:pt x="5390347" y="710784"/>
                    <a:pt x="5390347" y="710784"/>
                  </a:cubicBezTo>
                  <a:cubicBezTo>
                    <a:pt x="5474867" y="711943"/>
                    <a:pt x="5518274" y="627980"/>
                    <a:pt x="5518274" y="627980"/>
                  </a:cubicBezTo>
                  <a:cubicBezTo>
                    <a:pt x="5518274" y="714096"/>
                    <a:pt x="5472396" y="738937"/>
                    <a:pt x="5472396" y="738937"/>
                  </a:cubicBezTo>
                  <a:cubicBezTo>
                    <a:pt x="5472396" y="738937"/>
                    <a:pt x="5474690" y="741587"/>
                    <a:pt x="5478397" y="745727"/>
                  </a:cubicBezTo>
                  <a:cubicBezTo>
                    <a:pt x="5508393" y="754835"/>
                    <a:pt x="5538566" y="763944"/>
                    <a:pt x="5568563" y="772886"/>
                  </a:cubicBezTo>
                  <a:cubicBezTo>
                    <a:pt x="5549153" y="675013"/>
                    <a:pt x="5612499" y="591712"/>
                    <a:pt x="5612499" y="591712"/>
                  </a:cubicBezTo>
                  <a:cubicBezTo>
                    <a:pt x="5581090" y="686936"/>
                    <a:pt x="5651142" y="768415"/>
                    <a:pt x="5651142" y="768415"/>
                  </a:cubicBezTo>
                  <a:lnTo>
                    <a:pt x="5658024" y="766593"/>
                  </a:lnTo>
                  <a:cubicBezTo>
                    <a:pt x="5678139" y="704988"/>
                    <a:pt x="5739544" y="662592"/>
                    <a:pt x="5743425" y="660108"/>
                  </a:cubicBezTo>
                  <a:cubicBezTo>
                    <a:pt x="5739896" y="666898"/>
                    <a:pt x="5655730" y="827371"/>
                    <a:pt x="5743602" y="799880"/>
                  </a:cubicBezTo>
                  <a:cubicBezTo>
                    <a:pt x="5833415" y="771727"/>
                    <a:pt x="5830768" y="680312"/>
                    <a:pt x="5830768" y="680312"/>
                  </a:cubicBezTo>
                  <a:cubicBezTo>
                    <a:pt x="5858295" y="772555"/>
                    <a:pt x="5773422" y="829855"/>
                    <a:pt x="5773422" y="829855"/>
                  </a:cubicBezTo>
                  <a:cubicBezTo>
                    <a:pt x="5773422" y="829855"/>
                    <a:pt x="5785774" y="834658"/>
                    <a:pt x="5806242" y="845091"/>
                  </a:cubicBezTo>
                  <a:cubicBezTo>
                    <a:pt x="5817887" y="848734"/>
                    <a:pt x="5829710" y="852378"/>
                    <a:pt x="5841356" y="855855"/>
                  </a:cubicBezTo>
                  <a:cubicBezTo>
                    <a:pt x="5858824" y="771065"/>
                    <a:pt x="5956578" y="709790"/>
                    <a:pt x="5956578" y="709790"/>
                  </a:cubicBezTo>
                  <a:cubicBezTo>
                    <a:pt x="5900819" y="766428"/>
                    <a:pt x="5903290" y="832339"/>
                    <a:pt x="5915818" y="878875"/>
                  </a:cubicBezTo>
                  <a:lnTo>
                    <a:pt x="5946520" y="888314"/>
                  </a:lnTo>
                  <a:cubicBezTo>
                    <a:pt x="5966282" y="833167"/>
                    <a:pt x="6026100" y="801867"/>
                    <a:pt x="6029805" y="800046"/>
                  </a:cubicBezTo>
                  <a:cubicBezTo>
                    <a:pt x="6027864" y="804517"/>
                    <a:pt x="5996985" y="876059"/>
                    <a:pt x="5996279" y="903716"/>
                  </a:cubicBezTo>
                  <a:cubicBezTo>
                    <a:pt x="6001926" y="905537"/>
                    <a:pt x="6007749" y="907193"/>
                    <a:pt x="6013395" y="909015"/>
                  </a:cubicBezTo>
                  <a:cubicBezTo>
                    <a:pt x="6047274" y="882518"/>
                    <a:pt x="6082388" y="780008"/>
                    <a:pt x="6082388" y="780008"/>
                  </a:cubicBezTo>
                  <a:cubicBezTo>
                    <a:pt x="6089093" y="821906"/>
                    <a:pt x="6072507" y="904213"/>
                    <a:pt x="6067919" y="925907"/>
                  </a:cubicBezTo>
                  <a:cubicBezTo>
                    <a:pt x="6069506" y="926238"/>
                    <a:pt x="6071095" y="926735"/>
                    <a:pt x="6072507" y="927232"/>
                  </a:cubicBezTo>
                  <a:cubicBezTo>
                    <a:pt x="6129324" y="882352"/>
                    <a:pt x="6125618" y="704656"/>
                    <a:pt x="6125618" y="704656"/>
                  </a:cubicBezTo>
                  <a:cubicBezTo>
                    <a:pt x="6182082" y="772389"/>
                    <a:pt x="6157733" y="876225"/>
                    <a:pt x="6139382" y="929716"/>
                  </a:cubicBezTo>
                  <a:cubicBezTo>
                    <a:pt x="6164438" y="882518"/>
                    <a:pt x="6212255" y="835320"/>
                    <a:pt x="6212255" y="835320"/>
                  </a:cubicBezTo>
                  <a:cubicBezTo>
                    <a:pt x="6186847" y="876556"/>
                    <a:pt x="6190553" y="928557"/>
                    <a:pt x="6202374" y="967309"/>
                  </a:cubicBezTo>
                  <a:cubicBezTo>
                    <a:pt x="6216137" y="971614"/>
                    <a:pt x="6229901" y="975754"/>
                    <a:pt x="6243664" y="980060"/>
                  </a:cubicBezTo>
                  <a:cubicBezTo>
                    <a:pt x="6248604" y="894607"/>
                    <a:pt x="6358356" y="805676"/>
                    <a:pt x="6365238" y="800212"/>
                  </a:cubicBezTo>
                  <a:cubicBezTo>
                    <a:pt x="6279483" y="885002"/>
                    <a:pt x="6314597" y="971449"/>
                    <a:pt x="6336829" y="1008545"/>
                  </a:cubicBezTo>
                  <a:cubicBezTo>
                    <a:pt x="6340888" y="1009704"/>
                    <a:pt x="6344770" y="1011029"/>
                    <a:pt x="6348829" y="1012188"/>
                  </a:cubicBezTo>
                  <a:cubicBezTo>
                    <a:pt x="6349534" y="949920"/>
                    <a:pt x="6415527" y="894276"/>
                    <a:pt x="6419762" y="890798"/>
                  </a:cubicBezTo>
                  <a:cubicBezTo>
                    <a:pt x="6417116" y="896263"/>
                    <a:pt x="6351299" y="1026761"/>
                    <a:pt x="6419762" y="1002417"/>
                  </a:cubicBezTo>
                  <a:cubicBezTo>
                    <a:pt x="6489989" y="977576"/>
                    <a:pt x="6483107" y="872250"/>
                    <a:pt x="6483107" y="872250"/>
                  </a:cubicBezTo>
                  <a:cubicBezTo>
                    <a:pt x="6537984" y="968137"/>
                    <a:pt x="6483107" y="1048290"/>
                    <a:pt x="6483107" y="1048290"/>
                  </a:cubicBezTo>
                  <a:cubicBezTo>
                    <a:pt x="6576627" y="1014175"/>
                    <a:pt x="6586684" y="877715"/>
                    <a:pt x="6586684" y="877715"/>
                  </a:cubicBezTo>
                  <a:cubicBezTo>
                    <a:pt x="6648090" y="962175"/>
                    <a:pt x="6597624" y="1066507"/>
                    <a:pt x="6588272" y="1084227"/>
                  </a:cubicBezTo>
                  <a:cubicBezTo>
                    <a:pt x="6588978" y="1084227"/>
                    <a:pt x="6589684" y="1084724"/>
                    <a:pt x="6590214" y="1084889"/>
                  </a:cubicBezTo>
                  <a:cubicBezTo>
                    <a:pt x="6663970" y="1035704"/>
                    <a:pt x="6654441" y="799880"/>
                    <a:pt x="6654441" y="799880"/>
                  </a:cubicBezTo>
                  <a:cubicBezTo>
                    <a:pt x="6758371" y="897423"/>
                    <a:pt x="6696966" y="1057896"/>
                    <a:pt x="6679321" y="1097641"/>
                  </a:cubicBezTo>
                  <a:cubicBezTo>
                    <a:pt x="6739667" y="976748"/>
                    <a:pt x="6825422" y="924913"/>
                    <a:pt x="6830717" y="921767"/>
                  </a:cubicBezTo>
                  <a:cubicBezTo>
                    <a:pt x="6756254" y="1013844"/>
                    <a:pt x="6779721" y="1105921"/>
                    <a:pt x="6795426" y="1145170"/>
                  </a:cubicBezTo>
                  <a:cubicBezTo>
                    <a:pt x="6798425" y="1145998"/>
                    <a:pt x="6801248" y="1146826"/>
                    <a:pt x="6804072" y="1147654"/>
                  </a:cubicBezTo>
                  <a:cubicBezTo>
                    <a:pt x="6806189" y="1087539"/>
                    <a:pt x="6861948" y="1018978"/>
                    <a:pt x="6861948" y="1018978"/>
                  </a:cubicBezTo>
                  <a:cubicBezTo>
                    <a:pt x="6861948" y="1018978"/>
                    <a:pt x="6864065" y="1113870"/>
                    <a:pt x="6882945" y="1170177"/>
                  </a:cubicBezTo>
                  <a:cubicBezTo>
                    <a:pt x="6904825" y="1176304"/>
                    <a:pt x="6926706" y="1182597"/>
                    <a:pt x="6948409" y="1188725"/>
                  </a:cubicBezTo>
                  <a:cubicBezTo>
                    <a:pt x="6988993" y="1130928"/>
                    <a:pt x="6936763" y="1008876"/>
                    <a:pt x="6934469" y="1003245"/>
                  </a:cubicBezTo>
                  <a:cubicBezTo>
                    <a:pt x="7021989" y="1065348"/>
                    <a:pt x="7012460" y="1203795"/>
                    <a:pt x="7012460" y="1203795"/>
                  </a:cubicBezTo>
                  <a:cubicBezTo>
                    <a:pt x="7041751" y="1075781"/>
                    <a:pt x="7162973" y="999271"/>
                    <a:pt x="7177971" y="990162"/>
                  </a:cubicBezTo>
                  <a:cubicBezTo>
                    <a:pt x="7056220" y="1074291"/>
                    <a:pt x="7091158" y="1205782"/>
                    <a:pt x="7099274" y="1231286"/>
                  </a:cubicBezTo>
                  <a:cubicBezTo>
                    <a:pt x="7100334" y="1231617"/>
                    <a:pt x="7101215" y="1231783"/>
                    <a:pt x="7102098" y="1232114"/>
                  </a:cubicBezTo>
                  <a:cubicBezTo>
                    <a:pt x="7135446" y="1116520"/>
                    <a:pt x="7271843" y="1111552"/>
                    <a:pt x="7271843" y="1111552"/>
                  </a:cubicBezTo>
                  <a:cubicBezTo>
                    <a:pt x="7271843" y="1111552"/>
                    <a:pt x="7202851" y="1194686"/>
                    <a:pt x="7181677" y="1254139"/>
                  </a:cubicBezTo>
                  <a:cubicBezTo>
                    <a:pt x="7221202" y="1264904"/>
                    <a:pt x="7260727" y="1275834"/>
                    <a:pt x="7300252" y="1286598"/>
                  </a:cubicBezTo>
                  <a:cubicBezTo>
                    <a:pt x="7419356" y="1219196"/>
                    <a:pt x="7382831" y="1061373"/>
                    <a:pt x="7381066" y="1053424"/>
                  </a:cubicBezTo>
                  <a:cubicBezTo>
                    <a:pt x="7452528" y="1117348"/>
                    <a:pt x="7452353" y="1220356"/>
                    <a:pt x="7445471" y="1278152"/>
                  </a:cubicBezTo>
                  <a:cubicBezTo>
                    <a:pt x="7477585" y="1178788"/>
                    <a:pt x="7601100" y="1060711"/>
                    <a:pt x="7608864" y="1053424"/>
                  </a:cubicBezTo>
                  <a:cubicBezTo>
                    <a:pt x="7505816" y="1194190"/>
                    <a:pt x="7551164" y="1330981"/>
                    <a:pt x="7560870" y="1355822"/>
                  </a:cubicBezTo>
                  <a:cubicBezTo>
                    <a:pt x="7561575" y="1356153"/>
                    <a:pt x="7562282" y="1356319"/>
                    <a:pt x="7562987" y="1356484"/>
                  </a:cubicBezTo>
                  <a:cubicBezTo>
                    <a:pt x="7570927" y="1281133"/>
                    <a:pt x="7671857" y="1189387"/>
                    <a:pt x="7677151" y="1184916"/>
                  </a:cubicBezTo>
                  <a:cubicBezTo>
                    <a:pt x="7674151" y="1192865"/>
                    <a:pt x="7600395" y="1383478"/>
                    <a:pt x="7677327" y="1345223"/>
                  </a:cubicBezTo>
                  <a:cubicBezTo>
                    <a:pt x="7756025" y="1306306"/>
                    <a:pt x="7773316" y="1165043"/>
                    <a:pt x="7773316" y="1165043"/>
                  </a:cubicBezTo>
                  <a:cubicBezTo>
                    <a:pt x="7833840" y="1286929"/>
                    <a:pt x="7773316" y="1369733"/>
                    <a:pt x="7773316" y="1369733"/>
                  </a:cubicBezTo>
                  <a:cubicBezTo>
                    <a:pt x="7885716" y="1311274"/>
                    <a:pt x="7910066" y="1096979"/>
                    <a:pt x="7910066" y="1096979"/>
                  </a:cubicBezTo>
                  <a:cubicBezTo>
                    <a:pt x="7998292" y="1286929"/>
                    <a:pt x="7868600" y="1418421"/>
                    <a:pt x="7868600" y="1418421"/>
                  </a:cubicBezTo>
                  <a:lnTo>
                    <a:pt x="7856954" y="1431835"/>
                  </a:lnTo>
                  <a:cubicBezTo>
                    <a:pt x="7877070" y="1436803"/>
                    <a:pt x="7897008" y="1441938"/>
                    <a:pt x="7916947" y="1446906"/>
                  </a:cubicBezTo>
                  <a:cubicBezTo>
                    <a:pt x="7941298" y="1429186"/>
                    <a:pt x="8044699" y="1346216"/>
                    <a:pt x="8027936" y="1226317"/>
                  </a:cubicBezTo>
                  <a:cubicBezTo>
                    <a:pt x="8027936" y="1226317"/>
                    <a:pt x="8091281" y="1344395"/>
                    <a:pt x="8029876" y="1450549"/>
                  </a:cubicBezTo>
                  <a:lnTo>
                    <a:pt x="8097103" y="1373873"/>
                  </a:lnTo>
                  <a:lnTo>
                    <a:pt x="8097103" y="1458332"/>
                  </a:lnTo>
                  <a:cubicBezTo>
                    <a:pt x="8097103" y="1458332"/>
                    <a:pt x="8166272" y="1430014"/>
                    <a:pt x="8166272" y="1320713"/>
                  </a:cubicBezTo>
                  <a:cubicBezTo>
                    <a:pt x="8166272" y="1320713"/>
                    <a:pt x="8214267" y="1450715"/>
                    <a:pt x="8173507" y="1509505"/>
                  </a:cubicBezTo>
                  <a:cubicBezTo>
                    <a:pt x="8177918" y="1510498"/>
                    <a:pt x="8182330" y="1511492"/>
                    <a:pt x="8186741" y="1512651"/>
                  </a:cubicBezTo>
                  <a:lnTo>
                    <a:pt x="8253263" y="1493441"/>
                  </a:lnTo>
                  <a:cubicBezTo>
                    <a:pt x="8253263" y="1493441"/>
                    <a:pt x="8213561" y="1273515"/>
                    <a:pt x="8386484" y="1179119"/>
                  </a:cubicBezTo>
                  <a:cubicBezTo>
                    <a:pt x="8386484" y="1179119"/>
                    <a:pt x="8257498" y="1406332"/>
                    <a:pt x="8345547" y="1518448"/>
                  </a:cubicBezTo>
                  <a:cubicBezTo>
                    <a:pt x="8345547" y="1518448"/>
                    <a:pt x="8339195" y="1400536"/>
                    <a:pt x="8424244" y="1348866"/>
                  </a:cubicBezTo>
                  <a:cubicBezTo>
                    <a:pt x="8424244" y="1348866"/>
                    <a:pt x="8388953" y="1469428"/>
                    <a:pt x="8461475" y="1539645"/>
                  </a:cubicBezTo>
                  <a:lnTo>
                    <a:pt x="8499588" y="1403351"/>
                  </a:lnTo>
                  <a:lnTo>
                    <a:pt x="8544231" y="1557696"/>
                  </a:lnTo>
                  <a:lnTo>
                    <a:pt x="8568757" y="1459492"/>
                  </a:lnTo>
                  <a:cubicBezTo>
                    <a:pt x="8568757" y="1459492"/>
                    <a:pt x="8602459" y="1553722"/>
                    <a:pt x="8642160" y="1578894"/>
                  </a:cubicBezTo>
                  <a:cubicBezTo>
                    <a:pt x="8642160" y="1578894"/>
                    <a:pt x="8713446" y="1542129"/>
                    <a:pt x="8707095" y="1435810"/>
                  </a:cubicBezTo>
                  <a:cubicBezTo>
                    <a:pt x="8707095" y="1435810"/>
                    <a:pt x="8761088" y="1577238"/>
                    <a:pt x="8698272" y="1630232"/>
                  </a:cubicBezTo>
                  <a:cubicBezTo>
                    <a:pt x="8700389" y="1630563"/>
                    <a:pt x="8702507" y="1631060"/>
                    <a:pt x="8704624" y="1631557"/>
                  </a:cubicBezTo>
                  <a:cubicBezTo>
                    <a:pt x="8742913" y="1622614"/>
                    <a:pt x="8877899" y="1578728"/>
                    <a:pt x="8864312" y="1406332"/>
                  </a:cubicBezTo>
                  <a:cubicBezTo>
                    <a:pt x="8864312" y="1406332"/>
                    <a:pt x="8928893" y="1580053"/>
                    <a:pt x="8865547" y="1651098"/>
                  </a:cubicBezTo>
                  <a:cubicBezTo>
                    <a:pt x="8869781" y="1649939"/>
                    <a:pt x="8937363" y="1627914"/>
                    <a:pt x="8961890" y="1547926"/>
                  </a:cubicBezTo>
                  <a:cubicBezTo>
                    <a:pt x="8961890" y="1547926"/>
                    <a:pt x="9004414" y="1642321"/>
                    <a:pt x="8963478" y="1687532"/>
                  </a:cubicBezTo>
                  <a:cubicBezTo>
                    <a:pt x="8975300" y="1690016"/>
                    <a:pt x="8986946" y="1692500"/>
                    <a:pt x="8998592" y="1694985"/>
                  </a:cubicBezTo>
                  <a:cubicBezTo>
                    <a:pt x="9029823" y="1683889"/>
                    <a:pt x="9065819" y="1667991"/>
                    <a:pt x="9065819" y="1667991"/>
                  </a:cubicBezTo>
                  <a:cubicBezTo>
                    <a:pt x="9065819" y="1667991"/>
                    <a:pt x="9015178" y="1516129"/>
                    <a:pt x="9134811" y="1442103"/>
                  </a:cubicBezTo>
                  <a:cubicBezTo>
                    <a:pt x="9134811" y="1442103"/>
                    <a:pt x="9078170" y="1634703"/>
                    <a:pt x="9169396" y="1704921"/>
                  </a:cubicBezTo>
                  <a:cubicBezTo>
                    <a:pt x="9169396" y="1704921"/>
                    <a:pt x="9131635" y="1607047"/>
                    <a:pt x="9185101" y="1553887"/>
                  </a:cubicBezTo>
                  <a:cubicBezTo>
                    <a:pt x="9185101" y="1553887"/>
                    <a:pt x="9197805" y="1660538"/>
                    <a:pt x="9268385" y="1709061"/>
                  </a:cubicBezTo>
                  <a:cubicBezTo>
                    <a:pt x="9339142" y="1757584"/>
                    <a:pt x="9348493" y="1615825"/>
                    <a:pt x="9348493" y="1615825"/>
                  </a:cubicBezTo>
                  <a:cubicBezTo>
                    <a:pt x="9348493" y="1615825"/>
                    <a:pt x="9407252" y="1712704"/>
                    <a:pt x="9393841" y="1775138"/>
                  </a:cubicBezTo>
                  <a:cubicBezTo>
                    <a:pt x="9396312" y="1775635"/>
                    <a:pt x="9398783" y="1776132"/>
                    <a:pt x="9401428" y="1776629"/>
                  </a:cubicBezTo>
                  <a:cubicBezTo>
                    <a:pt x="9426661" y="1762386"/>
                    <a:pt x="9498301" y="1714194"/>
                    <a:pt x="9493183" y="1621786"/>
                  </a:cubicBezTo>
                  <a:cubicBezTo>
                    <a:pt x="9493183" y="1621786"/>
                    <a:pt x="9529886" y="1735392"/>
                    <a:pt x="9506770" y="1797164"/>
                  </a:cubicBezTo>
                  <a:cubicBezTo>
                    <a:pt x="9507299" y="1797164"/>
                    <a:pt x="9507829" y="1797329"/>
                    <a:pt x="9508358" y="1797329"/>
                  </a:cubicBezTo>
                  <a:lnTo>
                    <a:pt x="9565528" y="1713201"/>
                  </a:lnTo>
                  <a:lnTo>
                    <a:pt x="9565528" y="1795839"/>
                  </a:lnTo>
                  <a:lnTo>
                    <a:pt x="9612641" y="1645303"/>
                  </a:lnTo>
                  <a:lnTo>
                    <a:pt x="9631521" y="1819521"/>
                  </a:lnTo>
                  <a:cubicBezTo>
                    <a:pt x="9631521" y="1819521"/>
                    <a:pt x="9657636" y="1733902"/>
                    <a:pt x="9701220" y="1695481"/>
                  </a:cubicBezTo>
                  <a:cubicBezTo>
                    <a:pt x="9701220" y="1695481"/>
                    <a:pt x="9688161" y="1796170"/>
                    <a:pt x="9732098" y="1837406"/>
                  </a:cubicBezTo>
                  <a:cubicBezTo>
                    <a:pt x="9732098" y="1837406"/>
                    <a:pt x="9819971" y="1772323"/>
                    <a:pt x="9766859" y="1574920"/>
                  </a:cubicBezTo>
                  <a:cubicBezTo>
                    <a:pt x="9771447" y="1581047"/>
                    <a:pt x="9854379" y="1695978"/>
                    <a:pt x="9830911" y="1818361"/>
                  </a:cubicBezTo>
                  <a:cubicBezTo>
                    <a:pt x="9829675" y="1824654"/>
                    <a:pt x="9828263" y="1830947"/>
                    <a:pt x="9826499" y="1837406"/>
                  </a:cubicBezTo>
                  <a:cubicBezTo>
                    <a:pt x="9826499" y="1837406"/>
                    <a:pt x="9911372" y="1763380"/>
                    <a:pt x="9895668" y="1660207"/>
                  </a:cubicBezTo>
                  <a:cubicBezTo>
                    <a:pt x="9895668" y="1660207"/>
                    <a:pt x="9949838" y="1763711"/>
                    <a:pt x="9897608" y="1837406"/>
                  </a:cubicBezTo>
                  <a:lnTo>
                    <a:pt x="9964836" y="1857776"/>
                  </a:lnTo>
                  <a:cubicBezTo>
                    <a:pt x="9964836" y="1857776"/>
                    <a:pt x="9971012" y="1757584"/>
                    <a:pt x="10043358" y="1716182"/>
                  </a:cubicBezTo>
                  <a:cubicBezTo>
                    <a:pt x="10043358" y="1716182"/>
                    <a:pt x="9999421" y="1807597"/>
                    <a:pt x="10024477" y="1857776"/>
                  </a:cubicBezTo>
                  <a:cubicBezTo>
                    <a:pt x="10024477" y="1857776"/>
                    <a:pt x="10036828" y="1795011"/>
                    <a:pt x="10073177" y="1762055"/>
                  </a:cubicBezTo>
                  <a:cubicBezTo>
                    <a:pt x="10067002" y="1773151"/>
                    <a:pt x="10073884" y="1844362"/>
                    <a:pt x="10089412" y="1882451"/>
                  </a:cubicBezTo>
                  <a:cubicBezTo>
                    <a:pt x="10119584" y="1875993"/>
                    <a:pt x="10181519" y="1854795"/>
                    <a:pt x="10181519" y="1791202"/>
                  </a:cubicBezTo>
                  <a:cubicBezTo>
                    <a:pt x="10181519" y="1791202"/>
                    <a:pt x="10196693" y="1873343"/>
                    <a:pt x="10172520" y="1916897"/>
                  </a:cubicBezTo>
                  <a:cubicBezTo>
                    <a:pt x="10185400" y="1919050"/>
                    <a:pt x="10198105" y="1921203"/>
                    <a:pt x="10210809" y="1923356"/>
                  </a:cubicBezTo>
                  <a:cubicBezTo>
                    <a:pt x="10222984" y="1917228"/>
                    <a:pt x="10232513" y="1912095"/>
                    <a:pt x="10232513" y="1912095"/>
                  </a:cubicBezTo>
                  <a:cubicBezTo>
                    <a:pt x="10232513" y="1912095"/>
                    <a:pt x="10335560" y="1821508"/>
                    <a:pt x="10263744" y="1677099"/>
                  </a:cubicBezTo>
                  <a:cubicBezTo>
                    <a:pt x="10269744" y="1682564"/>
                    <a:pt x="10392906" y="1798157"/>
                    <a:pt x="10316856" y="1926006"/>
                  </a:cubicBezTo>
                  <a:cubicBezTo>
                    <a:pt x="10313857" y="1930974"/>
                    <a:pt x="10311209" y="1935445"/>
                    <a:pt x="10308915" y="1939751"/>
                  </a:cubicBezTo>
                  <a:cubicBezTo>
                    <a:pt x="10324443" y="1942235"/>
                    <a:pt x="10339971" y="1944885"/>
                    <a:pt x="10355499" y="1947535"/>
                  </a:cubicBezTo>
                  <a:cubicBezTo>
                    <a:pt x="10360087" y="1943395"/>
                    <a:pt x="10362911" y="1940745"/>
                    <a:pt x="10362911" y="1940745"/>
                  </a:cubicBezTo>
                  <a:cubicBezTo>
                    <a:pt x="10362911" y="1940745"/>
                    <a:pt x="10353028" y="1833100"/>
                    <a:pt x="10427492" y="1784246"/>
                  </a:cubicBezTo>
                  <a:cubicBezTo>
                    <a:pt x="10427492" y="1784246"/>
                    <a:pt x="10406670" y="1905967"/>
                    <a:pt x="10465604" y="1950019"/>
                  </a:cubicBezTo>
                  <a:cubicBezTo>
                    <a:pt x="10465604" y="1950019"/>
                    <a:pt x="10452371" y="1886757"/>
                    <a:pt x="10484661" y="1842540"/>
                  </a:cubicBezTo>
                  <a:cubicBezTo>
                    <a:pt x="10484661" y="1842540"/>
                    <a:pt x="10496308" y="1939420"/>
                    <a:pt x="10548889" y="1963267"/>
                  </a:cubicBezTo>
                  <a:cubicBezTo>
                    <a:pt x="10601295" y="1986949"/>
                    <a:pt x="10593885" y="1865725"/>
                    <a:pt x="10593885" y="1865725"/>
                  </a:cubicBezTo>
                  <a:cubicBezTo>
                    <a:pt x="10593885" y="1865725"/>
                    <a:pt x="10636939" y="1944719"/>
                    <a:pt x="10620705" y="1989433"/>
                  </a:cubicBezTo>
                  <a:cubicBezTo>
                    <a:pt x="10622469" y="1989433"/>
                    <a:pt x="10624058" y="1989930"/>
                    <a:pt x="10625646" y="1990095"/>
                  </a:cubicBezTo>
                  <a:cubicBezTo>
                    <a:pt x="10644172" y="1970720"/>
                    <a:pt x="10681228" y="1915075"/>
                    <a:pt x="10648583" y="1801138"/>
                  </a:cubicBezTo>
                  <a:cubicBezTo>
                    <a:pt x="10648583" y="1801138"/>
                    <a:pt x="10739279" y="1887916"/>
                    <a:pt x="10721105" y="1979000"/>
                  </a:cubicBezTo>
                  <a:cubicBezTo>
                    <a:pt x="10729575" y="1956809"/>
                    <a:pt x="10750043" y="1921534"/>
                    <a:pt x="10797508" y="1907789"/>
                  </a:cubicBezTo>
                  <a:cubicBezTo>
                    <a:pt x="10797508" y="1907789"/>
                    <a:pt x="10763984" y="1963930"/>
                    <a:pt x="10784275" y="2013777"/>
                  </a:cubicBezTo>
                  <a:cubicBezTo>
                    <a:pt x="10804920" y="2016758"/>
                    <a:pt x="10825388" y="2019905"/>
                    <a:pt x="10845856" y="2022886"/>
                  </a:cubicBezTo>
                  <a:cubicBezTo>
                    <a:pt x="10863677" y="1991917"/>
                    <a:pt x="10874618" y="1942732"/>
                    <a:pt x="10874618" y="1942732"/>
                  </a:cubicBezTo>
                  <a:cubicBezTo>
                    <a:pt x="10874618" y="1942732"/>
                    <a:pt x="10898616" y="1998045"/>
                    <a:pt x="10893322" y="2030007"/>
                  </a:cubicBezTo>
                  <a:cubicBezTo>
                    <a:pt x="10894910" y="2030172"/>
                    <a:pt x="10896498" y="2030338"/>
                    <a:pt x="10897909" y="2030503"/>
                  </a:cubicBezTo>
                  <a:cubicBezTo>
                    <a:pt x="10916613" y="2012618"/>
                    <a:pt x="10969372" y="1948197"/>
                    <a:pt x="10907084" y="1842705"/>
                  </a:cubicBezTo>
                  <a:cubicBezTo>
                    <a:pt x="10912377" y="1846680"/>
                    <a:pt x="11003074" y="1917228"/>
                    <a:pt x="10984901" y="2039612"/>
                  </a:cubicBezTo>
                  <a:cubicBezTo>
                    <a:pt x="11026189" y="2004006"/>
                    <a:pt x="11108415" y="1907292"/>
                    <a:pt x="11063950" y="1728934"/>
                  </a:cubicBezTo>
                  <a:cubicBezTo>
                    <a:pt x="11068715" y="1737877"/>
                    <a:pt x="11166467" y="1928986"/>
                    <a:pt x="11102239" y="2058657"/>
                  </a:cubicBezTo>
                  <a:cubicBezTo>
                    <a:pt x="11102593" y="2058657"/>
                    <a:pt x="11102944" y="2058822"/>
                    <a:pt x="11103121" y="2058822"/>
                  </a:cubicBezTo>
                  <a:cubicBezTo>
                    <a:pt x="11113356" y="2056504"/>
                    <a:pt x="11198935" y="2034643"/>
                    <a:pt x="11208640" y="1941242"/>
                  </a:cubicBezTo>
                  <a:cubicBezTo>
                    <a:pt x="11208640" y="1941242"/>
                    <a:pt x="11232637" y="2009637"/>
                    <a:pt x="11223284" y="2075052"/>
                  </a:cubicBezTo>
                  <a:cubicBezTo>
                    <a:pt x="11251870" y="2078861"/>
                    <a:pt x="11280456" y="2082835"/>
                    <a:pt x="11309040" y="2086478"/>
                  </a:cubicBezTo>
                  <a:cubicBezTo>
                    <a:pt x="11309040" y="2085319"/>
                    <a:pt x="11281514" y="1929152"/>
                    <a:pt x="11388266" y="1880795"/>
                  </a:cubicBezTo>
                  <a:cubicBezTo>
                    <a:pt x="11388266" y="1880795"/>
                    <a:pt x="11378915" y="2028516"/>
                    <a:pt x="11428674" y="2101549"/>
                  </a:cubicBezTo>
                  <a:cubicBezTo>
                    <a:pt x="11457965" y="2105358"/>
                    <a:pt x="11487255" y="2109001"/>
                    <a:pt x="11516546" y="2112645"/>
                  </a:cubicBezTo>
                  <a:cubicBezTo>
                    <a:pt x="11514605" y="2078695"/>
                    <a:pt x="11505077" y="2021892"/>
                    <a:pt x="11550425" y="1965089"/>
                  </a:cubicBezTo>
                  <a:cubicBezTo>
                    <a:pt x="11550425" y="1965089"/>
                    <a:pt x="11556777" y="2101880"/>
                    <a:pt x="11654354" y="2129205"/>
                  </a:cubicBezTo>
                  <a:lnTo>
                    <a:pt x="11674999" y="2131689"/>
                  </a:lnTo>
                  <a:cubicBezTo>
                    <a:pt x="11745932" y="2125727"/>
                    <a:pt x="11714877" y="1953827"/>
                    <a:pt x="11712936" y="1943229"/>
                  </a:cubicBezTo>
                  <a:cubicBezTo>
                    <a:pt x="11718230" y="1950847"/>
                    <a:pt x="11788986" y="2058325"/>
                    <a:pt x="11784223" y="2144275"/>
                  </a:cubicBezTo>
                  <a:cubicBezTo>
                    <a:pt x="11800632" y="2146097"/>
                    <a:pt x="11817042" y="2148084"/>
                    <a:pt x="11833451" y="2149906"/>
                  </a:cubicBezTo>
                  <a:cubicBezTo>
                    <a:pt x="11871919" y="2113307"/>
                    <a:pt x="11910737" y="2041102"/>
                    <a:pt x="11885329" y="1903483"/>
                  </a:cubicBezTo>
                  <a:cubicBezTo>
                    <a:pt x="11885329" y="1903483"/>
                    <a:pt x="11979201" y="2066109"/>
                    <a:pt x="11947792" y="2162492"/>
                  </a:cubicBezTo>
                  <a:cubicBezTo>
                    <a:pt x="11973201" y="2165307"/>
                    <a:pt x="11998610" y="2167791"/>
                    <a:pt x="12024018" y="2170441"/>
                  </a:cubicBezTo>
                  <a:cubicBezTo>
                    <a:pt x="12022255" y="2111982"/>
                    <a:pt x="12032489" y="2026363"/>
                    <a:pt x="12099364" y="1985293"/>
                  </a:cubicBezTo>
                  <a:cubicBezTo>
                    <a:pt x="12099364" y="1985293"/>
                    <a:pt x="12059662" y="2094096"/>
                    <a:pt x="12120184" y="2180543"/>
                  </a:cubicBezTo>
                  <a:cubicBezTo>
                    <a:pt x="12144005" y="2183028"/>
                    <a:pt x="12168003" y="2185677"/>
                    <a:pt x="12191824" y="2188161"/>
                  </a:cubicBezTo>
                  <a:lnTo>
                    <a:pt x="12191999" y="2188161"/>
                  </a:lnTo>
                  <a:lnTo>
                    <a:pt x="12191999" y="2310971"/>
                  </a:lnTo>
                  <a:lnTo>
                    <a:pt x="0" y="2310971"/>
                  </a:lnTo>
                  <a:lnTo>
                    <a:pt x="0" y="371775"/>
                  </a:lnTo>
                  <a:lnTo>
                    <a:pt x="31709" y="364335"/>
                  </a:lnTo>
                  <a:cubicBezTo>
                    <a:pt x="131227" y="315481"/>
                    <a:pt x="88350" y="90421"/>
                    <a:pt x="88350" y="90421"/>
                  </a:cubicBezTo>
                  <a:cubicBezTo>
                    <a:pt x="181692" y="178689"/>
                    <a:pt x="136697" y="327404"/>
                    <a:pt x="136697" y="327404"/>
                  </a:cubicBezTo>
                  <a:cubicBezTo>
                    <a:pt x="136697" y="327404"/>
                    <a:pt x="123816" y="353901"/>
                    <a:pt x="126286" y="370131"/>
                  </a:cubicBezTo>
                  <a:cubicBezTo>
                    <a:pt x="143932" y="368143"/>
                    <a:pt x="161577" y="366156"/>
                    <a:pt x="179398" y="364169"/>
                  </a:cubicBezTo>
                  <a:cubicBezTo>
                    <a:pt x="224569" y="317799"/>
                    <a:pt x="237804" y="186308"/>
                    <a:pt x="237804" y="186308"/>
                  </a:cubicBezTo>
                  <a:cubicBezTo>
                    <a:pt x="275035" y="269276"/>
                    <a:pt x="255095" y="329888"/>
                    <a:pt x="240626" y="357711"/>
                  </a:cubicBezTo>
                  <a:cubicBezTo>
                    <a:pt x="267976" y="354729"/>
                    <a:pt x="295150" y="351914"/>
                    <a:pt x="322500" y="349099"/>
                  </a:cubicBezTo>
                  <a:cubicBezTo>
                    <a:pt x="298326" y="269111"/>
                    <a:pt x="359379" y="188792"/>
                    <a:pt x="359379" y="188792"/>
                  </a:cubicBezTo>
                  <a:cubicBezTo>
                    <a:pt x="330793" y="268945"/>
                    <a:pt x="380199" y="342640"/>
                    <a:pt x="380199" y="342640"/>
                  </a:cubicBezTo>
                  <a:lnTo>
                    <a:pt x="381081" y="343137"/>
                  </a:lnTo>
                  <a:cubicBezTo>
                    <a:pt x="402079" y="340984"/>
                    <a:pt x="422900" y="338831"/>
                    <a:pt x="443722" y="336844"/>
                  </a:cubicBezTo>
                  <a:cubicBezTo>
                    <a:pt x="407902" y="214295"/>
                    <a:pt x="487304" y="105326"/>
                    <a:pt x="487304" y="105326"/>
                  </a:cubicBezTo>
                  <a:cubicBezTo>
                    <a:pt x="462073" y="217110"/>
                    <a:pt x="490658" y="287162"/>
                    <a:pt x="528241" y="328729"/>
                  </a:cubicBezTo>
                  <a:cubicBezTo>
                    <a:pt x="555062" y="326245"/>
                    <a:pt x="581706" y="323595"/>
                    <a:pt x="608351" y="321111"/>
                  </a:cubicBezTo>
                  <a:cubicBezTo>
                    <a:pt x="611703" y="289315"/>
                    <a:pt x="625819" y="256525"/>
                    <a:pt x="625819" y="256525"/>
                  </a:cubicBezTo>
                  <a:cubicBezTo>
                    <a:pt x="625819" y="256525"/>
                    <a:pt x="633936" y="289977"/>
                    <a:pt x="645582" y="317965"/>
                  </a:cubicBezTo>
                  <a:cubicBezTo>
                    <a:pt x="665697" y="316143"/>
                    <a:pt x="685635" y="314321"/>
                    <a:pt x="705575" y="312666"/>
                  </a:cubicBezTo>
                  <a:cubicBezTo>
                    <a:pt x="721632" y="273251"/>
                    <a:pt x="733102" y="220919"/>
                    <a:pt x="733102" y="220919"/>
                  </a:cubicBezTo>
                  <a:cubicBezTo>
                    <a:pt x="749864" y="249404"/>
                    <a:pt x="752158" y="284678"/>
                    <a:pt x="751275" y="308691"/>
                  </a:cubicBezTo>
                  <a:cubicBezTo>
                    <a:pt x="775626" y="306538"/>
                    <a:pt x="800152" y="304550"/>
                    <a:pt x="824503" y="302563"/>
                  </a:cubicBezTo>
                  <a:cubicBezTo>
                    <a:pt x="815151" y="184486"/>
                    <a:pt x="703104" y="0"/>
                    <a:pt x="703104" y="0"/>
                  </a:cubicBezTo>
                  <a:close/>
                </a:path>
              </a:pathLst>
            </a:custGeom>
            <a:gradFill>
              <a:gsLst>
                <a:gs pos="0">
                  <a:srgbClr val="7F905A"/>
                </a:gs>
                <a:gs pos="100000">
                  <a:srgbClr val="BDD377"/>
                </a:gs>
              </a:gsLst>
              <a:lin ang="21101917" scaled="1"/>
            </a:gradFill>
            <a:ln w="165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3FC3C2F-6C8E-4038-17CD-7E3A514095F3}"/>
                </a:ext>
              </a:extLst>
            </p:cNvPr>
            <p:cNvSpPr/>
            <p:nvPr/>
          </p:nvSpPr>
          <p:spPr>
            <a:xfrm>
              <a:off x="-1" y="5216532"/>
              <a:ext cx="9285498" cy="1641468"/>
            </a:xfrm>
            <a:custGeom>
              <a:avLst/>
              <a:gdLst>
                <a:gd name="connsiteX0" fmla="*/ 8310807 w 9285498"/>
                <a:gd name="connsiteY0" fmla="*/ 1592474 h 1641468"/>
                <a:gd name="connsiteX1" fmla="*/ 8276608 w 9285498"/>
                <a:gd name="connsiteY1" fmla="*/ 1639267 h 1641468"/>
                <a:gd name="connsiteX2" fmla="*/ 8275110 w 9285498"/>
                <a:gd name="connsiteY2" fmla="*/ 1641468 h 1641468"/>
                <a:gd name="connsiteX3" fmla="*/ 8162100 w 9285498"/>
                <a:gd name="connsiteY3" fmla="*/ 1641468 h 1641468"/>
                <a:gd name="connsiteX4" fmla="*/ 8202977 w 9285498"/>
                <a:gd name="connsiteY4" fmla="*/ 1619406 h 1641468"/>
                <a:gd name="connsiteX5" fmla="*/ 8310807 w 9285498"/>
                <a:gd name="connsiteY5" fmla="*/ 1592474 h 1641468"/>
                <a:gd name="connsiteX6" fmla="*/ 9262217 w 9285498"/>
                <a:gd name="connsiteY6" fmla="*/ 1569454 h 1641468"/>
                <a:gd name="connsiteX7" fmla="*/ 9285498 w 9285498"/>
                <a:gd name="connsiteY7" fmla="*/ 1641468 h 1641468"/>
                <a:gd name="connsiteX8" fmla="*/ 9250354 w 9285498"/>
                <a:gd name="connsiteY8" fmla="*/ 1641468 h 1641468"/>
                <a:gd name="connsiteX9" fmla="*/ 9255404 w 9285498"/>
                <a:gd name="connsiteY9" fmla="*/ 1615705 h 1641468"/>
                <a:gd name="connsiteX10" fmla="*/ 9262217 w 9285498"/>
                <a:gd name="connsiteY10" fmla="*/ 1569454 h 1641468"/>
                <a:gd name="connsiteX11" fmla="*/ 8813423 w 9285498"/>
                <a:gd name="connsiteY11" fmla="*/ 1500231 h 1641468"/>
                <a:gd name="connsiteX12" fmla="*/ 8765627 w 9285498"/>
                <a:gd name="connsiteY12" fmla="*/ 1583440 h 1641468"/>
                <a:gd name="connsiteX13" fmla="*/ 8743837 w 9285498"/>
                <a:gd name="connsiteY13" fmla="*/ 1641468 h 1641468"/>
                <a:gd name="connsiteX14" fmla="*/ 8692493 w 9285498"/>
                <a:gd name="connsiteY14" fmla="*/ 1641468 h 1641468"/>
                <a:gd name="connsiteX15" fmla="*/ 8701307 w 9285498"/>
                <a:gd name="connsiteY15" fmla="*/ 1628742 h 1641468"/>
                <a:gd name="connsiteX16" fmla="*/ 8739398 w 9285498"/>
                <a:gd name="connsiteY16" fmla="*/ 1581875 h 1641468"/>
                <a:gd name="connsiteX17" fmla="*/ 8739562 w 9285498"/>
                <a:gd name="connsiteY17" fmla="*/ 1581875 h 1641468"/>
                <a:gd name="connsiteX18" fmla="*/ 8813423 w 9285498"/>
                <a:gd name="connsiteY18" fmla="*/ 1500231 h 1641468"/>
                <a:gd name="connsiteX19" fmla="*/ 8473764 w 9285498"/>
                <a:gd name="connsiteY19" fmla="*/ 1500231 h 1641468"/>
                <a:gd name="connsiteX20" fmla="*/ 8535139 w 9285498"/>
                <a:gd name="connsiteY20" fmla="*/ 1585920 h 1641468"/>
                <a:gd name="connsiteX21" fmla="*/ 8552673 w 9285498"/>
                <a:gd name="connsiteY21" fmla="*/ 1641468 h 1641468"/>
                <a:gd name="connsiteX22" fmla="*/ 8481442 w 9285498"/>
                <a:gd name="connsiteY22" fmla="*/ 1641468 h 1641468"/>
                <a:gd name="connsiteX23" fmla="*/ 8483592 w 9285498"/>
                <a:gd name="connsiteY23" fmla="*/ 1594718 h 1641468"/>
                <a:gd name="connsiteX24" fmla="*/ 8473764 w 9285498"/>
                <a:gd name="connsiteY24" fmla="*/ 1500231 h 1641468"/>
                <a:gd name="connsiteX25" fmla="*/ 7699719 w 9285498"/>
                <a:gd name="connsiteY25" fmla="*/ 1445415 h 1641468"/>
                <a:gd name="connsiteX26" fmla="*/ 7714251 w 9285498"/>
                <a:gd name="connsiteY26" fmla="*/ 1610437 h 1641468"/>
                <a:gd name="connsiteX27" fmla="*/ 7721164 w 9285498"/>
                <a:gd name="connsiteY27" fmla="*/ 1641468 h 1641468"/>
                <a:gd name="connsiteX28" fmla="*/ 7615174 w 9285498"/>
                <a:gd name="connsiteY28" fmla="*/ 1641468 h 1641468"/>
                <a:gd name="connsiteX29" fmla="*/ 7628247 w 9285498"/>
                <a:gd name="connsiteY29" fmla="*/ 1577670 h 1641468"/>
                <a:gd name="connsiteX30" fmla="*/ 7699719 w 9285498"/>
                <a:gd name="connsiteY30" fmla="*/ 1445415 h 1641468"/>
                <a:gd name="connsiteX31" fmla="*/ 7807860 w 9285498"/>
                <a:gd name="connsiteY31" fmla="*/ 1420408 h 1641468"/>
                <a:gd name="connsiteX32" fmla="*/ 7914925 w 9285498"/>
                <a:gd name="connsiteY32" fmla="*/ 1616735 h 1641468"/>
                <a:gd name="connsiteX33" fmla="*/ 7918473 w 9285498"/>
                <a:gd name="connsiteY33" fmla="*/ 1641468 h 1641468"/>
                <a:gd name="connsiteX34" fmla="*/ 7850110 w 9285498"/>
                <a:gd name="connsiteY34" fmla="*/ 1641468 h 1641468"/>
                <a:gd name="connsiteX35" fmla="*/ 7851456 w 9285498"/>
                <a:gd name="connsiteY35" fmla="*/ 1631611 h 1641468"/>
                <a:gd name="connsiteX36" fmla="*/ 7807860 w 9285498"/>
                <a:gd name="connsiteY36" fmla="*/ 1420408 h 1641468"/>
                <a:gd name="connsiteX37" fmla="*/ 8172526 w 9285498"/>
                <a:gd name="connsiteY37" fmla="*/ 1398714 h 1641468"/>
                <a:gd name="connsiteX38" fmla="*/ 8039792 w 9285498"/>
                <a:gd name="connsiteY38" fmla="*/ 1625512 h 1641468"/>
                <a:gd name="connsiteX39" fmla="*/ 8039130 w 9285498"/>
                <a:gd name="connsiteY39" fmla="*/ 1641468 h 1641468"/>
                <a:gd name="connsiteX40" fmla="*/ 7958697 w 9285498"/>
                <a:gd name="connsiteY40" fmla="*/ 1641468 h 1641468"/>
                <a:gd name="connsiteX41" fmla="*/ 7980234 w 9285498"/>
                <a:gd name="connsiteY41" fmla="*/ 1598342 h 1641468"/>
                <a:gd name="connsiteX42" fmla="*/ 8172526 w 9285498"/>
                <a:gd name="connsiteY42" fmla="*/ 1398714 h 1641468"/>
                <a:gd name="connsiteX43" fmla="*/ 803029 w 9285498"/>
                <a:gd name="connsiteY43" fmla="*/ 0 h 1641468"/>
                <a:gd name="connsiteX44" fmla="*/ 775538 w 9285498"/>
                <a:gd name="connsiteY44" fmla="*/ 215289 h 1641468"/>
                <a:gd name="connsiteX45" fmla="*/ 802201 w 9285498"/>
                <a:gd name="connsiteY45" fmla="*/ 215289 h 1641468"/>
                <a:gd name="connsiteX46" fmla="*/ 831016 w 9285498"/>
                <a:gd name="connsiteY46" fmla="*/ 99032 h 1641468"/>
                <a:gd name="connsiteX47" fmla="*/ 853704 w 9285498"/>
                <a:gd name="connsiteY47" fmla="*/ 215454 h 1641468"/>
                <a:gd name="connsiteX48" fmla="*/ 918125 w 9285498"/>
                <a:gd name="connsiteY48" fmla="*/ 216282 h 1641468"/>
                <a:gd name="connsiteX49" fmla="*/ 924253 w 9285498"/>
                <a:gd name="connsiteY49" fmla="*/ 126523 h 1641468"/>
                <a:gd name="connsiteX50" fmla="*/ 957043 w 9285498"/>
                <a:gd name="connsiteY50" fmla="*/ 216779 h 1641468"/>
                <a:gd name="connsiteX51" fmla="*/ 991820 w 9285498"/>
                <a:gd name="connsiteY51" fmla="*/ 217276 h 1641468"/>
                <a:gd name="connsiteX52" fmla="*/ 1004903 w 9285498"/>
                <a:gd name="connsiteY52" fmla="*/ 134804 h 1641468"/>
                <a:gd name="connsiteX53" fmla="*/ 1037362 w 9285498"/>
                <a:gd name="connsiteY53" fmla="*/ 217938 h 1641468"/>
                <a:gd name="connsiteX54" fmla="*/ 1123146 w 9285498"/>
                <a:gd name="connsiteY54" fmla="*/ 219760 h 1641468"/>
                <a:gd name="connsiteX55" fmla="*/ 1098305 w 9285498"/>
                <a:gd name="connsiteY55" fmla="*/ 24675 h 1641468"/>
                <a:gd name="connsiteX56" fmla="*/ 1189720 w 9285498"/>
                <a:gd name="connsiteY56" fmla="*/ 187632 h 1641468"/>
                <a:gd name="connsiteX57" fmla="*/ 1252982 w 9285498"/>
                <a:gd name="connsiteY57" fmla="*/ 83465 h 1641468"/>
                <a:gd name="connsiteX58" fmla="*/ 1236753 w 9285498"/>
                <a:gd name="connsiteY58" fmla="*/ 222575 h 1641468"/>
                <a:gd name="connsiteX59" fmla="*/ 1283785 w 9285498"/>
                <a:gd name="connsiteY59" fmla="*/ 223900 h 1641468"/>
                <a:gd name="connsiteX60" fmla="*/ 1275008 w 9285498"/>
                <a:gd name="connsiteY60" fmla="*/ 155173 h 1641468"/>
                <a:gd name="connsiteX61" fmla="*/ 1316906 w 9285498"/>
                <a:gd name="connsiteY61" fmla="*/ 225225 h 1641468"/>
                <a:gd name="connsiteX62" fmla="*/ 1326180 w 9285498"/>
                <a:gd name="connsiteY62" fmla="*/ 225556 h 1641468"/>
                <a:gd name="connsiteX63" fmla="*/ 1371225 w 9285498"/>
                <a:gd name="connsiteY63" fmla="*/ 83465 h 1641468"/>
                <a:gd name="connsiteX64" fmla="*/ 1424054 w 9285498"/>
                <a:gd name="connsiteY64" fmla="*/ 228868 h 1641468"/>
                <a:gd name="connsiteX65" fmla="*/ 1424550 w 9285498"/>
                <a:gd name="connsiteY65" fmla="*/ 229365 h 1641468"/>
                <a:gd name="connsiteX66" fmla="*/ 1466946 w 9285498"/>
                <a:gd name="connsiteY66" fmla="*/ 231021 h 1641468"/>
                <a:gd name="connsiteX67" fmla="*/ 1495430 w 9285498"/>
                <a:gd name="connsiteY67" fmla="*/ 111288 h 1641468"/>
                <a:gd name="connsiteX68" fmla="*/ 1544284 w 9285498"/>
                <a:gd name="connsiteY68" fmla="*/ 234499 h 1641468"/>
                <a:gd name="connsiteX69" fmla="*/ 1620629 w 9285498"/>
                <a:gd name="connsiteY69" fmla="*/ 238308 h 1641468"/>
                <a:gd name="connsiteX70" fmla="*/ 1647457 w 9285498"/>
                <a:gd name="connsiteY70" fmla="*/ 89758 h 1641468"/>
                <a:gd name="connsiteX71" fmla="*/ 1697636 w 9285498"/>
                <a:gd name="connsiteY71" fmla="*/ 242117 h 1641468"/>
                <a:gd name="connsiteX72" fmla="*/ 1771662 w 9285498"/>
                <a:gd name="connsiteY72" fmla="*/ 246754 h 1641468"/>
                <a:gd name="connsiteX73" fmla="*/ 1786898 w 9285498"/>
                <a:gd name="connsiteY73" fmla="*/ 146893 h 1641468"/>
                <a:gd name="connsiteX74" fmla="*/ 1817038 w 9285498"/>
                <a:gd name="connsiteY74" fmla="*/ 249735 h 1641468"/>
                <a:gd name="connsiteX75" fmla="*/ 1821344 w 9285498"/>
                <a:gd name="connsiteY75" fmla="*/ 249735 h 1641468"/>
                <a:gd name="connsiteX76" fmla="*/ 1895536 w 9285498"/>
                <a:gd name="connsiteY76" fmla="*/ 129836 h 1641468"/>
                <a:gd name="connsiteX77" fmla="*/ 1876326 w 9285498"/>
                <a:gd name="connsiteY77" fmla="*/ 253544 h 1641468"/>
                <a:gd name="connsiteX78" fmla="*/ 1911600 w 9285498"/>
                <a:gd name="connsiteY78" fmla="*/ 255862 h 1641468"/>
                <a:gd name="connsiteX79" fmla="*/ 1926504 w 9285498"/>
                <a:gd name="connsiteY79" fmla="*/ 164116 h 1641468"/>
                <a:gd name="connsiteX80" fmla="*/ 1972046 w 9285498"/>
                <a:gd name="connsiteY80" fmla="*/ 260002 h 1641468"/>
                <a:gd name="connsiteX81" fmla="*/ 2057334 w 9285498"/>
                <a:gd name="connsiteY81" fmla="*/ 266958 h 1641468"/>
                <a:gd name="connsiteX82" fmla="*/ 2057499 w 9285498"/>
                <a:gd name="connsiteY82" fmla="*/ 266295 h 1641468"/>
                <a:gd name="connsiteX83" fmla="*/ 2112812 w 9285498"/>
                <a:gd name="connsiteY83" fmla="*/ 111122 h 1641468"/>
                <a:gd name="connsiteX84" fmla="*/ 2134672 w 9285498"/>
                <a:gd name="connsiteY84" fmla="*/ 272754 h 1641468"/>
                <a:gd name="connsiteX85" fmla="*/ 2135169 w 9285498"/>
                <a:gd name="connsiteY85" fmla="*/ 273251 h 1641468"/>
                <a:gd name="connsiteX86" fmla="*/ 2161169 w 9285498"/>
                <a:gd name="connsiteY86" fmla="*/ 275238 h 1641468"/>
                <a:gd name="connsiteX87" fmla="*/ 2180876 w 9285498"/>
                <a:gd name="connsiteY87" fmla="*/ 182664 h 1641468"/>
                <a:gd name="connsiteX88" fmla="*/ 2206711 w 9285498"/>
                <a:gd name="connsiteY88" fmla="*/ 279213 h 1641468"/>
                <a:gd name="connsiteX89" fmla="*/ 2259374 w 9285498"/>
                <a:gd name="connsiteY89" fmla="*/ 284181 h 1641468"/>
                <a:gd name="connsiteX90" fmla="*/ 2283553 w 9285498"/>
                <a:gd name="connsiteY90" fmla="*/ 161963 h 1641468"/>
                <a:gd name="connsiteX91" fmla="*/ 2318992 w 9285498"/>
                <a:gd name="connsiteY91" fmla="*/ 289812 h 1641468"/>
                <a:gd name="connsiteX92" fmla="*/ 2384738 w 9285498"/>
                <a:gd name="connsiteY92" fmla="*/ 296105 h 1641468"/>
                <a:gd name="connsiteX93" fmla="*/ 2395006 w 9285498"/>
                <a:gd name="connsiteY93" fmla="*/ 191938 h 1641468"/>
                <a:gd name="connsiteX94" fmla="*/ 2445847 w 9285498"/>
                <a:gd name="connsiteY94" fmla="*/ 302397 h 1641468"/>
                <a:gd name="connsiteX95" fmla="*/ 2502650 w 9285498"/>
                <a:gd name="connsiteY95" fmla="*/ 308691 h 1641468"/>
                <a:gd name="connsiteX96" fmla="*/ 2491554 w 9285498"/>
                <a:gd name="connsiteY96" fmla="*/ 215123 h 1641468"/>
                <a:gd name="connsiteX97" fmla="*/ 2536268 w 9285498"/>
                <a:gd name="connsiteY97" fmla="*/ 312665 h 1641468"/>
                <a:gd name="connsiteX98" fmla="*/ 2595555 w 9285498"/>
                <a:gd name="connsiteY98" fmla="*/ 318958 h 1641468"/>
                <a:gd name="connsiteX99" fmla="*/ 2640269 w 9285498"/>
                <a:gd name="connsiteY99" fmla="*/ 179518 h 1641468"/>
                <a:gd name="connsiteX100" fmla="*/ 2653683 w 9285498"/>
                <a:gd name="connsiteY100" fmla="*/ 325748 h 1641468"/>
                <a:gd name="connsiteX101" fmla="*/ 2698728 w 9285498"/>
                <a:gd name="connsiteY101" fmla="*/ 331544 h 1641468"/>
                <a:gd name="connsiteX102" fmla="*/ 2711811 w 9285498"/>
                <a:gd name="connsiteY102" fmla="*/ 241620 h 1641468"/>
                <a:gd name="connsiteX103" fmla="*/ 2752385 w 9285498"/>
                <a:gd name="connsiteY103" fmla="*/ 338500 h 1641468"/>
                <a:gd name="connsiteX104" fmla="*/ 2866985 w 9285498"/>
                <a:gd name="connsiteY104" fmla="*/ 352908 h 1641468"/>
                <a:gd name="connsiteX105" fmla="*/ 2897788 w 9285498"/>
                <a:gd name="connsiteY105" fmla="*/ 266295 h 1641468"/>
                <a:gd name="connsiteX106" fmla="*/ 2921138 w 9285498"/>
                <a:gd name="connsiteY106" fmla="*/ 360360 h 1641468"/>
                <a:gd name="connsiteX107" fmla="*/ 2921138 w 9285498"/>
                <a:gd name="connsiteY107" fmla="*/ 360857 h 1641468"/>
                <a:gd name="connsiteX108" fmla="*/ 2970986 w 9285498"/>
                <a:gd name="connsiteY108" fmla="*/ 367978 h 1641468"/>
                <a:gd name="connsiteX109" fmla="*/ 3003113 w 9285498"/>
                <a:gd name="connsiteY109" fmla="*/ 285506 h 1641468"/>
                <a:gd name="connsiteX110" fmla="*/ 3009406 w 9285498"/>
                <a:gd name="connsiteY110" fmla="*/ 373443 h 1641468"/>
                <a:gd name="connsiteX111" fmla="*/ 3026464 w 9285498"/>
                <a:gd name="connsiteY111" fmla="*/ 375762 h 1641468"/>
                <a:gd name="connsiteX112" fmla="*/ 3056108 w 9285498"/>
                <a:gd name="connsiteY112" fmla="*/ 214626 h 1641468"/>
                <a:gd name="connsiteX113" fmla="*/ 3079292 w 9285498"/>
                <a:gd name="connsiteY113" fmla="*/ 382883 h 1641468"/>
                <a:gd name="connsiteX114" fmla="*/ 3153484 w 9285498"/>
                <a:gd name="connsiteY114" fmla="*/ 238473 h 1641468"/>
                <a:gd name="connsiteX115" fmla="*/ 3153484 w 9285498"/>
                <a:gd name="connsiteY115" fmla="*/ 377417 h 1641468"/>
                <a:gd name="connsiteX116" fmla="*/ 3215918 w 9285498"/>
                <a:gd name="connsiteY116" fmla="*/ 296933 h 1641468"/>
                <a:gd name="connsiteX117" fmla="*/ 3190083 w 9285498"/>
                <a:gd name="connsiteY117" fmla="*/ 384704 h 1641468"/>
                <a:gd name="connsiteX118" fmla="*/ 3195052 w 9285498"/>
                <a:gd name="connsiteY118" fmla="*/ 401099 h 1641468"/>
                <a:gd name="connsiteX119" fmla="*/ 3226848 w 9285498"/>
                <a:gd name="connsiteY119" fmla="*/ 406398 h 1641468"/>
                <a:gd name="connsiteX120" fmla="*/ 3290275 w 9285498"/>
                <a:gd name="connsiteY120" fmla="*/ 259340 h 1641468"/>
                <a:gd name="connsiteX121" fmla="*/ 3277193 w 9285498"/>
                <a:gd name="connsiteY121" fmla="*/ 414679 h 1641468"/>
                <a:gd name="connsiteX122" fmla="*/ 3280339 w 9285498"/>
                <a:gd name="connsiteY122" fmla="*/ 415341 h 1641468"/>
                <a:gd name="connsiteX123" fmla="*/ 3307167 w 9285498"/>
                <a:gd name="connsiteY123" fmla="*/ 329723 h 1641468"/>
                <a:gd name="connsiteX124" fmla="*/ 3325550 w 9285498"/>
                <a:gd name="connsiteY124" fmla="*/ 417660 h 1641468"/>
                <a:gd name="connsiteX125" fmla="*/ 3373244 w 9285498"/>
                <a:gd name="connsiteY125" fmla="*/ 320780 h 1641468"/>
                <a:gd name="connsiteX126" fmla="*/ 3361321 w 9285498"/>
                <a:gd name="connsiteY126" fmla="*/ 400603 h 1641468"/>
                <a:gd name="connsiteX127" fmla="*/ 3370760 w 9285498"/>
                <a:gd name="connsiteY127" fmla="*/ 430577 h 1641468"/>
                <a:gd name="connsiteX128" fmla="*/ 3401563 w 9285498"/>
                <a:gd name="connsiteY128" fmla="*/ 435711 h 1641468"/>
                <a:gd name="connsiteX129" fmla="*/ 3409678 w 9285498"/>
                <a:gd name="connsiteY129" fmla="*/ 423125 h 1641468"/>
                <a:gd name="connsiteX130" fmla="*/ 3417296 w 9285498"/>
                <a:gd name="connsiteY130" fmla="*/ 269773 h 1641468"/>
                <a:gd name="connsiteX131" fmla="*/ 3448099 w 9285498"/>
                <a:gd name="connsiteY131" fmla="*/ 428755 h 1641468"/>
                <a:gd name="connsiteX132" fmla="*/ 3484698 w 9285498"/>
                <a:gd name="connsiteY132" fmla="*/ 318958 h 1641468"/>
                <a:gd name="connsiteX133" fmla="*/ 3477576 w 9285498"/>
                <a:gd name="connsiteY133" fmla="*/ 449788 h 1641468"/>
                <a:gd name="connsiteX134" fmla="*/ 3524940 w 9285498"/>
                <a:gd name="connsiteY134" fmla="*/ 458399 h 1641468"/>
                <a:gd name="connsiteX135" fmla="*/ 3579756 w 9285498"/>
                <a:gd name="connsiteY135" fmla="*/ 300576 h 1641468"/>
                <a:gd name="connsiteX136" fmla="*/ 3572800 w 9285498"/>
                <a:gd name="connsiteY136" fmla="*/ 440017 h 1641468"/>
                <a:gd name="connsiteX137" fmla="*/ 3583399 w 9285498"/>
                <a:gd name="connsiteY137" fmla="*/ 375596 h 1641468"/>
                <a:gd name="connsiteX138" fmla="*/ 3596316 w 9285498"/>
                <a:gd name="connsiteY138" fmla="*/ 446806 h 1641468"/>
                <a:gd name="connsiteX139" fmla="*/ 3632088 w 9285498"/>
                <a:gd name="connsiteY139" fmla="*/ 478437 h 1641468"/>
                <a:gd name="connsiteX140" fmla="*/ 3638049 w 9285498"/>
                <a:gd name="connsiteY140" fmla="*/ 479763 h 1641468"/>
                <a:gd name="connsiteX141" fmla="*/ 3708929 w 9285498"/>
                <a:gd name="connsiteY141" fmla="*/ 330385 h 1641468"/>
                <a:gd name="connsiteX142" fmla="*/ 3682266 w 9285498"/>
                <a:gd name="connsiteY142" fmla="*/ 473138 h 1641468"/>
                <a:gd name="connsiteX143" fmla="*/ 3692203 w 9285498"/>
                <a:gd name="connsiteY143" fmla="*/ 490527 h 1641468"/>
                <a:gd name="connsiteX144" fmla="*/ 3729133 w 9285498"/>
                <a:gd name="connsiteY144" fmla="*/ 498145 h 1641468"/>
                <a:gd name="connsiteX145" fmla="*/ 3802994 w 9285498"/>
                <a:gd name="connsiteY145" fmla="*/ 309850 h 1641468"/>
                <a:gd name="connsiteX146" fmla="*/ 3798522 w 9285498"/>
                <a:gd name="connsiteY146" fmla="*/ 512387 h 1641468"/>
                <a:gd name="connsiteX147" fmla="*/ 3822204 w 9285498"/>
                <a:gd name="connsiteY147" fmla="*/ 517355 h 1641468"/>
                <a:gd name="connsiteX148" fmla="*/ 3824854 w 9285498"/>
                <a:gd name="connsiteY148" fmla="*/ 516527 h 1641468"/>
                <a:gd name="connsiteX149" fmla="*/ 3898052 w 9285498"/>
                <a:gd name="connsiteY149" fmla="*/ 300576 h 1641468"/>
                <a:gd name="connsiteX150" fmla="*/ 3886956 w 9285498"/>
                <a:gd name="connsiteY150" fmla="*/ 530769 h 1641468"/>
                <a:gd name="connsiteX151" fmla="*/ 3909810 w 9285498"/>
                <a:gd name="connsiteY151" fmla="*/ 535572 h 1641468"/>
                <a:gd name="connsiteX152" fmla="*/ 3957505 w 9285498"/>
                <a:gd name="connsiteY152" fmla="*/ 546336 h 1641468"/>
                <a:gd name="connsiteX153" fmla="*/ 3992944 w 9285498"/>
                <a:gd name="connsiteY153" fmla="*/ 391163 h 1641468"/>
                <a:gd name="connsiteX154" fmla="*/ 4016461 w 9285498"/>
                <a:gd name="connsiteY154" fmla="*/ 559750 h 1641468"/>
                <a:gd name="connsiteX155" fmla="*/ 4029875 w 9285498"/>
                <a:gd name="connsiteY155" fmla="*/ 562897 h 1641468"/>
                <a:gd name="connsiteX156" fmla="*/ 4023250 w 9285498"/>
                <a:gd name="connsiteY156" fmla="*/ 518349 h 1641468"/>
                <a:gd name="connsiteX157" fmla="*/ 4141659 w 9285498"/>
                <a:gd name="connsiteY157" fmla="*/ 295608 h 1641468"/>
                <a:gd name="connsiteX158" fmla="*/ 4120296 w 9285498"/>
                <a:gd name="connsiteY158" fmla="*/ 561572 h 1641468"/>
                <a:gd name="connsiteX159" fmla="*/ 4174284 w 9285498"/>
                <a:gd name="connsiteY159" fmla="*/ 421303 h 1641468"/>
                <a:gd name="connsiteX160" fmla="*/ 4214030 w 9285498"/>
                <a:gd name="connsiteY160" fmla="*/ 558094 h 1641468"/>
                <a:gd name="connsiteX161" fmla="*/ 4214195 w 9285498"/>
                <a:gd name="connsiteY161" fmla="*/ 374602 h 1641468"/>
                <a:gd name="connsiteX162" fmla="*/ 4275801 w 9285498"/>
                <a:gd name="connsiteY162" fmla="*/ 566209 h 1641468"/>
                <a:gd name="connsiteX163" fmla="*/ 4303954 w 9285498"/>
                <a:gd name="connsiteY163" fmla="*/ 478934 h 1641468"/>
                <a:gd name="connsiteX164" fmla="*/ 4341050 w 9285498"/>
                <a:gd name="connsiteY164" fmla="*/ 637254 h 1641468"/>
                <a:gd name="connsiteX165" fmla="*/ 4343037 w 9285498"/>
                <a:gd name="connsiteY165" fmla="*/ 637751 h 1641468"/>
                <a:gd name="connsiteX166" fmla="*/ 4435777 w 9285498"/>
                <a:gd name="connsiteY166" fmla="*/ 436042 h 1641468"/>
                <a:gd name="connsiteX167" fmla="*/ 4437101 w 9285498"/>
                <a:gd name="connsiteY167" fmla="*/ 629967 h 1641468"/>
                <a:gd name="connsiteX168" fmla="*/ 4516096 w 9285498"/>
                <a:gd name="connsiteY168" fmla="*/ 486221 h 1641468"/>
                <a:gd name="connsiteX169" fmla="*/ 4516262 w 9285498"/>
                <a:gd name="connsiteY169" fmla="*/ 633611 h 1641468"/>
                <a:gd name="connsiteX170" fmla="*/ 4611984 w 9285498"/>
                <a:gd name="connsiteY170" fmla="*/ 435711 h 1641468"/>
                <a:gd name="connsiteX171" fmla="*/ 4612314 w 9285498"/>
                <a:gd name="connsiteY171" fmla="*/ 636261 h 1641468"/>
                <a:gd name="connsiteX172" fmla="*/ 4685347 w 9285498"/>
                <a:gd name="connsiteY172" fmla="*/ 543686 h 1641468"/>
                <a:gd name="connsiteX173" fmla="*/ 4652722 w 9285498"/>
                <a:gd name="connsiteY173" fmla="*/ 673025 h 1641468"/>
                <a:gd name="connsiteX174" fmla="*/ 4678556 w 9285498"/>
                <a:gd name="connsiteY174" fmla="*/ 725688 h 1641468"/>
                <a:gd name="connsiteX175" fmla="*/ 4725092 w 9285498"/>
                <a:gd name="connsiteY175" fmla="*/ 738771 h 1641468"/>
                <a:gd name="connsiteX176" fmla="*/ 4724761 w 9285498"/>
                <a:gd name="connsiteY176" fmla="*/ 694885 h 1641468"/>
                <a:gd name="connsiteX177" fmla="*/ 4818163 w 9285498"/>
                <a:gd name="connsiteY177" fmla="*/ 436042 h 1641468"/>
                <a:gd name="connsiteX178" fmla="*/ 4789513 w 9285498"/>
                <a:gd name="connsiteY178" fmla="*/ 709127 h 1641468"/>
                <a:gd name="connsiteX179" fmla="*/ 4825616 w 9285498"/>
                <a:gd name="connsiteY179" fmla="*/ 615725 h 1641468"/>
                <a:gd name="connsiteX180" fmla="*/ 4854265 w 9285498"/>
                <a:gd name="connsiteY180" fmla="*/ 745230 h 1641468"/>
                <a:gd name="connsiteX181" fmla="*/ 4972839 w 9285498"/>
                <a:gd name="connsiteY181" fmla="*/ 565547 h 1641468"/>
                <a:gd name="connsiteX182" fmla="*/ 4926304 w 9285498"/>
                <a:gd name="connsiteY182" fmla="*/ 759638 h 1641468"/>
                <a:gd name="connsiteX183" fmla="*/ 5052165 w 9285498"/>
                <a:gd name="connsiteY183" fmla="*/ 651828 h 1641468"/>
                <a:gd name="connsiteX184" fmla="*/ 4979463 w 9285498"/>
                <a:gd name="connsiteY184" fmla="*/ 811141 h 1641468"/>
                <a:gd name="connsiteX185" fmla="*/ 5002649 w 9285498"/>
                <a:gd name="connsiteY185" fmla="*/ 817766 h 1641468"/>
                <a:gd name="connsiteX186" fmla="*/ 5016394 w 9285498"/>
                <a:gd name="connsiteY186" fmla="*/ 813626 h 1641468"/>
                <a:gd name="connsiteX187" fmla="*/ 5111619 w 9285498"/>
                <a:gd name="connsiteY187" fmla="*/ 543686 h 1641468"/>
                <a:gd name="connsiteX188" fmla="*/ 5111619 w 9285498"/>
                <a:gd name="connsiteY188" fmla="*/ 788619 h 1641468"/>
                <a:gd name="connsiteX189" fmla="*/ 5120560 w 9285498"/>
                <a:gd name="connsiteY189" fmla="*/ 852543 h 1641468"/>
                <a:gd name="connsiteX190" fmla="*/ 5130165 w 9285498"/>
                <a:gd name="connsiteY190" fmla="*/ 855358 h 1641468"/>
                <a:gd name="connsiteX191" fmla="*/ 5131491 w 9285498"/>
                <a:gd name="connsiteY191" fmla="*/ 842275 h 1641468"/>
                <a:gd name="connsiteX192" fmla="*/ 5264473 w 9285498"/>
                <a:gd name="connsiteY192" fmla="*/ 637586 h 1641468"/>
                <a:gd name="connsiteX193" fmla="*/ 5203364 w 9285498"/>
                <a:gd name="connsiteY193" fmla="*/ 856683 h 1641468"/>
                <a:gd name="connsiteX194" fmla="*/ 5347110 w 9285498"/>
                <a:gd name="connsiteY194" fmla="*/ 752351 h 1641468"/>
                <a:gd name="connsiteX195" fmla="*/ 5304052 w 9285498"/>
                <a:gd name="connsiteY195" fmla="*/ 883843 h 1641468"/>
                <a:gd name="connsiteX196" fmla="*/ 5422958 w 9285498"/>
                <a:gd name="connsiteY196" fmla="*/ 745230 h 1641468"/>
                <a:gd name="connsiteX197" fmla="*/ 5384704 w 9285498"/>
                <a:gd name="connsiteY197" fmla="*/ 874072 h 1641468"/>
                <a:gd name="connsiteX198" fmla="*/ 5330881 w 9285498"/>
                <a:gd name="connsiteY198" fmla="*/ 916136 h 1641468"/>
                <a:gd name="connsiteX199" fmla="*/ 5366155 w 9285498"/>
                <a:gd name="connsiteY199" fmla="*/ 926901 h 1641468"/>
                <a:gd name="connsiteX200" fmla="*/ 5384704 w 9285498"/>
                <a:gd name="connsiteY200" fmla="*/ 921435 h 1641468"/>
                <a:gd name="connsiteX201" fmla="*/ 5556107 w 9285498"/>
                <a:gd name="connsiteY201" fmla="*/ 622846 h 1641468"/>
                <a:gd name="connsiteX202" fmla="*/ 5505596 w 9285498"/>
                <a:gd name="connsiteY202" fmla="*/ 955882 h 1641468"/>
                <a:gd name="connsiteX203" fmla="*/ 5696375 w 9285498"/>
                <a:gd name="connsiteY203" fmla="*/ 824390 h 1641468"/>
                <a:gd name="connsiteX204" fmla="*/ 5627979 w 9285498"/>
                <a:gd name="connsiteY204" fmla="*/ 1000595 h 1641468"/>
                <a:gd name="connsiteX205" fmla="*/ 5636922 w 9285498"/>
                <a:gd name="connsiteY205" fmla="*/ 1011360 h 1641468"/>
                <a:gd name="connsiteX206" fmla="*/ 5771395 w 9285498"/>
                <a:gd name="connsiteY206" fmla="*/ 1054583 h 1641468"/>
                <a:gd name="connsiteX207" fmla="*/ 5836644 w 9285498"/>
                <a:gd name="connsiteY207" fmla="*/ 767090 h 1641468"/>
                <a:gd name="connsiteX208" fmla="*/ 5894440 w 9285498"/>
                <a:gd name="connsiteY208" fmla="*/ 1047462 h 1641468"/>
                <a:gd name="connsiteX209" fmla="*/ 5904708 w 9285498"/>
                <a:gd name="connsiteY209" fmla="*/ 1044481 h 1641468"/>
                <a:gd name="connsiteX210" fmla="*/ 6032060 w 9285498"/>
                <a:gd name="connsiteY210" fmla="*/ 875397 h 1641468"/>
                <a:gd name="connsiteX211" fmla="*/ 6032391 w 9285498"/>
                <a:gd name="connsiteY211" fmla="*/ 1097475 h 1641468"/>
                <a:gd name="connsiteX212" fmla="*/ 6162226 w 9285498"/>
                <a:gd name="connsiteY212" fmla="*/ 907524 h 1641468"/>
                <a:gd name="connsiteX213" fmla="*/ 6076773 w 9285498"/>
                <a:gd name="connsiteY213" fmla="*/ 1145004 h 1641468"/>
                <a:gd name="connsiteX214" fmla="*/ 6125627 w 9285498"/>
                <a:gd name="connsiteY214" fmla="*/ 1169183 h 1641468"/>
                <a:gd name="connsiteX215" fmla="*/ 6178124 w 9285498"/>
                <a:gd name="connsiteY215" fmla="*/ 1186406 h 1641468"/>
                <a:gd name="connsiteX216" fmla="*/ 6349858 w 9285498"/>
                <a:gd name="connsiteY216" fmla="*/ 954226 h 1641468"/>
                <a:gd name="connsiteX217" fmla="*/ 6289081 w 9285498"/>
                <a:gd name="connsiteY217" fmla="*/ 1222840 h 1641468"/>
                <a:gd name="connsiteX218" fmla="*/ 6334789 w 9285498"/>
                <a:gd name="connsiteY218" fmla="*/ 1237910 h 1641468"/>
                <a:gd name="connsiteX219" fmla="*/ 6458994 w 9285498"/>
                <a:gd name="connsiteY219" fmla="*/ 1097641 h 1641468"/>
                <a:gd name="connsiteX220" fmla="*/ 6408980 w 9285498"/>
                <a:gd name="connsiteY220" fmla="*/ 1262419 h 1641468"/>
                <a:gd name="connsiteX221" fmla="*/ 6434484 w 9285498"/>
                <a:gd name="connsiteY221" fmla="*/ 1270866 h 1641468"/>
                <a:gd name="connsiteX222" fmla="*/ 6537491 w 9285498"/>
                <a:gd name="connsiteY222" fmla="*/ 1065844 h 1641468"/>
                <a:gd name="connsiteX223" fmla="*/ 6515797 w 9285498"/>
                <a:gd name="connsiteY223" fmla="*/ 1297694 h 1641468"/>
                <a:gd name="connsiteX224" fmla="*/ 6522752 w 9285498"/>
                <a:gd name="connsiteY224" fmla="*/ 1299681 h 1641468"/>
                <a:gd name="connsiteX225" fmla="*/ 6601912 w 9285498"/>
                <a:gd name="connsiteY225" fmla="*/ 946111 h 1641468"/>
                <a:gd name="connsiteX226" fmla="*/ 6622447 w 9285498"/>
                <a:gd name="connsiteY226" fmla="*/ 1303656 h 1641468"/>
                <a:gd name="connsiteX227" fmla="*/ 6730920 w 9285498"/>
                <a:gd name="connsiteY227" fmla="*/ 1153947 h 1641468"/>
                <a:gd name="connsiteX228" fmla="*/ 6716346 w 9285498"/>
                <a:gd name="connsiteY228" fmla="*/ 1363440 h 1641468"/>
                <a:gd name="connsiteX229" fmla="*/ 6777787 w 9285498"/>
                <a:gd name="connsiteY229" fmla="*/ 1383644 h 1641468"/>
                <a:gd name="connsiteX230" fmla="*/ 6959126 w 9285498"/>
                <a:gd name="connsiteY230" fmla="*/ 1097972 h 1641468"/>
                <a:gd name="connsiteX231" fmla="*/ 6916730 w 9285498"/>
                <a:gd name="connsiteY231" fmla="*/ 1428854 h 1641468"/>
                <a:gd name="connsiteX232" fmla="*/ 6934616 w 9285498"/>
                <a:gd name="connsiteY232" fmla="*/ 1434651 h 1641468"/>
                <a:gd name="connsiteX233" fmla="*/ 7040439 w 9285498"/>
                <a:gd name="connsiteY233" fmla="*/ 1241884 h 1641468"/>
                <a:gd name="connsiteX234" fmla="*/ 7040439 w 9285498"/>
                <a:gd name="connsiteY234" fmla="*/ 1419084 h 1641468"/>
                <a:gd name="connsiteX235" fmla="*/ 7135000 w 9285498"/>
                <a:gd name="connsiteY235" fmla="*/ 1212406 h 1641468"/>
                <a:gd name="connsiteX236" fmla="*/ 7135000 w 9285498"/>
                <a:gd name="connsiteY236" fmla="*/ 1491951 h 1641468"/>
                <a:gd name="connsiteX237" fmla="*/ 7289345 w 9285498"/>
                <a:gd name="connsiteY237" fmla="*/ 1221018 h 1641468"/>
                <a:gd name="connsiteX238" fmla="*/ 7291664 w 9285498"/>
                <a:gd name="connsiteY238" fmla="*/ 1549085 h 1641468"/>
                <a:gd name="connsiteX239" fmla="*/ 7294645 w 9285498"/>
                <a:gd name="connsiteY239" fmla="*/ 1550244 h 1641468"/>
                <a:gd name="connsiteX240" fmla="*/ 7390365 w 9285498"/>
                <a:gd name="connsiteY240" fmla="*/ 1097475 h 1641468"/>
                <a:gd name="connsiteX241" fmla="*/ 7425971 w 9285498"/>
                <a:gd name="connsiteY241" fmla="*/ 1573926 h 1641468"/>
                <a:gd name="connsiteX242" fmla="*/ 7653183 w 9285498"/>
                <a:gd name="connsiteY242" fmla="*/ 1291070 h 1641468"/>
                <a:gd name="connsiteX243" fmla="*/ 7591528 w 9285498"/>
                <a:gd name="connsiteY243" fmla="*/ 1618781 h 1641468"/>
                <a:gd name="connsiteX244" fmla="*/ 7599033 w 9285498"/>
                <a:gd name="connsiteY244" fmla="*/ 1641468 h 1641468"/>
                <a:gd name="connsiteX245" fmla="*/ 0 w 9285498"/>
                <a:gd name="connsiteY245" fmla="*/ 1641468 h 1641468"/>
                <a:gd name="connsiteX246" fmla="*/ 0 w 9285498"/>
                <a:gd name="connsiteY246" fmla="*/ 48083 h 1641468"/>
                <a:gd name="connsiteX247" fmla="*/ 4463 w 9285498"/>
                <a:gd name="connsiteY247" fmla="*/ 54168 h 1641468"/>
                <a:gd name="connsiteX248" fmla="*/ 47200 w 9285498"/>
                <a:gd name="connsiteY248" fmla="*/ 225722 h 1641468"/>
                <a:gd name="connsiteX249" fmla="*/ 92907 w 9285498"/>
                <a:gd name="connsiteY249" fmla="*/ 224397 h 1641468"/>
                <a:gd name="connsiteX250" fmla="*/ 143086 w 9285498"/>
                <a:gd name="connsiteY250" fmla="*/ 56140 h 1641468"/>
                <a:gd name="connsiteX251" fmla="*/ 173392 w 9285498"/>
                <a:gd name="connsiteY251" fmla="*/ 221747 h 1641468"/>
                <a:gd name="connsiteX252" fmla="*/ 250730 w 9285498"/>
                <a:gd name="connsiteY252" fmla="*/ 220257 h 1641468"/>
                <a:gd name="connsiteX253" fmla="*/ 266297 w 9285498"/>
                <a:gd name="connsiteY253" fmla="*/ 136294 h 1641468"/>
                <a:gd name="connsiteX254" fmla="*/ 284183 w 9285498"/>
                <a:gd name="connsiteY254" fmla="*/ 219429 h 1641468"/>
                <a:gd name="connsiteX255" fmla="*/ 322769 w 9285498"/>
                <a:gd name="connsiteY255" fmla="*/ 218600 h 1641468"/>
                <a:gd name="connsiteX256" fmla="*/ 382057 w 9285498"/>
                <a:gd name="connsiteY256" fmla="*/ 45873 h 1641468"/>
                <a:gd name="connsiteX257" fmla="*/ 379904 w 9285498"/>
                <a:gd name="connsiteY257" fmla="*/ 217607 h 1641468"/>
                <a:gd name="connsiteX258" fmla="*/ 464363 w 9285498"/>
                <a:gd name="connsiteY258" fmla="*/ 216613 h 1641468"/>
                <a:gd name="connsiteX259" fmla="*/ 513548 w 9285498"/>
                <a:gd name="connsiteY259" fmla="*/ 84956 h 1641468"/>
                <a:gd name="connsiteX260" fmla="*/ 528618 w 9285498"/>
                <a:gd name="connsiteY260" fmla="*/ 215785 h 1641468"/>
                <a:gd name="connsiteX261" fmla="*/ 634110 w 9285498"/>
                <a:gd name="connsiteY261" fmla="*/ 214957 h 1641468"/>
                <a:gd name="connsiteX262" fmla="*/ 634772 w 9285498"/>
                <a:gd name="connsiteY262" fmla="*/ 164944 h 1641468"/>
                <a:gd name="connsiteX263" fmla="*/ 666403 w 9285498"/>
                <a:gd name="connsiteY263" fmla="*/ 214957 h 1641468"/>
                <a:gd name="connsiteX264" fmla="*/ 680645 w 9285498"/>
                <a:gd name="connsiteY264" fmla="*/ 214957 h 1641468"/>
                <a:gd name="connsiteX265" fmla="*/ 803029 w 9285498"/>
                <a:gd name="connsiteY265" fmla="*/ 0 h 164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</a:cxnLst>
              <a:rect l="l" t="t" r="r" b="b"/>
              <a:pathLst>
                <a:path w="9285498" h="1641468">
                  <a:moveTo>
                    <a:pt x="8310807" y="1592474"/>
                  </a:moveTo>
                  <a:cubicBezTo>
                    <a:pt x="8310807" y="1592474"/>
                    <a:pt x="8296345" y="1611058"/>
                    <a:pt x="8276608" y="1639267"/>
                  </a:cubicBezTo>
                  <a:lnTo>
                    <a:pt x="8275110" y="1641468"/>
                  </a:lnTo>
                  <a:lnTo>
                    <a:pt x="8162100" y="1641468"/>
                  </a:lnTo>
                  <a:lnTo>
                    <a:pt x="8202977" y="1619406"/>
                  </a:lnTo>
                  <a:cubicBezTo>
                    <a:pt x="8260008" y="1594461"/>
                    <a:pt x="8310807" y="1592474"/>
                    <a:pt x="8310807" y="1592474"/>
                  </a:cubicBezTo>
                  <a:close/>
                  <a:moveTo>
                    <a:pt x="9262217" y="1569454"/>
                  </a:moveTo>
                  <a:lnTo>
                    <a:pt x="9285498" y="1641468"/>
                  </a:lnTo>
                  <a:lnTo>
                    <a:pt x="9250354" y="1641468"/>
                  </a:lnTo>
                  <a:lnTo>
                    <a:pt x="9255404" y="1615705"/>
                  </a:lnTo>
                  <a:cubicBezTo>
                    <a:pt x="9260323" y="1587205"/>
                    <a:pt x="9262217" y="1569454"/>
                    <a:pt x="9262217" y="1569454"/>
                  </a:cubicBezTo>
                  <a:close/>
                  <a:moveTo>
                    <a:pt x="8813423" y="1500231"/>
                  </a:moveTo>
                  <a:cubicBezTo>
                    <a:pt x="8794213" y="1528177"/>
                    <a:pt x="8778459" y="1556025"/>
                    <a:pt x="8765627" y="1583440"/>
                  </a:cubicBezTo>
                  <a:lnTo>
                    <a:pt x="8743837" y="1641468"/>
                  </a:lnTo>
                  <a:lnTo>
                    <a:pt x="8692493" y="1641468"/>
                  </a:lnTo>
                  <a:lnTo>
                    <a:pt x="8701307" y="1628742"/>
                  </a:lnTo>
                  <a:cubicBezTo>
                    <a:pt x="8714391" y="1612015"/>
                    <a:pt x="8727308" y="1596283"/>
                    <a:pt x="8739398" y="1581875"/>
                  </a:cubicBezTo>
                  <a:lnTo>
                    <a:pt x="8739562" y="1581875"/>
                  </a:lnTo>
                  <a:cubicBezTo>
                    <a:pt x="8778149" y="1536002"/>
                    <a:pt x="8808952" y="1504702"/>
                    <a:pt x="8813423" y="1500231"/>
                  </a:cubicBezTo>
                  <a:close/>
                  <a:moveTo>
                    <a:pt x="8473764" y="1500231"/>
                  </a:moveTo>
                  <a:cubicBezTo>
                    <a:pt x="8500385" y="1525610"/>
                    <a:pt x="8520341" y="1554871"/>
                    <a:pt x="8535139" y="1585920"/>
                  </a:cubicBezTo>
                  <a:lnTo>
                    <a:pt x="8552673" y="1641468"/>
                  </a:lnTo>
                  <a:lnTo>
                    <a:pt x="8481442" y="1641468"/>
                  </a:lnTo>
                  <a:lnTo>
                    <a:pt x="8483592" y="1594718"/>
                  </a:lnTo>
                  <a:cubicBezTo>
                    <a:pt x="8483018" y="1543159"/>
                    <a:pt x="8474758" y="1504951"/>
                    <a:pt x="8473764" y="1500231"/>
                  </a:cubicBezTo>
                  <a:close/>
                  <a:moveTo>
                    <a:pt x="7699719" y="1445415"/>
                  </a:moveTo>
                  <a:cubicBezTo>
                    <a:pt x="7699719" y="1445415"/>
                    <a:pt x="7701489" y="1530278"/>
                    <a:pt x="7714251" y="1610437"/>
                  </a:cubicBezTo>
                  <a:lnTo>
                    <a:pt x="7721164" y="1641468"/>
                  </a:lnTo>
                  <a:lnTo>
                    <a:pt x="7615174" y="1641468"/>
                  </a:lnTo>
                  <a:lnTo>
                    <a:pt x="7628247" y="1577670"/>
                  </a:lnTo>
                  <a:cubicBezTo>
                    <a:pt x="7652956" y="1506710"/>
                    <a:pt x="7699719" y="1445415"/>
                    <a:pt x="7699719" y="1445415"/>
                  </a:cubicBezTo>
                  <a:close/>
                  <a:moveTo>
                    <a:pt x="7807860" y="1420408"/>
                  </a:moveTo>
                  <a:cubicBezTo>
                    <a:pt x="7873109" y="1469759"/>
                    <a:pt x="7902173" y="1549416"/>
                    <a:pt x="7914925" y="1616735"/>
                  </a:cubicBezTo>
                  <a:lnTo>
                    <a:pt x="7918473" y="1641468"/>
                  </a:lnTo>
                  <a:lnTo>
                    <a:pt x="7850110" y="1641468"/>
                  </a:lnTo>
                  <a:lnTo>
                    <a:pt x="7851456" y="1631611"/>
                  </a:lnTo>
                  <a:cubicBezTo>
                    <a:pt x="7854903" y="1537875"/>
                    <a:pt x="7810468" y="1427115"/>
                    <a:pt x="7807860" y="1420408"/>
                  </a:cubicBezTo>
                  <a:close/>
                  <a:moveTo>
                    <a:pt x="8172526" y="1398714"/>
                  </a:moveTo>
                  <a:cubicBezTo>
                    <a:pt x="8080863" y="1465371"/>
                    <a:pt x="8048114" y="1551238"/>
                    <a:pt x="8039792" y="1625512"/>
                  </a:cubicBezTo>
                  <a:lnTo>
                    <a:pt x="8039130" y="1641468"/>
                  </a:lnTo>
                  <a:lnTo>
                    <a:pt x="7958697" y="1641468"/>
                  </a:lnTo>
                  <a:lnTo>
                    <a:pt x="7980234" y="1598342"/>
                  </a:lnTo>
                  <a:cubicBezTo>
                    <a:pt x="8053600" y="1474883"/>
                    <a:pt x="8163460" y="1404428"/>
                    <a:pt x="8172526" y="1398714"/>
                  </a:cubicBezTo>
                  <a:close/>
                  <a:moveTo>
                    <a:pt x="803029" y="0"/>
                  </a:moveTo>
                  <a:cubicBezTo>
                    <a:pt x="799882" y="5796"/>
                    <a:pt x="734302" y="126855"/>
                    <a:pt x="775538" y="215289"/>
                  </a:cubicBezTo>
                  <a:lnTo>
                    <a:pt x="802201" y="215289"/>
                  </a:lnTo>
                  <a:cubicBezTo>
                    <a:pt x="802697" y="178192"/>
                    <a:pt x="807997" y="124205"/>
                    <a:pt x="831016" y="99032"/>
                  </a:cubicBezTo>
                  <a:cubicBezTo>
                    <a:pt x="831016" y="99032"/>
                    <a:pt x="834494" y="168918"/>
                    <a:pt x="853704" y="215454"/>
                  </a:cubicBezTo>
                  <a:cubicBezTo>
                    <a:pt x="875233" y="215454"/>
                    <a:pt x="896928" y="215951"/>
                    <a:pt x="918125" y="216282"/>
                  </a:cubicBezTo>
                  <a:cubicBezTo>
                    <a:pt x="926406" y="178358"/>
                    <a:pt x="924253" y="126523"/>
                    <a:pt x="924253" y="126523"/>
                  </a:cubicBezTo>
                  <a:cubicBezTo>
                    <a:pt x="924253" y="126523"/>
                    <a:pt x="950584" y="171900"/>
                    <a:pt x="957043" y="216779"/>
                  </a:cubicBezTo>
                  <a:cubicBezTo>
                    <a:pt x="968635" y="217110"/>
                    <a:pt x="980228" y="217110"/>
                    <a:pt x="991820" y="217276"/>
                  </a:cubicBezTo>
                  <a:cubicBezTo>
                    <a:pt x="1002419" y="195250"/>
                    <a:pt x="1010037" y="167428"/>
                    <a:pt x="1004903" y="134804"/>
                  </a:cubicBezTo>
                  <a:cubicBezTo>
                    <a:pt x="1004903" y="134804"/>
                    <a:pt x="1028088" y="177861"/>
                    <a:pt x="1037362" y="217938"/>
                  </a:cubicBezTo>
                  <a:cubicBezTo>
                    <a:pt x="1066012" y="218435"/>
                    <a:pt x="1094496" y="219263"/>
                    <a:pt x="1123146" y="219760"/>
                  </a:cubicBezTo>
                  <a:cubicBezTo>
                    <a:pt x="1132255" y="177034"/>
                    <a:pt x="1143682" y="88600"/>
                    <a:pt x="1098305" y="24675"/>
                  </a:cubicBezTo>
                  <a:cubicBezTo>
                    <a:pt x="1103108" y="29478"/>
                    <a:pt x="1178128" y="106816"/>
                    <a:pt x="1189720" y="187632"/>
                  </a:cubicBezTo>
                  <a:cubicBezTo>
                    <a:pt x="1196510" y="150536"/>
                    <a:pt x="1213071" y="105326"/>
                    <a:pt x="1252982" y="83465"/>
                  </a:cubicBezTo>
                  <a:cubicBezTo>
                    <a:pt x="1252982" y="83465"/>
                    <a:pt x="1214893" y="167428"/>
                    <a:pt x="1236753" y="222575"/>
                  </a:cubicBezTo>
                  <a:cubicBezTo>
                    <a:pt x="1252320" y="223072"/>
                    <a:pt x="1268052" y="223403"/>
                    <a:pt x="1283785" y="223900"/>
                  </a:cubicBezTo>
                  <a:cubicBezTo>
                    <a:pt x="1283288" y="195747"/>
                    <a:pt x="1275836" y="159479"/>
                    <a:pt x="1275008" y="155173"/>
                  </a:cubicBezTo>
                  <a:lnTo>
                    <a:pt x="1316906" y="225225"/>
                  </a:lnTo>
                  <a:cubicBezTo>
                    <a:pt x="1320218" y="225225"/>
                    <a:pt x="1323365" y="225225"/>
                    <a:pt x="1326180" y="225556"/>
                  </a:cubicBezTo>
                  <a:cubicBezTo>
                    <a:pt x="1320384" y="187301"/>
                    <a:pt x="1316244" y="111122"/>
                    <a:pt x="1371225" y="83465"/>
                  </a:cubicBezTo>
                  <a:cubicBezTo>
                    <a:pt x="1371225" y="83465"/>
                    <a:pt x="1355989" y="172562"/>
                    <a:pt x="1424054" y="228868"/>
                  </a:cubicBezTo>
                  <a:lnTo>
                    <a:pt x="1424550" y="229365"/>
                  </a:lnTo>
                  <a:cubicBezTo>
                    <a:pt x="1438462" y="230027"/>
                    <a:pt x="1452704" y="230524"/>
                    <a:pt x="1466946" y="231021"/>
                  </a:cubicBezTo>
                  <a:cubicBezTo>
                    <a:pt x="1493443" y="201875"/>
                    <a:pt x="1495430" y="111288"/>
                    <a:pt x="1495430" y="111288"/>
                  </a:cubicBezTo>
                  <a:cubicBezTo>
                    <a:pt x="1495430" y="111288"/>
                    <a:pt x="1536169" y="181505"/>
                    <a:pt x="1544284" y="234499"/>
                  </a:cubicBezTo>
                  <a:cubicBezTo>
                    <a:pt x="1569456" y="235493"/>
                    <a:pt x="1595125" y="237148"/>
                    <a:pt x="1620629" y="238308"/>
                  </a:cubicBezTo>
                  <a:cubicBezTo>
                    <a:pt x="1636693" y="212307"/>
                    <a:pt x="1657062" y="163123"/>
                    <a:pt x="1647457" y="89758"/>
                  </a:cubicBezTo>
                  <a:cubicBezTo>
                    <a:pt x="1647457" y="89758"/>
                    <a:pt x="1732413" y="155836"/>
                    <a:pt x="1697636" y="242117"/>
                  </a:cubicBezTo>
                  <a:cubicBezTo>
                    <a:pt x="1722146" y="243938"/>
                    <a:pt x="1746821" y="245263"/>
                    <a:pt x="1771662" y="246754"/>
                  </a:cubicBezTo>
                  <a:cubicBezTo>
                    <a:pt x="1771662" y="246754"/>
                    <a:pt x="1786898" y="146893"/>
                    <a:pt x="1786898" y="146893"/>
                  </a:cubicBezTo>
                  <a:lnTo>
                    <a:pt x="1817038" y="249735"/>
                  </a:lnTo>
                  <a:cubicBezTo>
                    <a:pt x="1818363" y="249735"/>
                    <a:pt x="1819688" y="249735"/>
                    <a:pt x="1821344" y="249735"/>
                  </a:cubicBezTo>
                  <a:cubicBezTo>
                    <a:pt x="1822669" y="221085"/>
                    <a:pt x="1832937" y="154014"/>
                    <a:pt x="1895536" y="129836"/>
                  </a:cubicBezTo>
                  <a:cubicBezTo>
                    <a:pt x="1895536" y="129836"/>
                    <a:pt x="1864402" y="204359"/>
                    <a:pt x="1876326" y="253544"/>
                  </a:cubicBezTo>
                  <a:cubicBezTo>
                    <a:pt x="1888084" y="254206"/>
                    <a:pt x="1899676" y="255034"/>
                    <a:pt x="1911600" y="255862"/>
                  </a:cubicBezTo>
                  <a:cubicBezTo>
                    <a:pt x="1920708" y="234333"/>
                    <a:pt x="1929982" y="202371"/>
                    <a:pt x="1926504" y="164116"/>
                  </a:cubicBezTo>
                  <a:cubicBezTo>
                    <a:pt x="1926504" y="164116"/>
                    <a:pt x="1957638" y="212142"/>
                    <a:pt x="1972046" y="260002"/>
                  </a:cubicBezTo>
                  <a:cubicBezTo>
                    <a:pt x="2000531" y="262155"/>
                    <a:pt x="2028849" y="264474"/>
                    <a:pt x="2057334" y="266958"/>
                  </a:cubicBezTo>
                  <a:cubicBezTo>
                    <a:pt x="2057334" y="266627"/>
                    <a:pt x="2057499" y="266295"/>
                    <a:pt x="2057499" y="266295"/>
                  </a:cubicBezTo>
                  <a:cubicBezTo>
                    <a:pt x="2057499" y="266295"/>
                    <a:pt x="2028849" y="173224"/>
                    <a:pt x="2112812" y="111122"/>
                  </a:cubicBezTo>
                  <a:cubicBezTo>
                    <a:pt x="2112812" y="111122"/>
                    <a:pt x="2094595" y="226384"/>
                    <a:pt x="2134672" y="272754"/>
                  </a:cubicBezTo>
                  <a:lnTo>
                    <a:pt x="2135169" y="273251"/>
                  </a:lnTo>
                  <a:cubicBezTo>
                    <a:pt x="2143780" y="273748"/>
                    <a:pt x="2152558" y="274576"/>
                    <a:pt x="2161169" y="275238"/>
                  </a:cubicBezTo>
                  <a:cubicBezTo>
                    <a:pt x="2177730" y="252715"/>
                    <a:pt x="2180876" y="182664"/>
                    <a:pt x="2180876" y="182664"/>
                  </a:cubicBezTo>
                  <a:cubicBezTo>
                    <a:pt x="2180876" y="182664"/>
                    <a:pt x="2214329" y="236652"/>
                    <a:pt x="2206711" y="279213"/>
                  </a:cubicBezTo>
                  <a:cubicBezTo>
                    <a:pt x="2224265" y="280869"/>
                    <a:pt x="2241654" y="282359"/>
                    <a:pt x="2259374" y="284181"/>
                  </a:cubicBezTo>
                  <a:cubicBezTo>
                    <a:pt x="2263514" y="275238"/>
                    <a:pt x="2291998" y="214295"/>
                    <a:pt x="2283553" y="161963"/>
                  </a:cubicBezTo>
                  <a:cubicBezTo>
                    <a:pt x="2283553" y="161963"/>
                    <a:pt x="2324788" y="234499"/>
                    <a:pt x="2318992" y="289812"/>
                  </a:cubicBezTo>
                  <a:cubicBezTo>
                    <a:pt x="2340852" y="291965"/>
                    <a:pt x="2363044" y="293952"/>
                    <a:pt x="2384738" y="296105"/>
                  </a:cubicBezTo>
                  <a:cubicBezTo>
                    <a:pt x="2378445" y="271595"/>
                    <a:pt x="2375299" y="233671"/>
                    <a:pt x="2395006" y="191938"/>
                  </a:cubicBezTo>
                  <a:cubicBezTo>
                    <a:pt x="2395006" y="191938"/>
                    <a:pt x="2412726" y="263149"/>
                    <a:pt x="2445847" y="302397"/>
                  </a:cubicBezTo>
                  <a:cubicBezTo>
                    <a:pt x="2464726" y="304550"/>
                    <a:pt x="2483771" y="306703"/>
                    <a:pt x="2502650" y="308691"/>
                  </a:cubicBezTo>
                  <a:cubicBezTo>
                    <a:pt x="2508943" y="278550"/>
                    <a:pt x="2493210" y="221085"/>
                    <a:pt x="2491554" y="215123"/>
                  </a:cubicBezTo>
                  <a:cubicBezTo>
                    <a:pt x="2495529" y="218766"/>
                    <a:pt x="2538918" y="261824"/>
                    <a:pt x="2536268" y="312665"/>
                  </a:cubicBezTo>
                  <a:cubicBezTo>
                    <a:pt x="2556141" y="314818"/>
                    <a:pt x="2575848" y="316806"/>
                    <a:pt x="2595555" y="318958"/>
                  </a:cubicBezTo>
                  <a:cubicBezTo>
                    <a:pt x="2591250" y="271926"/>
                    <a:pt x="2596549" y="212970"/>
                    <a:pt x="2640269" y="179518"/>
                  </a:cubicBezTo>
                  <a:cubicBezTo>
                    <a:pt x="2640269" y="179518"/>
                    <a:pt x="2629008" y="278716"/>
                    <a:pt x="2653683" y="325748"/>
                  </a:cubicBezTo>
                  <a:cubicBezTo>
                    <a:pt x="2668588" y="327735"/>
                    <a:pt x="2683658" y="329723"/>
                    <a:pt x="2698728" y="331544"/>
                  </a:cubicBezTo>
                  <a:cubicBezTo>
                    <a:pt x="2711480" y="301404"/>
                    <a:pt x="2711811" y="241620"/>
                    <a:pt x="2711811" y="241620"/>
                  </a:cubicBezTo>
                  <a:cubicBezTo>
                    <a:pt x="2711811" y="241620"/>
                    <a:pt x="2748410" y="298423"/>
                    <a:pt x="2752385" y="338500"/>
                  </a:cubicBezTo>
                  <a:cubicBezTo>
                    <a:pt x="2790474" y="343137"/>
                    <a:pt x="2828895" y="347939"/>
                    <a:pt x="2866985" y="352908"/>
                  </a:cubicBezTo>
                  <a:cubicBezTo>
                    <a:pt x="2879571" y="329723"/>
                    <a:pt x="2893316" y="298423"/>
                    <a:pt x="2897788" y="266295"/>
                  </a:cubicBezTo>
                  <a:cubicBezTo>
                    <a:pt x="2897788" y="266295"/>
                    <a:pt x="2935215" y="308525"/>
                    <a:pt x="2921138" y="360360"/>
                  </a:cubicBezTo>
                  <a:lnTo>
                    <a:pt x="2921138" y="360857"/>
                  </a:lnTo>
                  <a:cubicBezTo>
                    <a:pt x="2937699" y="363175"/>
                    <a:pt x="2954425" y="365494"/>
                    <a:pt x="2970986" y="367978"/>
                  </a:cubicBezTo>
                  <a:cubicBezTo>
                    <a:pt x="2970986" y="347939"/>
                    <a:pt x="2976948" y="318130"/>
                    <a:pt x="3003113" y="285506"/>
                  </a:cubicBezTo>
                  <a:cubicBezTo>
                    <a:pt x="3002120" y="288818"/>
                    <a:pt x="2987050" y="333863"/>
                    <a:pt x="3009406" y="373443"/>
                  </a:cubicBezTo>
                  <a:cubicBezTo>
                    <a:pt x="3015203" y="374271"/>
                    <a:pt x="3020668" y="375099"/>
                    <a:pt x="3026464" y="375762"/>
                  </a:cubicBezTo>
                  <a:cubicBezTo>
                    <a:pt x="3024145" y="339494"/>
                    <a:pt x="3024145" y="263480"/>
                    <a:pt x="3056108" y="214626"/>
                  </a:cubicBezTo>
                  <a:cubicBezTo>
                    <a:pt x="3056108" y="214626"/>
                    <a:pt x="3043522" y="313493"/>
                    <a:pt x="3079292" y="382883"/>
                  </a:cubicBezTo>
                  <a:cubicBezTo>
                    <a:pt x="3129306" y="347442"/>
                    <a:pt x="3153484" y="238473"/>
                    <a:pt x="3153484" y="238473"/>
                  </a:cubicBezTo>
                  <a:cubicBezTo>
                    <a:pt x="3175676" y="304219"/>
                    <a:pt x="3153484" y="377417"/>
                    <a:pt x="3153484" y="377417"/>
                  </a:cubicBezTo>
                  <a:cubicBezTo>
                    <a:pt x="3186606" y="381061"/>
                    <a:pt x="3215918" y="296933"/>
                    <a:pt x="3215918" y="296933"/>
                  </a:cubicBezTo>
                  <a:cubicBezTo>
                    <a:pt x="3226682" y="346284"/>
                    <a:pt x="3190083" y="384704"/>
                    <a:pt x="3190083" y="384704"/>
                  </a:cubicBezTo>
                  <a:cubicBezTo>
                    <a:pt x="3190083" y="384704"/>
                    <a:pt x="3192236" y="391329"/>
                    <a:pt x="3195052" y="401099"/>
                  </a:cubicBezTo>
                  <a:cubicBezTo>
                    <a:pt x="3205650" y="402921"/>
                    <a:pt x="3216084" y="404743"/>
                    <a:pt x="3226848" y="406398"/>
                  </a:cubicBezTo>
                  <a:cubicBezTo>
                    <a:pt x="3234466" y="329060"/>
                    <a:pt x="3283982" y="266627"/>
                    <a:pt x="3290275" y="259340"/>
                  </a:cubicBezTo>
                  <a:cubicBezTo>
                    <a:pt x="3242084" y="325748"/>
                    <a:pt x="3266428" y="392156"/>
                    <a:pt x="3277193" y="414679"/>
                  </a:cubicBezTo>
                  <a:cubicBezTo>
                    <a:pt x="3278186" y="415010"/>
                    <a:pt x="3279180" y="415341"/>
                    <a:pt x="3280339" y="415341"/>
                  </a:cubicBezTo>
                  <a:cubicBezTo>
                    <a:pt x="3271893" y="370793"/>
                    <a:pt x="3307167" y="329723"/>
                    <a:pt x="3307167" y="329723"/>
                  </a:cubicBezTo>
                  <a:cubicBezTo>
                    <a:pt x="3290772" y="384704"/>
                    <a:pt x="3325550" y="417660"/>
                    <a:pt x="3325550" y="417660"/>
                  </a:cubicBezTo>
                  <a:cubicBezTo>
                    <a:pt x="3327371" y="353736"/>
                    <a:pt x="3373244" y="320780"/>
                    <a:pt x="3373244" y="320780"/>
                  </a:cubicBezTo>
                  <a:cubicBezTo>
                    <a:pt x="3351053" y="359201"/>
                    <a:pt x="3361321" y="400603"/>
                    <a:pt x="3361321" y="400603"/>
                  </a:cubicBezTo>
                  <a:cubicBezTo>
                    <a:pt x="3361321" y="400603"/>
                    <a:pt x="3364467" y="417328"/>
                    <a:pt x="3370760" y="430577"/>
                  </a:cubicBezTo>
                  <a:cubicBezTo>
                    <a:pt x="3381028" y="432399"/>
                    <a:pt x="3391296" y="433889"/>
                    <a:pt x="3401563" y="435711"/>
                  </a:cubicBezTo>
                  <a:cubicBezTo>
                    <a:pt x="3404213" y="432399"/>
                    <a:pt x="3406862" y="428424"/>
                    <a:pt x="3409678" y="423125"/>
                  </a:cubicBezTo>
                  <a:cubicBezTo>
                    <a:pt x="3441309" y="363506"/>
                    <a:pt x="3418952" y="276398"/>
                    <a:pt x="3417296" y="269773"/>
                  </a:cubicBezTo>
                  <a:cubicBezTo>
                    <a:pt x="3460850" y="313990"/>
                    <a:pt x="3448099" y="428755"/>
                    <a:pt x="3448099" y="428755"/>
                  </a:cubicBezTo>
                  <a:cubicBezTo>
                    <a:pt x="3475424" y="410208"/>
                    <a:pt x="3484698" y="318958"/>
                    <a:pt x="3484698" y="318958"/>
                  </a:cubicBezTo>
                  <a:cubicBezTo>
                    <a:pt x="3498609" y="373112"/>
                    <a:pt x="3488341" y="420310"/>
                    <a:pt x="3477576" y="449788"/>
                  </a:cubicBezTo>
                  <a:cubicBezTo>
                    <a:pt x="3493309" y="452603"/>
                    <a:pt x="3509207" y="455584"/>
                    <a:pt x="3524940" y="458399"/>
                  </a:cubicBezTo>
                  <a:cubicBezTo>
                    <a:pt x="3513182" y="352079"/>
                    <a:pt x="3579756" y="300576"/>
                    <a:pt x="3579756" y="300576"/>
                  </a:cubicBezTo>
                  <a:cubicBezTo>
                    <a:pt x="3523118" y="388513"/>
                    <a:pt x="3572800" y="440017"/>
                    <a:pt x="3572800" y="440017"/>
                  </a:cubicBezTo>
                  <a:lnTo>
                    <a:pt x="3583399" y="375596"/>
                  </a:lnTo>
                  <a:lnTo>
                    <a:pt x="3596316" y="446806"/>
                  </a:lnTo>
                  <a:lnTo>
                    <a:pt x="3632088" y="478437"/>
                  </a:lnTo>
                  <a:cubicBezTo>
                    <a:pt x="3634075" y="478934"/>
                    <a:pt x="3635896" y="479266"/>
                    <a:pt x="3638049" y="479763"/>
                  </a:cubicBezTo>
                  <a:cubicBezTo>
                    <a:pt x="3642521" y="394309"/>
                    <a:pt x="3701642" y="337010"/>
                    <a:pt x="3708929" y="330385"/>
                  </a:cubicBezTo>
                  <a:cubicBezTo>
                    <a:pt x="3662228" y="390997"/>
                    <a:pt x="3682266" y="473138"/>
                    <a:pt x="3682266" y="473138"/>
                  </a:cubicBezTo>
                  <a:cubicBezTo>
                    <a:pt x="3682266" y="473138"/>
                    <a:pt x="3686241" y="480590"/>
                    <a:pt x="3692203" y="490527"/>
                  </a:cubicBezTo>
                  <a:cubicBezTo>
                    <a:pt x="3704623" y="492845"/>
                    <a:pt x="3716713" y="495495"/>
                    <a:pt x="3729133" y="498145"/>
                  </a:cubicBezTo>
                  <a:cubicBezTo>
                    <a:pt x="3723502" y="413188"/>
                    <a:pt x="3802994" y="309850"/>
                    <a:pt x="3802994" y="309850"/>
                  </a:cubicBezTo>
                  <a:cubicBezTo>
                    <a:pt x="3802994" y="309850"/>
                    <a:pt x="3768548" y="476119"/>
                    <a:pt x="3798522" y="512387"/>
                  </a:cubicBezTo>
                  <a:cubicBezTo>
                    <a:pt x="3806471" y="514209"/>
                    <a:pt x="3814420" y="515699"/>
                    <a:pt x="3822204" y="517355"/>
                  </a:cubicBezTo>
                  <a:cubicBezTo>
                    <a:pt x="3823363" y="517024"/>
                    <a:pt x="3824026" y="516858"/>
                    <a:pt x="3824854" y="516527"/>
                  </a:cubicBezTo>
                  <a:cubicBezTo>
                    <a:pt x="3896230" y="483406"/>
                    <a:pt x="3898052" y="300576"/>
                    <a:pt x="3898052" y="300576"/>
                  </a:cubicBezTo>
                  <a:cubicBezTo>
                    <a:pt x="3930676" y="404743"/>
                    <a:pt x="3911963" y="481253"/>
                    <a:pt x="3886956" y="530769"/>
                  </a:cubicBezTo>
                  <a:cubicBezTo>
                    <a:pt x="3894574" y="532260"/>
                    <a:pt x="3902192" y="533916"/>
                    <a:pt x="3909810" y="535572"/>
                  </a:cubicBezTo>
                  <a:cubicBezTo>
                    <a:pt x="3925874" y="538884"/>
                    <a:pt x="3941606" y="542527"/>
                    <a:pt x="3957505" y="546336"/>
                  </a:cubicBezTo>
                  <a:cubicBezTo>
                    <a:pt x="3956345" y="463036"/>
                    <a:pt x="3988804" y="398615"/>
                    <a:pt x="3992944" y="391163"/>
                  </a:cubicBezTo>
                  <a:cubicBezTo>
                    <a:pt x="3964791" y="459227"/>
                    <a:pt x="3994435" y="524808"/>
                    <a:pt x="4016461" y="559750"/>
                  </a:cubicBezTo>
                  <a:cubicBezTo>
                    <a:pt x="4020932" y="560744"/>
                    <a:pt x="4025403" y="561738"/>
                    <a:pt x="4029875" y="562897"/>
                  </a:cubicBezTo>
                  <a:cubicBezTo>
                    <a:pt x="4025569" y="546999"/>
                    <a:pt x="4023250" y="532094"/>
                    <a:pt x="4023250" y="518349"/>
                  </a:cubicBezTo>
                  <a:cubicBezTo>
                    <a:pt x="4023250" y="410208"/>
                    <a:pt x="4134538" y="302397"/>
                    <a:pt x="4141659" y="295608"/>
                  </a:cubicBezTo>
                  <a:cubicBezTo>
                    <a:pt x="4062665" y="428755"/>
                    <a:pt x="4120296" y="561572"/>
                    <a:pt x="4120296" y="561572"/>
                  </a:cubicBezTo>
                  <a:lnTo>
                    <a:pt x="4174284" y="421303"/>
                  </a:lnTo>
                  <a:cubicBezTo>
                    <a:pt x="4174284" y="421303"/>
                    <a:pt x="4159710" y="612082"/>
                    <a:pt x="4214030" y="558094"/>
                  </a:cubicBezTo>
                  <a:cubicBezTo>
                    <a:pt x="4266693" y="505431"/>
                    <a:pt x="4216182" y="379736"/>
                    <a:pt x="4214195" y="374602"/>
                  </a:cubicBezTo>
                  <a:cubicBezTo>
                    <a:pt x="4306272" y="424118"/>
                    <a:pt x="4280438" y="546336"/>
                    <a:pt x="4275801" y="566209"/>
                  </a:cubicBezTo>
                  <a:lnTo>
                    <a:pt x="4303954" y="478934"/>
                  </a:lnTo>
                  <a:lnTo>
                    <a:pt x="4341050" y="637254"/>
                  </a:lnTo>
                  <a:cubicBezTo>
                    <a:pt x="4341050" y="637254"/>
                    <a:pt x="4342375" y="637586"/>
                    <a:pt x="4343037" y="637751"/>
                  </a:cubicBezTo>
                  <a:cubicBezTo>
                    <a:pt x="4339725" y="542859"/>
                    <a:pt x="4430146" y="442169"/>
                    <a:pt x="4435777" y="436042"/>
                  </a:cubicBezTo>
                  <a:cubicBezTo>
                    <a:pt x="4381293" y="558094"/>
                    <a:pt x="4437101" y="629967"/>
                    <a:pt x="4437101" y="629967"/>
                  </a:cubicBezTo>
                  <a:cubicBezTo>
                    <a:pt x="4426503" y="556604"/>
                    <a:pt x="4510962" y="490030"/>
                    <a:pt x="4516096" y="486221"/>
                  </a:cubicBezTo>
                  <a:cubicBezTo>
                    <a:pt x="4513115" y="492680"/>
                    <a:pt x="4442070" y="647687"/>
                    <a:pt x="4516262" y="633611"/>
                  </a:cubicBezTo>
                  <a:cubicBezTo>
                    <a:pt x="4591779" y="619203"/>
                    <a:pt x="4611984" y="435711"/>
                    <a:pt x="4611984" y="435711"/>
                  </a:cubicBezTo>
                  <a:cubicBezTo>
                    <a:pt x="4645104" y="522158"/>
                    <a:pt x="4614798" y="627649"/>
                    <a:pt x="4612314" y="636261"/>
                  </a:cubicBezTo>
                  <a:lnTo>
                    <a:pt x="4685347" y="543686"/>
                  </a:lnTo>
                  <a:lnTo>
                    <a:pt x="4652722" y="673025"/>
                  </a:lnTo>
                  <a:cubicBezTo>
                    <a:pt x="4652722" y="673025"/>
                    <a:pt x="4664646" y="700682"/>
                    <a:pt x="4678556" y="725688"/>
                  </a:cubicBezTo>
                  <a:cubicBezTo>
                    <a:pt x="4694123" y="730160"/>
                    <a:pt x="4709525" y="734631"/>
                    <a:pt x="4725092" y="738771"/>
                  </a:cubicBezTo>
                  <a:cubicBezTo>
                    <a:pt x="4726085" y="728007"/>
                    <a:pt x="4726085" y="713599"/>
                    <a:pt x="4724761" y="694885"/>
                  </a:cubicBezTo>
                  <a:cubicBezTo>
                    <a:pt x="4714327" y="527292"/>
                    <a:pt x="4812366" y="441011"/>
                    <a:pt x="4818163" y="436042"/>
                  </a:cubicBezTo>
                  <a:cubicBezTo>
                    <a:pt x="4735691" y="576311"/>
                    <a:pt x="4789513" y="709127"/>
                    <a:pt x="4789513" y="709127"/>
                  </a:cubicBezTo>
                  <a:lnTo>
                    <a:pt x="4825616" y="615725"/>
                  </a:lnTo>
                  <a:lnTo>
                    <a:pt x="4854265" y="745230"/>
                  </a:lnTo>
                  <a:cubicBezTo>
                    <a:pt x="4857909" y="651165"/>
                    <a:pt x="4966050" y="570515"/>
                    <a:pt x="4972839" y="565547"/>
                  </a:cubicBezTo>
                  <a:cubicBezTo>
                    <a:pt x="4897654" y="651828"/>
                    <a:pt x="4926304" y="759638"/>
                    <a:pt x="4926304" y="759638"/>
                  </a:cubicBezTo>
                  <a:cubicBezTo>
                    <a:pt x="4957604" y="689917"/>
                    <a:pt x="5046535" y="653815"/>
                    <a:pt x="5052165" y="651828"/>
                  </a:cubicBezTo>
                  <a:cubicBezTo>
                    <a:pt x="5047362" y="658949"/>
                    <a:pt x="4966546" y="778848"/>
                    <a:pt x="4979463" y="811141"/>
                  </a:cubicBezTo>
                  <a:cubicBezTo>
                    <a:pt x="4987414" y="813294"/>
                    <a:pt x="4995030" y="815613"/>
                    <a:pt x="5002649" y="817766"/>
                  </a:cubicBezTo>
                  <a:cubicBezTo>
                    <a:pt x="5006789" y="816938"/>
                    <a:pt x="5011094" y="815613"/>
                    <a:pt x="5016394" y="813626"/>
                  </a:cubicBezTo>
                  <a:cubicBezTo>
                    <a:pt x="5120726" y="770402"/>
                    <a:pt x="5111619" y="543686"/>
                    <a:pt x="5111619" y="543686"/>
                  </a:cubicBezTo>
                  <a:cubicBezTo>
                    <a:pt x="5188625" y="626490"/>
                    <a:pt x="5111619" y="788619"/>
                    <a:pt x="5111619" y="788619"/>
                  </a:cubicBezTo>
                  <a:cubicBezTo>
                    <a:pt x="5111619" y="788619"/>
                    <a:pt x="5116089" y="817434"/>
                    <a:pt x="5120560" y="852543"/>
                  </a:cubicBezTo>
                  <a:cubicBezTo>
                    <a:pt x="5123707" y="853205"/>
                    <a:pt x="5127019" y="854365"/>
                    <a:pt x="5130165" y="855358"/>
                  </a:cubicBezTo>
                  <a:cubicBezTo>
                    <a:pt x="5130828" y="850887"/>
                    <a:pt x="5130994" y="846912"/>
                    <a:pt x="5131491" y="842275"/>
                  </a:cubicBezTo>
                  <a:cubicBezTo>
                    <a:pt x="5142089" y="716746"/>
                    <a:pt x="5257020" y="642057"/>
                    <a:pt x="5264473" y="637586"/>
                  </a:cubicBezTo>
                  <a:cubicBezTo>
                    <a:pt x="5163949" y="752517"/>
                    <a:pt x="5203364" y="856683"/>
                    <a:pt x="5203364" y="856683"/>
                  </a:cubicBezTo>
                  <a:cubicBezTo>
                    <a:pt x="5249071" y="779510"/>
                    <a:pt x="5342308" y="753510"/>
                    <a:pt x="5347110" y="752351"/>
                  </a:cubicBezTo>
                  <a:cubicBezTo>
                    <a:pt x="5342142" y="757982"/>
                    <a:pt x="5240956" y="874734"/>
                    <a:pt x="5304052" y="883843"/>
                  </a:cubicBezTo>
                  <a:cubicBezTo>
                    <a:pt x="5369136" y="892951"/>
                    <a:pt x="5422958" y="745230"/>
                    <a:pt x="5422958" y="745230"/>
                  </a:cubicBezTo>
                  <a:cubicBezTo>
                    <a:pt x="5426436" y="828033"/>
                    <a:pt x="5384704" y="874072"/>
                    <a:pt x="5384704" y="874072"/>
                  </a:cubicBezTo>
                  <a:cubicBezTo>
                    <a:pt x="5384704" y="874072"/>
                    <a:pt x="5347276" y="898747"/>
                    <a:pt x="5330881" y="916136"/>
                  </a:cubicBezTo>
                  <a:cubicBezTo>
                    <a:pt x="5342473" y="919779"/>
                    <a:pt x="5354397" y="923257"/>
                    <a:pt x="5366155" y="926901"/>
                  </a:cubicBezTo>
                  <a:cubicBezTo>
                    <a:pt x="5371786" y="925410"/>
                    <a:pt x="5377749" y="923754"/>
                    <a:pt x="5384704" y="921435"/>
                  </a:cubicBezTo>
                  <a:cubicBezTo>
                    <a:pt x="5522819" y="878212"/>
                    <a:pt x="5556107" y="622846"/>
                    <a:pt x="5556107" y="622846"/>
                  </a:cubicBezTo>
                  <a:cubicBezTo>
                    <a:pt x="5653152" y="835154"/>
                    <a:pt x="5505596" y="955882"/>
                    <a:pt x="5505596" y="955882"/>
                  </a:cubicBezTo>
                  <a:cubicBezTo>
                    <a:pt x="5631622" y="957703"/>
                    <a:pt x="5696375" y="824390"/>
                    <a:pt x="5696375" y="824390"/>
                  </a:cubicBezTo>
                  <a:cubicBezTo>
                    <a:pt x="5696375" y="961181"/>
                    <a:pt x="5627979" y="1000595"/>
                    <a:pt x="5627979" y="1000595"/>
                  </a:cubicBezTo>
                  <a:cubicBezTo>
                    <a:pt x="5627979" y="1000595"/>
                    <a:pt x="5631457" y="1004735"/>
                    <a:pt x="5636922" y="1011360"/>
                  </a:cubicBezTo>
                  <a:cubicBezTo>
                    <a:pt x="5681636" y="1025933"/>
                    <a:pt x="5726681" y="1040341"/>
                    <a:pt x="5771395" y="1054583"/>
                  </a:cubicBezTo>
                  <a:cubicBezTo>
                    <a:pt x="5743242" y="903218"/>
                    <a:pt x="5831842" y="773880"/>
                    <a:pt x="5836644" y="767090"/>
                  </a:cubicBezTo>
                  <a:cubicBezTo>
                    <a:pt x="5790108" y="918123"/>
                    <a:pt x="5894440" y="1047462"/>
                    <a:pt x="5894440" y="1047462"/>
                  </a:cubicBezTo>
                  <a:lnTo>
                    <a:pt x="5904708" y="1044481"/>
                  </a:lnTo>
                  <a:cubicBezTo>
                    <a:pt x="5934683" y="946608"/>
                    <a:pt x="6026264" y="879372"/>
                    <a:pt x="6032060" y="875397"/>
                  </a:cubicBezTo>
                  <a:cubicBezTo>
                    <a:pt x="6026760" y="886161"/>
                    <a:pt x="5901231" y="1141030"/>
                    <a:pt x="6032391" y="1097475"/>
                  </a:cubicBezTo>
                  <a:cubicBezTo>
                    <a:pt x="6166201" y="1052761"/>
                    <a:pt x="6162226" y="907524"/>
                    <a:pt x="6162226" y="907524"/>
                  </a:cubicBezTo>
                  <a:cubicBezTo>
                    <a:pt x="6203297" y="1054086"/>
                    <a:pt x="6076773" y="1145004"/>
                    <a:pt x="6076773" y="1145004"/>
                  </a:cubicBezTo>
                  <a:cubicBezTo>
                    <a:pt x="6076773" y="1145004"/>
                    <a:pt x="6095156" y="1152623"/>
                    <a:pt x="6125627" y="1169183"/>
                  </a:cubicBezTo>
                  <a:cubicBezTo>
                    <a:pt x="6143016" y="1174979"/>
                    <a:pt x="6160736" y="1180775"/>
                    <a:pt x="6178124" y="1186406"/>
                  </a:cubicBezTo>
                  <a:cubicBezTo>
                    <a:pt x="6204125" y="1051602"/>
                    <a:pt x="6349858" y="954226"/>
                    <a:pt x="6349858" y="954226"/>
                  </a:cubicBezTo>
                  <a:cubicBezTo>
                    <a:pt x="6266724" y="1044316"/>
                    <a:pt x="6270367" y="1148979"/>
                    <a:pt x="6289081" y="1222840"/>
                  </a:cubicBezTo>
                  <a:cubicBezTo>
                    <a:pt x="6304317" y="1227973"/>
                    <a:pt x="6319553" y="1232941"/>
                    <a:pt x="6334789" y="1237910"/>
                  </a:cubicBezTo>
                  <a:cubicBezTo>
                    <a:pt x="6364267" y="1150304"/>
                    <a:pt x="6453528" y="1100622"/>
                    <a:pt x="6458994" y="1097641"/>
                  </a:cubicBezTo>
                  <a:cubicBezTo>
                    <a:pt x="6456178" y="1104762"/>
                    <a:pt x="6410140" y="1218368"/>
                    <a:pt x="6408980" y="1262419"/>
                  </a:cubicBezTo>
                  <a:cubicBezTo>
                    <a:pt x="6417426" y="1265235"/>
                    <a:pt x="6426203" y="1267885"/>
                    <a:pt x="6434484" y="1270866"/>
                  </a:cubicBezTo>
                  <a:cubicBezTo>
                    <a:pt x="6484994" y="1228636"/>
                    <a:pt x="6537491" y="1065844"/>
                    <a:pt x="6537491" y="1065844"/>
                  </a:cubicBezTo>
                  <a:cubicBezTo>
                    <a:pt x="6547428" y="1132419"/>
                    <a:pt x="6522752" y="1263082"/>
                    <a:pt x="6515797" y="1297694"/>
                  </a:cubicBezTo>
                  <a:cubicBezTo>
                    <a:pt x="6518281" y="1298191"/>
                    <a:pt x="6520599" y="1298853"/>
                    <a:pt x="6522752" y="1299681"/>
                  </a:cubicBezTo>
                  <a:cubicBezTo>
                    <a:pt x="6607377" y="1228470"/>
                    <a:pt x="6601912" y="946111"/>
                    <a:pt x="6601912" y="946111"/>
                  </a:cubicBezTo>
                  <a:cubicBezTo>
                    <a:pt x="6686040" y="1053755"/>
                    <a:pt x="6649772" y="1218700"/>
                    <a:pt x="6622447" y="1303656"/>
                  </a:cubicBezTo>
                  <a:cubicBezTo>
                    <a:pt x="6658550" y="1230954"/>
                    <a:pt x="6726614" y="1158418"/>
                    <a:pt x="6730920" y="1153947"/>
                  </a:cubicBezTo>
                  <a:cubicBezTo>
                    <a:pt x="6693161" y="1219362"/>
                    <a:pt x="6698627" y="1301834"/>
                    <a:pt x="6716346" y="1363440"/>
                  </a:cubicBezTo>
                  <a:cubicBezTo>
                    <a:pt x="6736882" y="1370230"/>
                    <a:pt x="6757417" y="1376854"/>
                    <a:pt x="6777787" y="1383644"/>
                  </a:cubicBezTo>
                  <a:cubicBezTo>
                    <a:pt x="6785239" y="1247846"/>
                    <a:pt x="6948858" y="1106583"/>
                    <a:pt x="6959126" y="1097972"/>
                  </a:cubicBezTo>
                  <a:cubicBezTo>
                    <a:pt x="6831277" y="1232610"/>
                    <a:pt x="6883609" y="1369898"/>
                    <a:pt x="6916730" y="1428854"/>
                  </a:cubicBezTo>
                  <a:cubicBezTo>
                    <a:pt x="6922858" y="1430676"/>
                    <a:pt x="6928654" y="1432829"/>
                    <a:pt x="6934616" y="1434651"/>
                  </a:cubicBezTo>
                  <a:cubicBezTo>
                    <a:pt x="6935775" y="1335784"/>
                    <a:pt x="7034145" y="1247349"/>
                    <a:pt x="7040439" y="1241884"/>
                  </a:cubicBezTo>
                  <a:cubicBezTo>
                    <a:pt x="7036464" y="1250496"/>
                    <a:pt x="6938259" y="1457836"/>
                    <a:pt x="7040439" y="1419084"/>
                  </a:cubicBezTo>
                  <a:cubicBezTo>
                    <a:pt x="7145268" y="1379669"/>
                    <a:pt x="7135000" y="1212406"/>
                    <a:pt x="7135000" y="1212406"/>
                  </a:cubicBezTo>
                  <a:cubicBezTo>
                    <a:pt x="7216810" y="1364765"/>
                    <a:pt x="7135000" y="1491951"/>
                    <a:pt x="7135000" y="1491951"/>
                  </a:cubicBezTo>
                  <a:cubicBezTo>
                    <a:pt x="7274441" y="1437797"/>
                    <a:pt x="7289345" y="1221018"/>
                    <a:pt x="7289345" y="1221018"/>
                  </a:cubicBezTo>
                  <a:cubicBezTo>
                    <a:pt x="7380926" y="1355159"/>
                    <a:pt x="7305740" y="1520932"/>
                    <a:pt x="7291664" y="1549085"/>
                  </a:cubicBezTo>
                  <a:cubicBezTo>
                    <a:pt x="7292823" y="1549416"/>
                    <a:pt x="7293817" y="1549913"/>
                    <a:pt x="7294645" y="1550244"/>
                  </a:cubicBezTo>
                  <a:cubicBezTo>
                    <a:pt x="7404607" y="1472078"/>
                    <a:pt x="7390365" y="1097475"/>
                    <a:pt x="7390365" y="1097475"/>
                  </a:cubicBezTo>
                  <a:cubicBezTo>
                    <a:pt x="7548520" y="1255629"/>
                    <a:pt x="7449818" y="1517454"/>
                    <a:pt x="7425971" y="1573926"/>
                  </a:cubicBezTo>
                  <a:cubicBezTo>
                    <a:pt x="7515895" y="1379338"/>
                    <a:pt x="7645069" y="1296038"/>
                    <a:pt x="7653183" y="1291070"/>
                  </a:cubicBezTo>
                  <a:cubicBezTo>
                    <a:pt x="7556097" y="1418877"/>
                    <a:pt x="7570714" y="1546937"/>
                    <a:pt x="7591528" y="1618781"/>
                  </a:cubicBezTo>
                  <a:lnTo>
                    <a:pt x="7599033" y="1641468"/>
                  </a:lnTo>
                  <a:lnTo>
                    <a:pt x="0" y="1641468"/>
                  </a:lnTo>
                  <a:lnTo>
                    <a:pt x="0" y="48083"/>
                  </a:lnTo>
                  <a:lnTo>
                    <a:pt x="4463" y="54168"/>
                  </a:lnTo>
                  <a:cubicBezTo>
                    <a:pt x="34353" y="101688"/>
                    <a:pt x="55274" y="159955"/>
                    <a:pt x="47200" y="225722"/>
                  </a:cubicBezTo>
                  <a:cubicBezTo>
                    <a:pt x="62436" y="225225"/>
                    <a:pt x="77671" y="224728"/>
                    <a:pt x="92907" y="224397"/>
                  </a:cubicBezTo>
                  <a:cubicBezTo>
                    <a:pt x="118245" y="192601"/>
                    <a:pt x="142920" y="140600"/>
                    <a:pt x="143086" y="56140"/>
                  </a:cubicBezTo>
                  <a:cubicBezTo>
                    <a:pt x="143086" y="56140"/>
                    <a:pt x="177698" y="148714"/>
                    <a:pt x="173392" y="221747"/>
                  </a:cubicBezTo>
                  <a:cubicBezTo>
                    <a:pt x="199227" y="221085"/>
                    <a:pt x="224896" y="220753"/>
                    <a:pt x="250730" y="220257"/>
                  </a:cubicBezTo>
                  <a:cubicBezTo>
                    <a:pt x="251558" y="193097"/>
                    <a:pt x="255533" y="162625"/>
                    <a:pt x="266297" y="136294"/>
                  </a:cubicBezTo>
                  <a:cubicBezTo>
                    <a:pt x="266297" y="136294"/>
                    <a:pt x="269113" y="179683"/>
                    <a:pt x="284183" y="219429"/>
                  </a:cubicBezTo>
                  <a:cubicBezTo>
                    <a:pt x="297100" y="219263"/>
                    <a:pt x="310018" y="218932"/>
                    <a:pt x="322769" y="218600"/>
                  </a:cubicBezTo>
                  <a:cubicBezTo>
                    <a:pt x="324094" y="164281"/>
                    <a:pt x="334693" y="84790"/>
                    <a:pt x="382057" y="45873"/>
                  </a:cubicBezTo>
                  <a:cubicBezTo>
                    <a:pt x="382057" y="45873"/>
                    <a:pt x="368808" y="140269"/>
                    <a:pt x="379904" y="217607"/>
                  </a:cubicBezTo>
                  <a:cubicBezTo>
                    <a:pt x="408057" y="217110"/>
                    <a:pt x="436210" y="216779"/>
                    <a:pt x="464363" y="216613"/>
                  </a:cubicBezTo>
                  <a:cubicBezTo>
                    <a:pt x="464032" y="180180"/>
                    <a:pt x="472478" y="128179"/>
                    <a:pt x="513548" y="84956"/>
                  </a:cubicBezTo>
                  <a:cubicBezTo>
                    <a:pt x="513548" y="84956"/>
                    <a:pt x="503281" y="159148"/>
                    <a:pt x="528618" y="215785"/>
                  </a:cubicBezTo>
                  <a:cubicBezTo>
                    <a:pt x="563893" y="215454"/>
                    <a:pt x="599001" y="214957"/>
                    <a:pt x="634110" y="214957"/>
                  </a:cubicBezTo>
                  <a:cubicBezTo>
                    <a:pt x="636925" y="189123"/>
                    <a:pt x="634772" y="164944"/>
                    <a:pt x="634772" y="164944"/>
                  </a:cubicBezTo>
                  <a:cubicBezTo>
                    <a:pt x="634772" y="164944"/>
                    <a:pt x="652989" y="184982"/>
                    <a:pt x="666403" y="214957"/>
                  </a:cubicBezTo>
                  <a:lnTo>
                    <a:pt x="680645" y="214957"/>
                  </a:lnTo>
                  <a:cubicBezTo>
                    <a:pt x="687435" y="156333"/>
                    <a:pt x="711945" y="46535"/>
                    <a:pt x="803029" y="0"/>
                  </a:cubicBezTo>
                  <a:close/>
                </a:path>
              </a:pathLst>
            </a:custGeom>
            <a:gradFill>
              <a:gsLst>
                <a:gs pos="0">
                  <a:srgbClr val="7F905A"/>
                </a:gs>
                <a:gs pos="35000">
                  <a:srgbClr val="BDD377"/>
                </a:gs>
              </a:gsLst>
              <a:lin ang="21101917" scaled="1"/>
            </a:gradFill>
            <a:ln w="165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8030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lem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7913BAE-DF97-8921-B382-B3FBF176AB9B}"/>
              </a:ext>
            </a:extLst>
          </p:cNvPr>
          <p:cNvGrpSpPr/>
          <p:nvPr userDrawn="1"/>
        </p:nvGrpSpPr>
        <p:grpSpPr>
          <a:xfrm>
            <a:off x="-1" y="4547030"/>
            <a:ext cx="12191999" cy="2310971"/>
            <a:chOff x="-1" y="4547030"/>
            <a:chExt cx="12191999" cy="2310971"/>
          </a:xfrm>
        </p:grpSpPr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91F213D5-1709-87A2-E039-327DD16C52EC}"/>
                </a:ext>
              </a:extLst>
            </p:cNvPr>
            <p:cNvSpPr/>
            <p:nvPr/>
          </p:nvSpPr>
          <p:spPr>
            <a:xfrm>
              <a:off x="-1" y="4547030"/>
              <a:ext cx="12191999" cy="2310971"/>
            </a:xfrm>
            <a:custGeom>
              <a:avLst/>
              <a:gdLst>
                <a:gd name="connsiteX0" fmla="*/ 703104 w 12191999"/>
                <a:gd name="connsiteY0" fmla="*/ 0 h 2310971"/>
                <a:gd name="connsiteX1" fmla="*/ 852382 w 12191999"/>
                <a:gd name="connsiteY1" fmla="*/ 211314 h 2310971"/>
                <a:gd name="connsiteX2" fmla="*/ 916257 w 12191999"/>
                <a:gd name="connsiteY2" fmla="*/ 34115 h 2310971"/>
                <a:gd name="connsiteX3" fmla="*/ 986838 w 12191999"/>
                <a:gd name="connsiteY3" fmla="*/ 288487 h 2310971"/>
                <a:gd name="connsiteX4" fmla="*/ 1027774 w 12191999"/>
                <a:gd name="connsiteY4" fmla="*/ 141097 h 2310971"/>
                <a:gd name="connsiteX5" fmla="*/ 1069593 w 12191999"/>
                <a:gd name="connsiteY5" fmla="*/ 258512 h 2310971"/>
                <a:gd name="connsiteX6" fmla="*/ 1142115 w 12191999"/>
                <a:gd name="connsiteY6" fmla="*/ 173390 h 2310971"/>
                <a:gd name="connsiteX7" fmla="*/ 1179521 w 12191999"/>
                <a:gd name="connsiteY7" fmla="*/ 276894 h 2310971"/>
                <a:gd name="connsiteX8" fmla="*/ 1228399 w 12191999"/>
                <a:gd name="connsiteY8" fmla="*/ 273913 h 2310971"/>
                <a:gd name="connsiteX9" fmla="*/ 1247279 w 12191999"/>
                <a:gd name="connsiteY9" fmla="*/ 257850 h 2310971"/>
                <a:gd name="connsiteX10" fmla="*/ 1234046 w 12191999"/>
                <a:gd name="connsiteY10" fmla="*/ 94727 h 2310971"/>
                <a:gd name="connsiteX11" fmla="*/ 1288040 w 12191999"/>
                <a:gd name="connsiteY11" fmla="*/ 270436 h 2310971"/>
                <a:gd name="connsiteX12" fmla="*/ 1345916 w 12191999"/>
                <a:gd name="connsiteY12" fmla="*/ 267124 h 2310971"/>
                <a:gd name="connsiteX13" fmla="*/ 1351739 w 12191999"/>
                <a:gd name="connsiteY13" fmla="*/ 185479 h 2310971"/>
                <a:gd name="connsiteX14" fmla="*/ 1394263 w 12191999"/>
                <a:gd name="connsiteY14" fmla="*/ 264639 h 2310971"/>
                <a:gd name="connsiteX15" fmla="*/ 1427612 w 12191999"/>
                <a:gd name="connsiteY15" fmla="*/ 262984 h 2310971"/>
                <a:gd name="connsiteX16" fmla="*/ 1469431 w 12191999"/>
                <a:gd name="connsiteY16" fmla="*/ 133645 h 2310971"/>
                <a:gd name="connsiteX17" fmla="*/ 1470490 w 12191999"/>
                <a:gd name="connsiteY17" fmla="*/ 260996 h 2310971"/>
                <a:gd name="connsiteX18" fmla="*/ 1478430 w 12191999"/>
                <a:gd name="connsiteY18" fmla="*/ 260665 h 2310971"/>
                <a:gd name="connsiteX19" fmla="*/ 1538777 w 12191999"/>
                <a:gd name="connsiteY19" fmla="*/ 54484 h 2310971"/>
                <a:gd name="connsiteX20" fmla="*/ 1528189 w 12191999"/>
                <a:gd name="connsiteY20" fmla="*/ 258347 h 2310971"/>
                <a:gd name="connsiteX21" fmla="*/ 1579184 w 12191999"/>
                <a:gd name="connsiteY21" fmla="*/ 256359 h 2310971"/>
                <a:gd name="connsiteX22" fmla="*/ 1576890 w 12191999"/>
                <a:gd name="connsiteY22" fmla="*/ 159148 h 2310971"/>
                <a:gd name="connsiteX23" fmla="*/ 1613062 w 12191999"/>
                <a:gd name="connsiteY23" fmla="*/ 255034 h 2310971"/>
                <a:gd name="connsiteX24" fmla="*/ 1665467 w 12191999"/>
                <a:gd name="connsiteY24" fmla="*/ 253047 h 2310971"/>
                <a:gd name="connsiteX25" fmla="*/ 1614651 w 12191999"/>
                <a:gd name="connsiteY25" fmla="*/ 60943 h 2310971"/>
                <a:gd name="connsiteX26" fmla="*/ 1729167 w 12191999"/>
                <a:gd name="connsiteY26" fmla="*/ 251060 h 2310971"/>
                <a:gd name="connsiteX27" fmla="*/ 1759869 w 12191999"/>
                <a:gd name="connsiteY27" fmla="*/ 250231 h 2310971"/>
                <a:gd name="connsiteX28" fmla="*/ 1793571 w 12191999"/>
                <a:gd name="connsiteY28" fmla="*/ 144243 h 2310971"/>
                <a:gd name="connsiteX29" fmla="*/ 1813863 w 12191999"/>
                <a:gd name="connsiteY29" fmla="*/ 248575 h 2310971"/>
                <a:gd name="connsiteX30" fmla="*/ 1865740 w 12191999"/>
                <a:gd name="connsiteY30" fmla="*/ 247582 h 2310971"/>
                <a:gd name="connsiteX31" fmla="*/ 1876151 w 12191999"/>
                <a:gd name="connsiteY31" fmla="*/ 194753 h 2310971"/>
                <a:gd name="connsiteX32" fmla="*/ 1888149 w 12191999"/>
                <a:gd name="connsiteY32" fmla="*/ 247085 h 2310971"/>
                <a:gd name="connsiteX33" fmla="*/ 1914087 w 12191999"/>
                <a:gd name="connsiteY33" fmla="*/ 246588 h 2310971"/>
                <a:gd name="connsiteX34" fmla="*/ 1953789 w 12191999"/>
                <a:gd name="connsiteY34" fmla="*/ 137785 h 2310971"/>
                <a:gd name="connsiteX35" fmla="*/ 1952378 w 12191999"/>
                <a:gd name="connsiteY35" fmla="*/ 245926 h 2310971"/>
                <a:gd name="connsiteX36" fmla="*/ 2009017 w 12191999"/>
                <a:gd name="connsiteY36" fmla="*/ 245263 h 2310971"/>
                <a:gd name="connsiteX37" fmla="*/ 2042014 w 12191999"/>
                <a:gd name="connsiteY37" fmla="*/ 162460 h 2310971"/>
                <a:gd name="connsiteX38" fmla="*/ 2052071 w 12191999"/>
                <a:gd name="connsiteY38" fmla="*/ 244767 h 2310971"/>
                <a:gd name="connsiteX39" fmla="*/ 2122829 w 12191999"/>
                <a:gd name="connsiteY39" fmla="*/ 244270 h 2310971"/>
                <a:gd name="connsiteX40" fmla="*/ 2123359 w 12191999"/>
                <a:gd name="connsiteY40" fmla="*/ 212805 h 2310971"/>
                <a:gd name="connsiteX41" fmla="*/ 2144532 w 12191999"/>
                <a:gd name="connsiteY41" fmla="*/ 244270 h 2310971"/>
                <a:gd name="connsiteX42" fmla="*/ 2154060 w 12191999"/>
                <a:gd name="connsiteY42" fmla="*/ 244270 h 2310971"/>
                <a:gd name="connsiteX43" fmla="*/ 2236287 w 12191999"/>
                <a:gd name="connsiteY43" fmla="*/ 108804 h 2310971"/>
                <a:gd name="connsiteX44" fmla="*/ 2217759 w 12191999"/>
                <a:gd name="connsiteY44" fmla="*/ 244435 h 2310971"/>
                <a:gd name="connsiteX45" fmla="*/ 2235581 w 12191999"/>
                <a:gd name="connsiteY45" fmla="*/ 244435 h 2310971"/>
                <a:gd name="connsiteX46" fmla="*/ 2254990 w 12191999"/>
                <a:gd name="connsiteY46" fmla="*/ 171237 h 2310971"/>
                <a:gd name="connsiteX47" fmla="*/ 2270165 w 12191999"/>
                <a:gd name="connsiteY47" fmla="*/ 244601 h 2310971"/>
                <a:gd name="connsiteX48" fmla="*/ 2313396 w 12191999"/>
                <a:gd name="connsiteY48" fmla="*/ 245098 h 2310971"/>
                <a:gd name="connsiteX49" fmla="*/ 2317454 w 12191999"/>
                <a:gd name="connsiteY49" fmla="*/ 188626 h 2310971"/>
                <a:gd name="connsiteX50" fmla="*/ 2339511 w 12191999"/>
                <a:gd name="connsiteY50" fmla="*/ 245429 h 2310971"/>
                <a:gd name="connsiteX51" fmla="*/ 2362802 w 12191999"/>
                <a:gd name="connsiteY51" fmla="*/ 245760 h 2310971"/>
                <a:gd name="connsiteX52" fmla="*/ 2371624 w 12191999"/>
                <a:gd name="connsiteY52" fmla="*/ 193760 h 2310971"/>
                <a:gd name="connsiteX53" fmla="*/ 2393328 w 12191999"/>
                <a:gd name="connsiteY53" fmla="*/ 246091 h 2310971"/>
                <a:gd name="connsiteX54" fmla="*/ 2450852 w 12191999"/>
                <a:gd name="connsiteY54" fmla="*/ 247251 h 2310971"/>
                <a:gd name="connsiteX55" fmla="*/ 2434088 w 12191999"/>
                <a:gd name="connsiteY55" fmla="*/ 124370 h 2310971"/>
                <a:gd name="connsiteX56" fmla="*/ 2495493 w 12191999"/>
                <a:gd name="connsiteY56" fmla="*/ 227047 h 2310971"/>
                <a:gd name="connsiteX57" fmla="*/ 2538018 w 12191999"/>
                <a:gd name="connsiteY57" fmla="*/ 161467 h 2310971"/>
                <a:gd name="connsiteX58" fmla="*/ 2527078 w 12191999"/>
                <a:gd name="connsiteY58" fmla="*/ 249072 h 2310971"/>
                <a:gd name="connsiteX59" fmla="*/ 2558662 w 12191999"/>
                <a:gd name="connsiteY59" fmla="*/ 249900 h 2310971"/>
                <a:gd name="connsiteX60" fmla="*/ 2552664 w 12191999"/>
                <a:gd name="connsiteY60" fmla="*/ 206346 h 2310971"/>
                <a:gd name="connsiteX61" fmla="*/ 2580896 w 12191999"/>
                <a:gd name="connsiteY61" fmla="*/ 250728 h 2310971"/>
                <a:gd name="connsiteX62" fmla="*/ 2587071 w 12191999"/>
                <a:gd name="connsiteY62" fmla="*/ 250894 h 2310971"/>
                <a:gd name="connsiteX63" fmla="*/ 2617245 w 12191999"/>
                <a:gd name="connsiteY63" fmla="*/ 161467 h 2310971"/>
                <a:gd name="connsiteX64" fmla="*/ 2652711 w 12191999"/>
                <a:gd name="connsiteY64" fmla="*/ 253047 h 2310971"/>
                <a:gd name="connsiteX65" fmla="*/ 2653064 w 12191999"/>
                <a:gd name="connsiteY65" fmla="*/ 253378 h 2310971"/>
                <a:gd name="connsiteX66" fmla="*/ 2681472 w 12191999"/>
                <a:gd name="connsiteY66" fmla="*/ 254372 h 2310971"/>
                <a:gd name="connsiteX67" fmla="*/ 2700529 w 12191999"/>
                <a:gd name="connsiteY67" fmla="*/ 179021 h 2310971"/>
                <a:gd name="connsiteX68" fmla="*/ 2733349 w 12191999"/>
                <a:gd name="connsiteY68" fmla="*/ 256525 h 2310971"/>
                <a:gd name="connsiteX69" fmla="*/ 2784520 w 12191999"/>
                <a:gd name="connsiteY69" fmla="*/ 259009 h 2310971"/>
                <a:gd name="connsiteX70" fmla="*/ 2802518 w 12191999"/>
                <a:gd name="connsiteY70" fmla="*/ 165441 h 2310971"/>
                <a:gd name="connsiteX71" fmla="*/ 2836220 w 12191999"/>
                <a:gd name="connsiteY71" fmla="*/ 261327 h 2310971"/>
                <a:gd name="connsiteX72" fmla="*/ 2885803 w 12191999"/>
                <a:gd name="connsiteY72" fmla="*/ 264308 h 2310971"/>
                <a:gd name="connsiteX73" fmla="*/ 2896036 w 12191999"/>
                <a:gd name="connsiteY73" fmla="*/ 201378 h 2310971"/>
                <a:gd name="connsiteX74" fmla="*/ 2916328 w 12191999"/>
                <a:gd name="connsiteY74" fmla="*/ 266130 h 2310971"/>
                <a:gd name="connsiteX75" fmla="*/ 2919152 w 12191999"/>
                <a:gd name="connsiteY75" fmla="*/ 266295 h 2310971"/>
                <a:gd name="connsiteX76" fmla="*/ 2968911 w 12191999"/>
                <a:gd name="connsiteY76" fmla="*/ 190779 h 2310971"/>
                <a:gd name="connsiteX77" fmla="*/ 2956030 w 12191999"/>
                <a:gd name="connsiteY77" fmla="*/ 268614 h 2310971"/>
                <a:gd name="connsiteX78" fmla="*/ 2979675 w 12191999"/>
                <a:gd name="connsiteY78" fmla="*/ 270104 h 2310971"/>
                <a:gd name="connsiteX79" fmla="*/ 2989732 w 12191999"/>
                <a:gd name="connsiteY79" fmla="*/ 212308 h 2310971"/>
                <a:gd name="connsiteX80" fmla="*/ 3020258 w 12191999"/>
                <a:gd name="connsiteY80" fmla="*/ 272754 h 2310971"/>
                <a:gd name="connsiteX81" fmla="*/ 3077428 w 12191999"/>
                <a:gd name="connsiteY81" fmla="*/ 277060 h 2310971"/>
                <a:gd name="connsiteX82" fmla="*/ 3077604 w 12191999"/>
                <a:gd name="connsiteY82" fmla="*/ 276729 h 2310971"/>
                <a:gd name="connsiteX83" fmla="*/ 3114659 w 12191999"/>
                <a:gd name="connsiteY83" fmla="*/ 179021 h 2310971"/>
                <a:gd name="connsiteX84" fmla="*/ 3129304 w 12191999"/>
                <a:gd name="connsiteY84" fmla="*/ 280703 h 2310971"/>
                <a:gd name="connsiteX85" fmla="*/ 3129658 w 12191999"/>
                <a:gd name="connsiteY85" fmla="*/ 281035 h 2310971"/>
                <a:gd name="connsiteX86" fmla="*/ 3147126 w 12191999"/>
                <a:gd name="connsiteY86" fmla="*/ 282359 h 2310971"/>
                <a:gd name="connsiteX87" fmla="*/ 3160360 w 12191999"/>
                <a:gd name="connsiteY87" fmla="*/ 224066 h 2310971"/>
                <a:gd name="connsiteX88" fmla="*/ 3177653 w 12191999"/>
                <a:gd name="connsiteY88" fmla="*/ 284843 h 2310971"/>
                <a:gd name="connsiteX89" fmla="*/ 3212943 w 12191999"/>
                <a:gd name="connsiteY89" fmla="*/ 287990 h 2310971"/>
                <a:gd name="connsiteX90" fmla="*/ 3229176 w 12191999"/>
                <a:gd name="connsiteY90" fmla="*/ 210983 h 2310971"/>
                <a:gd name="connsiteX91" fmla="*/ 3252996 w 12191999"/>
                <a:gd name="connsiteY91" fmla="*/ 291468 h 2310971"/>
                <a:gd name="connsiteX92" fmla="*/ 3297109 w 12191999"/>
                <a:gd name="connsiteY92" fmla="*/ 295442 h 2310971"/>
                <a:gd name="connsiteX93" fmla="*/ 3303991 w 12191999"/>
                <a:gd name="connsiteY93" fmla="*/ 229862 h 2310971"/>
                <a:gd name="connsiteX94" fmla="*/ 3338046 w 12191999"/>
                <a:gd name="connsiteY94" fmla="*/ 299417 h 2310971"/>
                <a:gd name="connsiteX95" fmla="*/ 3376160 w 12191999"/>
                <a:gd name="connsiteY95" fmla="*/ 303392 h 2310971"/>
                <a:gd name="connsiteX96" fmla="*/ 3368748 w 12191999"/>
                <a:gd name="connsiteY96" fmla="*/ 244435 h 2310971"/>
                <a:gd name="connsiteX97" fmla="*/ 3398746 w 12191999"/>
                <a:gd name="connsiteY97" fmla="*/ 305876 h 2310971"/>
                <a:gd name="connsiteX98" fmla="*/ 3438447 w 12191999"/>
                <a:gd name="connsiteY98" fmla="*/ 309850 h 2310971"/>
                <a:gd name="connsiteX99" fmla="*/ 3468443 w 12191999"/>
                <a:gd name="connsiteY99" fmla="*/ 222079 h 2310971"/>
                <a:gd name="connsiteX100" fmla="*/ 3477442 w 12191999"/>
                <a:gd name="connsiteY100" fmla="*/ 314156 h 2310971"/>
                <a:gd name="connsiteX101" fmla="*/ 3507616 w 12191999"/>
                <a:gd name="connsiteY101" fmla="*/ 317799 h 2310971"/>
                <a:gd name="connsiteX102" fmla="*/ 3516438 w 12191999"/>
                <a:gd name="connsiteY102" fmla="*/ 261162 h 2310971"/>
                <a:gd name="connsiteX103" fmla="*/ 3543612 w 12191999"/>
                <a:gd name="connsiteY103" fmla="*/ 322105 h 2310971"/>
                <a:gd name="connsiteX104" fmla="*/ 3620545 w 12191999"/>
                <a:gd name="connsiteY104" fmla="*/ 331213 h 2310971"/>
                <a:gd name="connsiteX105" fmla="*/ 3641189 w 12191999"/>
                <a:gd name="connsiteY105" fmla="*/ 276729 h 2310971"/>
                <a:gd name="connsiteX106" fmla="*/ 3656893 w 12191999"/>
                <a:gd name="connsiteY106" fmla="*/ 335850 h 2310971"/>
                <a:gd name="connsiteX107" fmla="*/ 3656893 w 12191999"/>
                <a:gd name="connsiteY107" fmla="*/ 336181 h 2310971"/>
                <a:gd name="connsiteX108" fmla="*/ 3690242 w 12191999"/>
                <a:gd name="connsiteY108" fmla="*/ 340653 h 2310971"/>
                <a:gd name="connsiteX109" fmla="*/ 3711946 w 12191999"/>
                <a:gd name="connsiteY109" fmla="*/ 288652 h 2310971"/>
                <a:gd name="connsiteX110" fmla="*/ 3716004 w 12191999"/>
                <a:gd name="connsiteY110" fmla="*/ 344131 h 2310971"/>
                <a:gd name="connsiteX111" fmla="*/ 3727474 w 12191999"/>
                <a:gd name="connsiteY111" fmla="*/ 345621 h 2310971"/>
                <a:gd name="connsiteX112" fmla="*/ 3747412 w 12191999"/>
                <a:gd name="connsiteY112" fmla="*/ 244104 h 2310971"/>
                <a:gd name="connsiteX113" fmla="*/ 3762940 w 12191999"/>
                <a:gd name="connsiteY113" fmla="*/ 350092 h 2310971"/>
                <a:gd name="connsiteX114" fmla="*/ 3812699 w 12191999"/>
                <a:gd name="connsiteY114" fmla="*/ 259174 h 2310971"/>
                <a:gd name="connsiteX115" fmla="*/ 3812699 w 12191999"/>
                <a:gd name="connsiteY115" fmla="*/ 346615 h 2310971"/>
                <a:gd name="connsiteX116" fmla="*/ 3854518 w 12191999"/>
                <a:gd name="connsiteY116" fmla="*/ 295939 h 2310971"/>
                <a:gd name="connsiteX117" fmla="*/ 3837227 w 12191999"/>
                <a:gd name="connsiteY117" fmla="*/ 351252 h 2310971"/>
                <a:gd name="connsiteX118" fmla="*/ 3840579 w 12191999"/>
                <a:gd name="connsiteY118" fmla="*/ 361519 h 2310971"/>
                <a:gd name="connsiteX119" fmla="*/ 3861929 w 12191999"/>
                <a:gd name="connsiteY119" fmla="*/ 364832 h 2310971"/>
                <a:gd name="connsiteX120" fmla="*/ 3903395 w 12191999"/>
                <a:gd name="connsiteY120" fmla="*/ 273582 h 2310971"/>
                <a:gd name="connsiteX121" fmla="*/ 3895631 w 12191999"/>
                <a:gd name="connsiteY121" fmla="*/ 370131 h 2310971"/>
                <a:gd name="connsiteX122" fmla="*/ 3897748 w 12191999"/>
                <a:gd name="connsiteY122" fmla="*/ 370462 h 2310971"/>
                <a:gd name="connsiteX123" fmla="*/ 3915746 w 12191999"/>
                <a:gd name="connsiteY123" fmla="*/ 316640 h 2310971"/>
                <a:gd name="connsiteX124" fmla="*/ 3928099 w 12191999"/>
                <a:gd name="connsiteY124" fmla="*/ 371952 h 2310971"/>
                <a:gd name="connsiteX125" fmla="*/ 3960036 w 12191999"/>
                <a:gd name="connsiteY125" fmla="*/ 311009 h 2310971"/>
                <a:gd name="connsiteX126" fmla="*/ 3952095 w 12191999"/>
                <a:gd name="connsiteY126" fmla="*/ 361188 h 2310971"/>
                <a:gd name="connsiteX127" fmla="*/ 3958448 w 12191999"/>
                <a:gd name="connsiteY127" fmla="*/ 380067 h 2310971"/>
                <a:gd name="connsiteX128" fmla="*/ 3979092 w 12191999"/>
                <a:gd name="connsiteY128" fmla="*/ 383379 h 2310971"/>
                <a:gd name="connsiteX129" fmla="*/ 3984563 w 12191999"/>
                <a:gd name="connsiteY129" fmla="*/ 375430 h 2310971"/>
                <a:gd name="connsiteX130" fmla="*/ 3989679 w 12191999"/>
                <a:gd name="connsiteY130" fmla="*/ 278882 h 2310971"/>
                <a:gd name="connsiteX131" fmla="*/ 4010325 w 12191999"/>
                <a:gd name="connsiteY131" fmla="*/ 378908 h 2310971"/>
                <a:gd name="connsiteX132" fmla="*/ 4034851 w 12191999"/>
                <a:gd name="connsiteY132" fmla="*/ 309850 h 2310971"/>
                <a:gd name="connsiteX133" fmla="*/ 4030086 w 12191999"/>
                <a:gd name="connsiteY133" fmla="*/ 392157 h 2310971"/>
                <a:gd name="connsiteX134" fmla="*/ 4061847 w 12191999"/>
                <a:gd name="connsiteY134" fmla="*/ 397621 h 2310971"/>
                <a:gd name="connsiteX135" fmla="*/ 4098550 w 12191999"/>
                <a:gd name="connsiteY135" fmla="*/ 298257 h 2310971"/>
                <a:gd name="connsiteX136" fmla="*/ 4093962 w 12191999"/>
                <a:gd name="connsiteY136" fmla="*/ 386029 h 2310971"/>
                <a:gd name="connsiteX137" fmla="*/ 4101020 w 12191999"/>
                <a:gd name="connsiteY137" fmla="*/ 345455 h 2310971"/>
                <a:gd name="connsiteX138" fmla="*/ 4109666 w 12191999"/>
                <a:gd name="connsiteY138" fmla="*/ 390335 h 2310971"/>
                <a:gd name="connsiteX139" fmla="*/ 4133664 w 12191999"/>
                <a:gd name="connsiteY139" fmla="*/ 410208 h 2310971"/>
                <a:gd name="connsiteX140" fmla="*/ 4137723 w 12191999"/>
                <a:gd name="connsiteY140" fmla="*/ 411036 h 2310971"/>
                <a:gd name="connsiteX141" fmla="*/ 4185717 w 12191999"/>
                <a:gd name="connsiteY141" fmla="*/ 316640 h 2310971"/>
                <a:gd name="connsiteX142" fmla="*/ 4167365 w 12191999"/>
                <a:gd name="connsiteY142" fmla="*/ 406896 h 2310971"/>
                <a:gd name="connsiteX143" fmla="*/ 4174071 w 12191999"/>
                <a:gd name="connsiteY143" fmla="*/ 417825 h 2310971"/>
                <a:gd name="connsiteX144" fmla="*/ 4198774 w 12191999"/>
                <a:gd name="connsiteY144" fmla="*/ 422628 h 2310971"/>
                <a:gd name="connsiteX145" fmla="*/ 4248357 w 12191999"/>
                <a:gd name="connsiteY145" fmla="*/ 304054 h 2310971"/>
                <a:gd name="connsiteX146" fmla="*/ 4245356 w 12191999"/>
                <a:gd name="connsiteY146" fmla="*/ 431571 h 2310971"/>
                <a:gd name="connsiteX147" fmla="*/ 4261237 w 12191999"/>
                <a:gd name="connsiteY147" fmla="*/ 434718 h 2310971"/>
                <a:gd name="connsiteX148" fmla="*/ 4263002 w 12191999"/>
                <a:gd name="connsiteY148" fmla="*/ 434221 h 2310971"/>
                <a:gd name="connsiteX149" fmla="*/ 4312056 w 12191999"/>
                <a:gd name="connsiteY149" fmla="*/ 298257 h 2310971"/>
                <a:gd name="connsiteX150" fmla="*/ 4304644 w 12191999"/>
                <a:gd name="connsiteY150" fmla="*/ 443163 h 2310971"/>
                <a:gd name="connsiteX151" fmla="*/ 4319996 w 12191999"/>
                <a:gd name="connsiteY151" fmla="*/ 446144 h 2310971"/>
                <a:gd name="connsiteX152" fmla="*/ 4351933 w 12191999"/>
                <a:gd name="connsiteY152" fmla="*/ 452934 h 2310971"/>
                <a:gd name="connsiteX153" fmla="*/ 4375932 w 12191999"/>
                <a:gd name="connsiteY153" fmla="*/ 354729 h 2310971"/>
                <a:gd name="connsiteX154" fmla="*/ 4391459 w 12191999"/>
                <a:gd name="connsiteY154" fmla="*/ 461380 h 2310971"/>
                <a:gd name="connsiteX155" fmla="*/ 4400458 w 12191999"/>
                <a:gd name="connsiteY155" fmla="*/ 463367 h 2310971"/>
                <a:gd name="connsiteX156" fmla="*/ 4396046 w 12191999"/>
                <a:gd name="connsiteY156" fmla="*/ 435380 h 2310971"/>
                <a:gd name="connsiteX157" fmla="*/ 4475450 w 12191999"/>
                <a:gd name="connsiteY157" fmla="*/ 295111 h 2310971"/>
                <a:gd name="connsiteX158" fmla="*/ 4461156 w 12191999"/>
                <a:gd name="connsiteY158" fmla="*/ 462539 h 2310971"/>
                <a:gd name="connsiteX159" fmla="*/ 4497329 w 12191999"/>
                <a:gd name="connsiteY159" fmla="*/ 374271 h 2310971"/>
                <a:gd name="connsiteX160" fmla="*/ 4523973 w 12191999"/>
                <a:gd name="connsiteY160" fmla="*/ 460386 h 2310971"/>
                <a:gd name="connsiteX161" fmla="*/ 4523973 w 12191999"/>
                <a:gd name="connsiteY161" fmla="*/ 344793 h 2310971"/>
                <a:gd name="connsiteX162" fmla="*/ 4565439 w 12191999"/>
                <a:gd name="connsiteY162" fmla="*/ 465520 h 2310971"/>
                <a:gd name="connsiteX163" fmla="*/ 4584320 w 12191999"/>
                <a:gd name="connsiteY163" fmla="*/ 410539 h 2310971"/>
                <a:gd name="connsiteX164" fmla="*/ 4609200 w 12191999"/>
                <a:gd name="connsiteY164" fmla="*/ 510234 h 2310971"/>
                <a:gd name="connsiteX165" fmla="*/ 4610611 w 12191999"/>
                <a:gd name="connsiteY165" fmla="*/ 510565 h 2310971"/>
                <a:gd name="connsiteX166" fmla="*/ 4672721 w 12191999"/>
                <a:gd name="connsiteY166" fmla="*/ 383545 h 2310971"/>
                <a:gd name="connsiteX167" fmla="*/ 4673603 w 12191999"/>
                <a:gd name="connsiteY167" fmla="*/ 505597 h 2310971"/>
                <a:gd name="connsiteX168" fmla="*/ 4726715 w 12191999"/>
                <a:gd name="connsiteY168" fmla="*/ 415010 h 2310971"/>
                <a:gd name="connsiteX169" fmla="*/ 4726715 w 12191999"/>
                <a:gd name="connsiteY169" fmla="*/ 507915 h 2310971"/>
                <a:gd name="connsiteX170" fmla="*/ 4790943 w 12191999"/>
                <a:gd name="connsiteY170" fmla="*/ 383379 h 2310971"/>
                <a:gd name="connsiteX171" fmla="*/ 4791120 w 12191999"/>
                <a:gd name="connsiteY171" fmla="*/ 509572 h 2310971"/>
                <a:gd name="connsiteX172" fmla="*/ 4840174 w 12191999"/>
                <a:gd name="connsiteY172" fmla="*/ 451278 h 2310971"/>
                <a:gd name="connsiteX173" fmla="*/ 4818293 w 12191999"/>
                <a:gd name="connsiteY173" fmla="*/ 532756 h 2310971"/>
                <a:gd name="connsiteX174" fmla="*/ 4835586 w 12191999"/>
                <a:gd name="connsiteY174" fmla="*/ 565878 h 2310971"/>
                <a:gd name="connsiteX175" fmla="*/ 4866817 w 12191999"/>
                <a:gd name="connsiteY175" fmla="*/ 574158 h 2310971"/>
                <a:gd name="connsiteX176" fmla="*/ 4866641 w 12191999"/>
                <a:gd name="connsiteY176" fmla="*/ 546502 h 2310971"/>
                <a:gd name="connsiteX177" fmla="*/ 4929281 w 12191999"/>
                <a:gd name="connsiteY177" fmla="*/ 383545 h 2310971"/>
                <a:gd name="connsiteX178" fmla="*/ 4910048 w 12191999"/>
                <a:gd name="connsiteY178" fmla="*/ 555444 h 2310971"/>
                <a:gd name="connsiteX179" fmla="*/ 4934221 w 12191999"/>
                <a:gd name="connsiteY179" fmla="*/ 496654 h 2310971"/>
                <a:gd name="connsiteX180" fmla="*/ 4953454 w 12191999"/>
                <a:gd name="connsiteY180" fmla="*/ 578133 h 2310971"/>
                <a:gd name="connsiteX181" fmla="*/ 5033034 w 12191999"/>
                <a:gd name="connsiteY181" fmla="*/ 465023 h 2310971"/>
                <a:gd name="connsiteX182" fmla="*/ 5001803 w 12191999"/>
                <a:gd name="connsiteY182" fmla="*/ 587241 h 2310971"/>
                <a:gd name="connsiteX183" fmla="*/ 5086146 w 12191999"/>
                <a:gd name="connsiteY183" fmla="*/ 519342 h 2310971"/>
                <a:gd name="connsiteX184" fmla="*/ 5037445 w 12191999"/>
                <a:gd name="connsiteY184" fmla="*/ 619700 h 2310971"/>
                <a:gd name="connsiteX185" fmla="*/ 5052973 w 12191999"/>
                <a:gd name="connsiteY185" fmla="*/ 623840 h 2310971"/>
                <a:gd name="connsiteX186" fmla="*/ 5062149 w 12191999"/>
                <a:gd name="connsiteY186" fmla="*/ 621190 h 2310971"/>
                <a:gd name="connsiteX187" fmla="*/ 5126024 w 12191999"/>
                <a:gd name="connsiteY187" fmla="*/ 451278 h 2310971"/>
                <a:gd name="connsiteX188" fmla="*/ 5126024 w 12191999"/>
                <a:gd name="connsiteY188" fmla="*/ 605458 h 2310971"/>
                <a:gd name="connsiteX189" fmla="*/ 5132023 w 12191999"/>
                <a:gd name="connsiteY189" fmla="*/ 645700 h 2310971"/>
                <a:gd name="connsiteX190" fmla="*/ 5138552 w 12191999"/>
                <a:gd name="connsiteY190" fmla="*/ 647522 h 2310971"/>
                <a:gd name="connsiteX191" fmla="*/ 5139434 w 12191999"/>
                <a:gd name="connsiteY191" fmla="*/ 639242 h 2310971"/>
                <a:gd name="connsiteX192" fmla="*/ 5228542 w 12191999"/>
                <a:gd name="connsiteY192" fmla="*/ 510400 h 2310971"/>
                <a:gd name="connsiteX193" fmla="*/ 5187605 w 12191999"/>
                <a:gd name="connsiteY193" fmla="*/ 648350 h 2310971"/>
                <a:gd name="connsiteX194" fmla="*/ 5284124 w 12191999"/>
                <a:gd name="connsiteY194" fmla="*/ 582604 h 2310971"/>
                <a:gd name="connsiteX195" fmla="*/ 5255186 w 12191999"/>
                <a:gd name="connsiteY195" fmla="*/ 665408 h 2310971"/>
                <a:gd name="connsiteX196" fmla="*/ 5334942 w 12191999"/>
                <a:gd name="connsiteY196" fmla="*/ 578133 h 2310971"/>
                <a:gd name="connsiteX197" fmla="*/ 5309179 w 12191999"/>
                <a:gd name="connsiteY197" fmla="*/ 659280 h 2310971"/>
                <a:gd name="connsiteX198" fmla="*/ 5273183 w 12191999"/>
                <a:gd name="connsiteY198" fmla="*/ 685777 h 2310971"/>
                <a:gd name="connsiteX199" fmla="*/ 5296828 w 12191999"/>
                <a:gd name="connsiteY199" fmla="*/ 692567 h 2310971"/>
                <a:gd name="connsiteX200" fmla="*/ 5309179 w 12191999"/>
                <a:gd name="connsiteY200" fmla="*/ 689089 h 2310971"/>
                <a:gd name="connsiteX201" fmla="*/ 5424226 w 12191999"/>
                <a:gd name="connsiteY201" fmla="*/ 501125 h 2310971"/>
                <a:gd name="connsiteX202" fmla="*/ 5390347 w 12191999"/>
                <a:gd name="connsiteY202" fmla="*/ 710784 h 2310971"/>
                <a:gd name="connsiteX203" fmla="*/ 5518274 w 12191999"/>
                <a:gd name="connsiteY203" fmla="*/ 627980 h 2310971"/>
                <a:gd name="connsiteX204" fmla="*/ 5472396 w 12191999"/>
                <a:gd name="connsiteY204" fmla="*/ 738937 h 2310971"/>
                <a:gd name="connsiteX205" fmla="*/ 5478397 w 12191999"/>
                <a:gd name="connsiteY205" fmla="*/ 745727 h 2310971"/>
                <a:gd name="connsiteX206" fmla="*/ 5568563 w 12191999"/>
                <a:gd name="connsiteY206" fmla="*/ 772886 h 2310971"/>
                <a:gd name="connsiteX207" fmla="*/ 5612499 w 12191999"/>
                <a:gd name="connsiteY207" fmla="*/ 591712 h 2310971"/>
                <a:gd name="connsiteX208" fmla="*/ 5651142 w 12191999"/>
                <a:gd name="connsiteY208" fmla="*/ 768415 h 2310971"/>
                <a:gd name="connsiteX209" fmla="*/ 5658024 w 12191999"/>
                <a:gd name="connsiteY209" fmla="*/ 766593 h 2310971"/>
                <a:gd name="connsiteX210" fmla="*/ 5743425 w 12191999"/>
                <a:gd name="connsiteY210" fmla="*/ 660108 h 2310971"/>
                <a:gd name="connsiteX211" fmla="*/ 5743602 w 12191999"/>
                <a:gd name="connsiteY211" fmla="*/ 799880 h 2310971"/>
                <a:gd name="connsiteX212" fmla="*/ 5830768 w 12191999"/>
                <a:gd name="connsiteY212" fmla="*/ 680312 h 2310971"/>
                <a:gd name="connsiteX213" fmla="*/ 5773422 w 12191999"/>
                <a:gd name="connsiteY213" fmla="*/ 829855 h 2310971"/>
                <a:gd name="connsiteX214" fmla="*/ 5806242 w 12191999"/>
                <a:gd name="connsiteY214" fmla="*/ 845091 h 2310971"/>
                <a:gd name="connsiteX215" fmla="*/ 5841356 w 12191999"/>
                <a:gd name="connsiteY215" fmla="*/ 855855 h 2310971"/>
                <a:gd name="connsiteX216" fmla="*/ 5956578 w 12191999"/>
                <a:gd name="connsiteY216" fmla="*/ 709790 h 2310971"/>
                <a:gd name="connsiteX217" fmla="*/ 5915818 w 12191999"/>
                <a:gd name="connsiteY217" fmla="*/ 878875 h 2310971"/>
                <a:gd name="connsiteX218" fmla="*/ 5946520 w 12191999"/>
                <a:gd name="connsiteY218" fmla="*/ 888314 h 2310971"/>
                <a:gd name="connsiteX219" fmla="*/ 6029805 w 12191999"/>
                <a:gd name="connsiteY219" fmla="*/ 800046 h 2310971"/>
                <a:gd name="connsiteX220" fmla="*/ 5996279 w 12191999"/>
                <a:gd name="connsiteY220" fmla="*/ 903716 h 2310971"/>
                <a:gd name="connsiteX221" fmla="*/ 6013395 w 12191999"/>
                <a:gd name="connsiteY221" fmla="*/ 909015 h 2310971"/>
                <a:gd name="connsiteX222" fmla="*/ 6082388 w 12191999"/>
                <a:gd name="connsiteY222" fmla="*/ 780008 h 2310971"/>
                <a:gd name="connsiteX223" fmla="*/ 6067919 w 12191999"/>
                <a:gd name="connsiteY223" fmla="*/ 925907 h 2310971"/>
                <a:gd name="connsiteX224" fmla="*/ 6072507 w 12191999"/>
                <a:gd name="connsiteY224" fmla="*/ 927232 h 2310971"/>
                <a:gd name="connsiteX225" fmla="*/ 6125618 w 12191999"/>
                <a:gd name="connsiteY225" fmla="*/ 704656 h 2310971"/>
                <a:gd name="connsiteX226" fmla="*/ 6139382 w 12191999"/>
                <a:gd name="connsiteY226" fmla="*/ 929716 h 2310971"/>
                <a:gd name="connsiteX227" fmla="*/ 6212255 w 12191999"/>
                <a:gd name="connsiteY227" fmla="*/ 835320 h 2310971"/>
                <a:gd name="connsiteX228" fmla="*/ 6202374 w 12191999"/>
                <a:gd name="connsiteY228" fmla="*/ 967309 h 2310971"/>
                <a:gd name="connsiteX229" fmla="*/ 6243664 w 12191999"/>
                <a:gd name="connsiteY229" fmla="*/ 980060 h 2310971"/>
                <a:gd name="connsiteX230" fmla="*/ 6365238 w 12191999"/>
                <a:gd name="connsiteY230" fmla="*/ 800212 h 2310971"/>
                <a:gd name="connsiteX231" fmla="*/ 6336829 w 12191999"/>
                <a:gd name="connsiteY231" fmla="*/ 1008545 h 2310971"/>
                <a:gd name="connsiteX232" fmla="*/ 6348829 w 12191999"/>
                <a:gd name="connsiteY232" fmla="*/ 1012188 h 2310971"/>
                <a:gd name="connsiteX233" fmla="*/ 6419762 w 12191999"/>
                <a:gd name="connsiteY233" fmla="*/ 890798 h 2310971"/>
                <a:gd name="connsiteX234" fmla="*/ 6419762 w 12191999"/>
                <a:gd name="connsiteY234" fmla="*/ 1002417 h 2310971"/>
                <a:gd name="connsiteX235" fmla="*/ 6483107 w 12191999"/>
                <a:gd name="connsiteY235" fmla="*/ 872250 h 2310971"/>
                <a:gd name="connsiteX236" fmla="*/ 6483107 w 12191999"/>
                <a:gd name="connsiteY236" fmla="*/ 1048290 h 2310971"/>
                <a:gd name="connsiteX237" fmla="*/ 6586684 w 12191999"/>
                <a:gd name="connsiteY237" fmla="*/ 877715 h 2310971"/>
                <a:gd name="connsiteX238" fmla="*/ 6588272 w 12191999"/>
                <a:gd name="connsiteY238" fmla="*/ 1084227 h 2310971"/>
                <a:gd name="connsiteX239" fmla="*/ 6590214 w 12191999"/>
                <a:gd name="connsiteY239" fmla="*/ 1084889 h 2310971"/>
                <a:gd name="connsiteX240" fmla="*/ 6654441 w 12191999"/>
                <a:gd name="connsiteY240" fmla="*/ 799880 h 2310971"/>
                <a:gd name="connsiteX241" fmla="*/ 6679321 w 12191999"/>
                <a:gd name="connsiteY241" fmla="*/ 1097641 h 2310971"/>
                <a:gd name="connsiteX242" fmla="*/ 6830717 w 12191999"/>
                <a:gd name="connsiteY242" fmla="*/ 921767 h 2310971"/>
                <a:gd name="connsiteX243" fmla="*/ 6795426 w 12191999"/>
                <a:gd name="connsiteY243" fmla="*/ 1145170 h 2310971"/>
                <a:gd name="connsiteX244" fmla="*/ 6804072 w 12191999"/>
                <a:gd name="connsiteY244" fmla="*/ 1147654 h 2310971"/>
                <a:gd name="connsiteX245" fmla="*/ 6861948 w 12191999"/>
                <a:gd name="connsiteY245" fmla="*/ 1018978 h 2310971"/>
                <a:gd name="connsiteX246" fmla="*/ 6882945 w 12191999"/>
                <a:gd name="connsiteY246" fmla="*/ 1170177 h 2310971"/>
                <a:gd name="connsiteX247" fmla="*/ 6948409 w 12191999"/>
                <a:gd name="connsiteY247" fmla="*/ 1188725 h 2310971"/>
                <a:gd name="connsiteX248" fmla="*/ 6934469 w 12191999"/>
                <a:gd name="connsiteY248" fmla="*/ 1003245 h 2310971"/>
                <a:gd name="connsiteX249" fmla="*/ 7012460 w 12191999"/>
                <a:gd name="connsiteY249" fmla="*/ 1203795 h 2310971"/>
                <a:gd name="connsiteX250" fmla="*/ 7177971 w 12191999"/>
                <a:gd name="connsiteY250" fmla="*/ 990162 h 2310971"/>
                <a:gd name="connsiteX251" fmla="*/ 7099274 w 12191999"/>
                <a:gd name="connsiteY251" fmla="*/ 1231286 h 2310971"/>
                <a:gd name="connsiteX252" fmla="*/ 7102098 w 12191999"/>
                <a:gd name="connsiteY252" fmla="*/ 1232114 h 2310971"/>
                <a:gd name="connsiteX253" fmla="*/ 7271843 w 12191999"/>
                <a:gd name="connsiteY253" fmla="*/ 1111552 h 2310971"/>
                <a:gd name="connsiteX254" fmla="*/ 7181677 w 12191999"/>
                <a:gd name="connsiteY254" fmla="*/ 1254139 h 2310971"/>
                <a:gd name="connsiteX255" fmla="*/ 7300252 w 12191999"/>
                <a:gd name="connsiteY255" fmla="*/ 1286598 h 2310971"/>
                <a:gd name="connsiteX256" fmla="*/ 7381066 w 12191999"/>
                <a:gd name="connsiteY256" fmla="*/ 1053424 h 2310971"/>
                <a:gd name="connsiteX257" fmla="*/ 7445471 w 12191999"/>
                <a:gd name="connsiteY257" fmla="*/ 1278152 h 2310971"/>
                <a:gd name="connsiteX258" fmla="*/ 7608864 w 12191999"/>
                <a:gd name="connsiteY258" fmla="*/ 1053424 h 2310971"/>
                <a:gd name="connsiteX259" fmla="*/ 7560870 w 12191999"/>
                <a:gd name="connsiteY259" fmla="*/ 1355822 h 2310971"/>
                <a:gd name="connsiteX260" fmla="*/ 7562987 w 12191999"/>
                <a:gd name="connsiteY260" fmla="*/ 1356484 h 2310971"/>
                <a:gd name="connsiteX261" fmla="*/ 7677151 w 12191999"/>
                <a:gd name="connsiteY261" fmla="*/ 1184916 h 2310971"/>
                <a:gd name="connsiteX262" fmla="*/ 7677327 w 12191999"/>
                <a:gd name="connsiteY262" fmla="*/ 1345223 h 2310971"/>
                <a:gd name="connsiteX263" fmla="*/ 7773316 w 12191999"/>
                <a:gd name="connsiteY263" fmla="*/ 1165043 h 2310971"/>
                <a:gd name="connsiteX264" fmla="*/ 7773316 w 12191999"/>
                <a:gd name="connsiteY264" fmla="*/ 1369733 h 2310971"/>
                <a:gd name="connsiteX265" fmla="*/ 7910066 w 12191999"/>
                <a:gd name="connsiteY265" fmla="*/ 1096979 h 2310971"/>
                <a:gd name="connsiteX266" fmla="*/ 7868600 w 12191999"/>
                <a:gd name="connsiteY266" fmla="*/ 1418421 h 2310971"/>
                <a:gd name="connsiteX267" fmla="*/ 7856954 w 12191999"/>
                <a:gd name="connsiteY267" fmla="*/ 1431835 h 2310971"/>
                <a:gd name="connsiteX268" fmla="*/ 7916947 w 12191999"/>
                <a:gd name="connsiteY268" fmla="*/ 1446906 h 2310971"/>
                <a:gd name="connsiteX269" fmla="*/ 8027936 w 12191999"/>
                <a:gd name="connsiteY269" fmla="*/ 1226317 h 2310971"/>
                <a:gd name="connsiteX270" fmla="*/ 8029876 w 12191999"/>
                <a:gd name="connsiteY270" fmla="*/ 1450549 h 2310971"/>
                <a:gd name="connsiteX271" fmla="*/ 8097103 w 12191999"/>
                <a:gd name="connsiteY271" fmla="*/ 1373873 h 2310971"/>
                <a:gd name="connsiteX272" fmla="*/ 8097103 w 12191999"/>
                <a:gd name="connsiteY272" fmla="*/ 1458332 h 2310971"/>
                <a:gd name="connsiteX273" fmla="*/ 8166272 w 12191999"/>
                <a:gd name="connsiteY273" fmla="*/ 1320713 h 2310971"/>
                <a:gd name="connsiteX274" fmla="*/ 8173507 w 12191999"/>
                <a:gd name="connsiteY274" fmla="*/ 1509505 h 2310971"/>
                <a:gd name="connsiteX275" fmla="*/ 8186741 w 12191999"/>
                <a:gd name="connsiteY275" fmla="*/ 1512651 h 2310971"/>
                <a:gd name="connsiteX276" fmla="*/ 8253263 w 12191999"/>
                <a:gd name="connsiteY276" fmla="*/ 1493441 h 2310971"/>
                <a:gd name="connsiteX277" fmla="*/ 8386484 w 12191999"/>
                <a:gd name="connsiteY277" fmla="*/ 1179119 h 2310971"/>
                <a:gd name="connsiteX278" fmla="*/ 8345547 w 12191999"/>
                <a:gd name="connsiteY278" fmla="*/ 1518448 h 2310971"/>
                <a:gd name="connsiteX279" fmla="*/ 8424244 w 12191999"/>
                <a:gd name="connsiteY279" fmla="*/ 1348866 h 2310971"/>
                <a:gd name="connsiteX280" fmla="*/ 8461475 w 12191999"/>
                <a:gd name="connsiteY280" fmla="*/ 1539645 h 2310971"/>
                <a:gd name="connsiteX281" fmla="*/ 8499588 w 12191999"/>
                <a:gd name="connsiteY281" fmla="*/ 1403351 h 2310971"/>
                <a:gd name="connsiteX282" fmla="*/ 8544231 w 12191999"/>
                <a:gd name="connsiteY282" fmla="*/ 1557696 h 2310971"/>
                <a:gd name="connsiteX283" fmla="*/ 8568757 w 12191999"/>
                <a:gd name="connsiteY283" fmla="*/ 1459492 h 2310971"/>
                <a:gd name="connsiteX284" fmla="*/ 8642160 w 12191999"/>
                <a:gd name="connsiteY284" fmla="*/ 1578894 h 2310971"/>
                <a:gd name="connsiteX285" fmla="*/ 8707095 w 12191999"/>
                <a:gd name="connsiteY285" fmla="*/ 1435810 h 2310971"/>
                <a:gd name="connsiteX286" fmla="*/ 8698272 w 12191999"/>
                <a:gd name="connsiteY286" fmla="*/ 1630232 h 2310971"/>
                <a:gd name="connsiteX287" fmla="*/ 8704624 w 12191999"/>
                <a:gd name="connsiteY287" fmla="*/ 1631557 h 2310971"/>
                <a:gd name="connsiteX288" fmla="*/ 8864312 w 12191999"/>
                <a:gd name="connsiteY288" fmla="*/ 1406332 h 2310971"/>
                <a:gd name="connsiteX289" fmla="*/ 8865547 w 12191999"/>
                <a:gd name="connsiteY289" fmla="*/ 1651098 h 2310971"/>
                <a:gd name="connsiteX290" fmla="*/ 8961890 w 12191999"/>
                <a:gd name="connsiteY290" fmla="*/ 1547926 h 2310971"/>
                <a:gd name="connsiteX291" fmla="*/ 8963478 w 12191999"/>
                <a:gd name="connsiteY291" fmla="*/ 1687532 h 2310971"/>
                <a:gd name="connsiteX292" fmla="*/ 8998592 w 12191999"/>
                <a:gd name="connsiteY292" fmla="*/ 1694985 h 2310971"/>
                <a:gd name="connsiteX293" fmla="*/ 9065819 w 12191999"/>
                <a:gd name="connsiteY293" fmla="*/ 1667991 h 2310971"/>
                <a:gd name="connsiteX294" fmla="*/ 9134811 w 12191999"/>
                <a:gd name="connsiteY294" fmla="*/ 1442103 h 2310971"/>
                <a:gd name="connsiteX295" fmla="*/ 9169396 w 12191999"/>
                <a:gd name="connsiteY295" fmla="*/ 1704921 h 2310971"/>
                <a:gd name="connsiteX296" fmla="*/ 9185101 w 12191999"/>
                <a:gd name="connsiteY296" fmla="*/ 1553887 h 2310971"/>
                <a:gd name="connsiteX297" fmla="*/ 9268385 w 12191999"/>
                <a:gd name="connsiteY297" fmla="*/ 1709061 h 2310971"/>
                <a:gd name="connsiteX298" fmla="*/ 9348493 w 12191999"/>
                <a:gd name="connsiteY298" fmla="*/ 1615825 h 2310971"/>
                <a:gd name="connsiteX299" fmla="*/ 9393841 w 12191999"/>
                <a:gd name="connsiteY299" fmla="*/ 1775138 h 2310971"/>
                <a:gd name="connsiteX300" fmla="*/ 9401428 w 12191999"/>
                <a:gd name="connsiteY300" fmla="*/ 1776629 h 2310971"/>
                <a:gd name="connsiteX301" fmla="*/ 9493183 w 12191999"/>
                <a:gd name="connsiteY301" fmla="*/ 1621786 h 2310971"/>
                <a:gd name="connsiteX302" fmla="*/ 9506770 w 12191999"/>
                <a:gd name="connsiteY302" fmla="*/ 1797164 h 2310971"/>
                <a:gd name="connsiteX303" fmla="*/ 9508358 w 12191999"/>
                <a:gd name="connsiteY303" fmla="*/ 1797329 h 2310971"/>
                <a:gd name="connsiteX304" fmla="*/ 9565528 w 12191999"/>
                <a:gd name="connsiteY304" fmla="*/ 1713201 h 2310971"/>
                <a:gd name="connsiteX305" fmla="*/ 9565528 w 12191999"/>
                <a:gd name="connsiteY305" fmla="*/ 1795839 h 2310971"/>
                <a:gd name="connsiteX306" fmla="*/ 9612641 w 12191999"/>
                <a:gd name="connsiteY306" fmla="*/ 1645303 h 2310971"/>
                <a:gd name="connsiteX307" fmla="*/ 9631521 w 12191999"/>
                <a:gd name="connsiteY307" fmla="*/ 1819521 h 2310971"/>
                <a:gd name="connsiteX308" fmla="*/ 9701220 w 12191999"/>
                <a:gd name="connsiteY308" fmla="*/ 1695481 h 2310971"/>
                <a:gd name="connsiteX309" fmla="*/ 9732098 w 12191999"/>
                <a:gd name="connsiteY309" fmla="*/ 1837406 h 2310971"/>
                <a:gd name="connsiteX310" fmla="*/ 9766859 w 12191999"/>
                <a:gd name="connsiteY310" fmla="*/ 1574920 h 2310971"/>
                <a:gd name="connsiteX311" fmla="*/ 9830911 w 12191999"/>
                <a:gd name="connsiteY311" fmla="*/ 1818361 h 2310971"/>
                <a:gd name="connsiteX312" fmla="*/ 9826499 w 12191999"/>
                <a:gd name="connsiteY312" fmla="*/ 1837406 h 2310971"/>
                <a:gd name="connsiteX313" fmla="*/ 9895668 w 12191999"/>
                <a:gd name="connsiteY313" fmla="*/ 1660207 h 2310971"/>
                <a:gd name="connsiteX314" fmla="*/ 9897608 w 12191999"/>
                <a:gd name="connsiteY314" fmla="*/ 1837406 h 2310971"/>
                <a:gd name="connsiteX315" fmla="*/ 9964836 w 12191999"/>
                <a:gd name="connsiteY315" fmla="*/ 1857776 h 2310971"/>
                <a:gd name="connsiteX316" fmla="*/ 10043358 w 12191999"/>
                <a:gd name="connsiteY316" fmla="*/ 1716182 h 2310971"/>
                <a:gd name="connsiteX317" fmla="*/ 10024477 w 12191999"/>
                <a:gd name="connsiteY317" fmla="*/ 1857776 h 2310971"/>
                <a:gd name="connsiteX318" fmla="*/ 10073177 w 12191999"/>
                <a:gd name="connsiteY318" fmla="*/ 1762055 h 2310971"/>
                <a:gd name="connsiteX319" fmla="*/ 10089412 w 12191999"/>
                <a:gd name="connsiteY319" fmla="*/ 1882451 h 2310971"/>
                <a:gd name="connsiteX320" fmla="*/ 10181519 w 12191999"/>
                <a:gd name="connsiteY320" fmla="*/ 1791202 h 2310971"/>
                <a:gd name="connsiteX321" fmla="*/ 10172520 w 12191999"/>
                <a:gd name="connsiteY321" fmla="*/ 1916897 h 2310971"/>
                <a:gd name="connsiteX322" fmla="*/ 10210809 w 12191999"/>
                <a:gd name="connsiteY322" fmla="*/ 1923356 h 2310971"/>
                <a:gd name="connsiteX323" fmla="*/ 10232513 w 12191999"/>
                <a:gd name="connsiteY323" fmla="*/ 1912095 h 2310971"/>
                <a:gd name="connsiteX324" fmla="*/ 10263744 w 12191999"/>
                <a:gd name="connsiteY324" fmla="*/ 1677099 h 2310971"/>
                <a:gd name="connsiteX325" fmla="*/ 10316856 w 12191999"/>
                <a:gd name="connsiteY325" fmla="*/ 1926006 h 2310971"/>
                <a:gd name="connsiteX326" fmla="*/ 10308915 w 12191999"/>
                <a:gd name="connsiteY326" fmla="*/ 1939751 h 2310971"/>
                <a:gd name="connsiteX327" fmla="*/ 10355499 w 12191999"/>
                <a:gd name="connsiteY327" fmla="*/ 1947535 h 2310971"/>
                <a:gd name="connsiteX328" fmla="*/ 10362911 w 12191999"/>
                <a:gd name="connsiteY328" fmla="*/ 1940745 h 2310971"/>
                <a:gd name="connsiteX329" fmla="*/ 10427492 w 12191999"/>
                <a:gd name="connsiteY329" fmla="*/ 1784246 h 2310971"/>
                <a:gd name="connsiteX330" fmla="*/ 10465604 w 12191999"/>
                <a:gd name="connsiteY330" fmla="*/ 1950019 h 2310971"/>
                <a:gd name="connsiteX331" fmla="*/ 10484661 w 12191999"/>
                <a:gd name="connsiteY331" fmla="*/ 1842540 h 2310971"/>
                <a:gd name="connsiteX332" fmla="*/ 10548889 w 12191999"/>
                <a:gd name="connsiteY332" fmla="*/ 1963267 h 2310971"/>
                <a:gd name="connsiteX333" fmla="*/ 10593885 w 12191999"/>
                <a:gd name="connsiteY333" fmla="*/ 1865725 h 2310971"/>
                <a:gd name="connsiteX334" fmla="*/ 10620705 w 12191999"/>
                <a:gd name="connsiteY334" fmla="*/ 1989433 h 2310971"/>
                <a:gd name="connsiteX335" fmla="*/ 10625646 w 12191999"/>
                <a:gd name="connsiteY335" fmla="*/ 1990095 h 2310971"/>
                <a:gd name="connsiteX336" fmla="*/ 10648583 w 12191999"/>
                <a:gd name="connsiteY336" fmla="*/ 1801138 h 2310971"/>
                <a:gd name="connsiteX337" fmla="*/ 10721105 w 12191999"/>
                <a:gd name="connsiteY337" fmla="*/ 1979000 h 2310971"/>
                <a:gd name="connsiteX338" fmla="*/ 10797508 w 12191999"/>
                <a:gd name="connsiteY338" fmla="*/ 1907789 h 2310971"/>
                <a:gd name="connsiteX339" fmla="*/ 10784275 w 12191999"/>
                <a:gd name="connsiteY339" fmla="*/ 2013777 h 2310971"/>
                <a:gd name="connsiteX340" fmla="*/ 10845856 w 12191999"/>
                <a:gd name="connsiteY340" fmla="*/ 2022886 h 2310971"/>
                <a:gd name="connsiteX341" fmla="*/ 10874618 w 12191999"/>
                <a:gd name="connsiteY341" fmla="*/ 1942732 h 2310971"/>
                <a:gd name="connsiteX342" fmla="*/ 10893322 w 12191999"/>
                <a:gd name="connsiteY342" fmla="*/ 2030007 h 2310971"/>
                <a:gd name="connsiteX343" fmla="*/ 10897909 w 12191999"/>
                <a:gd name="connsiteY343" fmla="*/ 2030503 h 2310971"/>
                <a:gd name="connsiteX344" fmla="*/ 10907084 w 12191999"/>
                <a:gd name="connsiteY344" fmla="*/ 1842705 h 2310971"/>
                <a:gd name="connsiteX345" fmla="*/ 10984901 w 12191999"/>
                <a:gd name="connsiteY345" fmla="*/ 2039612 h 2310971"/>
                <a:gd name="connsiteX346" fmla="*/ 11063950 w 12191999"/>
                <a:gd name="connsiteY346" fmla="*/ 1728934 h 2310971"/>
                <a:gd name="connsiteX347" fmla="*/ 11102239 w 12191999"/>
                <a:gd name="connsiteY347" fmla="*/ 2058657 h 2310971"/>
                <a:gd name="connsiteX348" fmla="*/ 11103121 w 12191999"/>
                <a:gd name="connsiteY348" fmla="*/ 2058822 h 2310971"/>
                <a:gd name="connsiteX349" fmla="*/ 11208640 w 12191999"/>
                <a:gd name="connsiteY349" fmla="*/ 1941242 h 2310971"/>
                <a:gd name="connsiteX350" fmla="*/ 11223284 w 12191999"/>
                <a:gd name="connsiteY350" fmla="*/ 2075052 h 2310971"/>
                <a:gd name="connsiteX351" fmla="*/ 11309040 w 12191999"/>
                <a:gd name="connsiteY351" fmla="*/ 2086478 h 2310971"/>
                <a:gd name="connsiteX352" fmla="*/ 11388266 w 12191999"/>
                <a:gd name="connsiteY352" fmla="*/ 1880795 h 2310971"/>
                <a:gd name="connsiteX353" fmla="*/ 11428674 w 12191999"/>
                <a:gd name="connsiteY353" fmla="*/ 2101549 h 2310971"/>
                <a:gd name="connsiteX354" fmla="*/ 11516546 w 12191999"/>
                <a:gd name="connsiteY354" fmla="*/ 2112645 h 2310971"/>
                <a:gd name="connsiteX355" fmla="*/ 11550425 w 12191999"/>
                <a:gd name="connsiteY355" fmla="*/ 1965089 h 2310971"/>
                <a:gd name="connsiteX356" fmla="*/ 11654354 w 12191999"/>
                <a:gd name="connsiteY356" fmla="*/ 2129205 h 2310971"/>
                <a:gd name="connsiteX357" fmla="*/ 11674999 w 12191999"/>
                <a:gd name="connsiteY357" fmla="*/ 2131689 h 2310971"/>
                <a:gd name="connsiteX358" fmla="*/ 11712936 w 12191999"/>
                <a:gd name="connsiteY358" fmla="*/ 1943229 h 2310971"/>
                <a:gd name="connsiteX359" fmla="*/ 11784223 w 12191999"/>
                <a:gd name="connsiteY359" fmla="*/ 2144275 h 2310971"/>
                <a:gd name="connsiteX360" fmla="*/ 11833451 w 12191999"/>
                <a:gd name="connsiteY360" fmla="*/ 2149906 h 2310971"/>
                <a:gd name="connsiteX361" fmla="*/ 11885329 w 12191999"/>
                <a:gd name="connsiteY361" fmla="*/ 1903483 h 2310971"/>
                <a:gd name="connsiteX362" fmla="*/ 11947792 w 12191999"/>
                <a:gd name="connsiteY362" fmla="*/ 2162492 h 2310971"/>
                <a:gd name="connsiteX363" fmla="*/ 12024018 w 12191999"/>
                <a:gd name="connsiteY363" fmla="*/ 2170441 h 2310971"/>
                <a:gd name="connsiteX364" fmla="*/ 12099364 w 12191999"/>
                <a:gd name="connsiteY364" fmla="*/ 1985293 h 2310971"/>
                <a:gd name="connsiteX365" fmla="*/ 12120184 w 12191999"/>
                <a:gd name="connsiteY365" fmla="*/ 2180543 h 2310971"/>
                <a:gd name="connsiteX366" fmla="*/ 12191824 w 12191999"/>
                <a:gd name="connsiteY366" fmla="*/ 2188161 h 2310971"/>
                <a:gd name="connsiteX367" fmla="*/ 12191999 w 12191999"/>
                <a:gd name="connsiteY367" fmla="*/ 2188161 h 2310971"/>
                <a:gd name="connsiteX368" fmla="*/ 12191999 w 12191999"/>
                <a:gd name="connsiteY368" fmla="*/ 2310971 h 2310971"/>
                <a:gd name="connsiteX369" fmla="*/ 0 w 12191999"/>
                <a:gd name="connsiteY369" fmla="*/ 2310971 h 2310971"/>
                <a:gd name="connsiteX370" fmla="*/ 0 w 12191999"/>
                <a:gd name="connsiteY370" fmla="*/ 371775 h 2310971"/>
                <a:gd name="connsiteX371" fmla="*/ 31709 w 12191999"/>
                <a:gd name="connsiteY371" fmla="*/ 364335 h 2310971"/>
                <a:gd name="connsiteX372" fmla="*/ 88350 w 12191999"/>
                <a:gd name="connsiteY372" fmla="*/ 90421 h 2310971"/>
                <a:gd name="connsiteX373" fmla="*/ 136697 w 12191999"/>
                <a:gd name="connsiteY373" fmla="*/ 327404 h 2310971"/>
                <a:gd name="connsiteX374" fmla="*/ 126286 w 12191999"/>
                <a:gd name="connsiteY374" fmla="*/ 370131 h 2310971"/>
                <a:gd name="connsiteX375" fmla="*/ 179398 w 12191999"/>
                <a:gd name="connsiteY375" fmla="*/ 364169 h 2310971"/>
                <a:gd name="connsiteX376" fmla="*/ 237804 w 12191999"/>
                <a:gd name="connsiteY376" fmla="*/ 186308 h 2310971"/>
                <a:gd name="connsiteX377" fmla="*/ 240626 w 12191999"/>
                <a:gd name="connsiteY377" fmla="*/ 357711 h 2310971"/>
                <a:gd name="connsiteX378" fmla="*/ 322500 w 12191999"/>
                <a:gd name="connsiteY378" fmla="*/ 349099 h 2310971"/>
                <a:gd name="connsiteX379" fmla="*/ 359379 w 12191999"/>
                <a:gd name="connsiteY379" fmla="*/ 188792 h 2310971"/>
                <a:gd name="connsiteX380" fmla="*/ 380199 w 12191999"/>
                <a:gd name="connsiteY380" fmla="*/ 342640 h 2310971"/>
                <a:gd name="connsiteX381" fmla="*/ 381081 w 12191999"/>
                <a:gd name="connsiteY381" fmla="*/ 343137 h 2310971"/>
                <a:gd name="connsiteX382" fmla="*/ 443722 w 12191999"/>
                <a:gd name="connsiteY382" fmla="*/ 336844 h 2310971"/>
                <a:gd name="connsiteX383" fmla="*/ 487304 w 12191999"/>
                <a:gd name="connsiteY383" fmla="*/ 105326 h 2310971"/>
                <a:gd name="connsiteX384" fmla="*/ 528241 w 12191999"/>
                <a:gd name="connsiteY384" fmla="*/ 328729 h 2310971"/>
                <a:gd name="connsiteX385" fmla="*/ 608351 w 12191999"/>
                <a:gd name="connsiteY385" fmla="*/ 321111 h 2310971"/>
                <a:gd name="connsiteX386" fmla="*/ 625819 w 12191999"/>
                <a:gd name="connsiteY386" fmla="*/ 256525 h 2310971"/>
                <a:gd name="connsiteX387" fmla="*/ 645582 w 12191999"/>
                <a:gd name="connsiteY387" fmla="*/ 317965 h 2310971"/>
                <a:gd name="connsiteX388" fmla="*/ 705575 w 12191999"/>
                <a:gd name="connsiteY388" fmla="*/ 312666 h 2310971"/>
                <a:gd name="connsiteX389" fmla="*/ 733102 w 12191999"/>
                <a:gd name="connsiteY389" fmla="*/ 220919 h 2310971"/>
                <a:gd name="connsiteX390" fmla="*/ 751275 w 12191999"/>
                <a:gd name="connsiteY390" fmla="*/ 308691 h 2310971"/>
                <a:gd name="connsiteX391" fmla="*/ 824503 w 12191999"/>
                <a:gd name="connsiteY391" fmla="*/ 302563 h 2310971"/>
                <a:gd name="connsiteX392" fmla="*/ 703104 w 12191999"/>
                <a:gd name="connsiteY392" fmla="*/ 0 h 2310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</a:cxnLst>
              <a:rect l="l" t="t" r="r" b="b"/>
              <a:pathLst>
                <a:path w="12191999" h="2310971">
                  <a:moveTo>
                    <a:pt x="703104" y="0"/>
                  </a:moveTo>
                  <a:cubicBezTo>
                    <a:pt x="781449" y="44051"/>
                    <a:pt x="826797" y="133810"/>
                    <a:pt x="852382" y="211314"/>
                  </a:cubicBezTo>
                  <a:cubicBezTo>
                    <a:pt x="851853" y="152689"/>
                    <a:pt x="862087" y="72039"/>
                    <a:pt x="916257" y="34115"/>
                  </a:cubicBezTo>
                  <a:cubicBezTo>
                    <a:pt x="916257" y="34115"/>
                    <a:pt x="881849" y="231849"/>
                    <a:pt x="986838" y="288487"/>
                  </a:cubicBezTo>
                  <a:cubicBezTo>
                    <a:pt x="986838" y="288487"/>
                    <a:pt x="972721" y="201875"/>
                    <a:pt x="1027774" y="141097"/>
                  </a:cubicBezTo>
                  <a:cubicBezTo>
                    <a:pt x="1027774" y="141097"/>
                    <a:pt x="1004129" y="209658"/>
                    <a:pt x="1069593" y="258512"/>
                  </a:cubicBezTo>
                  <a:cubicBezTo>
                    <a:pt x="1135057" y="307366"/>
                    <a:pt x="1142115" y="173390"/>
                    <a:pt x="1142115" y="173390"/>
                  </a:cubicBezTo>
                  <a:cubicBezTo>
                    <a:pt x="1142115" y="173390"/>
                    <a:pt x="1173346" y="237314"/>
                    <a:pt x="1179521" y="276894"/>
                  </a:cubicBezTo>
                  <a:cubicBezTo>
                    <a:pt x="1195755" y="275901"/>
                    <a:pt x="1211989" y="274907"/>
                    <a:pt x="1228399" y="273913"/>
                  </a:cubicBezTo>
                  <a:cubicBezTo>
                    <a:pt x="1238986" y="264971"/>
                    <a:pt x="1247279" y="257850"/>
                    <a:pt x="1247279" y="257850"/>
                  </a:cubicBezTo>
                  <a:cubicBezTo>
                    <a:pt x="1247279" y="257850"/>
                    <a:pt x="1294391" y="208002"/>
                    <a:pt x="1234046" y="94727"/>
                  </a:cubicBezTo>
                  <a:cubicBezTo>
                    <a:pt x="1234046" y="94727"/>
                    <a:pt x="1315036" y="169581"/>
                    <a:pt x="1288040" y="270436"/>
                  </a:cubicBezTo>
                  <a:cubicBezTo>
                    <a:pt x="1307273" y="269442"/>
                    <a:pt x="1326682" y="268117"/>
                    <a:pt x="1345916" y="267124"/>
                  </a:cubicBezTo>
                  <a:lnTo>
                    <a:pt x="1351739" y="185479"/>
                  </a:lnTo>
                  <a:cubicBezTo>
                    <a:pt x="1351739" y="185479"/>
                    <a:pt x="1386323" y="232180"/>
                    <a:pt x="1394263" y="264639"/>
                  </a:cubicBezTo>
                  <a:cubicBezTo>
                    <a:pt x="1405379" y="264142"/>
                    <a:pt x="1416495" y="263646"/>
                    <a:pt x="1427612" y="262984"/>
                  </a:cubicBezTo>
                  <a:cubicBezTo>
                    <a:pt x="1426201" y="234830"/>
                    <a:pt x="1428847" y="173887"/>
                    <a:pt x="1469431" y="133645"/>
                  </a:cubicBezTo>
                  <a:cubicBezTo>
                    <a:pt x="1467843" y="138778"/>
                    <a:pt x="1447904" y="201875"/>
                    <a:pt x="1470490" y="260996"/>
                  </a:cubicBezTo>
                  <a:cubicBezTo>
                    <a:pt x="1473137" y="260831"/>
                    <a:pt x="1475783" y="260665"/>
                    <a:pt x="1478430" y="260665"/>
                  </a:cubicBezTo>
                  <a:cubicBezTo>
                    <a:pt x="1473489" y="213798"/>
                    <a:pt x="1470843" y="108306"/>
                    <a:pt x="1538777" y="54484"/>
                  </a:cubicBezTo>
                  <a:cubicBezTo>
                    <a:pt x="1538777" y="54484"/>
                    <a:pt x="1497310" y="182498"/>
                    <a:pt x="1528189" y="258347"/>
                  </a:cubicBezTo>
                  <a:cubicBezTo>
                    <a:pt x="1545129" y="257684"/>
                    <a:pt x="1562244" y="257021"/>
                    <a:pt x="1579184" y="256359"/>
                  </a:cubicBezTo>
                  <a:lnTo>
                    <a:pt x="1576890" y="159148"/>
                  </a:lnTo>
                  <a:cubicBezTo>
                    <a:pt x="1576890" y="159148"/>
                    <a:pt x="1602299" y="209823"/>
                    <a:pt x="1613062" y="255034"/>
                  </a:cubicBezTo>
                  <a:cubicBezTo>
                    <a:pt x="1630531" y="254372"/>
                    <a:pt x="1647999" y="253544"/>
                    <a:pt x="1665467" y="253047"/>
                  </a:cubicBezTo>
                  <a:cubicBezTo>
                    <a:pt x="1673409" y="203696"/>
                    <a:pt x="1678878" y="107644"/>
                    <a:pt x="1614651" y="60943"/>
                  </a:cubicBezTo>
                  <a:cubicBezTo>
                    <a:pt x="1633707" y="72867"/>
                    <a:pt x="1742930" y="147059"/>
                    <a:pt x="1729167" y="251060"/>
                  </a:cubicBezTo>
                  <a:cubicBezTo>
                    <a:pt x="1739400" y="250728"/>
                    <a:pt x="1749635" y="250397"/>
                    <a:pt x="1759869" y="250231"/>
                  </a:cubicBezTo>
                  <a:cubicBezTo>
                    <a:pt x="1776808" y="230193"/>
                    <a:pt x="1793395" y="197403"/>
                    <a:pt x="1793571" y="144243"/>
                  </a:cubicBezTo>
                  <a:cubicBezTo>
                    <a:pt x="1793571" y="144243"/>
                    <a:pt x="1816686" y="202537"/>
                    <a:pt x="1813863" y="248575"/>
                  </a:cubicBezTo>
                  <a:cubicBezTo>
                    <a:pt x="1831155" y="248078"/>
                    <a:pt x="1848447" y="247913"/>
                    <a:pt x="1865740" y="247582"/>
                  </a:cubicBezTo>
                  <a:cubicBezTo>
                    <a:pt x="1866270" y="230524"/>
                    <a:pt x="1868916" y="211314"/>
                    <a:pt x="1876151" y="194753"/>
                  </a:cubicBezTo>
                  <a:cubicBezTo>
                    <a:pt x="1876151" y="194753"/>
                    <a:pt x="1878091" y="222079"/>
                    <a:pt x="1888149" y="247085"/>
                  </a:cubicBezTo>
                  <a:lnTo>
                    <a:pt x="1914087" y="246588"/>
                  </a:lnTo>
                  <a:cubicBezTo>
                    <a:pt x="1914969" y="212308"/>
                    <a:pt x="1922027" y="162294"/>
                    <a:pt x="1953789" y="137785"/>
                  </a:cubicBezTo>
                  <a:cubicBezTo>
                    <a:pt x="1953789" y="137785"/>
                    <a:pt x="1944966" y="197238"/>
                    <a:pt x="1952378" y="245926"/>
                  </a:cubicBezTo>
                  <a:cubicBezTo>
                    <a:pt x="1971258" y="245594"/>
                    <a:pt x="1990138" y="245429"/>
                    <a:pt x="2009017" y="245263"/>
                  </a:cubicBezTo>
                  <a:cubicBezTo>
                    <a:pt x="2008841" y="222410"/>
                    <a:pt x="2014487" y="189619"/>
                    <a:pt x="2042014" y="162460"/>
                  </a:cubicBezTo>
                  <a:cubicBezTo>
                    <a:pt x="2042014" y="162460"/>
                    <a:pt x="2035132" y="209161"/>
                    <a:pt x="2052071" y="244767"/>
                  </a:cubicBezTo>
                  <a:cubicBezTo>
                    <a:pt x="2075716" y="244601"/>
                    <a:pt x="2099361" y="244270"/>
                    <a:pt x="2122829" y="244270"/>
                  </a:cubicBezTo>
                  <a:cubicBezTo>
                    <a:pt x="2124769" y="228040"/>
                    <a:pt x="2123359" y="212805"/>
                    <a:pt x="2123359" y="212805"/>
                  </a:cubicBezTo>
                  <a:cubicBezTo>
                    <a:pt x="2123359" y="212805"/>
                    <a:pt x="2135533" y="225390"/>
                    <a:pt x="2144532" y="244270"/>
                  </a:cubicBezTo>
                  <a:lnTo>
                    <a:pt x="2154060" y="244270"/>
                  </a:lnTo>
                  <a:cubicBezTo>
                    <a:pt x="2158648" y="207339"/>
                    <a:pt x="2175058" y="138116"/>
                    <a:pt x="2236287" y="108804"/>
                  </a:cubicBezTo>
                  <a:cubicBezTo>
                    <a:pt x="2236287" y="108804"/>
                    <a:pt x="2189350" y="187467"/>
                    <a:pt x="2217759" y="244435"/>
                  </a:cubicBezTo>
                  <a:lnTo>
                    <a:pt x="2235581" y="244435"/>
                  </a:lnTo>
                  <a:cubicBezTo>
                    <a:pt x="2235934" y="221085"/>
                    <a:pt x="2239463" y="187135"/>
                    <a:pt x="2254990" y="171237"/>
                  </a:cubicBezTo>
                  <a:cubicBezTo>
                    <a:pt x="2254990" y="171237"/>
                    <a:pt x="2257284" y="215289"/>
                    <a:pt x="2270165" y="244601"/>
                  </a:cubicBezTo>
                  <a:cubicBezTo>
                    <a:pt x="2284634" y="244601"/>
                    <a:pt x="2299103" y="244932"/>
                    <a:pt x="2313396" y="245098"/>
                  </a:cubicBezTo>
                  <a:cubicBezTo>
                    <a:pt x="2318866" y="221250"/>
                    <a:pt x="2317454" y="188626"/>
                    <a:pt x="2317454" y="188626"/>
                  </a:cubicBezTo>
                  <a:cubicBezTo>
                    <a:pt x="2317454" y="188626"/>
                    <a:pt x="2335100" y="217110"/>
                    <a:pt x="2339511" y="245429"/>
                  </a:cubicBezTo>
                  <a:cubicBezTo>
                    <a:pt x="2347274" y="245594"/>
                    <a:pt x="2355038" y="245594"/>
                    <a:pt x="2362802" y="245760"/>
                  </a:cubicBezTo>
                  <a:cubicBezTo>
                    <a:pt x="2369860" y="231849"/>
                    <a:pt x="2374978" y="214295"/>
                    <a:pt x="2371624" y="193760"/>
                  </a:cubicBezTo>
                  <a:cubicBezTo>
                    <a:pt x="2371624" y="193760"/>
                    <a:pt x="2387153" y="220919"/>
                    <a:pt x="2393328" y="246091"/>
                  </a:cubicBezTo>
                  <a:cubicBezTo>
                    <a:pt x="2412561" y="246423"/>
                    <a:pt x="2431617" y="246920"/>
                    <a:pt x="2450852" y="247251"/>
                  </a:cubicBezTo>
                  <a:cubicBezTo>
                    <a:pt x="2457027" y="220422"/>
                    <a:pt x="2464614" y="164613"/>
                    <a:pt x="2434088" y="124370"/>
                  </a:cubicBezTo>
                  <a:cubicBezTo>
                    <a:pt x="2434088" y="124370"/>
                    <a:pt x="2487553" y="174549"/>
                    <a:pt x="2495493" y="227047"/>
                  </a:cubicBezTo>
                  <a:cubicBezTo>
                    <a:pt x="2500081" y="203696"/>
                    <a:pt x="2511197" y="175212"/>
                    <a:pt x="2538018" y="161467"/>
                  </a:cubicBezTo>
                  <a:cubicBezTo>
                    <a:pt x="2538018" y="161467"/>
                    <a:pt x="2512432" y="214295"/>
                    <a:pt x="2527078" y="249072"/>
                  </a:cubicBezTo>
                  <a:cubicBezTo>
                    <a:pt x="2537488" y="249404"/>
                    <a:pt x="2548076" y="249569"/>
                    <a:pt x="2558662" y="249900"/>
                  </a:cubicBezTo>
                  <a:cubicBezTo>
                    <a:pt x="2558310" y="231021"/>
                    <a:pt x="2552664" y="206346"/>
                    <a:pt x="2552664" y="206346"/>
                  </a:cubicBezTo>
                  <a:lnTo>
                    <a:pt x="2580896" y="250728"/>
                  </a:lnTo>
                  <a:cubicBezTo>
                    <a:pt x="2583013" y="250728"/>
                    <a:pt x="2585130" y="250728"/>
                    <a:pt x="2587071" y="250894"/>
                  </a:cubicBezTo>
                  <a:cubicBezTo>
                    <a:pt x="2583190" y="226881"/>
                    <a:pt x="2580366" y="178855"/>
                    <a:pt x="2617245" y="161467"/>
                  </a:cubicBezTo>
                  <a:cubicBezTo>
                    <a:pt x="2617245" y="161467"/>
                    <a:pt x="2607010" y="217607"/>
                    <a:pt x="2652711" y="253047"/>
                  </a:cubicBezTo>
                  <a:lnTo>
                    <a:pt x="2653064" y="253378"/>
                  </a:lnTo>
                  <a:cubicBezTo>
                    <a:pt x="2662416" y="253710"/>
                    <a:pt x="2671944" y="254041"/>
                    <a:pt x="2681472" y="254372"/>
                  </a:cubicBezTo>
                  <a:cubicBezTo>
                    <a:pt x="2699294" y="235990"/>
                    <a:pt x="2700529" y="179021"/>
                    <a:pt x="2700529" y="179021"/>
                  </a:cubicBezTo>
                  <a:cubicBezTo>
                    <a:pt x="2700529" y="179021"/>
                    <a:pt x="2727879" y="223237"/>
                    <a:pt x="2733349" y="256525"/>
                  </a:cubicBezTo>
                  <a:cubicBezTo>
                    <a:pt x="2750288" y="257187"/>
                    <a:pt x="2767404" y="258181"/>
                    <a:pt x="2784520" y="259009"/>
                  </a:cubicBezTo>
                  <a:cubicBezTo>
                    <a:pt x="2795284" y="242614"/>
                    <a:pt x="2809046" y="211645"/>
                    <a:pt x="2802518" y="165441"/>
                  </a:cubicBezTo>
                  <a:cubicBezTo>
                    <a:pt x="2802518" y="165441"/>
                    <a:pt x="2859512" y="207008"/>
                    <a:pt x="2836220" y="261327"/>
                  </a:cubicBezTo>
                  <a:cubicBezTo>
                    <a:pt x="2852630" y="262487"/>
                    <a:pt x="2869216" y="263315"/>
                    <a:pt x="2885803" y="264308"/>
                  </a:cubicBezTo>
                  <a:cubicBezTo>
                    <a:pt x="2885803" y="264308"/>
                    <a:pt x="2896036" y="201378"/>
                    <a:pt x="2896036" y="201378"/>
                  </a:cubicBezTo>
                  <a:lnTo>
                    <a:pt x="2916328" y="266130"/>
                  </a:lnTo>
                  <a:cubicBezTo>
                    <a:pt x="2917211" y="266130"/>
                    <a:pt x="2918093" y="266295"/>
                    <a:pt x="2919152" y="266295"/>
                  </a:cubicBezTo>
                  <a:cubicBezTo>
                    <a:pt x="2920034" y="248244"/>
                    <a:pt x="2926915" y="206015"/>
                    <a:pt x="2968911" y="190779"/>
                  </a:cubicBezTo>
                  <a:cubicBezTo>
                    <a:pt x="2968911" y="190779"/>
                    <a:pt x="2948090" y="237646"/>
                    <a:pt x="2956030" y="268614"/>
                  </a:cubicBezTo>
                  <a:cubicBezTo>
                    <a:pt x="2963971" y="269111"/>
                    <a:pt x="2971734" y="269608"/>
                    <a:pt x="2979675" y="270104"/>
                  </a:cubicBezTo>
                  <a:cubicBezTo>
                    <a:pt x="2985850" y="256525"/>
                    <a:pt x="2992026" y="236486"/>
                    <a:pt x="2989732" y="212308"/>
                  </a:cubicBezTo>
                  <a:cubicBezTo>
                    <a:pt x="2989732" y="212308"/>
                    <a:pt x="3010554" y="242614"/>
                    <a:pt x="3020258" y="272754"/>
                  </a:cubicBezTo>
                  <a:cubicBezTo>
                    <a:pt x="3039315" y="274079"/>
                    <a:pt x="3058371" y="275569"/>
                    <a:pt x="3077428" y="277060"/>
                  </a:cubicBezTo>
                  <a:cubicBezTo>
                    <a:pt x="3077428" y="277060"/>
                    <a:pt x="3077604" y="276729"/>
                    <a:pt x="3077604" y="276729"/>
                  </a:cubicBezTo>
                  <a:cubicBezTo>
                    <a:pt x="3077604" y="276729"/>
                    <a:pt x="3058371" y="218104"/>
                    <a:pt x="3114659" y="179021"/>
                  </a:cubicBezTo>
                  <a:cubicBezTo>
                    <a:pt x="3114659" y="179021"/>
                    <a:pt x="3102484" y="251557"/>
                    <a:pt x="3129304" y="280703"/>
                  </a:cubicBezTo>
                  <a:lnTo>
                    <a:pt x="3129658" y="281035"/>
                  </a:lnTo>
                  <a:cubicBezTo>
                    <a:pt x="3135480" y="281366"/>
                    <a:pt x="3141303" y="281862"/>
                    <a:pt x="3147126" y="282359"/>
                  </a:cubicBezTo>
                  <a:cubicBezTo>
                    <a:pt x="3158243" y="268117"/>
                    <a:pt x="3160360" y="224066"/>
                    <a:pt x="3160360" y="224066"/>
                  </a:cubicBezTo>
                  <a:cubicBezTo>
                    <a:pt x="3160360" y="224066"/>
                    <a:pt x="3182769" y="258015"/>
                    <a:pt x="3177653" y="284843"/>
                  </a:cubicBezTo>
                  <a:cubicBezTo>
                    <a:pt x="3189474" y="285837"/>
                    <a:pt x="3201120" y="286831"/>
                    <a:pt x="3212943" y="287990"/>
                  </a:cubicBezTo>
                  <a:cubicBezTo>
                    <a:pt x="3215765" y="282359"/>
                    <a:pt x="3234822" y="243938"/>
                    <a:pt x="3229176" y="210983"/>
                  </a:cubicBezTo>
                  <a:cubicBezTo>
                    <a:pt x="3229176" y="210983"/>
                    <a:pt x="3256879" y="256690"/>
                    <a:pt x="3252996" y="291468"/>
                  </a:cubicBezTo>
                  <a:cubicBezTo>
                    <a:pt x="3267642" y="292793"/>
                    <a:pt x="3282464" y="294117"/>
                    <a:pt x="3297109" y="295442"/>
                  </a:cubicBezTo>
                  <a:cubicBezTo>
                    <a:pt x="3292875" y="280041"/>
                    <a:pt x="3290757" y="256194"/>
                    <a:pt x="3303991" y="229862"/>
                  </a:cubicBezTo>
                  <a:cubicBezTo>
                    <a:pt x="3303991" y="229862"/>
                    <a:pt x="3315813" y="274741"/>
                    <a:pt x="3338046" y="299417"/>
                  </a:cubicBezTo>
                  <a:lnTo>
                    <a:pt x="3376160" y="303392"/>
                  </a:lnTo>
                  <a:cubicBezTo>
                    <a:pt x="3380394" y="284346"/>
                    <a:pt x="3369807" y="248244"/>
                    <a:pt x="3368748" y="244435"/>
                  </a:cubicBezTo>
                  <a:cubicBezTo>
                    <a:pt x="3371396" y="246754"/>
                    <a:pt x="3400510" y="273913"/>
                    <a:pt x="3398746" y="305876"/>
                  </a:cubicBezTo>
                  <a:lnTo>
                    <a:pt x="3438447" y="309850"/>
                  </a:lnTo>
                  <a:cubicBezTo>
                    <a:pt x="3435624" y="280206"/>
                    <a:pt x="3439153" y="243110"/>
                    <a:pt x="3468443" y="222079"/>
                  </a:cubicBezTo>
                  <a:cubicBezTo>
                    <a:pt x="3468443" y="222079"/>
                    <a:pt x="3460856" y="284512"/>
                    <a:pt x="3477442" y="314156"/>
                  </a:cubicBezTo>
                  <a:cubicBezTo>
                    <a:pt x="3487500" y="315315"/>
                    <a:pt x="3497559" y="316640"/>
                    <a:pt x="3507616" y="317799"/>
                  </a:cubicBezTo>
                  <a:cubicBezTo>
                    <a:pt x="3516262" y="298754"/>
                    <a:pt x="3516438" y="261162"/>
                    <a:pt x="3516438" y="261162"/>
                  </a:cubicBezTo>
                  <a:cubicBezTo>
                    <a:pt x="3516438" y="261162"/>
                    <a:pt x="3540965" y="296933"/>
                    <a:pt x="3543612" y="322105"/>
                  </a:cubicBezTo>
                  <a:cubicBezTo>
                    <a:pt x="3569197" y="325086"/>
                    <a:pt x="3594959" y="328067"/>
                    <a:pt x="3620545" y="331213"/>
                  </a:cubicBezTo>
                  <a:cubicBezTo>
                    <a:pt x="3629013" y="316640"/>
                    <a:pt x="3638189" y="296933"/>
                    <a:pt x="3641189" y="276729"/>
                  </a:cubicBezTo>
                  <a:cubicBezTo>
                    <a:pt x="3641189" y="276729"/>
                    <a:pt x="3666246" y="303226"/>
                    <a:pt x="3656893" y="335850"/>
                  </a:cubicBezTo>
                  <a:lnTo>
                    <a:pt x="3656893" y="336181"/>
                  </a:lnTo>
                  <a:lnTo>
                    <a:pt x="3690242" y="340653"/>
                  </a:lnTo>
                  <a:cubicBezTo>
                    <a:pt x="3690242" y="328067"/>
                    <a:pt x="3694301" y="309187"/>
                    <a:pt x="3711946" y="288652"/>
                  </a:cubicBezTo>
                  <a:cubicBezTo>
                    <a:pt x="3711946" y="288652"/>
                    <a:pt x="3700476" y="318296"/>
                    <a:pt x="3716004" y="344131"/>
                  </a:cubicBezTo>
                  <a:cubicBezTo>
                    <a:pt x="3719886" y="344627"/>
                    <a:pt x="3723592" y="345124"/>
                    <a:pt x="3727474" y="345621"/>
                  </a:cubicBezTo>
                  <a:cubicBezTo>
                    <a:pt x="3725886" y="322767"/>
                    <a:pt x="3725886" y="274907"/>
                    <a:pt x="3747412" y="244104"/>
                  </a:cubicBezTo>
                  <a:cubicBezTo>
                    <a:pt x="3747412" y="244104"/>
                    <a:pt x="3738942" y="306372"/>
                    <a:pt x="3762940" y="350092"/>
                  </a:cubicBezTo>
                  <a:cubicBezTo>
                    <a:pt x="3796466" y="327735"/>
                    <a:pt x="3812699" y="259174"/>
                    <a:pt x="3812699" y="259174"/>
                  </a:cubicBezTo>
                  <a:cubicBezTo>
                    <a:pt x="3827521" y="300576"/>
                    <a:pt x="3812699" y="346615"/>
                    <a:pt x="3812699" y="346615"/>
                  </a:cubicBezTo>
                  <a:cubicBezTo>
                    <a:pt x="3834933" y="348933"/>
                    <a:pt x="3854518" y="295939"/>
                    <a:pt x="3854518" y="295939"/>
                  </a:cubicBezTo>
                  <a:cubicBezTo>
                    <a:pt x="3861753" y="327073"/>
                    <a:pt x="3837227" y="351252"/>
                    <a:pt x="3837227" y="351252"/>
                  </a:cubicBezTo>
                  <a:cubicBezTo>
                    <a:pt x="3837227" y="351252"/>
                    <a:pt x="3838637" y="355392"/>
                    <a:pt x="3840579" y="361519"/>
                  </a:cubicBezTo>
                  <a:cubicBezTo>
                    <a:pt x="3847637" y="362679"/>
                    <a:pt x="3854694" y="363838"/>
                    <a:pt x="3861929" y="364832"/>
                  </a:cubicBezTo>
                  <a:cubicBezTo>
                    <a:pt x="3866694" y="319124"/>
                    <a:pt x="3896161" y="281862"/>
                    <a:pt x="3903395" y="273582"/>
                  </a:cubicBezTo>
                  <a:cubicBezTo>
                    <a:pt x="3872517" y="314984"/>
                    <a:pt x="3888397" y="356054"/>
                    <a:pt x="3895631" y="370131"/>
                  </a:cubicBezTo>
                  <a:cubicBezTo>
                    <a:pt x="3896337" y="370296"/>
                    <a:pt x="3897043" y="370462"/>
                    <a:pt x="3897748" y="370462"/>
                  </a:cubicBezTo>
                  <a:cubicBezTo>
                    <a:pt x="3892102" y="342475"/>
                    <a:pt x="3915746" y="316640"/>
                    <a:pt x="3915746" y="316640"/>
                  </a:cubicBezTo>
                  <a:cubicBezTo>
                    <a:pt x="3904807" y="351252"/>
                    <a:pt x="3928099" y="371952"/>
                    <a:pt x="3928099" y="371952"/>
                  </a:cubicBezTo>
                  <a:cubicBezTo>
                    <a:pt x="3929333" y="331710"/>
                    <a:pt x="3960036" y="311009"/>
                    <a:pt x="3960036" y="311009"/>
                  </a:cubicBezTo>
                  <a:cubicBezTo>
                    <a:pt x="3945214" y="335188"/>
                    <a:pt x="3952095" y="361188"/>
                    <a:pt x="3952095" y="361188"/>
                  </a:cubicBezTo>
                  <a:cubicBezTo>
                    <a:pt x="3952095" y="361188"/>
                    <a:pt x="3954212" y="371787"/>
                    <a:pt x="3958448" y="380067"/>
                  </a:cubicBezTo>
                  <a:cubicBezTo>
                    <a:pt x="3965330" y="381226"/>
                    <a:pt x="3972212" y="382220"/>
                    <a:pt x="3979092" y="383379"/>
                  </a:cubicBezTo>
                  <a:cubicBezTo>
                    <a:pt x="3980857" y="381226"/>
                    <a:pt x="3982621" y="378742"/>
                    <a:pt x="3984563" y="375430"/>
                  </a:cubicBezTo>
                  <a:cubicBezTo>
                    <a:pt x="4005737" y="337838"/>
                    <a:pt x="3990738" y="283022"/>
                    <a:pt x="3989679" y="278882"/>
                  </a:cubicBezTo>
                  <a:cubicBezTo>
                    <a:pt x="4018793" y="306703"/>
                    <a:pt x="4010325" y="378908"/>
                    <a:pt x="4010325" y="378908"/>
                  </a:cubicBezTo>
                  <a:cubicBezTo>
                    <a:pt x="4028675" y="367316"/>
                    <a:pt x="4034851" y="309850"/>
                    <a:pt x="4034851" y="309850"/>
                  </a:cubicBezTo>
                  <a:cubicBezTo>
                    <a:pt x="4044203" y="343965"/>
                    <a:pt x="4037321" y="373609"/>
                    <a:pt x="4030086" y="392157"/>
                  </a:cubicBezTo>
                  <a:cubicBezTo>
                    <a:pt x="4040674" y="393978"/>
                    <a:pt x="4051261" y="395800"/>
                    <a:pt x="4061847" y="397621"/>
                  </a:cubicBezTo>
                  <a:cubicBezTo>
                    <a:pt x="4053907" y="330717"/>
                    <a:pt x="4098550" y="298257"/>
                    <a:pt x="4098550" y="298257"/>
                  </a:cubicBezTo>
                  <a:cubicBezTo>
                    <a:pt x="4060613" y="353570"/>
                    <a:pt x="4093962" y="386029"/>
                    <a:pt x="4093962" y="386029"/>
                  </a:cubicBezTo>
                  <a:lnTo>
                    <a:pt x="4101020" y="345455"/>
                  </a:lnTo>
                  <a:lnTo>
                    <a:pt x="4109666" y="390335"/>
                  </a:lnTo>
                  <a:lnTo>
                    <a:pt x="4133664" y="410208"/>
                  </a:lnTo>
                  <a:cubicBezTo>
                    <a:pt x="4135075" y="410539"/>
                    <a:pt x="4136311" y="410704"/>
                    <a:pt x="4137723" y="411036"/>
                  </a:cubicBezTo>
                  <a:cubicBezTo>
                    <a:pt x="4140898" y="353736"/>
                    <a:pt x="4185717" y="316640"/>
                    <a:pt x="4185717" y="316640"/>
                  </a:cubicBezTo>
                  <a:cubicBezTo>
                    <a:pt x="4153779" y="354729"/>
                    <a:pt x="4167365" y="406896"/>
                    <a:pt x="4167365" y="406896"/>
                  </a:cubicBezTo>
                  <a:cubicBezTo>
                    <a:pt x="4167365" y="406896"/>
                    <a:pt x="4170012" y="411533"/>
                    <a:pt x="4174071" y="417825"/>
                  </a:cubicBezTo>
                  <a:cubicBezTo>
                    <a:pt x="4182364" y="419316"/>
                    <a:pt x="4190481" y="420972"/>
                    <a:pt x="4198774" y="422628"/>
                  </a:cubicBezTo>
                  <a:cubicBezTo>
                    <a:pt x="4195069" y="369137"/>
                    <a:pt x="4248357" y="304054"/>
                    <a:pt x="4248357" y="304054"/>
                  </a:cubicBezTo>
                  <a:cubicBezTo>
                    <a:pt x="4248357" y="304054"/>
                    <a:pt x="4225242" y="408717"/>
                    <a:pt x="4245356" y="431571"/>
                  </a:cubicBezTo>
                  <a:cubicBezTo>
                    <a:pt x="4250651" y="432730"/>
                    <a:pt x="4255944" y="433724"/>
                    <a:pt x="4261237" y="434718"/>
                  </a:cubicBezTo>
                  <a:cubicBezTo>
                    <a:pt x="4261943" y="434552"/>
                    <a:pt x="4262473" y="434386"/>
                    <a:pt x="4263002" y="434221"/>
                  </a:cubicBezTo>
                  <a:cubicBezTo>
                    <a:pt x="4310821" y="413354"/>
                    <a:pt x="4312056" y="298257"/>
                    <a:pt x="4312056" y="298257"/>
                  </a:cubicBezTo>
                  <a:cubicBezTo>
                    <a:pt x="4333935" y="363838"/>
                    <a:pt x="4321408" y="412030"/>
                    <a:pt x="4304644" y="443163"/>
                  </a:cubicBezTo>
                  <a:cubicBezTo>
                    <a:pt x="4309762" y="444157"/>
                    <a:pt x="4314878" y="445151"/>
                    <a:pt x="4319996" y="446144"/>
                  </a:cubicBezTo>
                  <a:cubicBezTo>
                    <a:pt x="4330759" y="448297"/>
                    <a:pt x="4341346" y="450616"/>
                    <a:pt x="4351933" y="452934"/>
                  </a:cubicBezTo>
                  <a:cubicBezTo>
                    <a:pt x="4351227" y="397125"/>
                    <a:pt x="4375932" y="354729"/>
                    <a:pt x="4375932" y="354729"/>
                  </a:cubicBezTo>
                  <a:cubicBezTo>
                    <a:pt x="4356698" y="397787"/>
                    <a:pt x="4376637" y="439355"/>
                    <a:pt x="4391459" y="461380"/>
                  </a:cubicBezTo>
                  <a:cubicBezTo>
                    <a:pt x="4394458" y="462043"/>
                    <a:pt x="4397458" y="462705"/>
                    <a:pt x="4400458" y="463367"/>
                  </a:cubicBezTo>
                  <a:cubicBezTo>
                    <a:pt x="4397635" y="453431"/>
                    <a:pt x="4396046" y="443991"/>
                    <a:pt x="4396046" y="435380"/>
                  </a:cubicBezTo>
                  <a:cubicBezTo>
                    <a:pt x="4396046" y="367316"/>
                    <a:pt x="4470685" y="299417"/>
                    <a:pt x="4475450" y="295111"/>
                  </a:cubicBezTo>
                  <a:cubicBezTo>
                    <a:pt x="4422515" y="378908"/>
                    <a:pt x="4461156" y="462539"/>
                    <a:pt x="4461156" y="462539"/>
                  </a:cubicBezTo>
                  <a:lnTo>
                    <a:pt x="4497329" y="374271"/>
                  </a:lnTo>
                  <a:cubicBezTo>
                    <a:pt x="4497329" y="374271"/>
                    <a:pt x="4487624" y="494336"/>
                    <a:pt x="4523973" y="460386"/>
                  </a:cubicBezTo>
                  <a:cubicBezTo>
                    <a:pt x="4560146" y="426437"/>
                    <a:pt x="4523973" y="344793"/>
                    <a:pt x="4523973" y="344793"/>
                  </a:cubicBezTo>
                  <a:cubicBezTo>
                    <a:pt x="4585907" y="375927"/>
                    <a:pt x="4568616" y="452934"/>
                    <a:pt x="4565439" y="465520"/>
                  </a:cubicBezTo>
                  <a:lnTo>
                    <a:pt x="4584320" y="410539"/>
                  </a:lnTo>
                  <a:lnTo>
                    <a:pt x="4609200" y="510234"/>
                  </a:lnTo>
                  <a:cubicBezTo>
                    <a:pt x="4609200" y="510234"/>
                    <a:pt x="4610082" y="510400"/>
                    <a:pt x="4610611" y="510565"/>
                  </a:cubicBezTo>
                  <a:cubicBezTo>
                    <a:pt x="4608316" y="450781"/>
                    <a:pt x="4669016" y="387354"/>
                    <a:pt x="4672721" y="383545"/>
                  </a:cubicBezTo>
                  <a:cubicBezTo>
                    <a:pt x="4636197" y="460386"/>
                    <a:pt x="4673603" y="505597"/>
                    <a:pt x="4673603" y="505597"/>
                  </a:cubicBezTo>
                  <a:cubicBezTo>
                    <a:pt x="4666369" y="458068"/>
                    <a:pt x="4726715" y="415010"/>
                    <a:pt x="4726715" y="415010"/>
                  </a:cubicBezTo>
                  <a:cubicBezTo>
                    <a:pt x="4726715" y="415010"/>
                    <a:pt x="4675897" y="517024"/>
                    <a:pt x="4726715" y="507915"/>
                  </a:cubicBezTo>
                  <a:cubicBezTo>
                    <a:pt x="4777357" y="498807"/>
                    <a:pt x="4790943" y="383379"/>
                    <a:pt x="4790943" y="383379"/>
                  </a:cubicBezTo>
                  <a:cubicBezTo>
                    <a:pt x="4813176" y="437698"/>
                    <a:pt x="4792884" y="504107"/>
                    <a:pt x="4791120" y="509572"/>
                  </a:cubicBezTo>
                  <a:lnTo>
                    <a:pt x="4840174" y="451278"/>
                  </a:lnTo>
                  <a:lnTo>
                    <a:pt x="4818293" y="532756"/>
                  </a:lnTo>
                  <a:cubicBezTo>
                    <a:pt x="4818293" y="532756"/>
                    <a:pt x="4826234" y="550145"/>
                    <a:pt x="4835586" y="565878"/>
                  </a:cubicBezTo>
                  <a:cubicBezTo>
                    <a:pt x="4845996" y="568693"/>
                    <a:pt x="4856406" y="571508"/>
                    <a:pt x="4866817" y="574158"/>
                  </a:cubicBezTo>
                  <a:cubicBezTo>
                    <a:pt x="4867523" y="567368"/>
                    <a:pt x="4867523" y="558260"/>
                    <a:pt x="4866641" y="546502"/>
                  </a:cubicBezTo>
                  <a:cubicBezTo>
                    <a:pt x="4859583" y="441011"/>
                    <a:pt x="4925400" y="386692"/>
                    <a:pt x="4929281" y="383545"/>
                  </a:cubicBezTo>
                  <a:cubicBezTo>
                    <a:pt x="4873876" y="471813"/>
                    <a:pt x="4910048" y="555444"/>
                    <a:pt x="4910048" y="555444"/>
                  </a:cubicBezTo>
                  <a:lnTo>
                    <a:pt x="4934221" y="496654"/>
                  </a:lnTo>
                  <a:lnTo>
                    <a:pt x="4953454" y="578133"/>
                  </a:lnTo>
                  <a:cubicBezTo>
                    <a:pt x="4955925" y="519011"/>
                    <a:pt x="5028446" y="468170"/>
                    <a:pt x="5033034" y="465023"/>
                  </a:cubicBezTo>
                  <a:cubicBezTo>
                    <a:pt x="4982569" y="519342"/>
                    <a:pt x="5001803" y="587241"/>
                    <a:pt x="5001803" y="587241"/>
                  </a:cubicBezTo>
                  <a:cubicBezTo>
                    <a:pt x="5022800" y="543356"/>
                    <a:pt x="5082440" y="520667"/>
                    <a:pt x="5086146" y="519342"/>
                  </a:cubicBezTo>
                  <a:cubicBezTo>
                    <a:pt x="5082969" y="523814"/>
                    <a:pt x="5028799" y="599331"/>
                    <a:pt x="5037445" y="619700"/>
                  </a:cubicBezTo>
                  <a:cubicBezTo>
                    <a:pt x="5042739" y="621025"/>
                    <a:pt x="5047857" y="622515"/>
                    <a:pt x="5052973" y="623840"/>
                  </a:cubicBezTo>
                  <a:cubicBezTo>
                    <a:pt x="5055797" y="623343"/>
                    <a:pt x="5058620" y="622515"/>
                    <a:pt x="5062149" y="621190"/>
                  </a:cubicBezTo>
                  <a:cubicBezTo>
                    <a:pt x="5132200" y="594031"/>
                    <a:pt x="5126024" y="451278"/>
                    <a:pt x="5126024" y="451278"/>
                  </a:cubicBezTo>
                  <a:cubicBezTo>
                    <a:pt x="5177724" y="503444"/>
                    <a:pt x="5126024" y="605458"/>
                    <a:pt x="5126024" y="605458"/>
                  </a:cubicBezTo>
                  <a:cubicBezTo>
                    <a:pt x="5126024" y="605458"/>
                    <a:pt x="5129024" y="623675"/>
                    <a:pt x="5132023" y="645700"/>
                  </a:cubicBezTo>
                  <a:cubicBezTo>
                    <a:pt x="5134141" y="646197"/>
                    <a:pt x="5136434" y="646860"/>
                    <a:pt x="5138552" y="647522"/>
                  </a:cubicBezTo>
                  <a:cubicBezTo>
                    <a:pt x="5138905" y="644707"/>
                    <a:pt x="5139082" y="642223"/>
                    <a:pt x="5139434" y="639242"/>
                  </a:cubicBezTo>
                  <a:cubicBezTo>
                    <a:pt x="5146492" y="560247"/>
                    <a:pt x="5223601" y="513215"/>
                    <a:pt x="5228542" y="510400"/>
                  </a:cubicBezTo>
                  <a:cubicBezTo>
                    <a:pt x="5161137" y="582770"/>
                    <a:pt x="5187605" y="648350"/>
                    <a:pt x="5187605" y="648350"/>
                  </a:cubicBezTo>
                  <a:cubicBezTo>
                    <a:pt x="5219013" y="598502"/>
                    <a:pt x="5284124" y="582604"/>
                    <a:pt x="5284124" y="582604"/>
                  </a:cubicBezTo>
                  <a:cubicBezTo>
                    <a:pt x="5284124" y="582604"/>
                    <a:pt x="5211778" y="659611"/>
                    <a:pt x="5255186" y="665408"/>
                  </a:cubicBezTo>
                  <a:cubicBezTo>
                    <a:pt x="5298769" y="671204"/>
                    <a:pt x="5334942" y="578133"/>
                    <a:pt x="5334942" y="578133"/>
                  </a:cubicBezTo>
                  <a:cubicBezTo>
                    <a:pt x="5337235" y="630299"/>
                    <a:pt x="5309179" y="659280"/>
                    <a:pt x="5309179" y="659280"/>
                  </a:cubicBezTo>
                  <a:cubicBezTo>
                    <a:pt x="5309179" y="659280"/>
                    <a:pt x="5284124" y="674847"/>
                    <a:pt x="5273183" y="685777"/>
                  </a:cubicBezTo>
                  <a:cubicBezTo>
                    <a:pt x="5280947" y="688096"/>
                    <a:pt x="5288887" y="690249"/>
                    <a:pt x="5296828" y="692567"/>
                  </a:cubicBezTo>
                  <a:cubicBezTo>
                    <a:pt x="5300534" y="691573"/>
                    <a:pt x="5304592" y="690580"/>
                    <a:pt x="5309179" y="689089"/>
                  </a:cubicBezTo>
                  <a:cubicBezTo>
                    <a:pt x="5401817" y="661930"/>
                    <a:pt x="5424226" y="501125"/>
                    <a:pt x="5424226" y="501125"/>
                  </a:cubicBezTo>
                  <a:cubicBezTo>
                    <a:pt x="5489335" y="634770"/>
                    <a:pt x="5390347" y="710784"/>
                    <a:pt x="5390347" y="710784"/>
                  </a:cubicBezTo>
                  <a:cubicBezTo>
                    <a:pt x="5474867" y="711943"/>
                    <a:pt x="5518274" y="627980"/>
                    <a:pt x="5518274" y="627980"/>
                  </a:cubicBezTo>
                  <a:cubicBezTo>
                    <a:pt x="5518274" y="714096"/>
                    <a:pt x="5472396" y="738937"/>
                    <a:pt x="5472396" y="738937"/>
                  </a:cubicBezTo>
                  <a:cubicBezTo>
                    <a:pt x="5472396" y="738937"/>
                    <a:pt x="5474690" y="741587"/>
                    <a:pt x="5478397" y="745727"/>
                  </a:cubicBezTo>
                  <a:cubicBezTo>
                    <a:pt x="5508393" y="754835"/>
                    <a:pt x="5538566" y="763944"/>
                    <a:pt x="5568563" y="772886"/>
                  </a:cubicBezTo>
                  <a:cubicBezTo>
                    <a:pt x="5549153" y="675013"/>
                    <a:pt x="5612499" y="591712"/>
                    <a:pt x="5612499" y="591712"/>
                  </a:cubicBezTo>
                  <a:cubicBezTo>
                    <a:pt x="5581090" y="686936"/>
                    <a:pt x="5651142" y="768415"/>
                    <a:pt x="5651142" y="768415"/>
                  </a:cubicBezTo>
                  <a:lnTo>
                    <a:pt x="5658024" y="766593"/>
                  </a:lnTo>
                  <a:cubicBezTo>
                    <a:pt x="5678139" y="704988"/>
                    <a:pt x="5739544" y="662592"/>
                    <a:pt x="5743425" y="660108"/>
                  </a:cubicBezTo>
                  <a:cubicBezTo>
                    <a:pt x="5739896" y="666898"/>
                    <a:pt x="5655730" y="827371"/>
                    <a:pt x="5743602" y="799880"/>
                  </a:cubicBezTo>
                  <a:cubicBezTo>
                    <a:pt x="5833415" y="771727"/>
                    <a:pt x="5830768" y="680312"/>
                    <a:pt x="5830768" y="680312"/>
                  </a:cubicBezTo>
                  <a:cubicBezTo>
                    <a:pt x="5858295" y="772555"/>
                    <a:pt x="5773422" y="829855"/>
                    <a:pt x="5773422" y="829855"/>
                  </a:cubicBezTo>
                  <a:cubicBezTo>
                    <a:pt x="5773422" y="829855"/>
                    <a:pt x="5785774" y="834658"/>
                    <a:pt x="5806242" y="845091"/>
                  </a:cubicBezTo>
                  <a:cubicBezTo>
                    <a:pt x="5817887" y="848734"/>
                    <a:pt x="5829710" y="852378"/>
                    <a:pt x="5841356" y="855855"/>
                  </a:cubicBezTo>
                  <a:cubicBezTo>
                    <a:pt x="5858824" y="771065"/>
                    <a:pt x="5956578" y="709790"/>
                    <a:pt x="5956578" y="709790"/>
                  </a:cubicBezTo>
                  <a:cubicBezTo>
                    <a:pt x="5900819" y="766428"/>
                    <a:pt x="5903290" y="832339"/>
                    <a:pt x="5915818" y="878875"/>
                  </a:cubicBezTo>
                  <a:lnTo>
                    <a:pt x="5946520" y="888314"/>
                  </a:lnTo>
                  <a:cubicBezTo>
                    <a:pt x="5966282" y="833167"/>
                    <a:pt x="6026100" y="801867"/>
                    <a:pt x="6029805" y="800046"/>
                  </a:cubicBezTo>
                  <a:cubicBezTo>
                    <a:pt x="6027864" y="804517"/>
                    <a:pt x="5996985" y="876059"/>
                    <a:pt x="5996279" y="903716"/>
                  </a:cubicBezTo>
                  <a:cubicBezTo>
                    <a:pt x="6001926" y="905537"/>
                    <a:pt x="6007749" y="907193"/>
                    <a:pt x="6013395" y="909015"/>
                  </a:cubicBezTo>
                  <a:cubicBezTo>
                    <a:pt x="6047274" y="882518"/>
                    <a:pt x="6082388" y="780008"/>
                    <a:pt x="6082388" y="780008"/>
                  </a:cubicBezTo>
                  <a:cubicBezTo>
                    <a:pt x="6089093" y="821906"/>
                    <a:pt x="6072507" y="904213"/>
                    <a:pt x="6067919" y="925907"/>
                  </a:cubicBezTo>
                  <a:cubicBezTo>
                    <a:pt x="6069506" y="926238"/>
                    <a:pt x="6071095" y="926735"/>
                    <a:pt x="6072507" y="927232"/>
                  </a:cubicBezTo>
                  <a:cubicBezTo>
                    <a:pt x="6129324" y="882352"/>
                    <a:pt x="6125618" y="704656"/>
                    <a:pt x="6125618" y="704656"/>
                  </a:cubicBezTo>
                  <a:cubicBezTo>
                    <a:pt x="6182082" y="772389"/>
                    <a:pt x="6157733" y="876225"/>
                    <a:pt x="6139382" y="929716"/>
                  </a:cubicBezTo>
                  <a:cubicBezTo>
                    <a:pt x="6164438" y="882518"/>
                    <a:pt x="6212255" y="835320"/>
                    <a:pt x="6212255" y="835320"/>
                  </a:cubicBezTo>
                  <a:cubicBezTo>
                    <a:pt x="6186847" y="876556"/>
                    <a:pt x="6190553" y="928557"/>
                    <a:pt x="6202374" y="967309"/>
                  </a:cubicBezTo>
                  <a:cubicBezTo>
                    <a:pt x="6216137" y="971614"/>
                    <a:pt x="6229901" y="975754"/>
                    <a:pt x="6243664" y="980060"/>
                  </a:cubicBezTo>
                  <a:cubicBezTo>
                    <a:pt x="6248604" y="894607"/>
                    <a:pt x="6358356" y="805676"/>
                    <a:pt x="6365238" y="800212"/>
                  </a:cubicBezTo>
                  <a:cubicBezTo>
                    <a:pt x="6279483" y="885002"/>
                    <a:pt x="6314597" y="971449"/>
                    <a:pt x="6336829" y="1008545"/>
                  </a:cubicBezTo>
                  <a:cubicBezTo>
                    <a:pt x="6340888" y="1009704"/>
                    <a:pt x="6344770" y="1011029"/>
                    <a:pt x="6348829" y="1012188"/>
                  </a:cubicBezTo>
                  <a:cubicBezTo>
                    <a:pt x="6349534" y="949920"/>
                    <a:pt x="6415527" y="894276"/>
                    <a:pt x="6419762" y="890798"/>
                  </a:cubicBezTo>
                  <a:cubicBezTo>
                    <a:pt x="6417116" y="896263"/>
                    <a:pt x="6351299" y="1026761"/>
                    <a:pt x="6419762" y="1002417"/>
                  </a:cubicBezTo>
                  <a:cubicBezTo>
                    <a:pt x="6489989" y="977576"/>
                    <a:pt x="6483107" y="872250"/>
                    <a:pt x="6483107" y="872250"/>
                  </a:cubicBezTo>
                  <a:cubicBezTo>
                    <a:pt x="6537984" y="968137"/>
                    <a:pt x="6483107" y="1048290"/>
                    <a:pt x="6483107" y="1048290"/>
                  </a:cubicBezTo>
                  <a:cubicBezTo>
                    <a:pt x="6576627" y="1014175"/>
                    <a:pt x="6586684" y="877715"/>
                    <a:pt x="6586684" y="877715"/>
                  </a:cubicBezTo>
                  <a:cubicBezTo>
                    <a:pt x="6648090" y="962175"/>
                    <a:pt x="6597624" y="1066507"/>
                    <a:pt x="6588272" y="1084227"/>
                  </a:cubicBezTo>
                  <a:cubicBezTo>
                    <a:pt x="6588978" y="1084227"/>
                    <a:pt x="6589684" y="1084724"/>
                    <a:pt x="6590214" y="1084889"/>
                  </a:cubicBezTo>
                  <a:cubicBezTo>
                    <a:pt x="6663970" y="1035704"/>
                    <a:pt x="6654441" y="799880"/>
                    <a:pt x="6654441" y="799880"/>
                  </a:cubicBezTo>
                  <a:cubicBezTo>
                    <a:pt x="6758371" y="897423"/>
                    <a:pt x="6696966" y="1057896"/>
                    <a:pt x="6679321" y="1097641"/>
                  </a:cubicBezTo>
                  <a:cubicBezTo>
                    <a:pt x="6739667" y="976748"/>
                    <a:pt x="6825422" y="924913"/>
                    <a:pt x="6830717" y="921767"/>
                  </a:cubicBezTo>
                  <a:cubicBezTo>
                    <a:pt x="6756254" y="1013844"/>
                    <a:pt x="6779721" y="1105921"/>
                    <a:pt x="6795426" y="1145170"/>
                  </a:cubicBezTo>
                  <a:cubicBezTo>
                    <a:pt x="6798425" y="1145998"/>
                    <a:pt x="6801248" y="1146826"/>
                    <a:pt x="6804072" y="1147654"/>
                  </a:cubicBezTo>
                  <a:cubicBezTo>
                    <a:pt x="6806189" y="1087539"/>
                    <a:pt x="6861948" y="1018978"/>
                    <a:pt x="6861948" y="1018978"/>
                  </a:cubicBezTo>
                  <a:cubicBezTo>
                    <a:pt x="6861948" y="1018978"/>
                    <a:pt x="6864065" y="1113870"/>
                    <a:pt x="6882945" y="1170177"/>
                  </a:cubicBezTo>
                  <a:cubicBezTo>
                    <a:pt x="6904825" y="1176304"/>
                    <a:pt x="6926706" y="1182597"/>
                    <a:pt x="6948409" y="1188725"/>
                  </a:cubicBezTo>
                  <a:cubicBezTo>
                    <a:pt x="6988993" y="1130928"/>
                    <a:pt x="6936763" y="1008876"/>
                    <a:pt x="6934469" y="1003245"/>
                  </a:cubicBezTo>
                  <a:cubicBezTo>
                    <a:pt x="7021989" y="1065348"/>
                    <a:pt x="7012460" y="1203795"/>
                    <a:pt x="7012460" y="1203795"/>
                  </a:cubicBezTo>
                  <a:cubicBezTo>
                    <a:pt x="7041751" y="1075781"/>
                    <a:pt x="7162973" y="999271"/>
                    <a:pt x="7177971" y="990162"/>
                  </a:cubicBezTo>
                  <a:cubicBezTo>
                    <a:pt x="7056220" y="1074291"/>
                    <a:pt x="7091158" y="1205782"/>
                    <a:pt x="7099274" y="1231286"/>
                  </a:cubicBezTo>
                  <a:cubicBezTo>
                    <a:pt x="7100334" y="1231617"/>
                    <a:pt x="7101215" y="1231783"/>
                    <a:pt x="7102098" y="1232114"/>
                  </a:cubicBezTo>
                  <a:cubicBezTo>
                    <a:pt x="7135446" y="1116520"/>
                    <a:pt x="7271843" y="1111552"/>
                    <a:pt x="7271843" y="1111552"/>
                  </a:cubicBezTo>
                  <a:cubicBezTo>
                    <a:pt x="7271843" y="1111552"/>
                    <a:pt x="7202851" y="1194686"/>
                    <a:pt x="7181677" y="1254139"/>
                  </a:cubicBezTo>
                  <a:cubicBezTo>
                    <a:pt x="7221202" y="1264904"/>
                    <a:pt x="7260727" y="1275834"/>
                    <a:pt x="7300252" y="1286598"/>
                  </a:cubicBezTo>
                  <a:cubicBezTo>
                    <a:pt x="7419356" y="1219196"/>
                    <a:pt x="7382831" y="1061373"/>
                    <a:pt x="7381066" y="1053424"/>
                  </a:cubicBezTo>
                  <a:cubicBezTo>
                    <a:pt x="7452528" y="1117348"/>
                    <a:pt x="7452353" y="1220356"/>
                    <a:pt x="7445471" y="1278152"/>
                  </a:cubicBezTo>
                  <a:cubicBezTo>
                    <a:pt x="7477585" y="1178788"/>
                    <a:pt x="7601100" y="1060711"/>
                    <a:pt x="7608864" y="1053424"/>
                  </a:cubicBezTo>
                  <a:cubicBezTo>
                    <a:pt x="7505816" y="1194190"/>
                    <a:pt x="7551164" y="1330981"/>
                    <a:pt x="7560870" y="1355822"/>
                  </a:cubicBezTo>
                  <a:cubicBezTo>
                    <a:pt x="7561575" y="1356153"/>
                    <a:pt x="7562282" y="1356319"/>
                    <a:pt x="7562987" y="1356484"/>
                  </a:cubicBezTo>
                  <a:cubicBezTo>
                    <a:pt x="7570927" y="1281133"/>
                    <a:pt x="7671857" y="1189387"/>
                    <a:pt x="7677151" y="1184916"/>
                  </a:cubicBezTo>
                  <a:cubicBezTo>
                    <a:pt x="7674151" y="1192865"/>
                    <a:pt x="7600395" y="1383478"/>
                    <a:pt x="7677327" y="1345223"/>
                  </a:cubicBezTo>
                  <a:cubicBezTo>
                    <a:pt x="7756025" y="1306306"/>
                    <a:pt x="7773316" y="1165043"/>
                    <a:pt x="7773316" y="1165043"/>
                  </a:cubicBezTo>
                  <a:cubicBezTo>
                    <a:pt x="7833840" y="1286929"/>
                    <a:pt x="7773316" y="1369733"/>
                    <a:pt x="7773316" y="1369733"/>
                  </a:cubicBezTo>
                  <a:cubicBezTo>
                    <a:pt x="7885716" y="1311274"/>
                    <a:pt x="7910066" y="1096979"/>
                    <a:pt x="7910066" y="1096979"/>
                  </a:cubicBezTo>
                  <a:cubicBezTo>
                    <a:pt x="7998292" y="1286929"/>
                    <a:pt x="7868600" y="1418421"/>
                    <a:pt x="7868600" y="1418421"/>
                  </a:cubicBezTo>
                  <a:lnTo>
                    <a:pt x="7856954" y="1431835"/>
                  </a:lnTo>
                  <a:cubicBezTo>
                    <a:pt x="7877070" y="1436803"/>
                    <a:pt x="7897008" y="1441938"/>
                    <a:pt x="7916947" y="1446906"/>
                  </a:cubicBezTo>
                  <a:cubicBezTo>
                    <a:pt x="7941298" y="1429186"/>
                    <a:pt x="8044699" y="1346216"/>
                    <a:pt x="8027936" y="1226317"/>
                  </a:cubicBezTo>
                  <a:cubicBezTo>
                    <a:pt x="8027936" y="1226317"/>
                    <a:pt x="8091281" y="1344395"/>
                    <a:pt x="8029876" y="1450549"/>
                  </a:cubicBezTo>
                  <a:lnTo>
                    <a:pt x="8097103" y="1373873"/>
                  </a:lnTo>
                  <a:lnTo>
                    <a:pt x="8097103" y="1458332"/>
                  </a:lnTo>
                  <a:cubicBezTo>
                    <a:pt x="8097103" y="1458332"/>
                    <a:pt x="8166272" y="1430014"/>
                    <a:pt x="8166272" y="1320713"/>
                  </a:cubicBezTo>
                  <a:cubicBezTo>
                    <a:pt x="8166272" y="1320713"/>
                    <a:pt x="8214267" y="1450715"/>
                    <a:pt x="8173507" y="1509505"/>
                  </a:cubicBezTo>
                  <a:cubicBezTo>
                    <a:pt x="8177918" y="1510498"/>
                    <a:pt x="8182330" y="1511492"/>
                    <a:pt x="8186741" y="1512651"/>
                  </a:cubicBezTo>
                  <a:lnTo>
                    <a:pt x="8253263" y="1493441"/>
                  </a:lnTo>
                  <a:cubicBezTo>
                    <a:pt x="8253263" y="1493441"/>
                    <a:pt x="8213561" y="1273515"/>
                    <a:pt x="8386484" y="1179119"/>
                  </a:cubicBezTo>
                  <a:cubicBezTo>
                    <a:pt x="8386484" y="1179119"/>
                    <a:pt x="8257498" y="1406332"/>
                    <a:pt x="8345547" y="1518448"/>
                  </a:cubicBezTo>
                  <a:cubicBezTo>
                    <a:pt x="8345547" y="1518448"/>
                    <a:pt x="8339195" y="1400536"/>
                    <a:pt x="8424244" y="1348866"/>
                  </a:cubicBezTo>
                  <a:cubicBezTo>
                    <a:pt x="8424244" y="1348866"/>
                    <a:pt x="8388953" y="1469428"/>
                    <a:pt x="8461475" y="1539645"/>
                  </a:cubicBezTo>
                  <a:lnTo>
                    <a:pt x="8499588" y="1403351"/>
                  </a:lnTo>
                  <a:lnTo>
                    <a:pt x="8544231" y="1557696"/>
                  </a:lnTo>
                  <a:lnTo>
                    <a:pt x="8568757" y="1459492"/>
                  </a:lnTo>
                  <a:cubicBezTo>
                    <a:pt x="8568757" y="1459492"/>
                    <a:pt x="8602459" y="1553722"/>
                    <a:pt x="8642160" y="1578894"/>
                  </a:cubicBezTo>
                  <a:cubicBezTo>
                    <a:pt x="8642160" y="1578894"/>
                    <a:pt x="8713446" y="1542129"/>
                    <a:pt x="8707095" y="1435810"/>
                  </a:cubicBezTo>
                  <a:cubicBezTo>
                    <a:pt x="8707095" y="1435810"/>
                    <a:pt x="8761088" y="1577238"/>
                    <a:pt x="8698272" y="1630232"/>
                  </a:cubicBezTo>
                  <a:cubicBezTo>
                    <a:pt x="8700389" y="1630563"/>
                    <a:pt x="8702507" y="1631060"/>
                    <a:pt x="8704624" y="1631557"/>
                  </a:cubicBezTo>
                  <a:cubicBezTo>
                    <a:pt x="8742913" y="1622614"/>
                    <a:pt x="8877899" y="1578728"/>
                    <a:pt x="8864312" y="1406332"/>
                  </a:cubicBezTo>
                  <a:cubicBezTo>
                    <a:pt x="8864312" y="1406332"/>
                    <a:pt x="8928893" y="1580053"/>
                    <a:pt x="8865547" y="1651098"/>
                  </a:cubicBezTo>
                  <a:cubicBezTo>
                    <a:pt x="8869781" y="1649939"/>
                    <a:pt x="8937363" y="1627914"/>
                    <a:pt x="8961890" y="1547926"/>
                  </a:cubicBezTo>
                  <a:cubicBezTo>
                    <a:pt x="8961890" y="1547926"/>
                    <a:pt x="9004414" y="1642321"/>
                    <a:pt x="8963478" y="1687532"/>
                  </a:cubicBezTo>
                  <a:cubicBezTo>
                    <a:pt x="8975300" y="1690016"/>
                    <a:pt x="8986946" y="1692500"/>
                    <a:pt x="8998592" y="1694985"/>
                  </a:cubicBezTo>
                  <a:cubicBezTo>
                    <a:pt x="9029823" y="1683889"/>
                    <a:pt x="9065819" y="1667991"/>
                    <a:pt x="9065819" y="1667991"/>
                  </a:cubicBezTo>
                  <a:cubicBezTo>
                    <a:pt x="9065819" y="1667991"/>
                    <a:pt x="9015178" y="1516129"/>
                    <a:pt x="9134811" y="1442103"/>
                  </a:cubicBezTo>
                  <a:cubicBezTo>
                    <a:pt x="9134811" y="1442103"/>
                    <a:pt x="9078170" y="1634703"/>
                    <a:pt x="9169396" y="1704921"/>
                  </a:cubicBezTo>
                  <a:cubicBezTo>
                    <a:pt x="9169396" y="1704921"/>
                    <a:pt x="9131635" y="1607047"/>
                    <a:pt x="9185101" y="1553887"/>
                  </a:cubicBezTo>
                  <a:cubicBezTo>
                    <a:pt x="9185101" y="1553887"/>
                    <a:pt x="9197805" y="1660538"/>
                    <a:pt x="9268385" y="1709061"/>
                  </a:cubicBezTo>
                  <a:cubicBezTo>
                    <a:pt x="9339142" y="1757584"/>
                    <a:pt x="9348493" y="1615825"/>
                    <a:pt x="9348493" y="1615825"/>
                  </a:cubicBezTo>
                  <a:cubicBezTo>
                    <a:pt x="9348493" y="1615825"/>
                    <a:pt x="9407252" y="1712704"/>
                    <a:pt x="9393841" y="1775138"/>
                  </a:cubicBezTo>
                  <a:cubicBezTo>
                    <a:pt x="9396312" y="1775635"/>
                    <a:pt x="9398783" y="1776132"/>
                    <a:pt x="9401428" y="1776629"/>
                  </a:cubicBezTo>
                  <a:cubicBezTo>
                    <a:pt x="9426661" y="1762386"/>
                    <a:pt x="9498301" y="1714194"/>
                    <a:pt x="9493183" y="1621786"/>
                  </a:cubicBezTo>
                  <a:cubicBezTo>
                    <a:pt x="9493183" y="1621786"/>
                    <a:pt x="9529886" y="1735392"/>
                    <a:pt x="9506770" y="1797164"/>
                  </a:cubicBezTo>
                  <a:cubicBezTo>
                    <a:pt x="9507299" y="1797164"/>
                    <a:pt x="9507829" y="1797329"/>
                    <a:pt x="9508358" y="1797329"/>
                  </a:cubicBezTo>
                  <a:lnTo>
                    <a:pt x="9565528" y="1713201"/>
                  </a:lnTo>
                  <a:lnTo>
                    <a:pt x="9565528" y="1795839"/>
                  </a:lnTo>
                  <a:lnTo>
                    <a:pt x="9612641" y="1645303"/>
                  </a:lnTo>
                  <a:lnTo>
                    <a:pt x="9631521" y="1819521"/>
                  </a:lnTo>
                  <a:cubicBezTo>
                    <a:pt x="9631521" y="1819521"/>
                    <a:pt x="9657636" y="1733902"/>
                    <a:pt x="9701220" y="1695481"/>
                  </a:cubicBezTo>
                  <a:cubicBezTo>
                    <a:pt x="9701220" y="1695481"/>
                    <a:pt x="9688161" y="1796170"/>
                    <a:pt x="9732098" y="1837406"/>
                  </a:cubicBezTo>
                  <a:cubicBezTo>
                    <a:pt x="9732098" y="1837406"/>
                    <a:pt x="9819971" y="1772323"/>
                    <a:pt x="9766859" y="1574920"/>
                  </a:cubicBezTo>
                  <a:cubicBezTo>
                    <a:pt x="9771447" y="1581047"/>
                    <a:pt x="9854379" y="1695978"/>
                    <a:pt x="9830911" y="1818361"/>
                  </a:cubicBezTo>
                  <a:cubicBezTo>
                    <a:pt x="9829675" y="1824654"/>
                    <a:pt x="9828263" y="1830947"/>
                    <a:pt x="9826499" y="1837406"/>
                  </a:cubicBezTo>
                  <a:cubicBezTo>
                    <a:pt x="9826499" y="1837406"/>
                    <a:pt x="9911372" y="1763380"/>
                    <a:pt x="9895668" y="1660207"/>
                  </a:cubicBezTo>
                  <a:cubicBezTo>
                    <a:pt x="9895668" y="1660207"/>
                    <a:pt x="9949838" y="1763711"/>
                    <a:pt x="9897608" y="1837406"/>
                  </a:cubicBezTo>
                  <a:lnTo>
                    <a:pt x="9964836" y="1857776"/>
                  </a:lnTo>
                  <a:cubicBezTo>
                    <a:pt x="9964836" y="1857776"/>
                    <a:pt x="9971012" y="1757584"/>
                    <a:pt x="10043358" y="1716182"/>
                  </a:cubicBezTo>
                  <a:cubicBezTo>
                    <a:pt x="10043358" y="1716182"/>
                    <a:pt x="9999421" y="1807597"/>
                    <a:pt x="10024477" y="1857776"/>
                  </a:cubicBezTo>
                  <a:cubicBezTo>
                    <a:pt x="10024477" y="1857776"/>
                    <a:pt x="10036828" y="1795011"/>
                    <a:pt x="10073177" y="1762055"/>
                  </a:cubicBezTo>
                  <a:cubicBezTo>
                    <a:pt x="10067002" y="1773151"/>
                    <a:pt x="10073884" y="1844362"/>
                    <a:pt x="10089412" y="1882451"/>
                  </a:cubicBezTo>
                  <a:cubicBezTo>
                    <a:pt x="10119584" y="1875993"/>
                    <a:pt x="10181519" y="1854795"/>
                    <a:pt x="10181519" y="1791202"/>
                  </a:cubicBezTo>
                  <a:cubicBezTo>
                    <a:pt x="10181519" y="1791202"/>
                    <a:pt x="10196693" y="1873343"/>
                    <a:pt x="10172520" y="1916897"/>
                  </a:cubicBezTo>
                  <a:cubicBezTo>
                    <a:pt x="10185400" y="1919050"/>
                    <a:pt x="10198105" y="1921203"/>
                    <a:pt x="10210809" y="1923356"/>
                  </a:cubicBezTo>
                  <a:cubicBezTo>
                    <a:pt x="10222984" y="1917228"/>
                    <a:pt x="10232513" y="1912095"/>
                    <a:pt x="10232513" y="1912095"/>
                  </a:cubicBezTo>
                  <a:cubicBezTo>
                    <a:pt x="10232513" y="1912095"/>
                    <a:pt x="10335560" y="1821508"/>
                    <a:pt x="10263744" y="1677099"/>
                  </a:cubicBezTo>
                  <a:cubicBezTo>
                    <a:pt x="10269744" y="1682564"/>
                    <a:pt x="10392906" y="1798157"/>
                    <a:pt x="10316856" y="1926006"/>
                  </a:cubicBezTo>
                  <a:cubicBezTo>
                    <a:pt x="10313857" y="1930974"/>
                    <a:pt x="10311209" y="1935445"/>
                    <a:pt x="10308915" y="1939751"/>
                  </a:cubicBezTo>
                  <a:cubicBezTo>
                    <a:pt x="10324443" y="1942235"/>
                    <a:pt x="10339971" y="1944885"/>
                    <a:pt x="10355499" y="1947535"/>
                  </a:cubicBezTo>
                  <a:cubicBezTo>
                    <a:pt x="10360087" y="1943395"/>
                    <a:pt x="10362911" y="1940745"/>
                    <a:pt x="10362911" y="1940745"/>
                  </a:cubicBezTo>
                  <a:cubicBezTo>
                    <a:pt x="10362911" y="1940745"/>
                    <a:pt x="10353028" y="1833100"/>
                    <a:pt x="10427492" y="1784246"/>
                  </a:cubicBezTo>
                  <a:cubicBezTo>
                    <a:pt x="10427492" y="1784246"/>
                    <a:pt x="10406670" y="1905967"/>
                    <a:pt x="10465604" y="1950019"/>
                  </a:cubicBezTo>
                  <a:cubicBezTo>
                    <a:pt x="10465604" y="1950019"/>
                    <a:pt x="10452371" y="1886757"/>
                    <a:pt x="10484661" y="1842540"/>
                  </a:cubicBezTo>
                  <a:cubicBezTo>
                    <a:pt x="10484661" y="1842540"/>
                    <a:pt x="10496308" y="1939420"/>
                    <a:pt x="10548889" y="1963267"/>
                  </a:cubicBezTo>
                  <a:cubicBezTo>
                    <a:pt x="10601295" y="1986949"/>
                    <a:pt x="10593885" y="1865725"/>
                    <a:pt x="10593885" y="1865725"/>
                  </a:cubicBezTo>
                  <a:cubicBezTo>
                    <a:pt x="10593885" y="1865725"/>
                    <a:pt x="10636939" y="1944719"/>
                    <a:pt x="10620705" y="1989433"/>
                  </a:cubicBezTo>
                  <a:cubicBezTo>
                    <a:pt x="10622469" y="1989433"/>
                    <a:pt x="10624058" y="1989930"/>
                    <a:pt x="10625646" y="1990095"/>
                  </a:cubicBezTo>
                  <a:cubicBezTo>
                    <a:pt x="10644172" y="1970720"/>
                    <a:pt x="10681228" y="1915075"/>
                    <a:pt x="10648583" y="1801138"/>
                  </a:cubicBezTo>
                  <a:cubicBezTo>
                    <a:pt x="10648583" y="1801138"/>
                    <a:pt x="10739279" y="1887916"/>
                    <a:pt x="10721105" y="1979000"/>
                  </a:cubicBezTo>
                  <a:cubicBezTo>
                    <a:pt x="10729575" y="1956809"/>
                    <a:pt x="10750043" y="1921534"/>
                    <a:pt x="10797508" y="1907789"/>
                  </a:cubicBezTo>
                  <a:cubicBezTo>
                    <a:pt x="10797508" y="1907789"/>
                    <a:pt x="10763984" y="1963930"/>
                    <a:pt x="10784275" y="2013777"/>
                  </a:cubicBezTo>
                  <a:cubicBezTo>
                    <a:pt x="10804920" y="2016758"/>
                    <a:pt x="10825388" y="2019905"/>
                    <a:pt x="10845856" y="2022886"/>
                  </a:cubicBezTo>
                  <a:cubicBezTo>
                    <a:pt x="10863677" y="1991917"/>
                    <a:pt x="10874618" y="1942732"/>
                    <a:pt x="10874618" y="1942732"/>
                  </a:cubicBezTo>
                  <a:cubicBezTo>
                    <a:pt x="10874618" y="1942732"/>
                    <a:pt x="10898616" y="1998045"/>
                    <a:pt x="10893322" y="2030007"/>
                  </a:cubicBezTo>
                  <a:cubicBezTo>
                    <a:pt x="10894910" y="2030172"/>
                    <a:pt x="10896498" y="2030338"/>
                    <a:pt x="10897909" y="2030503"/>
                  </a:cubicBezTo>
                  <a:cubicBezTo>
                    <a:pt x="10916613" y="2012618"/>
                    <a:pt x="10969372" y="1948197"/>
                    <a:pt x="10907084" y="1842705"/>
                  </a:cubicBezTo>
                  <a:cubicBezTo>
                    <a:pt x="10912377" y="1846680"/>
                    <a:pt x="11003074" y="1917228"/>
                    <a:pt x="10984901" y="2039612"/>
                  </a:cubicBezTo>
                  <a:cubicBezTo>
                    <a:pt x="11026189" y="2004006"/>
                    <a:pt x="11108415" y="1907292"/>
                    <a:pt x="11063950" y="1728934"/>
                  </a:cubicBezTo>
                  <a:cubicBezTo>
                    <a:pt x="11068715" y="1737877"/>
                    <a:pt x="11166467" y="1928986"/>
                    <a:pt x="11102239" y="2058657"/>
                  </a:cubicBezTo>
                  <a:cubicBezTo>
                    <a:pt x="11102593" y="2058657"/>
                    <a:pt x="11102944" y="2058822"/>
                    <a:pt x="11103121" y="2058822"/>
                  </a:cubicBezTo>
                  <a:cubicBezTo>
                    <a:pt x="11113356" y="2056504"/>
                    <a:pt x="11198935" y="2034643"/>
                    <a:pt x="11208640" y="1941242"/>
                  </a:cubicBezTo>
                  <a:cubicBezTo>
                    <a:pt x="11208640" y="1941242"/>
                    <a:pt x="11232637" y="2009637"/>
                    <a:pt x="11223284" y="2075052"/>
                  </a:cubicBezTo>
                  <a:cubicBezTo>
                    <a:pt x="11251870" y="2078861"/>
                    <a:pt x="11280456" y="2082835"/>
                    <a:pt x="11309040" y="2086478"/>
                  </a:cubicBezTo>
                  <a:cubicBezTo>
                    <a:pt x="11309040" y="2085319"/>
                    <a:pt x="11281514" y="1929152"/>
                    <a:pt x="11388266" y="1880795"/>
                  </a:cubicBezTo>
                  <a:cubicBezTo>
                    <a:pt x="11388266" y="1880795"/>
                    <a:pt x="11378915" y="2028516"/>
                    <a:pt x="11428674" y="2101549"/>
                  </a:cubicBezTo>
                  <a:cubicBezTo>
                    <a:pt x="11457965" y="2105358"/>
                    <a:pt x="11487255" y="2109001"/>
                    <a:pt x="11516546" y="2112645"/>
                  </a:cubicBezTo>
                  <a:cubicBezTo>
                    <a:pt x="11514605" y="2078695"/>
                    <a:pt x="11505077" y="2021892"/>
                    <a:pt x="11550425" y="1965089"/>
                  </a:cubicBezTo>
                  <a:cubicBezTo>
                    <a:pt x="11550425" y="1965089"/>
                    <a:pt x="11556777" y="2101880"/>
                    <a:pt x="11654354" y="2129205"/>
                  </a:cubicBezTo>
                  <a:lnTo>
                    <a:pt x="11674999" y="2131689"/>
                  </a:lnTo>
                  <a:cubicBezTo>
                    <a:pt x="11745932" y="2125727"/>
                    <a:pt x="11714877" y="1953827"/>
                    <a:pt x="11712936" y="1943229"/>
                  </a:cubicBezTo>
                  <a:cubicBezTo>
                    <a:pt x="11718230" y="1950847"/>
                    <a:pt x="11788986" y="2058325"/>
                    <a:pt x="11784223" y="2144275"/>
                  </a:cubicBezTo>
                  <a:cubicBezTo>
                    <a:pt x="11800632" y="2146097"/>
                    <a:pt x="11817042" y="2148084"/>
                    <a:pt x="11833451" y="2149906"/>
                  </a:cubicBezTo>
                  <a:cubicBezTo>
                    <a:pt x="11871919" y="2113307"/>
                    <a:pt x="11910737" y="2041102"/>
                    <a:pt x="11885329" y="1903483"/>
                  </a:cubicBezTo>
                  <a:cubicBezTo>
                    <a:pt x="11885329" y="1903483"/>
                    <a:pt x="11979201" y="2066109"/>
                    <a:pt x="11947792" y="2162492"/>
                  </a:cubicBezTo>
                  <a:cubicBezTo>
                    <a:pt x="11973201" y="2165307"/>
                    <a:pt x="11998610" y="2167791"/>
                    <a:pt x="12024018" y="2170441"/>
                  </a:cubicBezTo>
                  <a:cubicBezTo>
                    <a:pt x="12022255" y="2111982"/>
                    <a:pt x="12032489" y="2026363"/>
                    <a:pt x="12099364" y="1985293"/>
                  </a:cubicBezTo>
                  <a:cubicBezTo>
                    <a:pt x="12099364" y="1985293"/>
                    <a:pt x="12059662" y="2094096"/>
                    <a:pt x="12120184" y="2180543"/>
                  </a:cubicBezTo>
                  <a:cubicBezTo>
                    <a:pt x="12144005" y="2183028"/>
                    <a:pt x="12168003" y="2185677"/>
                    <a:pt x="12191824" y="2188161"/>
                  </a:cubicBezTo>
                  <a:lnTo>
                    <a:pt x="12191999" y="2188161"/>
                  </a:lnTo>
                  <a:lnTo>
                    <a:pt x="12191999" y="2310971"/>
                  </a:lnTo>
                  <a:lnTo>
                    <a:pt x="0" y="2310971"/>
                  </a:lnTo>
                  <a:lnTo>
                    <a:pt x="0" y="371775"/>
                  </a:lnTo>
                  <a:lnTo>
                    <a:pt x="31709" y="364335"/>
                  </a:lnTo>
                  <a:cubicBezTo>
                    <a:pt x="131227" y="315481"/>
                    <a:pt x="88350" y="90421"/>
                    <a:pt x="88350" y="90421"/>
                  </a:cubicBezTo>
                  <a:cubicBezTo>
                    <a:pt x="181692" y="178689"/>
                    <a:pt x="136697" y="327404"/>
                    <a:pt x="136697" y="327404"/>
                  </a:cubicBezTo>
                  <a:cubicBezTo>
                    <a:pt x="136697" y="327404"/>
                    <a:pt x="123816" y="353901"/>
                    <a:pt x="126286" y="370131"/>
                  </a:cubicBezTo>
                  <a:cubicBezTo>
                    <a:pt x="143932" y="368143"/>
                    <a:pt x="161577" y="366156"/>
                    <a:pt x="179398" y="364169"/>
                  </a:cubicBezTo>
                  <a:cubicBezTo>
                    <a:pt x="224569" y="317799"/>
                    <a:pt x="237804" y="186308"/>
                    <a:pt x="237804" y="186308"/>
                  </a:cubicBezTo>
                  <a:cubicBezTo>
                    <a:pt x="275035" y="269276"/>
                    <a:pt x="255095" y="329888"/>
                    <a:pt x="240626" y="357711"/>
                  </a:cubicBezTo>
                  <a:cubicBezTo>
                    <a:pt x="267976" y="354729"/>
                    <a:pt x="295150" y="351914"/>
                    <a:pt x="322500" y="349099"/>
                  </a:cubicBezTo>
                  <a:cubicBezTo>
                    <a:pt x="298326" y="269111"/>
                    <a:pt x="359379" y="188792"/>
                    <a:pt x="359379" y="188792"/>
                  </a:cubicBezTo>
                  <a:cubicBezTo>
                    <a:pt x="330793" y="268945"/>
                    <a:pt x="380199" y="342640"/>
                    <a:pt x="380199" y="342640"/>
                  </a:cubicBezTo>
                  <a:lnTo>
                    <a:pt x="381081" y="343137"/>
                  </a:lnTo>
                  <a:cubicBezTo>
                    <a:pt x="402079" y="340984"/>
                    <a:pt x="422900" y="338831"/>
                    <a:pt x="443722" y="336844"/>
                  </a:cubicBezTo>
                  <a:cubicBezTo>
                    <a:pt x="407902" y="214295"/>
                    <a:pt x="487304" y="105326"/>
                    <a:pt x="487304" y="105326"/>
                  </a:cubicBezTo>
                  <a:cubicBezTo>
                    <a:pt x="462073" y="217110"/>
                    <a:pt x="490658" y="287162"/>
                    <a:pt x="528241" y="328729"/>
                  </a:cubicBezTo>
                  <a:cubicBezTo>
                    <a:pt x="555062" y="326245"/>
                    <a:pt x="581706" y="323595"/>
                    <a:pt x="608351" y="321111"/>
                  </a:cubicBezTo>
                  <a:cubicBezTo>
                    <a:pt x="611703" y="289315"/>
                    <a:pt x="625819" y="256525"/>
                    <a:pt x="625819" y="256525"/>
                  </a:cubicBezTo>
                  <a:cubicBezTo>
                    <a:pt x="625819" y="256525"/>
                    <a:pt x="633936" y="289977"/>
                    <a:pt x="645582" y="317965"/>
                  </a:cubicBezTo>
                  <a:cubicBezTo>
                    <a:pt x="665697" y="316143"/>
                    <a:pt x="685635" y="314321"/>
                    <a:pt x="705575" y="312666"/>
                  </a:cubicBezTo>
                  <a:cubicBezTo>
                    <a:pt x="721632" y="273251"/>
                    <a:pt x="733102" y="220919"/>
                    <a:pt x="733102" y="220919"/>
                  </a:cubicBezTo>
                  <a:cubicBezTo>
                    <a:pt x="749864" y="249404"/>
                    <a:pt x="752158" y="284678"/>
                    <a:pt x="751275" y="308691"/>
                  </a:cubicBezTo>
                  <a:cubicBezTo>
                    <a:pt x="775626" y="306538"/>
                    <a:pt x="800152" y="304550"/>
                    <a:pt x="824503" y="302563"/>
                  </a:cubicBezTo>
                  <a:cubicBezTo>
                    <a:pt x="815151" y="184486"/>
                    <a:pt x="703104" y="0"/>
                    <a:pt x="703104" y="0"/>
                  </a:cubicBezTo>
                  <a:close/>
                </a:path>
              </a:pathLst>
            </a:custGeom>
            <a:gradFill>
              <a:gsLst>
                <a:gs pos="0">
                  <a:srgbClr val="7F905A"/>
                </a:gs>
                <a:gs pos="100000">
                  <a:srgbClr val="BDD377"/>
                </a:gs>
              </a:gsLst>
              <a:lin ang="21101917" scaled="1"/>
            </a:gradFill>
            <a:ln w="165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3FC3C2F-6C8E-4038-17CD-7E3A514095F3}"/>
                </a:ext>
              </a:extLst>
            </p:cNvPr>
            <p:cNvSpPr/>
            <p:nvPr/>
          </p:nvSpPr>
          <p:spPr>
            <a:xfrm>
              <a:off x="-1" y="5216532"/>
              <a:ext cx="9285498" cy="1641468"/>
            </a:xfrm>
            <a:custGeom>
              <a:avLst/>
              <a:gdLst>
                <a:gd name="connsiteX0" fmla="*/ 8310807 w 9285498"/>
                <a:gd name="connsiteY0" fmla="*/ 1592474 h 1641468"/>
                <a:gd name="connsiteX1" fmla="*/ 8276608 w 9285498"/>
                <a:gd name="connsiteY1" fmla="*/ 1639267 h 1641468"/>
                <a:gd name="connsiteX2" fmla="*/ 8275110 w 9285498"/>
                <a:gd name="connsiteY2" fmla="*/ 1641468 h 1641468"/>
                <a:gd name="connsiteX3" fmla="*/ 8162100 w 9285498"/>
                <a:gd name="connsiteY3" fmla="*/ 1641468 h 1641468"/>
                <a:gd name="connsiteX4" fmla="*/ 8202977 w 9285498"/>
                <a:gd name="connsiteY4" fmla="*/ 1619406 h 1641468"/>
                <a:gd name="connsiteX5" fmla="*/ 8310807 w 9285498"/>
                <a:gd name="connsiteY5" fmla="*/ 1592474 h 1641468"/>
                <a:gd name="connsiteX6" fmla="*/ 9262217 w 9285498"/>
                <a:gd name="connsiteY6" fmla="*/ 1569454 h 1641468"/>
                <a:gd name="connsiteX7" fmla="*/ 9285498 w 9285498"/>
                <a:gd name="connsiteY7" fmla="*/ 1641468 h 1641468"/>
                <a:gd name="connsiteX8" fmla="*/ 9250354 w 9285498"/>
                <a:gd name="connsiteY8" fmla="*/ 1641468 h 1641468"/>
                <a:gd name="connsiteX9" fmla="*/ 9255404 w 9285498"/>
                <a:gd name="connsiteY9" fmla="*/ 1615705 h 1641468"/>
                <a:gd name="connsiteX10" fmla="*/ 9262217 w 9285498"/>
                <a:gd name="connsiteY10" fmla="*/ 1569454 h 1641468"/>
                <a:gd name="connsiteX11" fmla="*/ 8813423 w 9285498"/>
                <a:gd name="connsiteY11" fmla="*/ 1500231 h 1641468"/>
                <a:gd name="connsiteX12" fmla="*/ 8765627 w 9285498"/>
                <a:gd name="connsiteY12" fmla="*/ 1583440 h 1641468"/>
                <a:gd name="connsiteX13" fmla="*/ 8743837 w 9285498"/>
                <a:gd name="connsiteY13" fmla="*/ 1641468 h 1641468"/>
                <a:gd name="connsiteX14" fmla="*/ 8692493 w 9285498"/>
                <a:gd name="connsiteY14" fmla="*/ 1641468 h 1641468"/>
                <a:gd name="connsiteX15" fmla="*/ 8701307 w 9285498"/>
                <a:gd name="connsiteY15" fmla="*/ 1628742 h 1641468"/>
                <a:gd name="connsiteX16" fmla="*/ 8739398 w 9285498"/>
                <a:gd name="connsiteY16" fmla="*/ 1581875 h 1641468"/>
                <a:gd name="connsiteX17" fmla="*/ 8739562 w 9285498"/>
                <a:gd name="connsiteY17" fmla="*/ 1581875 h 1641468"/>
                <a:gd name="connsiteX18" fmla="*/ 8813423 w 9285498"/>
                <a:gd name="connsiteY18" fmla="*/ 1500231 h 1641468"/>
                <a:gd name="connsiteX19" fmla="*/ 8473764 w 9285498"/>
                <a:gd name="connsiteY19" fmla="*/ 1500231 h 1641468"/>
                <a:gd name="connsiteX20" fmla="*/ 8535139 w 9285498"/>
                <a:gd name="connsiteY20" fmla="*/ 1585920 h 1641468"/>
                <a:gd name="connsiteX21" fmla="*/ 8552673 w 9285498"/>
                <a:gd name="connsiteY21" fmla="*/ 1641468 h 1641468"/>
                <a:gd name="connsiteX22" fmla="*/ 8481442 w 9285498"/>
                <a:gd name="connsiteY22" fmla="*/ 1641468 h 1641468"/>
                <a:gd name="connsiteX23" fmla="*/ 8483592 w 9285498"/>
                <a:gd name="connsiteY23" fmla="*/ 1594718 h 1641468"/>
                <a:gd name="connsiteX24" fmla="*/ 8473764 w 9285498"/>
                <a:gd name="connsiteY24" fmla="*/ 1500231 h 1641468"/>
                <a:gd name="connsiteX25" fmla="*/ 7699719 w 9285498"/>
                <a:gd name="connsiteY25" fmla="*/ 1445415 h 1641468"/>
                <a:gd name="connsiteX26" fmla="*/ 7714251 w 9285498"/>
                <a:gd name="connsiteY26" fmla="*/ 1610437 h 1641468"/>
                <a:gd name="connsiteX27" fmla="*/ 7721164 w 9285498"/>
                <a:gd name="connsiteY27" fmla="*/ 1641468 h 1641468"/>
                <a:gd name="connsiteX28" fmla="*/ 7615174 w 9285498"/>
                <a:gd name="connsiteY28" fmla="*/ 1641468 h 1641468"/>
                <a:gd name="connsiteX29" fmla="*/ 7628247 w 9285498"/>
                <a:gd name="connsiteY29" fmla="*/ 1577670 h 1641468"/>
                <a:gd name="connsiteX30" fmla="*/ 7699719 w 9285498"/>
                <a:gd name="connsiteY30" fmla="*/ 1445415 h 1641468"/>
                <a:gd name="connsiteX31" fmla="*/ 7807860 w 9285498"/>
                <a:gd name="connsiteY31" fmla="*/ 1420408 h 1641468"/>
                <a:gd name="connsiteX32" fmla="*/ 7914925 w 9285498"/>
                <a:gd name="connsiteY32" fmla="*/ 1616735 h 1641468"/>
                <a:gd name="connsiteX33" fmla="*/ 7918473 w 9285498"/>
                <a:gd name="connsiteY33" fmla="*/ 1641468 h 1641468"/>
                <a:gd name="connsiteX34" fmla="*/ 7850110 w 9285498"/>
                <a:gd name="connsiteY34" fmla="*/ 1641468 h 1641468"/>
                <a:gd name="connsiteX35" fmla="*/ 7851456 w 9285498"/>
                <a:gd name="connsiteY35" fmla="*/ 1631611 h 1641468"/>
                <a:gd name="connsiteX36" fmla="*/ 7807860 w 9285498"/>
                <a:gd name="connsiteY36" fmla="*/ 1420408 h 1641468"/>
                <a:gd name="connsiteX37" fmla="*/ 8172526 w 9285498"/>
                <a:gd name="connsiteY37" fmla="*/ 1398714 h 1641468"/>
                <a:gd name="connsiteX38" fmla="*/ 8039792 w 9285498"/>
                <a:gd name="connsiteY38" fmla="*/ 1625512 h 1641468"/>
                <a:gd name="connsiteX39" fmla="*/ 8039130 w 9285498"/>
                <a:gd name="connsiteY39" fmla="*/ 1641468 h 1641468"/>
                <a:gd name="connsiteX40" fmla="*/ 7958697 w 9285498"/>
                <a:gd name="connsiteY40" fmla="*/ 1641468 h 1641468"/>
                <a:gd name="connsiteX41" fmla="*/ 7980234 w 9285498"/>
                <a:gd name="connsiteY41" fmla="*/ 1598342 h 1641468"/>
                <a:gd name="connsiteX42" fmla="*/ 8172526 w 9285498"/>
                <a:gd name="connsiteY42" fmla="*/ 1398714 h 1641468"/>
                <a:gd name="connsiteX43" fmla="*/ 803029 w 9285498"/>
                <a:gd name="connsiteY43" fmla="*/ 0 h 1641468"/>
                <a:gd name="connsiteX44" fmla="*/ 775538 w 9285498"/>
                <a:gd name="connsiteY44" fmla="*/ 215289 h 1641468"/>
                <a:gd name="connsiteX45" fmla="*/ 802201 w 9285498"/>
                <a:gd name="connsiteY45" fmla="*/ 215289 h 1641468"/>
                <a:gd name="connsiteX46" fmla="*/ 831016 w 9285498"/>
                <a:gd name="connsiteY46" fmla="*/ 99032 h 1641468"/>
                <a:gd name="connsiteX47" fmla="*/ 853704 w 9285498"/>
                <a:gd name="connsiteY47" fmla="*/ 215454 h 1641468"/>
                <a:gd name="connsiteX48" fmla="*/ 918125 w 9285498"/>
                <a:gd name="connsiteY48" fmla="*/ 216282 h 1641468"/>
                <a:gd name="connsiteX49" fmla="*/ 924253 w 9285498"/>
                <a:gd name="connsiteY49" fmla="*/ 126523 h 1641468"/>
                <a:gd name="connsiteX50" fmla="*/ 957043 w 9285498"/>
                <a:gd name="connsiteY50" fmla="*/ 216779 h 1641468"/>
                <a:gd name="connsiteX51" fmla="*/ 991820 w 9285498"/>
                <a:gd name="connsiteY51" fmla="*/ 217276 h 1641468"/>
                <a:gd name="connsiteX52" fmla="*/ 1004903 w 9285498"/>
                <a:gd name="connsiteY52" fmla="*/ 134804 h 1641468"/>
                <a:gd name="connsiteX53" fmla="*/ 1037362 w 9285498"/>
                <a:gd name="connsiteY53" fmla="*/ 217938 h 1641468"/>
                <a:gd name="connsiteX54" fmla="*/ 1123146 w 9285498"/>
                <a:gd name="connsiteY54" fmla="*/ 219760 h 1641468"/>
                <a:gd name="connsiteX55" fmla="*/ 1098305 w 9285498"/>
                <a:gd name="connsiteY55" fmla="*/ 24675 h 1641468"/>
                <a:gd name="connsiteX56" fmla="*/ 1189720 w 9285498"/>
                <a:gd name="connsiteY56" fmla="*/ 187632 h 1641468"/>
                <a:gd name="connsiteX57" fmla="*/ 1252982 w 9285498"/>
                <a:gd name="connsiteY57" fmla="*/ 83465 h 1641468"/>
                <a:gd name="connsiteX58" fmla="*/ 1236753 w 9285498"/>
                <a:gd name="connsiteY58" fmla="*/ 222575 h 1641468"/>
                <a:gd name="connsiteX59" fmla="*/ 1283785 w 9285498"/>
                <a:gd name="connsiteY59" fmla="*/ 223900 h 1641468"/>
                <a:gd name="connsiteX60" fmla="*/ 1275008 w 9285498"/>
                <a:gd name="connsiteY60" fmla="*/ 155173 h 1641468"/>
                <a:gd name="connsiteX61" fmla="*/ 1316906 w 9285498"/>
                <a:gd name="connsiteY61" fmla="*/ 225225 h 1641468"/>
                <a:gd name="connsiteX62" fmla="*/ 1326180 w 9285498"/>
                <a:gd name="connsiteY62" fmla="*/ 225556 h 1641468"/>
                <a:gd name="connsiteX63" fmla="*/ 1371225 w 9285498"/>
                <a:gd name="connsiteY63" fmla="*/ 83465 h 1641468"/>
                <a:gd name="connsiteX64" fmla="*/ 1424054 w 9285498"/>
                <a:gd name="connsiteY64" fmla="*/ 228868 h 1641468"/>
                <a:gd name="connsiteX65" fmla="*/ 1424550 w 9285498"/>
                <a:gd name="connsiteY65" fmla="*/ 229365 h 1641468"/>
                <a:gd name="connsiteX66" fmla="*/ 1466946 w 9285498"/>
                <a:gd name="connsiteY66" fmla="*/ 231021 h 1641468"/>
                <a:gd name="connsiteX67" fmla="*/ 1495430 w 9285498"/>
                <a:gd name="connsiteY67" fmla="*/ 111288 h 1641468"/>
                <a:gd name="connsiteX68" fmla="*/ 1544284 w 9285498"/>
                <a:gd name="connsiteY68" fmla="*/ 234499 h 1641468"/>
                <a:gd name="connsiteX69" fmla="*/ 1620629 w 9285498"/>
                <a:gd name="connsiteY69" fmla="*/ 238308 h 1641468"/>
                <a:gd name="connsiteX70" fmla="*/ 1647457 w 9285498"/>
                <a:gd name="connsiteY70" fmla="*/ 89758 h 1641468"/>
                <a:gd name="connsiteX71" fmla="*/ 1697636 w 9285498"/>
                <a:gd name="connsiteY71" fmla="*/ 242117 h 1641468"/>
                <a:gd name="connsiteX72" fmla="*/ 1771662 w 9285498"/>
                <a:gd name="connsiteY72" fmla="*/ 246754 h 1641468"/>
                <a:gd name="connsiteX73" fmla="*/ 1786898 w 9285498"/>
                <a:gd name="connsiteY73" fmla="*/ 146893 h 1641468"/>
                <a:gd name="connsiteX74" fmla="*/ 1817038 w 9285498"/>
                <a:gd name="connsiteY74" fmla="*/ 249735 h 1641468"/>
                <a:gd name="connsiteX75" fmla="*/ 1821344 w 9285498"/>
                <a:gd name="connsiteY75" fmla="*/ 249735 h 1641468"/>
                <a:gd name="connsiteX76" fmla="*/ 1895536 w 9285498"/>
                <a:gd name="connsiteY76" fmla="*/ 129836 h 1641468"/>
                <a:gd name="connsiteX77" fmla="*/ 1876326 w 9285498"/>
                <a:gd name="connsiteY77" fmla="*/ 253544 h 1641468"/>
                <a:gd name="connsiteX78" fmla="*/ 1911600 w 9285498"/>
                <a:gd name="connsiteY78" fmla="*/ 255862 h 1641468"/>
                <a:gd name="connsiteX79" fmla="*/ 1926504 w 9285498"/>
                <a:gd name="connsiteY79" fmla="*/ 164116 h 1641468"/>
                <a:gd name="connsiteX80" fmla="*/ 1972046 w 9285498"/>
                <a:gd name="connsiteY80" fmla="*/ 260002 h 1641468"/>
                <a:gd name="connsiteX81" fmla="*/ 2057334 w 9285498"/>
                <a:gd name="connsiteY81" fmla="*/ 266958 h 1641468"/>
                <a:gd name="connsiteX82" fmla="*/ 2057499 w 9285498"/>
                <a:gd name="connsiteY82" fmla="*/ 266295 h 1641468"/>
                <a:gd name="connsiteX83" fmla="*/ 2112812 w 9285498"/>
                <a:gd name="connsiteY83" fmla="*/ 111122 h 1641468"/>
                <a:gd name="connsiteX84" fmla="*/ 2134672 w 9285498"/>
                <a:gd name="connsiteY84" fmla="*/ 272754 h 1641468"/>
                <a:gd name="connsiteX85" fmla="*/ 2135169 w 9285498"/>
                <a:gd name="connsiteY85" fmla="*/ 273251 h 1641468"/>
                <a:gd name="connsiteX86" fmla="*/ 2161169 w 9285498"/>
                <a:gd name="connsiteY86" fmla="*/ 275238 h 1641468"/>
                <a:gd name="connsiteX87" fmla="*/ 2180876 w 9285498"/>
                <a:gd name="connsiteY87" fmla="*/ 182664 h 1641468"/>
                <a:gd name="connsiteX88" fmla="*/ 2206711 w 9285498"/>
                <a:gd name="connsiteY88" fmla="*/ 279213 h 1641468"/>
                <a:gd name="connsiteX89" fmla="*/ 2259374 w 9285498"/>
                <a:gd name="connsiteY89" fmla="*/ 284181 h 1641468"/>
                <a:gd name="connsiteX90" fmla="*/ 2283553 w 9285498"/>
                <a:gd name="connsiteY90" fmla="*/ 161963 h 1641468"/>
                <a:gd name="connsiteX91" fmla="*/ 2318992 w 9285498"/>
                <a:gd name="connsiteY91" fmla="*/ 289812 h 1641468"/>
                <a:gd name="connsiteX92" fmla="*/ 2384738 w 9285498"/>
                <a:gd name="connsiteY92" fmla="*/ 296105 h 1641468"/>
                <a:gd name="connsiteX93" fmla="*/ 2395006 w 9285498"/>
                <a:gd name="connsiteY93" fmla="*/ 191938 h 1641468"/>
                <a:gd name="connsiteX94" fmla="*/ 2445847 w 9285498"/>
                <a:gd name="connsiteY94" fmla="*/ 302397 h 1641468"/>
                <a:gd name="connsiteX95" fmla="*/ 2502650 w 9285498"/>
                <a:gd name="connsiteY95" fmla="*/ 308691 h 1641468"/>
                <a:gd name="connsiteX96" fmla="*/ 2491554 w 9285498"/>
                <a:gd name="connsiteY96" fmla="*/ 215123 h 1641468"/>
                <a:gd name="connsiteX97" fmla="*/ 2536268 w 9285498"/>
                <a:gd name="connsiteY97" fmla="*/ 312665 h 1641468"/>
                <a:gd name="connsiteX98" fmla="*/ 2595555 w 9285498"/>
                <a:gd name="connsiteY98" fmla="*/ 318958 h 1641468"/>
                <a:gd name="connsiteX99" fmla="*/ 2640269 w 9285498"/>
                <a:gd name="connsiteY99" fmla="*/ 179518 h 1641468"/>
                <a:gd name="connsiteX100" fmla="*/ 2653683 w 9285498"/>
                <a:gd name="connsiteY100" fmla="*/ 325748 h 1641468"/>
                <a:gd name="connsiteX101" fmla="*/ 2698728 w 9285498"/>
                <a:gd name="connsiteY101" fmla="*/ 331544 h 1641468"/>
                <a:gd name="connsiteX102" fmla="*/ 2711811 w 9285498"/>
                <a:gd name="connsiteY102" fmla="*/ 241620 h 1641468"/>
                <a:gd name="connsiteX103" fmla="*/ 2752385 w 9285498"/>
                <a:gd name="connsiteY103" fmla="*/ 338500 h 1641468"/>
                <a:gd name="connsiteX104" fmla="*/ 2866985 w 9285498"/>
                <a:gd name="connsiteY104" fmla="*/ 352908 h 1641468"/>
                <a:gd name="connsiteX105" fmla="*/ 2897788 w 9285498"/>
                <a:gd name="connsiteY105" fmla="*/ 266295 h 1641468"/>
                <a:gd name="connsiteX106" fmla="*/ 2921138 w 9285498"/>
                <a:gd name="connsiteY106" fmla="*/ 360360 h 1641468"/>
                <a:gd name="connsiteX107" fmla="*/ 2921138 w 9285498"/>
                <a:gd name="connsiteY107" fmla="*/ 360857 h 1641468"/>
                <a:gd name="connsiteX108" fmla="*/ 2970986 w 9285498"/>
                <a:gd name="connsiteY108" fmla="*/ 367978 h 1641468"/>
                <a:gd name="connsiteX109" fmla="*/ 3003113 w 9285498"/>
                <a:gd name="connsiteY109" fmla="*/ 285506 h 1641468"/>
                <a:gd name="connsiteX110" fmla="*/ 3009406 w 9285498"/>
                <a:gd name="connsiteY110" fmla="*/ 373443 h 1641468"/>
                <a:gd name="connsiteX111" fmla="*/ 3026464 w 9285498"/>
                <a:gd name="connsiteY111" fmla="*/ 375762 h 1641468"/>
                <a:gd name="connsiteX112" fmla="*/ 3056108 w 9285498"/>
                <a:gd name="connsiteY112" fmla="*/ 214626 h 1641468"/>
                <a:gd name="connsiteX113" fmla="*/ 3079292 w 9285498"/>
                <a:gd name="connsiteY113" fmla="*/ 382883 h 1641468"/>
                <a:gd name="connsiteX114" fmla="*/ 3153484 w 9285498"/>
                <a:gd name="connsiteY114" fmla="*/ 238473 h 1641468"/>
                <a:gd name="connsiteX115" fmla="*/ 3153484 w 9285498"/>
                <a:gd name="connsiteY115" fmla="*/ 377417 h 1641468"/>
                <a:gd name="connsiteX116" fmla="*/ 3215918 w 9285498"/>
                <a:gd name="connsiteY116" fmla="*/ 296933 h 1641468"/>
                <a:gd name="connsiteX117" fmla="*/ 3190083 w 9285498"/>
                <a:gd name="connsiteY117" fmla="*/ 384704 h 1641468"/>
                <a:gd name="connsiteX118" fmla="*/ 3195052 w 9285498"/>
                <a:gd name="connsiteY118" fmla="*/ 401099 h 1641468"/>
                <a:gd name="connsiteX119" fmla="*/ 3226848 w 9285498"/>
                <a:gd name="connsiteY119" fmla="*/ 406398 h 1641468"/>
                <a:gd name="connsiteX120" fmla="*/ 3290275 w 9285498"/>
                <a:gd name="connsiteY120" fmla="*/ 259340 h 1641468"/>
                <a:gd name="connsiteX121" fmla="*/ 3277193 w 9285498"/>
                <a:gd name="connsiteY121" fmla="*/ 414679 h 1641468"/>
                <a:gd name="connsiteX122" fmla="*/ 3280339 w 9285498"/>
                <a:gd name="connsiteY122" fmla="*/ 415341 h 1641468"/>
                <a:gd name="connsiteX123" fmla="*/ 3307167 w 9285498"/>
                <a:gd name="connsiteY123" fmla="*/ 329723 h 1641468"/>
                <a:gd name="connsiteX124" fmla="*/ 3325550 w 9285498"/>
                <a:gd name="connsiteY124" fmla="*/ 417660 h 1641468"/>
                <a:gd name="connsiteX125" fmla="*/ 3373244 w 9285498"/>
                <a:gd name="connsiteY125" fmla="*/ 320780 h 1641468"/>
                <a:gd name="connsiteX126" fmla="*/ 3361321 w 9285498"/>
                <a:gd name="connsiteY126" fmla="*/ 400603 h 1641468"/>
                <a:gd name="connsiteX127" fmla="*/ 3370760 w 9285498"/>
                <a:gd name="connsiteY127" fmla="*/ 430577 h 1641468"/>
                <a:gd name="connsiteX128" fmla="*/ 3401563 w 9285498"/>
                <a:gd name="connsiteY128" fmla="*/ 435711 h 1641468"/>
                <a:gd name="connsiteX129" fmla="*/ 3409678 w 9285498"/>
                <a:gd name="connsiteY129" fmla="*/ 423125 h 1641468"/>
                <a:gd name="connsiteX130" fmla="*/ 3417296 w 9285498"/>
                <a:gd name="connsiteY130" fmla="*/ 269773 h 1641468"/>
                <a:gd name="connsiteX131" fmla="*/ 3448099 w 9285498"/>
                <a:gd name="connsiteY131" fmla="*/ 428755 h 1641468"/>
                <a:gd name="connsiteX132" fmla="*/ 3484698 w 9285498"/>
                <a:gd name="connsiteY132" fmla="*/ 318958 h 1641468"/>
                <a:gd name="connsiteX133" fmla="*/ 3477576 w 9285498"/>
                <a:gd name="connsiteY133" fmla="*/ 449788 h 1641468"/>
                <a:gd name="connsiteX134" fmla="*/ 3524940 w 9285498"/>
                <a:gd name="connsiteY134" fmla="*/ 458399 h 1641468"/>
                <a:gd name="connsiteX135" fmla="*/ 3579756 w 9285498"/>
                <a:gd name="connsiteY135" fmla="*/ 300576 h 1641468"/>
                <a:gd name="connsiteX136" fmla="*/ 3572800 w 9285498"/>
                <a:gd name="connsiteY136" fmla="*/ 440017 h 1641468"/>
                <a:gd name="connsiteX137" fmla="*/ 3583399 w 9285498"/>
                <a:gd name="connsiteY137" fmla="*/ 375596 h 1641468"/>
                <a:gd name="connsiteX138" fmla="*/ 3596316 w 9285498"/>
                <a:gd name="connsiteY138" fmla="*/ 446806 h 1641468"/>
                <a:gd name="connsiteX139" fmla="*/ 3632088 w 9285498"/>
                <a:gd name="connsiteY139" fmla="*/ 478437 h 1641468"/>
                <a:gd name="connsiteX140" fmla="*/ 3638049 w 9285498"/>
                <a:gd name="connsiteY140" fmla="*/ 479763 h 1641468"/>
                <a:gd name="connsiteX141" fmla="*/ 3708929 w 9285498"/>
                <a:gd name="connsiteY141" fmla="*/ 330385 h 1641468"/>
                <a:gd name="connsiteX142" fmla="*/ 3682266 w 9285498"/>
                <a:gd name="connsiteY142" fmla="*/ 473138 h 1641468"/>
                <a:gd name="connsiteX143" fmla="*/ 3692203 w 9285498"/>
                <a:gd name="connsiteY143" fmla="*/ 490527 h 1641468"/>
                <a:gd name="connsiteX144" fmla="*/ 3729133 w 9285498"/>
                <a:gd name="connsiteY144" fmla="*/ 498145 h 1641468"/>
                <a:gd name="connsiteX145" fmla="*/ 3802994 w 9285498"/>
                <a:gd name="connsiteY145" fmla="*/ 309850 h 1641468"/>
                <a:gd name="connsiteX146" fmla="*/ 3798522 w 9285498"/>
                <a:gd name="connsiteY146" fmla="*/ 512387 h 1641468"/>
                <a:gd name="connsiteX147" fmla="*/ 3822204 w 9285498"/>
                <a:gd name="connsiteY147" fmla="*/ 517355 h 1641468"/>
                <a:gd name="connsiteX148" fmla="*/ 3824854 w 9285498"/>
                <a:gd name="connsiteY148" fmla="*/ 516527 h 1641468"/>
                <a:gd name="connsiteX149" fmla="*/ 3898052 w 9285498"/>
                <a:gd name="connsiteY149" fmla="*/ 300576 h 1641468"/>
                <a:gd name="connsiteX150" fmla="*/ 3886956 w 9285498"/>
                <a:gd name="connsiteY150" fmla="*/ 530769 h 1641468"/>
                <a:gd name="connsiteX151" fmla="*/ 3909810 w 9285498"/>
                <a:gd name="connsiteY151" fmla="*/ 535572 h 1641468"/>
                <a:gd name="connsiteX152" fmla="*/ 3957505 w 9285498"/>
                <a:gd name="connsiteY152" fmla="*/ 546336 h 1641468"/>
                <a:gd name="connsiteX153" fmla="*/ 3992944 w 9285498"/>
                <a:gd name="connsiteY153" fmla="*/ 391163 h 1641468"/>
                <a:gd name="connsiteX154" fmla="*/ 4016461 w 9285498"/>
                <a:gd name="connsiteY154" fmla="*/ 559750 h 1641468"/>
                <a:gd name="connsiteX155" fmla="*/ 4029875 w 9285498"/>
                <a:gd name="connsiteY155" fmla="*/ 562897 h 1641468"/>
                <a:gd name="connsiteX156" fmla="*/ 4023250 w 9285498"/>
                <a:gd name="connsiteY156" fmla="*/ 518349 h 1641468"/>
                <a:gd name="connsiteX157" fmla="*/ 4141659 w 9285498"/>
                <a:gd name="connsiteY157" fmla="*/ 295608 h 1641468"/>
                <a:gd name="connsiteX158" fmla="*/ 4120296 w 9285498"/>
                <a:gd name="connsiteY158" fmla="*/ 561572 h 1641468"/>
                <a:gd name="connsiteX159" fmla="*/ 4174284 w 9285498"/>
                <a:gd name="connsiteY159" fmla="*/ 421303 h 1641468"/>
                <a:gd name="connsiteX160" fmla="*/ 4214030 w 9285498"/>
                <a:gd name="connsiteY160" fmla="*/ 558094 h 1641468"/>
                <a:gd name="connsiteX161" fmla="*/ 4214195 w 9285498"/>
                <a:gd name="connsiteY161" fmla="*/ 374602 h 1641468"/>
                <a:gd name="connsiteX162" fmla="*/ 4275801 w 9285498"/>
                <a:gd name="connsiteY162" fmla="*/ 566209 h 1641468"/>
                <a:gd name="connsiteX163" fmla="*/ 4303954 w 9285498"/>
                <a:gd name="connsiteY163" fmla="*/ 478934 h 1641468"/>
                <a:gd name="connsiteX164" fmla="*/ 4341050 w 9285498"/>
                <a:gd name="connsiteY164" fmla="*/ 637254 h 1641468"/>
                <a:gd name="connsiteX165" fmla="*/ 4343037 w 9285498"/>
                <a:gd name="connsiteY165" fmla="*/ 637751 h 1641468"/>
                <a:gd name="connsiteX166" fmla="*/ 4435777 w 9285498"/>
                <a:gd name="connsiteY166" fmla="*/ 436042 h 1641468"/>
                <a:gd name="connsiteX167" fmla="*/ 4437101 w 9285498"/>
                <a:gd name="connsiteY167" fmla="*/ 629967 h 1641468"/>
                <a:gd name="connsiteX168" fmla="*/ 4516096 w 9285498"/>
                <a:gd name="connsiteY168" fmla="*/ 486221 h 1641468"/>
                <a:gd name="connsiteX169" fmla="*/ 4516262 w 9285498"/>
                <a:gd name="connsiteY169" fmla="*/ 633611 h 1641468"/>
                <a:gd name="connsiteX170" fmla="*/ 4611984 w 9285498"/>
                <a:gd name="connsiteY170" fmla="*/ 435711 h 1641468"/>
                <a:gd name="connsiteX171" fmla="*/ 4612314 w 9285498"/>
                <a:gd name="connsiteY171" fmla="*/ 636261 h 1641468"/>
                <a:gd name="connsiteX172" fmla="*/ 4685347 w 9285498"/>
                <a:gd name="connsiteY172" fmla="*/ 543686 h 1641468"/>
                <a:gd name="connsiteX173" fmla="*/ 4652722 w 9285498"/>
                <a:gd name="connsiteY173" fmla="*/ 673025 h 1641468"/>
                <a:gd name="connsiteX174" fmla="*/ 4678556 w 9285498"/>
                <a:gd name="connsiteY174" fmla="*/ 725688 h 1641468"/>
                <a:gd name="connsiteX175" fmla="*/ 4725092 w 9285498"/>
                <a:gd name="connsiteY175" fmla="*/ 738771 h 1641468"/>
                <a:gd name="connsiteX176" fmla="*/ 4724761 w 9285498"/>
                <a:gd name="connsiteY176" fmla="*/ 694885 h 1641468"/>
                <a:gd name="connsiteX177" fmla="*/ 4818163 w 9285498"/>
                <a:gd name="connsiteY177" fmla="*/ 436042 h 1641468"/>
                <a:gd name="connsiteX178" fmla="*/ 4789513 w 9285498"/>
                <a:gd name="connsiteY178" fmla="*/ 709127 h 1641468"/>
                <a:gd name="connsiteX179" fmla="*/ 4825616 w 9285498"/>
                <a:gd name="connsiteY179" fmla="*/ 615725 h 1641468"/>
                <a:gd name="connsiteX180" fmla="*/ 4854265 w 9285498"/>
                <a:gd name="connsiteY180" fmla="*/ 745230 h 1641468"/>
                <a:gd name="connsiteX181" fmla="*/ 4972839 w 9285498"/>
                <a:gd name="connsiteY181" fmla="*/ 565547 h 1641468"/>
                <a:gd name="connsiteX182" fmla="*/ 4926304 w 9285498"/>
                <a:gd name="connsiteY182" fmla="*/ 759638 h 1641468"/>
                <a:gd name="connsiteX183" fmla="*/ 5052165 w 9285498"/>
                <a:gd name="connsiteY183" fmla="*/ 651828 h 1641468"/>
                <a:gd name="connsiteX184" fmla="*/ 4979463 w 9285498"/>
                <a:gd name="connsiteY184" fmla="*/ 811141 h 1641468"/>
                <a:gd name="connsiteX185" fmla="*/ 5002649 w 9285498"/>
                <a:gd name="connsiteY185" fmla="*/ 817766 h 1641468"/>
                <a:gd name="connsiteX186" fmla="*/ 5016394 w 9285498"/>
                <a:gd name="connsiteY186" fmla="*/ 813626 h 1641468"/>
                <a:gd name="connsiteX187" fmla="*/ 5111619 w 9285498"/>
                <a:gd name="connsiteY187" fmla="*/ 543686 h 1641468"/>
                <a:gd name="connsiteX188" fmla="*/ 5111619 w 9285498"/>
                <a:gd name="connsiteY188" fmla="*/ 788619 h 1641468"/>
                <a:gd name="connsiteX189" fmla="*/ 5120560 w 9285498"/>
                <a:gd name="connsiteY189" fmla="*/ 852543 h 1641468"/>
                <a:gd name="connsiteX190" fmla="*/ 5130165 w 9285498"/>
                <a:gd name="connsiteY190" fmla="*/ 855358 h 1641468"/>
                <a:gd name="connsiteX191" fmla="*/ 5131491 w 9285498"/>
                <a:gd name="connsiteY191" fmla="*/ 842275 h 1641468"/>
                <a:gd name="connsiteX192" fmla="*/ 5264473 w 9285498"/>
                <a:gd name="connsiteY192" fmla="*/ 637586 h 1641468"/>
                <a:gd name="connsiteX193" fmla="*/ 5203364 w 9285498"/>
                <a:gd name="connsiteY193" fmla="*/ 856683 h 1641468"/>
                <a:gd name="connsiteX194" fmla="*/ 5347110 w 9285498"/>
                <a:gd name="connsiteY194" fmla="*/ 752351 h 1641468"/>
                <a:gd name="connsiteX195" fmla="*/ 5304052 w 9285498"/>
                <a:gd name="connsiteY195" fmla="*/ 883843 h 1641468"/>
                <a:gd name="connsiteX196" fmla="*/ 5422958 w 9285498"/>
                <a:gd name="connsiteY196" fmla="*/ 745230 h 1641468"/>
                <a:gd name="connsiteX197" fmla="*/ 5384704 w 9285498"/>
                <a:gd name="connsiteY197" fmla="*/ 874072 h 1641468"/>
                <a:gd name="connsiteX198" fmla="*/ 5330881 w 9285498"/>
                <a:gd name="connsiteY198" fmla="*/ 916136 h 1641468"/>
                <a:gd name="connsiteX199" fmla="*/ 5366155 w 9285498"/>
                <a:gd name="connsiteY199" fmla="*/ 926901 h 1641468"/>
                <a:gd name="connsiteX200" fmla="*/ 5384704 w 9285498"/>
                <a:gd name="connsiteY200" fmla="*/ 921435 h 1641468"/>
                <a:gd name="connsiteX201" fmla="*/ 5556107 w 9285498"/>
                <a:gd name="connsiteY201" fmla="*/ 622846 h 1641468"/>
                <a:gd name="connsiteX202" fmla="*/ 5505596 w 9285498"/>
                <a:gd name="connsiteY202" fmla="*/ 955882 h 1641468"/>
                <a:gd name="connsiteX203" fmla="*/ 5696375 w 9285498"/>
                <a:gd name="connsiteY203" fmla="*/ 824390 h 1641468"/>
                <a:gd name="connsiteX204" fmla="*/ 5627979 w 9285498"/>
                <a:gd name="connsiteY204" fmla="*/ 1000595 h 1641468"/>
                <a:gd name="connsiteX205" fmla="*/ 5636922 w 9285498"/>
                <a:gd name="connsiteY205" fmla="*/ 1011360 h 1641468"/>
                <a:gd name="connsiteX206" fmla="*/ 5771395 w 9285498"/>
                <a:gd name="connsiteY206" fmla="*/ 1054583 h 1641468"/>
                <a:gd name="connsiteX207" fmla="*/ 5836644 w 9285498"/>
                <a:gd name="connsiteY207" fmla="*/ 767090 h 1641468"/>
                <a:gd name="connsiteX208" fmla="*/ 5894440 w 9285498"/>
                <a:gd name="connsiteY208" fmla="*/ 1047462 h 1641468"/>
                <a:gd name="connsiteX209" fmla="*/ 5904708 w 9285498"/>
                <a:gd name="connsiteY209" fmla="*/ 1044481 h 1641468"/>
                <a:gd name="connsiteX210" fmla="*/ 6032060 w 9285498"/>
                <a:gd name="connsiteY210" fmla="*/ 875397 h 1641468"/>
                <a:gd name="connsiteX211" fmla="*/ 6032391 w 9285498"/>
                <a:gd name="connsiteY211" fmla="*/ 1097475 h 1641468"/>
                <a:gd name="connsiteX212" fmla="*/ 6162226 w 9285498"/>
                <a:gd name="connsiteY212" fmla="*/ 907524 h 1641468"/>
                <a:gd name="connsiteX213" fmla="*/ 6076773 w 9285498"/>
                <a:gd name="connsiteY213" fmla="*/ 1145004 h 1641468"/>
                <a:gd name="connsiteX214" fmla="*/ 6125627 w 9285498"/>
                <a:gd name="connsiteY214" fmla="*/ 1169183 h 1641468"/>
                <a:gd name="connsiteX215" fmla="*/ 6178124 w 9285498"/>
                <a:gd name="connsiteY215" fmla="*/ 1186406 h 1641468"/>
                <a:gd name="connsiteX216" fmla="*/ 6349858 w 9285498"/>
                <a:gd name="connsiteY216" fmla="*/ 954226 h 1641468"/>
                <a:gd name="connsiteX217" fmla="*/ 6289081 w 9285498"/>
                <a:gd name="connsiteY217" fmla="*/ 1222840 h 1641468"/>
                <a:gd name="connsiteX218" fmla="*/ 6334789 w 9285498"/>
                <a:gd name="connsiteY218" fmla="*/ 1237910 h 1641468"/>
                <a:gd name="connsiteX219" fmla="*/ 6458994 w 9285498"/>
                <a:gd name="connsiteY219" fmla="*/ 1097641 h 1641468"/>
                <a:gd name="connsiteX220" fmla="*/ 6408980 w 9285498"/>
                <a:gd name="connsiteY220" fmla="*/ 1262419 h 1641468"/>
                <a:gd name="connsiteX221" fmla="*/ 6434484 w 9285498"/>
                <a:gd name="connsiteY221" fmla="*/ 1270866 h 1641468"/>
                <a:gd name="connsiteX222" fmla="*/ 6537491 w 9285498"/>
                <a:gd name="connsiteY222" fmla="*/ 1065844 h 1641468"/>
                <a:gd name="connsiteX223" fmla="*/ 6515797 w 9285498"/>
                <a:gd name="connsiteY223" fmla="*/ 1297694 h 1641468"/>
                <a:gd name="connsiteX224" fmla="*/ 6522752 w 9285498"/>
                <a:gd name="connsiteY224" fmla="*/ 1299681 h 1641468"/>
                <a:gd name="connsiteX225" fmla="*/ 6601912 w 9285498"/>
                <a:gd name="connsiteY225" fmla="*/ 946111 h 1641468"/>
                <a:gd name="connsiteX226" fmla="*/ 6622447 w 9285498"/>
                <a:gd name="connsiteY226" fmla="*/ 1303656 h 1641468"/>
                <a:gd name="connsiteX227" fmla="*/ 6730920 w 9285498"/>
                <a:gd name="connsiteY227" fmla="*/ 1153947 h 1641468"/>
                <a:gd name="connsiteX228" fmla="*/ 6716346 w 9285498"/>
                <a:gd name="connsiteY228" fmla="*/ 1363440 h 1641468"/>
                <a:gd name="connsiteX229" fmla="*/ 6777787 w 9285498"/>
                <a:gd name="connsiteY229" fmla="*/ 1383644 h 1641468"/>
                <a:gd name="connsiteX230" fmla="*/ 6959126 w 9285498"/>
                <a:gd name="connsiteY230" fmla="*/ 1097972 h 1641468"/>
                <a:gd name="connsiteX231" fmla="*/ 6916730 w 9285498"/>
                <a:gd name="connsiteY231" fmla="*/ 1428854 h 1641468"/>
                <a:gd name="connsiteX232" fmla="*/ 6934616 w 9285498"/>
                <a:gd name="connsiteY232" fmla="*/ 1434651 h 1641468"/>
                <a:gd name="connsiteX233" fmla="*/ 7040439 w 9285498"/>
                <a:gd name="connsiteY233" fmla="*/ 1241884 h 1641468"/>
                <a:gd name="connsiteX234" fmla="*/ 7040439 w 9285498"/>
                <a:gd name="connsiteY234" fmla="*/ 1419084 h 1641468"/>
                <a:gd name="connsiteX235" fmla="*/ 7135000 w 9285498"/>
                <a:gd name="connsiteY235" fmla="*/ 1212406 h 1641468"/>
                <a:gd name="connsiteX236" fmla="*/ 7135000 w 9285498"/>
                <a:gd name="connsiteY236" fmla="*/ 1491951 h 1641468"/>
                <a:gd name="connsiteX237" fmla="*/ 7289345 w 9285498"/>
                <a:gd name="connsiteY237" fmla="*/ 1221018 h 1641468"/>
                <a:gd name="connsiteX238" fmla="*/ 7291664 w 9285498"/>
                <a:gd name="connsiteY238" fmla="*/ 1549085 h 1641468"/>
                <a:gd name="connsiteX239" fmla="*/ 7294645 w 9285498"/>
                <a:gd name="connsiteY239" fmla="*/ 1550244 h 1641468"/>
                <a:gd name="connsiteX240" fmla="*/ 7390365 w 9285498"/>
                <a:gd name="connsiteY240" fmla="*/ 1097475 h 1641468"/>
                <a:gd name="connsiteX241" fmla="*/ 7425971 w 9285498"/>
                <a:gd name="connsiteY241" fmla="*/ 1573926 h 1641468"/>
                <a:gd name="connsiteX242" fmla="*/ 7653183 w 9285498"/>
                <a:gd name="connsiteY242" fmla="*/ 1291070 h 1641468"/>
                <a:gd name="connsiteX243" fmla="*/ 7591528 w 9285498"/>
                <a:gd name="connsiteY243" fmla="*/ 1618781 h 1641468"/>
                <a:gd name="connsiteX244" fmla="*/ 7599033 w 9285498"/>
                <a:gd name="connsiteY244" fmla="*/ 1641468 h 1641468"/>
                <a:gd name="connsiteX245" fmla="*/ 0 w 9285498"/>
                <a:gd name="connsiteY245" fmla="*/ 1641468 h 1641468"/>
                <a:gd name="connsiteX246" fmla="*/ 0 w 9285498"/>
                <a:gd name="connsiteY246" fmla="*/ 48083 h 1641468"/>
                <a:gd name="connsiteX247" fmla="*/ 4463 w 9285498"/>
                <a:gd name="connsiteY247" fmla="*/ 54168 h 1641468"/>
                <a:gd name="connsiteX248" fmla="*/ 47200 w 9285498"/>
                <a:gd name="connsiteY248" fmla="*/ 225722 h 1641468"/>
                <a:gd name="connsiteX249" fmla="*/ 92907 w 9285498"/>
                <a:gd name="connsiteY249" fmla="*/ 224397 h 1641468"/>
                <a:gd name="connsiteX250" fmla="*/ 143086 w 9285498"/>
                <a:gd name="connsiteY250" fmla="*/ 56140 h 1641468"/>
                <a:gd name="connsiteX251" fmla="*/ 173392 w 9285498"/>
                <a:gd name="connsiteY251" fmla="*/ 221747 h 1641468"/>
                <a:gd name="connsiteX252" fmla="*/ 250730 w 9285498"/>
                <a:gd name="connsiteY252" fmla="*/ 220257 h 1641468"/>
                <a:gd name="connsiteX253" fmla="*/ 266297 w 9285498"/>
                <a:gd name="connsiteY253" fmla="*/ 136294 h 1641468"/>
                <a:gd name="connsiteX254" fmla="*/ 284183 w 9285498"/>
                <a:gd name="connsiteY254" fmla="*/ 219429 h 1641468"/>
                <a:gd name="connsiteX255" fmla="*/ 322769 w 9285498"/>
                <a:gd name="connsiteY255" fmla="*/ 218600 h 1641468"/>
                <a:gd name="connsiteX256" fmla="*/ 382057 w 9285498"/>
                <a:gd name="connsiteY256" fmla="*/ 45873 h 1641468"/>
                <a:gd name="connsiteX257" fmla="*/ 379904 w 9285498"/>
                <a:gd name="connsiteY257" fmla="*/ 217607 h 1641468"/>
                <a:gd name="connsiteX258" fmla="*/ 464363 w 9285498"/>
                <a:gd name="connsiteY258" fmla="*/ 216613 h 1641468"/>
                <a:gd name="connsiteX259" fmla="*/ 513548 w 9285498"/>
                <a:gd name="connsiteY259" fmla="*/ 84956 h 1641468"/>
                <a:gd name="connsiteX260" fmla="*/ 528618 w 9285498"/>
                <a:gd name="connsiteY260" fmla="*/ 215785 h 1641468"/>
                <a:gd name="connsiteX261" fmla="*/ 634110 w 9285498"/>
                <a:gd name="connsiteY261" fmla="*/ 214957 h 1641468"/>
                <a:gd name="connsiteX262" fmla="*/ 634772 w 9285498"/>
                <a:gd name="connsiteY262" fmla="*/ 164944 h 1641468"/>
                <a:gd name="connsiteX263" fmla="*/ 666403 w 9285498"/>
                <a:gd name="connsiteY263" fmla="*/ 214957 h 1641468"/>
                <a:gd name="connsiteX264" fmla="*/ 680645 w 9285498"/>
                <a:gd name="connsiteY264" fmla="*/ 214957 h 1641468"/>
                <a:gd name="connsiteX265" fmla="*/ 803029 w 9285498"/>
                <a:gd name="connsiteY265" fmla="*/ 0 h 164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</a:cxnLst>
              <a:rect l="l" t="t" r="r" b="b"/>
              <a:pathLst>
                <a:path w="9285498" h="1641468">
                  <a:moveTo>
                    <a:pt x="8310807" y="1592474"/>
                  </a:moveTo>
                  <a:cubicBezTo>
                    <a:pt x="8310807" y="1592474"/>
                    <a:pt x="8296345" y="1611058"/>
                    <a:pt x="8276608" y="1639267"/>
                  </a:cubicBezTo>
                  <a:lnTo>
                    <a:pt x="8275110" y="1641468"/>
                  </a:lnTo>
                  <a:lnTo>
                    <a:pt x="8162100" y="1641468"/>
                  </a:lnTo>
                  <a:lnTo>
                    <a:pt x="8202977" y="1619406"/>
                  </a:lnTo>
                  <a:cubicBezTo>
                    <a:pt x="8260008" y="1594461"/>
                    <a:pt x="8310807" y="1592474"/>
                    <a:pt x="8310807" y="1592474"/>
                  </a:cubicBezTo>
                  <a:close/>
                  <a:moveTo>
                    <a:pt x="9262217" y="1569454"/>
                  </a:moveTo>
                  <a:lnTo>
                    <a:pt x="9285498" y="1641468"/>
                  </a:lnTo>
                  <a:lnTo>
                    <a:pt x="9250354" y="1641468"/>
                  </a:lnTo>
                  <a:lnTo>
                    <a:pt x="9255404" y="1615705"/>
                  </a:lnTo>
                  <a:cubicBezTo>
                    <a:pt x="9260323" y="1587205"/>
                    <a:pt x="9262217" y="1569454"/>
                    <a:pt x="9262217" y="1569454"/>
                  </a:cubicBezTo>
                  <a:close/>
                  <a:moveTo>
                    <a:pt x="8813423" y="1500231"/>
                  </a:moveTo>
                  <a:cubicBezTo>
                    <a:pt x="8794213" y="1528177"/>
                    <a:pt x="8778459" y="1556025"/>
                    <a:pt x="8765627" y="1583440"/>
                  </a:cubicBezTo>
                  <a:lnTo>
                    <a:pt x="8743837" y="1641468"/>
                  </a:lnTo>
                  <a:lnTo>
                    <a:pt x="8692493" y="1641468"/>
                  </a:lnTo>
                  <a:lnTo>
                    <a:pt x="8701307" y="1628742"/>
                  </a:lnTo>
                  <a:cubicBezTo>
                    <a:pt x="8714391" y="1612015"/>
                    <a:pt x="8727308" y="1596283"/>
                    <a:pt x="8739398" y="1581875"/>
                  </a:cubicBezTo>
                  <a:lnTo>
                    <a:pt x="8739562" y="1581875"/>
                  </a:lnTo>
                  <a:cubicBezTo>
                    <a:pt x="8778149" y="1536002"/>
                    <a:pt x="8808952" y="1504702"/>
                    <a:pt x="8813423" y="1500231"/>
                  </a:cubicBezTo>
                  <a:close/>
                  <a:moveTo>
                    <a:pt x="8473764" y="1500231"/>
                  </a:moveTo>
                  <a:cubicBezTo>
                    <a:pt x="8500385" y="1525610"/>
                    <a:pt x="8520341" y="1554871"/>
                    <a:pt x="8535139" y="1585920"/>
                  </a:cubicBezTo>
                  <a:lnTo>
                    <a:pt x="8552673" y="1641468"/>
                  </a:lnTo>
                  <a:lnTo>
                    <a:pt x="8481442" y="1641468"/>
                  </a:lnTo>
                  <a:lnTo>
                    <a:pt x="8483592" y="1594718"/>
                  </a:lnTo>
                  <a:cubicBezTo>
                    <a:pt x="8483018" y="1543159"/>
                    <a:pt x="8474758" y="1504951"/>
                    <a:pt x="8473764" y="1500231"/>
                  </a:cubicBezTo>
                  <a:close/>
                  <a:moveTo>
                    <a:pt x="7699719" y="1445415"/>
                  </a:moveTo>
                  <a:cubicBezTo>
                    <a:pt x="7699719" y="1445415"/>
                    <a:pt x="7701489" y="1530278"/>
                    <a:pt x="7714251" y="1610437"/>
                  </a:cubicBezTo>
                  <a:lnTo>
                    <a:pt x="7721164" y="1641468"/>
                  </a:lnTo>
                  <a:lnTo>
                    <a:pt x="7615174" y="1641468"/>
                  </a:lnTo>
                  <a:lnTo>
                    <a:pt x="7628247" y="1577670"/>
                  </a:lnTo>
                  <a:cubicBezTo>
                    <a:pt x="7652956" y="1506710"/>
                    <a:pt x="7699719" y="1445415"/>
                    <a:pt x="7699719" y="1445415"/>
                  </a:cubicBezTo>
                  <a:close/>
                  <a:moveTo>
                    <a:pt x="7807860" y="1420408"/>
                  </a:moveTo>
                  <a:cubicBezTo>
                    <a:pt x="7873109" y="1469759"/>
                    <a:pt x="7902173" y="1549416"/>
                    <a:pt x="7914925" y="1616735"/>
                  </a:cubicBezTo>
                  <a:lnTo>
                    <a:pt x="7918473" y="1641468"/>
                  </a:lnTo>
                  <a:lnTo>
                    <a:pt x="7850110" y="1641468"/>
                  </a:lnTo>
                  <a:lnTo>
                    <a:pt x="7851456" y="1631611"/>
                  </a:lnTo>
                  <a:cubicBezTo>
                    <a:pt x="7854903" y="1537875"/>
                    <a:pt x="7810468" y="1427115"/>
                    <a:pt x="7807860" y="1420408"/>
                  </a:cubicBezTo>
                  <a:close/>
                  <a:moveTo>
                    <a:pt x="8172526" y="1398714"/>
                  </a:moveTo>
                  <a:cubicBezTo>
                    <a:pt x="8080863" y="1465371"/>
                    <a:pt x="8048114" y="1551238"/>
                    <a:pt x="8039792" y="1625512"/>
                  </a:cubicBezTo>
                  <a:lnTo>
                    <a:pt x="8039130" y="1641468"/>
                  </a:lnTo>
                  <a:lnTo>
                    <a:pt x="7958697" y="1641468"/>
                  </a:lnTo>
                  <a:lnTo>
                    <a:pt x="7980234" y="1598342"/>
                  </a:lnTo>
                  <a:cubicBezTo>
                    <a:pt x="8053600" y="1474883"/>
                    <a:pt x="8163460" y="1404428"/>
                    <a:pt x="8172526" y="1398714"/>
                  </a:cubicBezTo>
                  <a:close/>
                  <a:moveTo>
                    <a:pt x="803029" y="0"/>
                  </a:moveTo>
                  <a:cubicBezTo>
                    <a:pt x="799882" y="5796"/>
                    <a:pt x="734302" y="126855"/>
                    <a:pt x="775538" y="215289"/>
                  </a:cubicBezTo>
                  <a:lnTo>
                    <a:pt x="802201" y="215289"/>
                  </a:lnTo>
                  <a:cubicBezTo>
                    <a:pt x="802697" y="178192"/>
                    <a:pt x="807997" y="124205"/>
                    <a:pt x="831016" y="99032"/>
                  </a:cubicBezTo>
                  <a:cubicBezTo>
                    <a:pt x="831016" y="99032"/>
                    <a:pt x="834494" y="168918"/>
                    <a:pt x="853704" y="215454"/>
                  </a:cubicBezTo>
                  <a:cubicBezTo>
                    <a:pt x="875233" y="215454"/>
                    <a:pt x="896928" y="215951"/>
                    <a:pt x="918125" y="216282"/>
                  </a:cubicBezTo>
                  <a:cubicBezTo>
                    <a:pt x="926406" y="178358"/>
                    <a:pt x="924253" y="126523"/>
                    <a:pt x="924253" y="126523"/>
                  </a:cubicBezTo>
                  <a:cubicBezTo>
                    <a:pt x="924253" y="126523"/>
                    <a:pt x="950584" y="171900"/>
                    <a:pt x="957043" y="216779"/>
                  </a:cubicBezTo>
                  <a:cubicBezTo>
                    <a:pt x="968635" y="217110"/>
                    <a:pt x="980228" y="217110"/>
                    <a:pt x="991820" y="217276"/>
                  </a:cubicBezTo>
                  <a:cubicBezTo>
                    <a:pt x="1002419" y="195250"/>
                    <a:pt x="1010037" y="167428"/>
                    <a:pt x="1004903" y="134804"/>
                  </a:cubicBezTo>
                  <a:cubicBezTo>
                    <a:pt x="1004903" y="134804"/>
                    <a:pt x="1028088" y="177861"/>
                    <a:pt x="1037362" y="217938"/>
                  </a:cubicBezTo>
                  <a:cubicBezTo>
                    <a:pt x="1066012" y="218435"/>
                    <a:pt x="1094496" y="219263"/>
                    <a:pt x="1123146" y="219760"/>
                  </a:cubicBezTo>
                  <a:cubicBezTo>
                    <a:pt x="1132255" y="177034"/>
                    <a:pt x="1143682" y="88600"/>
                    <a:pt x="1098305" y="24675"/>
                  </a:cubicBezTo>
                  <a:cubicBezTo>
                    <a:pt x="1103108" y="29478"/>
                    <a:pt x="1178128" y="106816"/>
                    <a:pt x="1189720" y="187632"/>
                  </a:cubicBezTo>
                  <a:cubicBezTo>
                    <a:pt x="1196510" y="150536"/>
                    <a:pt x="1213071" y="105326"/>
                    <a:pt x="1252982" y="83465"/>
                  </a:cubicBezTo>
                  <a:cubicBezTo>
                    <a:pt x="1252982" y="83465"/>
                    <a:pt x="1214893" y="167428"/>
                    <a:pt x="1236753" y="222575"/>
                  </a:cubicBezTo>
                  <a:cubicBezTo>
                    <a:pt x="1252320" y="223072"/>
                    <a:pt x="1268052" y="223403"/>
                    <a:pt x="1283785" y="223900"/>
                  </a:cubicBezTo>
                  <a:cubicBezTo>
                    <a:pt x="1283288" y="195747"/>
                    <a:pt x="1275836" y="159479"/>
                    <a:pt x="1275008" y="155173"/>
                  </a:cubicBezTo>
                  <a:lnTo>
                    <a:pt x="1316906" y="225225"/>
                  </a:lnTo>
                  <a:cubicBezTo>
                    <a:pt x="1320218" y="225225"/>
                    <a:pt x="1323365" y="225225"/>
                    <a:pt x="1326180" y="225556"/>
                  </a:cubicBezTo>
                  <a:cubicBezTo>
                    <a:pt x="1320384" y="187301"/>
                    <a:pt x="1316244" y="111122"/>
                    <a:pt x="1371225" y="83465"/>
                  </a:cubicBezTo>
                  <a:cubicBezTo>
                    <a:pt x="1371225" y="83465"/>
                    <a:pt x="1355989" y="172562"/>
                    <a:pt x="1424054" y="228868"/>
                  </a:cubicBezTo>
                  <a:lnTo>
                    <a:pt x="1424550" y="229365"/>
                  </a:lnTo>
                  <a:cubicBezTo>
                    <a:pt x="1438462" y="230027"/>
                    <a:pt x="1452704" y="230524"/>
                    <a:pt x="1466946" y="231021"/>
                  </a:cubicBezTo>
                  <a:cubicBezTo>
                    <a:pt x="1493443" y="201875"/>
                    <a:pt x="1495430" y="111288"/>
                    <a:pt x="1495430" y="111288"/>
                  </a:cubicBezTo>
                  <a:cubicBezTo>
                    <a:pt x="1495430" y="111288"/>
                    <a:pt x="1536169" y="181505"/>
                    <a:pt x="1544284" y="234499"/>
                  </a:cubicBezTo>
                  <a:cubicBezTo>
                    <a:pt x="1569456" y="235493"/>
                    <a:pt x="1595125" y="237148"/>
                    <a:pt x="1620629" y="238308"/>
                  </a:cubicBezTo>
                  <a:cubicBezTo>
                    <a:pt x="1636693" y="212307"/>
                    <a:pt x="1657062" y="163123"/>
                    <a:pt x="1647457" y="89758"/>
                  </a:cubicBezTo>
                  <a:cubicBezTo>
                    <a:pt x="1647457" y="89758"/>
                    <a:pt x="1732413" y="155836"/>
                    <a:pt x="1697636" y="242117"/>
                  </a:cubicBezTo>
                  <a:cubicBezTo>
                    <a:pt x="1722146" y="243938"/>
                    <a:pt x="1746821" y="245263"/>
                    <a:pt x="1771662" y="246754"/>
                  </a:cubicBezTo>
                  <a:cubicBezTo>
                    <a:pt x="1771662" y="246754"/>
                    <a:pt x="1786898" y="146893"/>
                    <a:pt x="1786898" y="146893"/>
                  </a:cubicBezTo>
                  <a:lnTo>
                    <a:pt x="1817038" y="249735"/>
                  </a:lnTo>
                  <a:cubicBezTo>
                    <a:pt x="1818363" y="249735"/>
                    <a:pt x="1819688" y="249735"/>
                    <a:pt x="1821344" y="249735"/>
                  </a:cubicBezTo>
                  <a:cubicBezTo>
                    <a:pt x="1822669" y="221085"/>
                    <a:pt x="1832937" y="154014"/>
                    <a:pt x="1895536" y="129836"/>
                  </a:cubicBezTo>
                  <a:cubicBezTo>
                    <a:pt x="1895536" y="129836"/>
                    <a:pt x="1864402" y="204359"/>
                    <a:pt x="1876326" y="253544"/>
                  </a:cubicBezTo>
                  <a:cubicBezTo>
                    <a:pt x="1888084" y="254206"/>
                    <a:pt x="1899676" y="255034"/>
                    <a:pt x="1911600" y="255862"/>
                  </a:cubicBezTo>
                  <a:cubicBezTo>
                    <a:pt x="1920708" y="234333"/>
                    <a:pt x="1929982" y="202371"/>
                    <a:pt x="1926504" y="164116"/>
                  </a:cubicBezTo>
                  <a:cubicBezTo>
                    <a:pt x="1926504" y="164116"/>
                    <a:pt x="1957638" y="212142"/>
                    <a:pt x="1972046" y="260002"/>
                  </a:cubicBezTo>
                  <a:cubicBezTo>
                    <a:pt x="2000531" y="262155"/>
                    <a:pt x="2028849" y="264474"/>
                    <a:pt x="2057334" y="266958"/>
                  </a:cubicBezTo>
                  <a:cubicBezTo>
                    <a:pt x="2057334" y="266627"/>
                    <a:pt x="2057499" y="266295"/>
                    <a:pt x="2057499" y="266295"/>
                  </a:cubicBezTo>
                  <a:cubicBezTo>
                    <a:pt x="2057499" y="266295"/>
                    <a:pt x="2028849" y="173224"/>
                    <a:pt x="2112812" y="111122"/>
                  </a:cubicBezTo>
                  <a:cubicBezTo>
                    <a:pt x="2112812" y="111122"/>
                    <a:pt x="2094595" y="226384"/>
                    <a:pt x="2134672" y="272754"/>
                  </a:cubicBezTo>
                  <a:lnTo>
                    <a:pt x="2135169" y="273251"/>
                  </a:lnTo>
                  <a:cubicBezTo>
                    <a:pt x="2143780" y="273748"/>
                    <a:pt x="2152558" y="274576"/>
                    <a:pt x="2161169" y="275238"/>
                  </a:cubicBezTo>
                  <a:cubicBezTo>
                    <a:pt x="2177730" y="252715"/>
                    <a:pt x="2180876" y="182664"/>
                    <a:pt x="2180876" y="182664"/>
                  </a:cubicBezTo>
                  <a:cubicBezTo>
                    <a:pt x="2180876" y="182664"/>
                    <a:pt x="2214329" y="236652"/>
                    <a:pt x="2206711" y="279213"/>
                  </a:cubicBezTo>
                  <a:cubicBezTo>
                    <a:pt x="2224265" y="280869"/>
                    <a:pt x="2241654" y="282359"/>
                    <a:pt x="2259374" y="284181"/>
                  </a:cubicBezTo>
                  <a:cubicBezTo>
                    <a:pt x="2263514" y="275238"/>
                    <a:pt x="2291998" y="214295"/>
                    <a:pt x="2283553" y="161963"/>
                  </a:cubicBezTo>
                  <a:cubicBezTo>
                    <a:pt x="2283553" y="161963"/>
                    <a:pt x="2324788" y="234499"/>
                    <a:pt x="2318992" y="289812"/>
                  </a:cubicBezTo>
                  <a:cubicBezTo>
                    <a:pt x="2340852" y="291965"/>
                    <a:pt x="2363044" y="293952"/>
                    <a:pt x="2384738" y="296105"/>
                  </a:cubicBezTo>
                  <a:cubicBezTo>
                    <a:pt x="2378445" y="271595"/>
                    <a:pt x="2375299" y="233671"/>
                    <a:pt x="2395006" y="191938"/>
                  </a:cubicBezTo>
                  <a:cubicBezTo>
                    <a:pt x="2395006" y="191938"/>
                    <a:pt x="2412726" y="263149"/>
                    <a:pt x="2445847" y="302397"/>
                  </a:cubicBezTo>
                  <a:cubicBezTo>
                    <a:pt x="2464726" y="304550"/>
                    <a:pt x="2483771" y="306703"/>
                    <a:pt x="2502650" y="308691"/>
                  </a:cubicBezTo>
                  <a:cubicBezTo>
                    <a:pt x="2508943" y="278550"/>
                    <a:pt x="2493210" y="221085"/>
                    <a:pt x="2491554" y="215123"/>
                  </a:cubicBezTo>
                  <a:cubicBezTo>
                    <a:pt x="2495529" y="218766"/>
                    <a:pt x="2538918" y="261824"/>
                    <a:pt x="2536268" y="312665"/>
                  </a:cubicBezTo>
                  <a:cubicBezTo>
                    <a:pt x="2556141" y="314818"/>
                    <a:pt x="2575848" y="316806"/>
                    <a:pt x="2595555" y="318958"/>
                  </a:cubicBezTo>
                  <a:cubicBezTo>
                    <a:pt x="2591250" y="271926"/>
                    <a:pt x="2596549" y="212970"/>
                    <a:pt x="2640269" y="179518"/>
                  </a:cubicBezTo>
                  <a:cubicBezTo>
                    <a:pt x="2640269" y="179518"/>
                    <a:pt x="2629008" y="278716"/>
                    <a:pt x="2653683" y="325748"/>
                  </a:cubicBezTo>
                  <a:cubicBezTo>
                    <a:pt x="2668588" y="327735"/>
                    <a:pt x="2683658" y="329723"/>
                    <a:pt x="2698728" y="331544"/>
                  </a:cubicBezTo>
                  <a:cubicBezTo>
                    <a:pt x="2711480" y="301404"/>
                    <a:pt x="2711811" y="241620"/>
                    <a:pt x="2711811" y="241620"/>
                  </a:cubicBezTo>
                  <a:cubicBezTo>
                    <a:pt x="2711811" y="241620"/>
                    <a:pt x="2748410" y="298423"/>
                    <a:pt x="2752385" y="338500"/>
                  </a:cubicBezTo>
                  <a:cubicBezTo>
                    <a:pt x="2790474" y="343137"/>
                    <a:pt x="2828895" y="347939"/>
                    <a:pt x="2866985" y="352908"/>
                  </a:cubicBezTo>
                  <a:cubicBezTo>
                    <a:pt x="2879571" y="329723"/>
                    <a:pt x="2893316" y="298423"/>
                    <a:pt x="2897788" y="266295"/>
                  </a:cubicBezTo>
                  <a:cubicBezTo>
                    <a:pt x="2897788" y="266295"/>
                    <a:pt x="2935215" y="308525"/>
                    <a:pt x="2921138" y="360360"/>
                  </a:cubicBezTo>
                  <a:lnTo>
                    <a:pt x="2921138" y="360857"/>
                  </a:lnTo>
                  <a:cubicBezTo>
                    <a:pt x="2937699" y="363175"/>
                    <a:pt x="2954425" y="365494"/>
                    <a:pt x="2970986" y="367978"/>
                  </a:cubicBezTo>
                  <a:cubicBezTo>
                    <a:pt x="2970986" y="347939"/>
                    <a:pt x="2976948" y="318130"/>
                    <a:pt x="3003113" y="285506"/>
                  </a:cubicBezTo>
                  <a:cubicBezTo>
                    <a:pt x="3002120" y="288818"/>
                    <a:pt x="2987050" y="333863"/>
                    <a:pt x="3009406" y="373443"/>
                  </a:cubicBezTo>
                  <a:cubicBezTo>
                    <a:pt x="3015203" y="374271"/>
                    <a:pt x="3020668" y="375099"/>
                    <a:pt x="3026464" y="375762"/>
                  </a:cubicBezTo>
                  <a:cubicBezTo>
                    <a:pt x="3024145" y="339494"/>
                    <a:pt x="3024145" y="263480"/>
                    <a:pt x="3056108" y="214626"/>
                  </a:cubicBezTo>
                  <a:cubicBezTo>
                    <a:pt x="3056108" y="214626"/>
                    <a:pt x="3043522" y="313493"/>
                    <a:pt x="3079292" y="382883"/>
                  </a:cubicBezTo>
                  <a:cubicBezTo>
                    <a:pt x="3129306" y="347442"/>
                    <a:pt x="3153484" y="238473"/>
                    <a:pt x="3153484" y="238473"/>
                  </a:cubicBezTo>
                  <a:cubicBezTo>
                    <a:pt x="3175676" y="304219"/>
                    <a:pt x="3153484" y="377417"/>
                    <a:pt x="3153484" y="377417"/>
                  </a:cubicBezTo>
                  <a:cubicBezTo>
                    <a:pt x="3186606" y="381061"/>
                    <a:pt x="3215918" y="296933"/>
                    <a:pt x="3215918" y="296933"/>
                  </a:cubicBezTo>
                  <a:cubicBezTo>
                    <a:pt x="3226682" y="346284"/>
                    <a:pt x="3190083" y="384704"/>
                    <a:pt x="3190083" y="384704"/>
                  </a:cubicBezTo>
                  <a:cubicBezTo>
                    <a:pt x="3190083" y="384704"/>
                    <a:pt x="3192236" y="391329"/>
                    <a:pt x="3195052" y="401099"/>
                  </a:cubicBezTo>
                  <a:cubicBezTo>
                    <a:pt x="3205650" y="402921"/>
                    <a:pt x="3216084" y="404743"/>
                    <a:pt x="3226848" y="406398"/>
                  </a:cubicBezTo>
                  <a:cubicBezTo>
                    <a:pt x="3234466" y="329060"/>
                    <a:pt x="3283982" y="266627"/>
                    <a:pt x="3290275" y="259340"/>
                  </a:cubicBezTo>
                  <a:cubicBezTo>
                    <a:pt x="3242084" y="325748"/>
                    <a:pt x="3266428" y="392156"/>
                    <a:pt x="3277193" y="414679"/>
                  </a:cubicBezTo>
                  <a:cubicBezTo>
                    <a:pt x="3278186" y="415010"/>
                    <a:pt x="3279180" y="415341"/>
                    <a:pt x="3280339" y="415341"/>
                  </a:cubicBezTo>
                  <a:cubicBezTo>
                    <a:pt x="3271893" y="370793"/>
                    <a:pt x="3307167" y="329723"/>
                    <a:pt x="3307167" y="329723"/>
                  </a:cubicBezTo>
                  <a:cubicBezTo>
                    <a:pt x="3290772" y="384704"/>
                    <a:pt x="3325550" y="417660"/>
                    <a:pt x="3325550" y="417660"/>
                  </a:cubicBezTo>
                  <a:cubicBezTo>
                    <a:pt x="3327371" y="353736"/>
                    <a:pt x="3373244" y="320780"/>
                    <a:pt x="3373244" y="320780"/>
                  </a:cubicBezTo>
                  <a:cubicBezTo>
                    <a:pt x="3351053" y="359201"/>
                    <a:pt x="3361321" y="400603"/>
                    <a:pt x="3361321" y="400603"/>
                  </a:cubicBezTo>
                  <a:cubicBezTo>
                    <a:pt x="3361321" y="400603"/>
                    <a:pt x="3364467" y="417328"/>
                    <a:pt x="3370760" y="430577"/>
                  </a:cubicBezTo>
                  <a:cubicBezTo>
                    <a:pt x="3381028" y="432399"/>
                    <a:pt x="3391296" y="433889"/>
                    <a:pt x="3401563" y="435711"/>
                  </a:cubicBezTo>
                  <a:cubicBezTo>
                    <a:pt x="3404213" y="432399"/>
                    <a:pt x="3406862" y="428424"/>
                    <a:pt x="3409678" y="423125"/>
                  </a:cubicBezTo>
                  <a:cubicBezTo>
                    <a:pt x="3441309" y="363506"/>
                    <a:pt x="3418952" y="276398"/>
                    <a:pt x="3417296" y="269773"/>
                  </a:cubicBezTo>
                  <a:cubicBezTo>
                    <a:pt x="3460850" y="313990"/>
                    <a:pt x="3448099" y="428755"/>
                    <a:pt x="3448099" y="428755"/>
                  </a:cubicBezTo>
                  <a:cubicBezTo>
                    <a:pt x="3475424" y="410208"/>
                    <a:pt x="3484698" y="318958"/>
                    <a:pt x="3484698" y="318958"/>
                  </a:cubicBezTo>
                  <a:cubicBezTo>
                    <a:pt x="3498609" y="373112"/>
                    <a:pt x="3488341" y="420310"/>
                    <a:pt x="3477576" y="449788"/>
                  </a:cubicBezTo>
                  <a:cubicBezTo>
                    <a:pt x="3493309" y="452603"/>
                    <a:pt x="3509207" y="455584"/>
                    <a:pt x="3524940" y="458399"/>
                  </a:cubicBezTo>
                  <a:cubicBezTo>
                    <a:pt x="3513182" y="352079"/>
                    <a:pt x="3579756" y="300576"/>
                    <a:pt x="3579756" y="300576"/>
                  </a:cubicBezTo>
                  <a:cubicBezTo>
                    <a:pt x="3523118" y="388513"/>
                    <a:pt x="3572800" y="440017"/>
                    <a:pt x="3572800" y="440017"/>
                  </a:cubicBezTo>
                  <a:lnTo>
                    <a:pt x="3583399" y="375596"/>
                  </a:lnTo>
                  <a:lnTo>
                    <a:pt x="3596316" y="446806"/>
                  </a:lnTo>
                  <a:lnTo>
                    <a:pt x="3632088" y="478437"/>
                  </a:lnTo>
                  <a:cubicBezTo>
                    <a:pt x="3634075" y="478934"/>
                    <a:pt x="3635896" y="479266"/>
                    <a:pt x="3638049" y="479763"/>
                  </a:cubicBezTo>
                  <a:cubicBezTo>
                    <a:pt x="3642521" y="394309"/>
                    <a:pt x="3701642" y="337010"/>
                    <a:pt x="3708929" y="330385"/>
                  </a:cubicBezTo>
                  <a:cubicBezTo>
                    <a:pt x="3662228" y="390997"/>
                    <a:pt x="3682266" y="473138"/>
                    <a:pt x="3682266" y="473138"/>
                  </a:cubicBezTo>
                  <a:cubicBezTo>
                    <a:pt x="3682266" y="473138"/>
                    <a:pt x="3686241" y="480590"/>
                    <a:pt x="3692203" y="490527"/>
                  </a:cubicBezTo>
                  <a:cubicBezTo>
                    <a:pt x="3704623" y="492845"/>
                    <a:pt x="3716713" y="495495"/>
                    <a:pt x="3729133" y="498145"/>
                  </a:cubicBezTo>
                  <a:cubicBezTo>
                    <a:pt x="3723502" y="413188"/>
                    <a:pt x="3802994" y="309850"/>
                    <a:pt x="3802994" y="309850"/>
                  </a:cubicBezTo>
                  <a:cubicBezTo>
                    <a:pt x="3802994" y="309850"/>
                    <a:pt x="3768548" y="476119"/>
                    <a:pt x="3798522" y="512387"/>
                  </a:cubicBezTo>
                  <a:cubicBezTo>
                    <a:pt x="3806471" y="514209"/>
                    <a:pt x="3814420" y="515699"/>
                    <a:pt x="3822204" y="517355"/>
                  </a:cubicBezTo>
                  <a:cubicBezTo>
                    <a:pt x="3823363" y="517024"/>
                    <a:pt x="3824026" y="516858"/>
                    <a:pt x="3824854" y="516527"/>
                  </a:cubicBezTo>
                  <a:cubicBezTo>
                    <a:pt x="3896230" y="483406"/>
                    <a:pt x="3898052" y="300576"/>
                    <a:pt x="3898052" y="300576"/>
                  </a:cubicBezTo>
                  <a:cubicBezTo>
                    <a:pt x="3930676" y="404743"/>
                    <a:pt x="3911963" y="481253"/>
                    <a:pt x="3886956" y="530769"/>
                  </a:cubicBezTo>
                  <a:cubicBezTo>
                    <a:pt x="3894574" y="532260"/>
                    <a:pt x="3902192" y="533916"/>
                    <a:pt x="3909810" y="535572"/>
                  </a:cubicBezTo>
                  <a:cubicBezTo>
                    <a:pt x="3925874" y="538884"/>
                    <a:pt x="3941606" y="542527"/>
                    <a:pt x="3957505" y="546336"/>
                  </a:cubicBezTo>
                  <a:cubicBezTo>
                    <a:pt x="3956345" y="463036"/>
                    <a:pt x="3988804" y="398615"/>
                    <a:pt x="3992944" y="391163"/>
                  </a:cubicBezTo>
                  <a:cubicBezTo>
                    <a:pt x="3964791" y="459227"/>
                    <a:pt x="3994435" y="524808"/>
                    <a:pt x="4016461" y="559750"/>
                  </a:cubicBezTo>
                  <a:cubicBezTo>
                    <a:pt x="4020932" y="560744"/>
                    <a:pt x="4025403" y="561738"/>
                    <a:pt x="4029875" y="562897"/>
                  </a:cubicBezTo>
                  <a:cubicBezTo>
                    <a:pt x="4025569" y="546999"/>
                    <a:pt x="4023250" y="532094"/>
                    <a:pt x="4023250" y="518349"/>
                  </a:cubicBezTo>
                  <a:cubicBezTo>
                    <a:pt x="4023250" y="410208"/>
                    <a:pt x="4134538" y="302397"/>
                    <a:pt x="4141659" y="295608"/>
                  </a:cubicBezTo>
                  <a:cubicBezTo>
                    <a:pt x="4062665" y="428755"/>
                    <a:pt x="4120296" y="561572"/>
                    <a:pt x="4120296" y="561572"/>
                  </a:cubicBezTo>
                  <a:lnTo>
                    <a:pt x="4174284" y="421303"/>
                  </a:lnTo>
                  <a:cubicBezTo>
                    <a:pt x="4174284" y="421303"/>
                    <a:pt x="4159710" y="612082"/>
                    <a:pt x="4214030" y="558094"/>
                  </a:cubicBezTo>
                  <a:cubicBezTo>
                    <a:pt x="4266693" y="505431"/>
                    <a:pt x="4216182" y="379736"/>
                    <a:pt x="4214195" y="374602"/>
                  </a:cubicBezTo>
                  <a:cubicBezTo>
                    <a:pt x="4306272" y="424118"/>
                    <a:pt x="4280438" y="546336"/>
                    <a:pt x="4275801" y="566209"/>
                  </a:cubicBezTo>
                  <a:lnTo>
                    <a:pt x="4303954" y="478934"/>
                  </a:lnTo>
                  <a:lnTo>
                    <a:pt x="4341050" y="637254"/>
                  </a:lnTo>
                  <a:cubicBezTo>
                    <a:pt x="4341050" y="637254"/>
                    <a:pt x="4342375" y="637586"/>
                    <a:pt x="4343037" y="637751"/>
                  </a:cubicBezTo>
                  <a:cubicBezTo>
                    <a:pt x="4339725" y="542859"/>
                    <a:pt x="4430146" y="442169"/>
                    <a:pt x="4435777" y="436042"/>
                  </a:cubicBezTo>
                  <a:cubicBezTo>
                    <a:pt x="4381293" y="558094"/>
                    <a:pt x="4437101" y="629967"/>
                    <a:pt x="4437101" y="629967"/>
                  </a:cubicBezTo>
                  <a:cubicBezTo>
                    <a:pt x="4426503" y="556604"/>
                    <a:pt x="4510962" y="490030"/>
                    <a:pt x="4516096" y="486221"/>
                  </a:cubicBezTo>
                  <a:cubicBezTo>
                    <a:pt x="4513115" y="492680"/>
                    <a:pt x="4442070" y="647687"/>
                    <a:pt x="4516262" y="633611"/>
                  </a:cubicBezTo>
                  <a:cubicBezTo>
                    <a:pt x="4591779" y="619203"/>
                    <a:pt x="4611984" y="435711"/>
                    <a:pt x="4611984" y="435711"/>
                  </a:cubicBezTo>
                  <a:cubicBezTo>
                    <a:pt x="4645104" y="522158"/>
                    <a:pt x="4614798" y="627649"/>
                    <a:pt x="4612314" y="636261"/>
                  </a:cubicBezTo>
                  <a:lnTo>
                    <a:pt x="4685347" y="543686"/>
                  </a:lnTo>
                  <a:lnTo>
                    <a:pt x="4652722" y="673025"/>
                  </a:lnTo>
                  <a:cubicBezTo>
                    <a:pt x="4652722" y="673025"/>
                    <a:pt x="4664646" y="700682"/>
                    <a:pt x="4678556" y="725688"/>
                  </a:cubicBezTo>
                  <a:cubicBezTo>
                    <a:pt x="4694123" y="730160"/>
                    <a:pt x="4709525" y="734631"/>
                    <a:pt x="4725092" y="738771"/>
                  </a:cubicBezTo>
                  <a:cubicBezTo>
                    <a:pt x="4726085" y="728007"/>
                    <a:pt x="4726085" y="713599"/>
                    <a:pt x="4724761" y="694885"/>
                  </a:cubicBezTo>
                  <a:cubicBezTo>
                    <a:pt x="4714327" y="527292"/>
                    <a:pt x="4812366" y="441011"/>
                    <a:pt x="4818163" y="436042"/>
                  </a:cubicBezTo>
                  <a:cubicBezTo>
                    <a:pt x="4735691" y="576311"/>
                    <a:pt x="4789513" y="709127"/>
                    <a:pt x="4789513" y="709127"/>
                  </a:cubicBezTo>
                  <a:lnTo>
                    <a:pt x="4825616" y="615725"/>
                  </a:lnTo>
                  <a:lnTo>
                    <a:pt x="4854265" y="745230"/>
                  </a:lnTo>
                  <a:cubicBezTo>
                    <a:pt x="4857909" y="651165"/>
                    <a:pt x="4966050" y="570515"/>
                    <a:pt x="4972839" y="565547"/>
                  </a:cubicBezTo>
                  <a:cubicBezTo>
                    <a:pt x="4897654" y="651828"/>
                    <a:pt x="4926304" y="759638"/>
                    <a:pt x="4926304" y="759638"/>
                  </a:cubicBezTo>
                  <a:cubicBezTo>
                    <a:pt x="4957604" y="689917"/>
                    <a:pt x="5046535" y="653815"/>
                    <a:pt x="5052165" y="651828"/>
                  </a:cubicBezTo>
                  <a:cubicBezTo>
                    <a:pt x="5047362" y="658949"/>
                    <a:pt x="4966546" y="778848"/>
                    <a:pt x="4979463" y="811141"/>
                  </a:cubicBezTo>
                  <a:cubicBezTo>
                    <a:pt x="4987414" y="813294"/>
                    <a:pt x="4995030" y="815613"/>
                    <a:pt x="5002649" y="817766"/>
                  </a:cubicBezTo>
                  <a:cubicBezTo>
                    <a:pt x="5006789" y="816938"/>
                    <a:pt x="5011094" y="815613"/>
                    <a:pt x="5016394" y="813626"/>
                  </a:cubicBezTo>
                  <a:cubicBezTo>
                    <a:pt x="5120726" y="770402"/>
                    <a:pt x="5111619" y="543686"/>
                    <a:pt x="5111619" y="543686"/>
                  </a:cubicBezTo>
                  <a:cubicBezTo>
                    <a:pt x="5188625" y="626490"/>
                    <a:pt x="5111619" y="788619"/>
                    <a:pt x="5111619" y="788619"/>
                  </a:cubicBezTo>
                  <a:cubicBezTo>
                    <a:pt x="5111619" y="788619"/>
                    <a:pt x="5116089" y="817434"/>
                    <a:pt x="5120560" y="852543"/>
                  </a:cubicBezTo>
                  <a:cubicBezTo>
                    <a:pt x="5123707" y="853205"/>
                    <a:pt x="5127019" y="854365"/>
                    <a:pt x="5130165" y="855358"/>
                  </a:cubicBezTo>
                  <a:cubicBezTo>
                    <a:pt x="5130828" y="850887"/>
                    <a:pt x="5130994" y="846912"/>
                    <a:pt x="5131491" y="842275"/>
                  </a:cubicBezTo>
                  <a:cubicBezTo>
                    <a:pt x="5142089" y="716746"/>
                    <a:pt x="5257020" y="642057"/>
                    <a:pt x="5264473" y="637586"/>
                  </a:cubicBezTo>
                  <a:cubicBezTo>
                    <a:pt x="5163949" y="752517"/>
                    <a:pt x="5203364" y="856683"/>
                    <a:pt x="5203364" y="856683"/>
                  </a:cubicBezTo>
                  <a:cubicBezTo>
                    <a:pt x="5249071" y="779510"/>
                    <a:pt x="5342308" y="753510"/>
                    <a:pt x="5347110" y="752351"/>
                  </a:cubicBezTo>
                  <a:cubicBezTo>
                    <a:pt x="5342142" y="757982"/>
                    <a:pt x="5240956" y="874734"/>
                    <a:pt x="5304052" y="883843"/>
                  </a:cubicBezTo>
                  <a:cubicBezTo>
                    <a:pt x="5369136" y="892951"/>
                    <a:pt x="5422958" y="745230"/>
                    <a:pt x="5422958" y="745230"/>
                  </a:cubicBezTo>
                  <a:cubicBezTo>
                    <a:pt x="5426436" y="828033"/>
                    <a:pt x="5384704" y="874072"/>
                    <a:pt x="5384704" y="874072"/>
                  </a:cubicBezTo>
                  <a:cubicBezTo>
                    <a:pt x="5384704" y="874072"/>
                    <a:pt x="5347276" y="898747"/>
                    <a:pt x="5330881" y="916136"/>
                  </a:cubicBezTo>
                  <a:cubicBezTo>
                    <a:pt x="5342473" y="919779"/>
                    <a:pt x="5354397" y="923257"/>
                    <a:pt x="5366155" y="926901"/>
                  </a:cubicBezTo>
                  <a:cubicBezTo>
                    <a:pt x="5371786" y="925410"/>
                    <a:pt x="5377749" y="923754"/>
                    <a:pt x="5384704" y="921435"/>
                  </a:cubicBezTo>
                  <a:cubicBezTo>
                    <a:pt x="5522819" y="878212"/>
                    <a:pt x="5556107" y="622846"/>
                    <a:pt x="5556107" y="622846"/>
                  </a:cubicBezTo>
                  <a:cubicBezTo>
                    <a:pt x="5653152" y="835154"/>
                    <a:pt x="5505596" y="955882"/>
                    <a:pt x="5505596" y="955882"/>
                  </a:cubicBezTo>
                  <a:cubicBezTo>
                    <a:pt x="5631622" y="957703"/>
                    <a:pt x="5696375" y="824390"/>
                    <a:pt x="5696375" y="824390"/>
                  </a:cubicBezTo>
                  <a:cubicBezTo>
                    <a:pt x="5696375" y="961181"/>
                    <a:pt x="5627979" y="1000595"/>
                    <a:pt x="5627979" y="1000595"/>
                  </a:cubicBezTo>
                  <a:cubicBezTo>
                    <a:pt x="5627979" y="1000595"/>
                    <a:pt x="5631457" y="1004735"/>
                    <a:pt x="5636922" y="1011360"/>
                  </a:cubicBezTo>
                  <a:cubicBezTo>
                    <a:pt x="5681636" y="1025933"/>
                    <a:pt x="5726681" y="1040341"/>
                    <a:pt x="5771395" y="1054583"/>
                  </a:cubicBezTo>
                  <a:cubicBezTo>
                    <a:pt x="5743242" y="903218"/>
                    <a:pt x="5831842" y="773880"/>
                    <a:pt x="5836644" y="767090"/>
                  </a:cubicBezTo>
                  <a:cubicBezTo>
                    <a:pt x="5790108" y="918123"/>
                    <a:pt x="5894440" y="1047462"/>
                    <a:pt x="5894440" y="1047462"/>
                  </a:cubicBezTo>
                  <a:lnTo>
                    <a:pt x="5904708" y="1044481"/>
                  </a:lnTo>
                  <a:cubicBezTo>
                    <a:pt x="5934683" y="946608"/>
                    <a:pt x="6026264" y="879372"/>
                    <a:pt x="6032060" y="875397"/>
                  </a:cubicBezTo>
                  <a:cubicBezTo>
                    <a:pt x="6026760" y="886161"/>
                    <a:pt x="5901231" y="1141030"/>
                    <a:pt x="6032391" y="1097475"/>
                  </a:cubicBezTo>
                  <a:cubicBezTo>
                    <a:pt x="6166201" y="1052761"/>
                    <a:pt x="6162226" y="907524"/>
                    <a:pt x="6162226" y="907524"/>
                  </a:cubicBezTo>
                  <a:cubicBezTo>
                    <a:pt x="6203297" y="1054086"/>
                    <a:pt x="6076773" y="1145004"/>
                    <a:pt x="6076773" y="1145004"/>
                  </a:cubicBezTo>
                  <a:cubicBezTo>
                    <a:pt x="6076773" y="1145004"/>
                    <a:pt x="6095156" y="1152623"/>
                    <a:pt x="6125627" y="1169183"/>
                  </a:cubicBezTo>
                  <a:cubicBezTo>
                    <a:pt x="6143016" y="1174979"/>
                    <a:pt x="6160736" y="1180775"/>
                    <a:pt x="6178124" y="1186406"/>
                  </a:cubicBezTo>
                  <a:cubicBezTo>
                    <a:pt x="6204125" y="1051602"/>
                    <a:pt x="6349858" y="954226"/>
                    <a:pt x="6349858" y="954226"/>
                  </a:cubicBezTo>
                  <a:cubicBezTo>
                    <a:pt x="6266724" y="1044316"/>
                    <a:pt x="6270367" y="1148979"/>
                    <a:pt x="6289081" y="1222840"/>
                  </a:cubicBezTo>
                  <a:cubicBezTo>
                    <a:pt x="6304317" y="1227973"/>
                    <a:pt x="6319553" y="1232941"/>
                    <a:pt x="6334789" y="1237910"/>
                  </a:cubicBezTo>
                  <a:cubicBezTo>
                    <a:pt x="6364267" y="1150304"/>
                    <a:pt x="6453528" y="1100622"/>
                    <a:pt x="6458994" y="1097641"/>
                  </a:cubicBezTo>
                  <a:cubicBezTo>
                    <a:pt x="6456178" y="1104762"/>
                    <a:pt x="6410140" y="1218368"/>
                    <a:pt x="6408980" y="1262419"/>
                  </a:cubicBezTo>
                  <a:cubicBezTo>
                    <a:pt x="6417426" y="1265235"/>
                    <a:pt x="6426203" y="1267885"/>
                    <a:pt x="6434484" y="1270866"/>
                  </a:cubicBezTo>
                  <a:cubicBezTo>
                    <a:pt x="6484994" y="1228636"/>
                    <a:pt x="6537491" y="1065844"/>
                    <a:pt x="6537491" y="1065844"/>
                  </a:cubicBezTo>
                  <a:cubicBezTo>
                    <a:pt x="6547428" y="1132419"/>
                    <a:pt x="6522752" y="1263082"/>
                    <a:pt x="6515797" y="1297694"/>
                  </a:cubicBezTo>
                  <a:cubicBezTo>
                    <a:pt x="6518281" y="1298191"/>
                    <a:pt x="6520599" y="1298853"/>
                    <a:pt x="6522752" y="1299681"/>
                  </a:cubicBezTo>
                  <a:cubicBezTo>
                    <a:pt x="6607377" y="1228470"/>
                    <a:pt x="6601912" y="946111"/>
                    <a:pt x="6601912" y="946111"/>
                  </a:cubicBezTo>
                  <a:cubicBezTo>
                    <a:pt x="6686040" y="1053755"/>
                    <a:pt x="6649772" y="1218700"/>
                    <a:pt x="6622447" y="1303656"/>
                  </a:cubicBezTo>
                  <a:cubicBezTo>
                    <a:pt x="6658550" y="1230954"/>
                    <a:pt x="6726614" y="1158418"/>
                    <a:pt x="6730920" y="1153947"/>
                  </a:cubicBezTo>
                  <a:cubicBezTo>
                    <a:pt x="6693161" y="1219362"/>
                    <a:pt x="6698627" y="1301834"/>
                    <a:pt x="6716346" y="1363440"/>
                  </a:cubicBezTo>
                  <a:cubicBezTo>
                    <a:pt x="6736882" y="1370230"/>
                    <a:pt x="6757417" y="1376854"/>
                    <a:pt x="6777787" y="1383644"/>
                  </a:cubicBezTo>
                  <a:cubicBezTo>
                    <a:pt x="6785239" y="1247846"/>
                    <a:pt x="6948858" y="1106583"/>
                    <a:pt x="6959126" y="1097972"/>
                  </a:cubicBezTo>
                  <a:cubicBezTo>
                    <a:pt x="6831277" y="1232610"/>
                    <a:pt x="6883609" y="1369898"/>
                    <a:pt x="6916730" y="1428854"/>
                  </a:cubicBezTo>
                  <a:cubicBezTo>
                    <a:pt x="6922858" y="1430676"/>
                    <a:pt x="6928654" y="1432829"/>
                    <a:pt x="6934616" y="1434651"/>
                  </a:cubicBezTo>
                  <a:cubicBezTo>
                    <a:pt x="6935775" y="1335784"/>
                    <a:pt x="7034145" y="1247349"/>
                    <a:pt x="7040439" y="1241884"/>
                  </a:cubicBezTo>
                  <a:cubicBezTo>
                    <a:pt x="7036464" y="1250496"/>
                    <a:pt x="6938259" y="1457836"/>
                    <a:pt x="7040439" y="1419084"/>
                  </a:cubicBezTo>
                  <a:cubicBezTo>
                    <a:pt x="7145268" y="1379669"/>
                    <a:pt x="7135000" y="1212406"/>
                    <a:pt x="7135000" y="1212406"/>
                  </a:cubicBezTo>
                  <a:cubicBezTo>
                    <a:pt x="7216810" y="1364765"/>
                    <a:pt x="7135000" y="1491951"/>
                    <a:pt x="7135000" y="1491951"/>
                  </a:cubicBezTo>
                  <a:cubicBezTo>
                    <a:pt x="7274441" y="1437797"/>
                    <a:pt x="7289345" y="1221018"/>
                    <a:pt x="7289345" y="1221018"/>
                  </a:cubicBezTo>
                  <a:cubicBezTo>
                    <a:pt x="7380926" y="1355159"/>
                    <a:pt x="7305740" y="1520932"/>
                    <a:pt x="7291664" y="1549085"/>
                  </a:cubicBezTo>
                  <a:cubicBezTo>
                    <a:pt x="7292823" y="1549416"/>
                    <a:pt x="7293817" y="1549913"/>
                    <a:pt x="7294645" y="1550244"/>
                  </a:cubicBezTo>
                  <a:cubicBezTo>
                    <a:pt x="7404607" y="1472078"/>
                    <a:pt x="7390365" y="1097475"/>
                    <a:pt x="7390365" y="1097475"/>
                  </a:cubicBezTo>
                  <a:cubicBezTo>
                    <a:pt x="7548520" y="1255629"/>
                    <a:pt x="7449818" y="1517454"/>
                    <a:pt x="7425971" y="1573926"/>
                  </a:cubicBezTo>
                  <a:cubicBezTo>
                    <a:pt x="7515895" y="1379338"/>
                    <a:pt x="7645069" y="1296038"/>
                    <a:pt x="7653183" y="1291070"/>
                  </a:cubicBezTo>
                  <a:cubicBezTo>
                    <a:pt x="7556097" y="1418877"/>
                    <a:pt x="7570714" y="1546937"/>
                    <a:pt x="7591528" y="1618781"/>
                  </a:cubicBezTo>
                  <a:lnTo>
                    <a:pt x="7599033" y="1641468"/>
                  </a:lnTo>
                  <a:lnTo>
                    <a:pt x="0" y="1641468"/>
                  </a:lnTo>
                  <a:lnTo>
                    <a:pt x="0" y="48083"/>
                  </a:lnTo>
                  <a:lnTo>
                    <a:pt x="4463" y="54168"/>
                  </a:lnTo>
                  <a:cubicBezTo>
                    <a:pt x="34353" y="101688"/>
                    <a:pt x="55274" y="159955"/>
                    <a:pt x="47200" y="225722"/>
                  </a:cubicBezTo>
                  <a:cubicBezTo>
                    <a:pt x="62436" y="225225"/>
                    <a:pt x="77671" y="224728"/>
                    <a:pt x="92907" y="224397"/>
                  </a:cubicBezTo>
                  <a:cubicBezTo>
                    <a:pt x="118245" y="192601"/>
                    <a:pt x="142920" y="140600"/>
                    <a:pt x="143086" y="56140"/>
                  </a:cubicBezTo>
                  <a:cubicBezTo>
                    <a:pt x="143086" y="56140"/>
                    <a:pt x="177698" y="148714"/>
                    <a:pt x="173392" y="221747"/>
                  </a:cubicBezTo>
                  <a:cubicBezTo>
                    <a:pt x="199227" y="221085"/>
                    <a:pt x="224896" y="220753"/>
                    <a:pt x="250730" y="220257"/>
                  </a:cubicBezTo>
                  <a:cubicBezTo>
                    <a:pt x="251558" y="193097"/>
                    <a:pt x="255533" y="162625"/>
                    <a:pt x="266297" y="136294"/>
                  </a:cubicBezTo>
                  <a:cubicBezTo>
                    <a:pt x="266297" y="136294"/>
                    <a:pt x="269113" y="179683"/>
                    <a:pt x="284183" y="219429"/>
                  </a:cubicBezTo>
                  <a:cubicBezTo>
                    <a:pt x="297100" y="219263"/>
                    <a:pt x="310018" y="218932"/>
                    <a:pt x="322769" y="218600"/>
                  </a:cubicBezTo>
                  <a:cubicBezTo>
                    <a:pt x="324094" y="164281"/>
                    <a:pt x="334693" y="84790"/>
                    <a:pt x="382057" y="45873"/>
                  </a:cubicBezTo>
                  <a:cubicBezTo>
                    <a:pt x="382057" y="45873"/>
                    <a:pt x="368808" y="140269"/>
                    <a:pt x="379904" y="217607"/>
                  </a:cubicBezTo>
                  <a:cubicBezTo>
                    <a:pt x="408057" y="217110"/>
                    <a:pt x="436210" y="216779"/>
                    <a:pt x="464363" y="216613"/>
                  </a:cubicBezTo>
                  <a:cubicBezTo>
                    <a:pt x="464032" y="180180"/>
                    <a:pt x="472478" y="128179"/>
                    <a:pt x="513548" y="84956"/>
                  </a:cubicBezTo>
                  <a:cubicBezTo>
                    <a:pt x="513548" y="84956"/>
                    <a:pt x="503281" y="159148"/>
                    <a:pt x="528618" y="215785"/>
                  </a:cubicBezTo>
                  <a:cubicBezTo>
                    <a:pt x="563893" y="215454"/>
                    <a:pt x="599001" y="214957"/>
                    <a:pt x="634110" y="214957"/>
                  </a:cubicBezTo>
                  <a:cubicBezTo>
                    <a:pt x="636925" y="189123"/>
                    <a:pt x="634772" y="164944"/>
                    <a:pt x="634772" y="164944"/>
                  </a:cubicBezTo>
                  <a:cubicBezTo>
                    <a:pt x="634772" y="164944"/>
                    <a:pt x="652989" y="184982"/>
                    <a:pt x="666403" y="214957"/>
                  </a:cubicBezTo>
                  <a:lnTo>
                    <a:pt x="680645" y="214957"/>
                  </a:lnTo>
                  <a:cubicBezTo>
                    <a:pt x="687435" y="156333"/>
                    <a:pt x="711945" y="46535"/>
                    <a:pt x="803029" y="0"/>
                  </a:cubicBezTo>
                  <a:close/>
                </a:path>
              </a:pathLst>
            </a:custGeom>
            <a:gradFill>
              <a:gsLst>
                <a:gs pos="0">
                  <a:srgbClr val="7F905A"/>
                </a:gs>
                <a:gs pos="35000">
                  <a:srgbClr val="BDD377"/>
                </a:gs>
              </a:gsLst>
              <a:lin ang="21101917" scaled="1"/>
            </a:gradFill>
            <a:ln w="165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FE6029D-BBE1-391A-EF6C-83FAC7ED683A}"/>
              </a:ext>
            </a:extLst>
          </p:cNvPr>
          <p:cNvSpPr txBox="1"/>
          <p:nvPr userDrawn="1"/>
        </p:nvSpPr>
        <p:spPr>
          <a:xfrm>
            <a:off x="2810494" y="-83125"/>
            <a:ext cx="9381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+mn-lt"/>
              </a:rPr>
              <a:t>Attribution: </a:t>
            </a:r>
            <a:r>
              <a:rPr lang="en-US" sz="2400" dirty="0">
                <a:latin typeface="+mn-lt"/>
              </a:rPr>
              <a:t>The presentation template is designed by </a:t>
            </a:r>
            <a:r>
              <a:rPr lang="en-US" sz="2400" b="1" dirty="0" err="1">
                <a:latin typeface="+mn-lt"/>
              </a:rPr>
              <a:t>SketchBubble.com</a:t>
            </a:r>
            <a:endParaRPr lang="en-US" sz="2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7989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76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EFB74647-32FF-DB83-5BB2-8B301508F889}"/>
              </a:ext>
            </a:extLst>
          </p:cNvPr>
          <p:cNvGrpSpPr/>
          <p:nvPr userDrawn="1"/>
        </p:nvGrpSpPr>
        <p:grpSpPr>
          <a:xfrm>
            <a:off x="0" y="3210539"/>
            <a:ext cx="12192000" cy="3647461"/>
            <a:chOff x="0" y="3210539"/>
            <a:chExt cx="12192000" cy="3647461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370C7F3-6702-B96E-CD80-B8FCDA1DE521}"/>
                </a:ext>
              </a:extLst>
            </p:cNvPr>
            <p:cNvSpPr/>
            <p:nvPr/>
          </p:nvSpPr>
          <p:spPr>
            <a:xfrm>
              <a:off x="2606488" y="3210539"/>
              <a:ext cx="9585512" cy="3647461"/>
            </a:xfrm>
            <a:custGeom>
              <a:avLst/>
              <a:gdLst>
                <a:gd name="connsiteX0" fmla="*/ 9539385 w 9585512"/>
                <a:gd name="connsiteY0" fmla="*/ 0 h 3647461"/>
                <a:gd name="connsiteX1" fmla="*/ 9582352 w 9585512"/>
                <a:gd name="connsiteY1" fmla="*/ 59665 h 3647461"/>
                <a:gd name="connsiteX2" fmla="*/ 9585512 w 9585512"/>
                <a:gd name="connsiteY2" fmla="*/ 77595 h 3647461"/>
                <a:gd name="connsiteX3" fmla="*/ 9585512 w 9585512"/>
                <a:gd name="connsiteY3" fmla="*/ 3647461 h 3647461"/>
                <a:gd name="connsiteX4" fmla="*/ 119469 w 9585512"/>
                <a:gd name="connsiteY4" fmla="*/ 3647461 h 3647461"/>
                <a:gd name="connsiteX5" fmla="*/ 49978 w 9585512"/>
                <a:gd name="connsiteY5" fmla="*/ 3441866 h 3647461"/>
                <a:gd name="connsiteX6" fmla="*/ 8555 w 9585512"/>
                <a:gd name="connsiteY6" fmla="*/ 2976780 h 3647461"/>
                <a:gd name="connsiteX7" fmla="*/ 277832 w 9585512"/>
                <a:gd name="connsiteY7" fmla="*/ 2586776 h 3647461"/>
                <a:gd name="connsiteX8" fmla="*/ 1215828 w 9585512"/>
                <a:gd name="connsiteY8" fmla="*/ 2479298 h 3647461"/>
                <a:gd name="connsiteX9" fmla="*/ 2256169 w 9585512"/>
                <a:gd name="connsiteY9" fmla="*/ 2327436 h 3647461"/>
                <a:gd name="connsiteX10" fmla="*/ 4866793 w 9585512"/>
                <a:gd name="connsiteY10" fmla="*/ 1719328 h 3647461"/>
                <a:gd name="connsiteX11" fmla="*/ 4953571 w 9585512"/>
                <a:gd name="connsiteY11" fmla="*/ 1693659 h 3647461"/>
                <a:gd name="connsiteX12" fmla="*/ 5035215 w 9585512"/>
                <a:gd name="connsiteY12" fmla="*/ 1573429 h 3647461"/>
                <a:gd name="connsiteX13" fmla="*/ 5022297 w 9585512"/>
                <a:gd name="connsiteY13" fmla="*/ 1673124 h 3647461"/>
                <a:gd name="connsiteX14" fmla="*/ 5022463 w 9585512"/>
                <a:gd name="connsiteY14" fmla="*/ 1673124 h 3647461"/>
                <a:gd name="connsiteX15" fmla="*/ 5067342 w 9585512"/>
                <a:gd name="connsiteY15" fmla="*/ 1612678 h 3647461"/>
                <a:gd name="connsiteX16" fmla="*/ 5089865 w 9585512"/>
                <a:gd name="connsiteY16" fmla="*/ 1652258 h 3647461"/>
                <a:gd name="connsiteX17" fmla="*/ 5090362 w 9585512"/>
                <a:gd name="connsiteY17" fmla="*/ 1652092 h 3647461"/>
                <a:gd name="connsiteX18" fmla="*/ 5090031 w 9585512"/>
                <a:gd name="connsiteY18" fmla="*/ 1559187 h 3647461"/>
                <a:gd name="connsiteX19" fmla="*/ 5156936 w 9585512"/>
                <a:gd name="connsiteY19" fmla="*/ 1631391 h 3647461"/>
                <a:gd name="connsiteX20" fmla="*/ 5174325 w 9585512"/>
                <a:gd name="connsiteY20" fmla="*/ 1559187 h 3647461"/>
                <a:gd name="connsiteX21" fmla="*/ 5198669 w 9585512"/>
                <a:gd name="connsiteY21" fmla="*/ 1618474 h 3647461"/>
                <a:gd name="connsiteX22" fmla="*/ 5198834 w 9585512"/>
                <a:gd name="connsiteY22" fmla="*/ 1618474 h 3647461"/>
                <a:gd name="connsiteX23" fmla="*/ 5249345 w 9585512"/>
                <a:gd name="connsiteY23" fmla="*/ 1484167 h 3647461"/>
                <a:gd name="connsiteX24" fmla="*/ 5273192 w 9585512"/>
                <a:gd name="connsiteY24" fmla="*/ 1595123 h 3647461"/>
                <a:gd name="connsiteX25" fmla="*/ 5273357 w 9585512"/>
                <a:gd name="connsiteY25" fmla="*/ 1595123 h 3647461"/>
                <a:gd name="connsiteX26" fmla="*/ 5292237 w 9585512"/>
                <a:gd name="connsiteY26" fmla="*/ 1537658 h 3647461"/>
                <a:gd name="connsiteX27" fmla="*/ 5322708 w 9585512"/>
                <a:gd name="connsiteY27" fmla="*/ 1579225 h 3647461"/>
                <a:gd name="connsiteX28" fmla="*/ 5323039 w 9585512"/>
                <a:gd name="connsiteY28" fmla="*/ 1579059 h 3647461"/>
                <a:gd name="connsiteX29" fmla="*/ 5338606 w 9585512"/>
                <a:gd name="connsiteY29" fmla="*/ 1484167 h 3647461"/>
                <a:gd name="connsiteX30" fmla="*/ 5389613 w 9585512"/>
                <a:gd name="connsiteY30" fmla="*/ 1557696 h 3647461"/>
                <a:gd name="connsiteX31" fmla="*/ 5417435 w 9585512"/>
                <a:gd name="connsiteY31" fmla="*/ 1482014 h 3647461"/>
                <a:gd name="connsiteX32" fmla="*/ 5436149 w 9585512"/>
                <a:gd name="connsiteY32" fmla="*/ 1542460 h 3647461"/>
                <a:gd name="connsiteX33" fmla="*/ 5451219 w 9585512"/>
                <a:gd name="connsiteY33" fmla="*/ 1537492 h 3647461"/>
                <a:gd name="connsiteX34" fmla="*/ 5453206 w 9585512"/>
                <a:gd name="connsiteY34" fmla="*/ 1482014 h 3647461"/>
                <a:gd name="connsiteX35" fmla="*/ 5479869 w 9585512"/>
                <a:gd name="connsiteY35" fmla="*/ 1528053 h 3647461"/>
                <a:gd name="connsiteX36" fmla="*/ 5479869 w 9585512"/>
                <a:gd name="connsiteY36" fmla="*/ 1493938 h 3647461"/>
                <a:gd name="connsiteX37" fmla="*/ 5491461 w 9585512"/>
                <a:gd name="connsiteY37" fmla="*/ 1524244 h 3647461"/>
                <a:gd name="connsiteX38" fmla="*/ 5510340 w 9585512"/>
                <a:gd name="connsiteY38" fmla="*/ 1518116 h 3647461"/>
                <a:gd name="connsiteX39" fmla="*/ 5514812 w 9585512"/>
                <a:gd name="connsiteY39" fmla="*/ 1482014 h 3647461"/>
                <a:gd name="connsiteX40" fmla="*/ 5544787 w 9585512"/>
                <a:gd name="connsiteY40" fmla="*/ 1506855 h 3647461"/>
                <a:gd name="connsiteX41" fmla="*/ 5590329 w 9585512"/>
                <a:gd name="connsiteY41" fmla="*/ 1491950 h 3647461"/>
                <a:gd name="connsiteX42" fmla="*/ 5604239 w 9585512"/>
                <a:gd name="connsiteY42" fmla="*/ 1390599 h 3647461"/>
                <a:gd name="connsiteX43" fmla="*/ 5635539 w 9585512"/>
                <a:gd name="connsiteY43" fmla="*/ 1476715 h 3647461"/>
                <a:gd name="connsiteX44" fmla="*/ 5654584 w 9585512"/>
                <a:gd name="connsiteY44" fmla="*/ 1470256 h 3647461"/>
                <a:gd name="connsiteX45" fmla="*/ 5651934 w 9585512"/>
                <a:gd name="connsiteY45" fmla="*/ 1423223 h 3647461"/>
                <a:gd name="connsiteX46" fmla="*/ 5679590 w 9585512"/>
                <a:gd name="connsiteY46" fmla="*/ 1461810 h 3647461"/>
                <a:gd name="connsiteX47" fmla="*/ 5679922 w 9585512"/>
                <a:gd name="connsiteY47" fmla="*/ 1461644 h 3647461"/>
                <a:gd name="connsiteX48" fmla="*/ 5691680 w 9585512"/>
                <a:gd name="connsiteY48" fmla="*/ 1390599 h 3647461"/>
                <a:gd name="connsiteX49" fmla="*/ 5720661 w 9585512"/>
                <a:gd name="connsiteY49" fmla="*/ 1447899 h 3647461"/>
                <a:gd name="connsiteX50" fmla="*/ 5768521 w 9585512"/>
                <a:gd name="connsiteY50" fmla="*/ 1431670 h 3647461"/>
                <a:gd name="connsiteX51" fmla="*/ 5781107 w 9585512"/>
                <a:gd name="connsiteY51" fmla="*/ 1368739 h 3647461"/>
                <a:gd name="connsiteX52" fmla="*/ 5805286 w 9585512"/>
                <a:gd name="connsiteY52" fmla="*/ 1419249 h 3647461"/>
                <a:gd name="connsiteX53" fmla="*/ 5812076 w 9585512"/>
                <a:gd name="connsiteY53" fmla="*/ 1416930 h 3647461"/>
                <a:gd name="connsiteX54" fmla="*/ 5818866 w 9585512"/>
                <a:gd name="connsiteY54" fmla="*/ 1380662 h 3647461"/>
                <a:gd name="connsiteX55" fmla="*/ 5836917 w 9585512"/>
                <a:gd name="connsiteY55" fmla="*/ 1408319 h 3647461"/>
                <a:gd name="connsiteX56" fmla="*/ 5850662 w 9585512"/>
                <a:gd name="connsiteY56" fmla="*/ 1343236 h 3647461"/>
                <a:gd name="connsiteX57" fmla="*/ 5877822 w 9585512"/>
                <a:gd name="connsiteY57" fmla="*/ 1394077 h 3647461"/>
                <a:gd name="connsiteX58" fmla="*/ 5877987 w 9585512"/>
                <a:gd name="connsiteY58" fmla="*/ 1394077 h 3647461"/>
                <a:gd name="connsiteX59" fmla="*/ 5896370 w 9585512"/>
                <a:gd name="connsiteY59" fmla="*/ 1356816 h 3647461"/>
                <a:gd name="connsiteX60" fmla="*/ 5909784 w 9585512"/>
                <a:gd name="connsiteY60" fmla="*/ 1382981 h 3647461"/>
                <a:gd name="connsiteX61" fmla="*/ 5910115 w 9585512"/>
                <a:gd name="connsiteY61" fmla="*/ 1382815 h 3647461"/>
                <a:gd name="connsiteX62" fmla="*/ 5926179 w 9585512"/>
                <a:gd name="connsiteY62" fmla="*/ 1299184 h 3647461"/>
                <a:gd name="connsiteX63" fmla="*/ 5951186 w 9585512"/>
                <a:gd name="connsiteY63" fmla="*/ 1368408 h 3647461"/>
                <a:gd name="connsiteX64" fmla="*/ 5987454 w 9585512"/>
                <a:gd name="connsiteY64" fmla="*/ 1355821 h 3647461"/>
                <a:gd name="connsiteX65" fmla="*/ 5995900 w 9585512"/>
                <a:gd name="connsiteY65" fmla="*/ 1311108 h 3647461"/>
                <a:gd name="connsiteX66" fmla="*/ 6001033 w 9585512"/>
                <a:gd name="connsiteY66" fmla="*/ 1324522 h 3647461"/>
                <a:gd name="connsiteX67" fmla="*/ 6015441 w 9585512"/>
                <a:gd name="connsiteY67" fmla="*/ 1346051 h 3647461"/>
                <a:gd name="connsiteX68" fmla="*/ 6029683 w 9585512"/>
                <a:gd name="connsiteY68" fmla="*/ 1259439 h 3647461"/>
                <a:gd name="connsiteX69" fmla="*/ 6063798 w 9585512"/>
                <a:gd name="connsiteY69" fmla="*/ 1328662 h 3647461"/>
                <a:gd name="connsiteX70" fmla="*/ 6088971 w 9585512"/>
                <a:gd name="connsiteY70" fmla="*/ 1319719 h 3647461"/>
                <a:gd name="connsiteX71" fmla="*/ 6088805 w 9585512"/>
                <a:gd name="connsiteY71" fmla="*/ 1259439 h 3647461"/>
                <a:gd name="connsiteX72" fmla="*/ 6126066 w 9585512"/>
                <a:gd name="connsiteY72" fmla="*/ 1306305 h 3647461"/>
                <a:gd name="connsiteX73" fmla="*/ 6126232 w 9585512"/>
                <a:gd name="connsiteY73" fmla="*/ 1306305 h 3647461"/>
                <a:gd name="connsiteX74" fmla="*/ 6144946 w 9585512"/>
                <a:gd name="connsiteY74" fmla="*/ 1269375 h 3647461"/>
                <a:gd name="connsiteX75" fmla="*/ 6156869 w 9585512"/>
                <a:gd name="connsiteY75" fmla="*/ 1295210 h 3647461"/>
                <a:gd name="connsiteX76" fmla="*/ 6157035 w 9585512"/>
                <a:gd name="connsiteY76" fmla="*/ 1295210 h 3647461"/>
                <a:gd name="connsiteX77" fmla="*/ 6156869 w 9585512"/>
                <a:gd name="connsiteY77" fmla="*/ 1241553 h 3647461"/>
                <a:gd name="connsiteX78" fmla="*/ 6188831 w 9585512"/>
                <a:gd name="connsiteY78" fmla="*/ 1283617 h 3647461"/>
                <a:gd name="connsiteX79" fmla="*/ 6188997 w 9585512"/>
                <a:gd name="connsiteY79" fmla="*/ 1283617 h 3647461"/>
                <a:gd name="connsiteX80" fmla="*/ 6204564 w 9585512"/>
                <a:gd name="connsiteY80" fmla="*/ 1241553 h 3647461"/>
                <a:gd name="connsiteX81" fmla="*/ 6214169 w 9585512"/>
                <a:gd name="connsiteY81" fmla="*/ 1274509 h 3647461"/>
                <a:gd name="connsiteX82" fmla="*/ 6222449 w 9585512"/>
                <a:gd name="connsiteY82" fmla="*/ 1207769 h 3647461"/>
                <a:gd name="connsiteX83" fmla="*/ 6245137 w 9585512"/>
                <a:gd name="connsiteY83" fmla="*/ 1263247 h 3647461"/>
                <a:gd name="connsiteX84" fmla="*/ 6281902 w 9585512"/>
                <a:gd name="connsiteY84" fmla="*/ 1197170 h 3647461"/>
                <a:gd name="connsiteX85" fmla="*/ 6282067 w 9585512"/>
                <a:gd name="connsiteY85" fmla="*/ 1249668 h 3647461"/>
                <a:gd name="connsiteX86" fmla="*/ 6285380 w 9585512"/>
                <a:gd name="connsiteY86" fmla="*/ 1245196 h 3647461"/>
                <a:gd name="connsiteX87" fmla="*/ 6294156 w 9585512"/>
                <a:gd name="connsiteY87" fmla="*/ 1150966 h 3647461"/>
                <a:gd name="connsiteX88" fmla="*/ 6324131 w 9585512"/>
                <a:gd name="connsiteY88" fmla="*/ 1233769 h 3647461"/>
                <a:gd name="connsiteX89" fmla="*/ 6324131 w 9585512"/>
                <a:gd name="connsiteY89" fmla="*/ 1234101 h 3647461"/>
                <a:gd name="connsiteX90" fmla="*/ 6339698 w 9585512"/>
                <a:gd name="connsiteY90" fmla="*/ 1197005 h 3647461"/>
                <a:gd name="connsiteX91" fmla="*/ 6339698 w 9585512"/>
                <a:gd name="connsiteY91" fmla="*/ 1228305 h 3647461"/>
                <a:gd name="connsiteX92" fmla="*/ 6339864 w 9585512"/>
                <a:gd name="connsiteY92" fmla="*/ 1228305 h 3647461"/>
                <a:gd name="connsiteX93" fmla="*/ 6361393 w 9585512"/>
                <a:gd name="connsiteY93" fmla="*/ 1166533 h 3647461"/>
                <a:gd name="connsiteX94" fmla="*/ 6374973 w 9585512"/>
                <a:gd name="connsiteY94" fmla="*/ 1213234 h 3647461"/>
                <a:gd name="connsiteX95" fmla="*/ 6374973 w 9585512"/>
                <a:gd name="connsiteY95" fmla="*/ 1215221 h 3647461"/>
                <a:gd name="connsiteX96" fmla="*/ 6387063 w 9585512"/>
                <a:gd name="connsiteY96" fmla="*/ 1182100 h 3647461"/>
                <a:gd name="connsiteX97" fmla="*/ 6402298 w 9585512"/>
                <a:gd name="connsiteY97" fmla="*/ 1204954 h 3647461"/>
                <a:gd name="connsiteX98" fmla="*/ 6428795 w 9585512"/>
                <a:gd name="connsiteY98" fmla="*/ 1127615 h 3647461"/>
                <a:gd name="connsiteX99" fmla="*/ 6441381 w 9585512"/>
                <a:gd name="connsiteY99" fmla="*/ 1190215 h 3647461"/>
                <a:gd name="connsiteX100" fmla="*/ 6448834 w 9585512"/>
                <a:gd name="connsiteY100" fmla="*/ 1187565 h 3647461"/>
                <a:gd name="connsiteX101" fmla="*/ 6448834 w 9585512"/>
                <a:gd name="connsiteY101" fmla="*/ 1160571 h 3647461"/>
                <a:gd name="connsiteX102" fmla="*/ 6458935 w 9585512"/>
                <a:gd name="connsiteY102" fmla="*/ 1183756 h 3647461"/>
                <a:gd name="connsiteX103" fmla="*/ 6473343 w 9585512"/>
                <a:gd name="connsiteY103" fmla="*/ 1127947 h 3647461"/>
                <a:gd name="connsiteX104" fmla="*/ 6482121 w 9585512"/>
                <a:gd name="connsiteY104" fmla="*/ 1141361 h 3647461"/>
                <a:gd name="connsiteX105" fmla="*/ 6491560 w 9585512"/>
                <a:gd name="connsiteY105" fmla="*/ 1171502 h 3647461"/>
                <a:gd name="connsiteX106" fmla="*/ 6501994 w 9585512"/>
                <a:gd name="connsiteY106" fmla="*/ 1143845 h 3647461"/>
                <a:gd name="connsiteX107" fmla="*/ 6514579 w 9585512"/>
                <a:gd name="connsiteY107" fmla="*/ 1162724 h 3647461"/>
                <a:gd name="connsiteX108" fmla="*/ 6532630 w 9585512"/>
                <a:gd name="connsiteY108" fmla="*/ 1094494 h 3647461"/>
                <a:gd name="connsiteX109" fmla="*/ 6548694 w 9585512"/>
                <a:gd name="connsiteY109" fmla="*/ 1149807 h 3647461"/>
                <a:gd name="connsiteX110" fmla="*/ 6563267 w 9585512"/>
                <a:gd name="connsiteY110" fmla="*/ 1144342 h 3647461"/>
                <a:gd name="connsiteX111" fmla="*/ 6570886 w 9585512"/>
                <a:gd name="connsiteY111" fmla="*/ 1107411 h 3647461"/>
                <a:gd name="connsiteX112" fmla="*/ 6587280 w 9585512"/>
                <a:gd name="connsiteY112" fmla="*/ 1135234 h 3647461"/>
                <a:gd name="connsiteX113" fmla="*/ 6607485 w 9585512"/>
                <a:gd name="connsiteY113" fmla="*/ 1127450 h 3647461"/>
                <a:gd name="connsiteX114" fmla="*/ 6598045 w 9585512"/>
                <a:gd name="connsiteY114" fmla="*/ 1077271 h 3647461"/>
                <a:gd name="connsiteX115" fmla="*/ 6622389 w 9585512"/>
                <a:gd name="connsiteY115" fmla="*/ 1121820 h 3647461"/>
                <a:gd name="connsiteX116" fmla="*/ 6648721 w 9585512"/>
                <a:gd name="connsiteY116" fmla="*/ 1111717 h 3647461"/>
                <a:gd name="connsiteX117" fmla="*/ 6648721 w 9585512"/>
                <a:gd name="connsiteY117" fmla="*/ 1032888 h 3647461"/>
                <a:gd name="connsiteX118" fmla="*/ 6680021 w 9585512"/>
                <a:gd name="connsiteY118" fmla="*/ 1099794 h 3647461"/>
                <a:gd name="connsiteX119" fmla="*/ 6690785 w 9585512"/>
                <a:gd name="connsiteY119" fmla="*/ 1095653 h 3647461"/>
                <a:gd name="connsiteX120" fmla="*/ 6680021 w 9585512"/>
                <a:gd name="connsiteY120" fmla="*/ 1054418 h 3647461"/>
                <a:gd name="connsiteX121" fmla="*/ 6706517 w 9585512"/>
                <a:gd name="connsiteY121" fmla="*/ 1089692 h 3647461"/>
                <a:gd name="connsiteX122" fmla="*/ 6745435 w 9585512"/>
                <a:gd name="connsiteY122" fmla="*/ 1074622 h 3647461"/>
                <a:gd name="connsiteX123" fmla="*/ 6730033 w 9585512"/>
                <a:gd name="connsiteY123" fmla="*/ 1004073 h 3647461"/>
                <a:gd name="connsiteX124" fmla="*/ 6773919 w 9585512"/>
                <a:gd name="connsiteY124" fmla="*/ 1063691 h 3647461"/>
                <a:gd name="connsiteX125" fmla="*/ 6777728 w 9585512"/>
                <a:gd name="connsiteY125" fmla="*/ 1062201 h 3647461"/>
                <a:gd name="connsiteX126" fmla="*/ 6787499 w 9585512"/>
                <a:gd name="connsiteY126" fmla="*/ 1032888 h 3647461"/>
                <a:gd name="connsiteX127" fmla="*/ 6802569 w 9585512"/>
                <a:gd name="connsiteY127" fmla="*/ 1052596 h 3647461"/>
                <a:gd name="connsiteX128" fmla="*/ 6802569 w 9585512"/>
                <a:gd name="connsiteY128" fmla="*/ 1004073 h 3647461"/>
                <a:gd name="connsiteX129" fmla="*/ 6828073 w 9585512"/>
                <a:gd name="connsiteY129" fmla="*/ 1042825 h 3647461"/>
                <a:gd name="connsiteX130" fmla="*/ 6846290 w 9585512"/>
                <a:gd name="connsiteY130" fmla="*/ 976914 h 3647461"/>
                <a:gd name="connsiteX131" fmla="*/ 6871958 w 9585512"/>
                <a:gd name="connsiteY131" fmla="*/ 1025933 h 3647461"/>
                <a:gd name="connsiteX132" fmla="*/ 6895309 w 9585512"/>
                <a:gd name="connsiteY132" fmla="*/ 1016825 h 3647461"/>
                <a:gd name="connsiteX133" fmla="*/ 6893653 w 9585512"/>
                <a:gd name="connsiteY133" fmla="*/ 984035 h 3647461"/>
                <a:gd name="connsiteX134" fmla="*/ 6912698 w 9585512"/>
                <a:gd name="connsiteY134" fmla="*/ 1010035 h 3647461"/>
                <a:gd name="connsiteX135" fmla="*/ 6923793 w 9585512"/>
                <a:gd name="connsiteY135" fmla="*/ 951079 h 3647461"/>
                <a:gd name="connsiteX136" fmla="*/ 6943004 w 9585512"/>
                <a:gd name="connsiteY136" fmla="*/ 998442 h 3647461"/>
                <a:gd name="connsiteX137" fmla="*/ 6969667 w 9585512"/>
                <a:gd name="connsiteY137" fmla="*/ 988009 h 3647461"/>
                <a:gd name="connsiteX138" fmla="*/ 6969667 w 9585512"/>
                <a:gd name="connsiteY138" fmla="*/ 943792 h 3647461"/>
                <a:gd name="connsiteX139" fmla="*/ 6989704 w 9585512"/>
                <a:gd name="connsiteY139" fmla="*/ 980226 h 3647461"/>
                <a:gd name="connsiteX140" fmla="*/ 6989870 w 9585512"/>
                <a:gd name="connsiteY140" fmla="*/ 980226 h 3647461"/>
                <a:gd name="connsiteX141" fmla="*/ 7001463 w 9585512"/>
                <a:gd name="connsiteY141" fmla="*/ 919779 h 3647461"/>
                <a:gd name="connsiteX142" fmla="*/ 7021004 w 9585512"/>
                <a:gd name="connsiteY142" fmla="*/ 968137 h 3647461"/>
                <a:gd name="connsiteX143" fmla="*/ 7051311 w 9585512"/>
                <a:gd name="connsiteY143" fmla="*/ 956378 h 3647461"/>
                <a:gd name="connsiteX144" fmla="*/ 7057272 w 9585512"/>
                <a:gd name="connsiteY144" fmla="*/ 906531 h 3647461"/>
                <a:gd name="connsiteX145" fmla="*/ 7078635 w 9585512"/>
                <a:gd name="connsiteY145" fmla="*/ 945614 h 3647461"/>
                <a:gd name="connsiteX146" fmla="*/ 7100661 w 9585512"/>
                <a:gd name="connsiteY146" fmla="*/ 937168 h 3647461"/>
                <a:gd name="connsiteX147" fmla="*/ 7085922 w 9585512"/>
                <a:gd name="connsiteY147" fmla="*/ 899409 h 3647461"/>
                <a:gd name="connsiteX148" fmla="*/ 7115732 w 9585512"/>
                <a:gd name="connsiteY148" fmla="*/ 931372 h 3647461"/>
                <a:gd name="connsiteX149" fmla="*/ 7126330 w 9585512"/>
                <a:gd name="connsiteY149" fmla="*/ 927232 h 3647461"/>
                <a:gd name="connsiteX150" fmla="*/ 7115732 w 9585512"/>
                <a:gd name="connsiteY150" fmla="*/ 867779 h 3647461"/>
                <a:gd name="connsiteX151" fmla="*/ 7158293 w 9585512"/>
                <a:gd name="connsiteY151" fmla="*/ 914811 h 3647461"/>
                <a:gd name="connsiteX152" fmla="*/ 7166076 w 9585512"/>
                <a:gd name="connsiteY152" fmla="*/ 911665 h 3647461"/>
                <a:gd name="connsiteX153" fmla="*/ 7179159 w 9585512"/>
                <a:gd name="connsiteY153" fmla="*/ 886492 h 3647461"/>
                <a:gd name="connsiteX154" fmla="*/ 7193732 w 9585512"/>
                <a:gd name="connsiteY154" fmla="*/ 900900 h 3647461"/>
                <a:gd name="connsiteX155" fmla="*/ 7200688 w 9585512"/>
                <a:gd name="connsiteY155" fmla="*/ 898251 h 3647461"/>
                <a:gd name="connsiteX156" fmla="*/ 7200688 w 9585512"/>
                <a:gd name="connsiteY156" fmla="*/ 867779 h 3647461"/>
                <a:gd name="connsiteX157" fmla="*/ 7218077 w 9585512"/>
                <a:gd name="connsiteY157" fmla="*/ 891461 h 3647461"/>
                <a:gd name="connsiteX158" fmla="*/ 7236625 w 9585512"/>
                <a:gd name="connsiteY158" fmla="*/ 841944 h 3647461"/>
                <a:gd name="connsiteX159" fmla="*/ 7236625 w 9585512"/>
                <a:gd name="connsiteY159" fmla="*/ 843103 h 3647461"/>
                <a:gd name="connsiteX160" fmla="*/ 7253019 w 9585512"/>
                <a:gd name="connsiteY160" fmla="*/ 877881 h 3647461"/>
                <a:gd name="connsiteX161" fmla="*/ 7262128 w 9585512"/>
                <a:gd name="connsiteY161" fmla="*/ 874403 h 3647461"/>
                <a:gd name="connsiteX162" fmla="*/ 7235631 w 9585512"/>
                <a:gd name="connsiteY162" fmla="*/ 809319 h 3647461"/>
                <a:gd name="connsiteX163" fmla="*/ 7287632 w 9585512"/>
                <a:gd name="connsiteY163" fmla="*/ 864467 h 3647461"/>
                <a:gd name="connsiteX164" fmla="*/ 7307007 w 9585512"/>
                <a:gd name="connsiteY164" fmla="*/ 857014 h 3647461"/>
                <a:gd name="connsiteX165" fmla="*/ 7305682 w 9585512"/>
                <a:gd name="connsiteY165" fmla="*/ 816275 h 3647461"/>
                <a:gd name="connsiteX166" fmla="*/ 7330689 w 9585512"/>
                <a:gd name="connsiteY166" fmla="*/ 847740 h 3647461"/>
                <a:gd name="connsiteX167" fmla="*/ 7356689 w 9585512"/>
                <a:gd name="connsiteY167" fmla="*/ 837638 h 3647461"/>
                <a:gd name="connsiteX168" fmla="*/ 7339631 w 9585512"/>
                <a:gd name="connsiteY168" fmla="*/ 750032 h 3647461"/>
                <a:gd name="connsiteX169" fmla="*/ 7388983 w 9585512"/>
                <a:gd name="connsiteY169" fmla="*/ 825218 h 3647461"/>
                <a:gd name="connsiteX170" fmla="*/ 7397925 w 9585512"/>
                <a:gd name="connsiteY170" fmla="*/ 821740 h 3647461"/>
                <a:gd name="connsiteX171" fmla="*/ 7381862 w 9585512"/>
                <a:gd name="connsiteY171" fmla="*/ 778682 h 3647461"/>
                <a:gd name="connsiteX172" fmla="*/ 7416970 w 9585512"/>
                <a:gd name="connsiteY172" fmla="*/ 814288 h 3647461"/>
                <a:gd name="connsiteX173" fmla="*/ 7428397 w 9585512"/>
                <a:gd name="connsiteY173" fmla="*/ 809982 h 3647461"/>
                <a:gd name="connsiteX174" fmla="*/ 7428728 w 9585512"/>
                <a:gd name="connsiteY174" fmla="*/ 808160 h 3647461"/>
                <a:gd name="connsiteX175" fmla="*/ 7381199 w 9585512"/>
                <a:gd name="connsiteY175" fmla="*/ 754504 h 3647461"/>
                <a:gd name="connsiteX176" fmla="*/ 7449098 w 9585512"/>
                <a:gd name="connsiteY176" fmla="*/ 794581 h 3647461"/>
                <a:gd name="connsiteX177" fmla="*/ 7434525 w 9585512"/>
                <a:gd name="connsiteY177" fmla="*/ 761625 h 3647461"/>
                <a:gd name="connsiteX178" fmla="*/ 7476423 w 9585512"/>
                <a:gd name="connsiteY178" fmla="*/ 791268 h 3647461"/>
                <a:gd name="connsiteX179" fmla="*/ 7480563 w 9585512"/>
                <a:gd name="connsiteY179" fmla="*/ 789778 h 3647461"/>
                <a:gd name="connsiteX180" fmla="*/ 7462015 w 9585512"/>
                <a:gd name="connsiteY180" fmla="*/ 714758 h 3647461"/>
                <a:gd name="connsiteX181" fmla="*/ 7512525 w 9585512"/>
                <a:gd name="connsiteY181" fmla="*/ 771230 h 3647461"/>
                <a:gd name="connsiteX182" fmla="*/ 7498449 w 9585512"/>
                <a:gd name="connsiteY182" fmla="*/ 708796 h 3647461"/>
                <a:gd name="connsiteX183" fmla="*/ 7536704 w 9585512"/>
                <a:gd name="connsiteY183" fmla="*/ 751854 h 3647461"/>
                <a:gd name="connsiteX184" fmla="*/ 7513353 w 9585512"/>
                <a:gd name="connsiteY184" fmla="*/ 669216 h 3647461"/>
                <a:gd name="connsiteX185" fmla="*/ 7565519 w 9585512"/>
                <a:gd name="connsiteY185" fmla="*/ 727841 h 3647461"/>
                <a:gd name="connsiteX186" fmla="*/ 7562704 w 9585512"/>
                <a:gd name="connsiteY186" fmla="*/ 681637 h 3647461"/>
                <a:gd name="connsiteX187" fmla="*/ 7586882 w 9585512"/>
                <a:gd name="connsiteY187" fmla="*/ 728007 h 3647461"/>
                <a:gd name="connsiteX188" fmla="*/ 7613876 w 9585512"/>
                <a:gd name="connsiteY188" fmla="*/ 738440 h 3647461"/>
                <a:gd name="connsiteX189" fmla="*/ 7627953 w 9585512"/>
                <a:gd name="connsiteY189" fmla="*/ 732975 h 3647461"/>
                <a:gd name="connsiteX190" fmla="*/ 7613546 w 9585512"/>
                <a:gd name="connsiteY190" fmla="*/ 715586 h 3647461"/>
                <a:gd name="connsiteX191" fmla="*/ 7573634 w 9585512"/>
                <a:gd name="connsiteY191" fmla="*/ 615726 h 3647461"/>
                <a:gd name="connsiteX192" fmla="*/ 7636068 w 9585512"/>
                <a:gd name="connsiteY192" fmla="*/ 703000 h 3647461"/>
                <a:gd name="connsiteX193" fmla="*/ 7622322 w 9585512"/>
                <a:gd name="connsiteY193" fmla="*/ 666401 h 3647461"/>
                <a:gd name="connsiteX194" fmla="*/ 7664387 w 9585512"/>
                <a:gd name="connsiteY194" fmla="*/ 696707 h 3647461"/>
                <a:gd name="connsiteX195" fmla="*/ 7652463 w 9585512"/>
                <a:gd name="connsiteY195" fmla="*/ 613407 h 3647461"/>
                <a:gd name="connsiteX196" fmla="*/ 7689228 w 9585512"/>
                <a:gd name="connsiteY196" fmla="*/ 682299 h 3647461"/>
                <a:gd name="connsiteX197" fmla="*/ 7698005 w 9585512"/>
                <a:gd name="connsiteY197" fmla="*/ 618044 h 3647461"/>
                <a:gd name="connsiteX198" fmla="*/ 7729470 w 9585512"/>
                <a:gd name="connsiteY198" fmla="*/ 674682 h 3647461"/>
                <a:gd name="connsiteX199" fmla="*/ 7687240 w 9585512"/>
                <a:gd name="connsiteY199" fmla="*/ 571177 h 3647461"/>
                <a:gd name="connsiteX200" fmla="*/ 7750667 w 9585512"/>
                <a:gd name="connsiteY200" fmla="*/ 642719 h 3647461"/>
                <a:gd name="connsiteX201" fmla="*/ 7782463 w 9585512"/>
                <a:gd name="connsiteY201" fmla="*/ 670376 h 3647461"/>
                <a:gd name="connsiteX202" fmla="*/ 7770540 w 9585512"/>
                <a:gd name="connsiteY202" fmla="*/ 653318 h 3647461"/>
                <a:gd name="connsiteX203" fmla="*/ 7756298 w 9585512"/>
                <a:gd name="connsiteY203" fmla="*/ 558922 h 3647461"/>
                <a:gd name="connsiteX204" fmla="*/ 7795216 w 9585512"/>
                <a:gd name="connsiteY204" fmla="*/ 638910 h 3647461"/>
                <a:gd name="connsiteX205" fmla="*/ 7810286 w 9585512"/>
                <a:gd name="connsiteY205" fmla="*/ 571012 h 3647461"/>
                <a:gd name="connsiteX206" fmla="*/ 7831815 w 9585512"/>
                <a:gd name="connsiteY206" fmla="*/ 620694 h 3647461"/>
                <a:gd name="connsiteX207" fmla="*/ 7830656 w 9585512"/>
                <a:gd name="connsiteY207" fmla="*/ 549648 h 3647461"/>
                <a:gd name="connsiteX208" fmla="*/ 7852682 w 9585512"/>
                <a:gd name="connsiteY208" fmla="*/ 597012 h 3647461"/>
                <a:gd name="connsiteX209" fmla="*/ 7865102 w 9585512"/>
                <a:gd name="connsiteY209" fmla="*/ 610757 h 3647461"/>
                <a:gd name="connsiteX210" fmla="*/ 7837611 w 9585512"/>
                <a:gd name="connsiteY210" fmla="*/ 479100 h 3647461"/>
                <a:gd name="connsiteX211" fmla="*/ 7909319 w 9585512"/>
                <a:gd name="connsiteY211" fmla="*/ 589394 h 3647461"/>
                <a:gd name="connsiteX212" fmla="*/ 7930847 w 9585512"/>
                <a:gd name="connsiteY212" fmla="*/ 501622 h 3647461"/>
                <a:gd name="connsiteX213" fmla="*/ 7956682 w 9585512"/>
                <a:gd name="connsiteY213" fmla="*/ 570846 h 3647461"/>
                <a:gd name="connsiteX214" fmla="*/ 8023256 w 9585512"/>
                <a:gd name="connsiteY214" fmla="*/ 556935 h 3647461"/>
                <a:gd name="connsiteX215" fmla="*/ 7957014 w 9585512"/>
                <a:gd name="connsiteY215" fmla="*/ 448463 h 3647461"/>
                <a:gd name="connsiteX216" fmla="*/ 8092314 w 9585512"/>
                <a:gd name="connsiteY216" fmla="*/ 554617 h 3647461"/>
                <a:gd name="connsiteX217" fmla="*/ 8079562 w 9585512"/>
                <a:gd name="connsiteY217" fmla="*/ 440679 h 3647461"/>
                <a:gd name="connsiteX218" fmla="*/ 8140175 w 9585512"/>
                <a:gd name="connsiteY218" fmla="*/ 541368 h 3647461"/>
                <a:gd name="connsiteX219" fmla="*/ 8183563 w 9585512"/>
                <a:gd name="connsiteY219" fmla="*/ 525636 h 3647461"/>
                <a:gd name="connsiteX220" fmla="*/ 8167334 w 9585512"/>
                <a:gd name="connsiteY220" fmla="*/ 462208 h 3647461"/>
                <a:gd name="connsiteX221" fmla="*/ 8183563 w 9585512"/>
                <a:gd name="connsiteY221" fmla="*/ 477444 h 3647461"/>
                <a:gd name="connsiteX222" fmla="*/ 8215194 w 9585512"/>
                <a:gd name="connsiteY222" fmla="*/ 514209 h 3647461"/>
                <a:gd name="connsiteX223" fmla="*/ 8227780 w 9585512"/>
                <a:gd name="connsiteY223" fmla="*/ 509737 h 3647461"/>
                <a:gd name="connsiteX224" fmla="*/ 8195984 w 9585512"/>
                <a:gd name="connsiteY224" fmla="*/ 422793 h 3647461"/>
                <a:gd name="connsiteX225" fmla="*/ 8266863 w 9585512"/>
                <a:gd name="connsiteY225" fmla="*/ 495826 h 3647461"/>
                <a:gd name="connsiteX226" fmla="*/ 8293526 w 9585512"/>
                <a:gd name="connsiteY226" fmla="*/ 486386 h 3647461"/>
                <a:gd name="connsiteX227" fmla="*/ 8293526 w 9585512"/>
                <a:gd name="connsiteY227" fmla="*/ 422793 h 3647461"/>
                <a:gd name="connsiteX228" fmla="*/ 8318202 w 9585512"/>
                <a:gd name="connsiteY228" fmla="*/ 477609 h 3647461"/>
                <a:gd name="connsiteX229" fmla="*/ 8357616 w 9585512"/>
                <a:gd name="connsiteY229" fmla="*/ 463533 h 3647461"/>
                <a:gd name="connsiteX230" fmla="*/ 8353642 w 9585512"/>
                <a:gd name="connsiteY230" fmla="*/ 458730 h 3647461"/>
                <a:gd name="connsiteX231" fmla="*/ 8339399 w 9585512"/>
                <a:gd name="connsiteY231" fmla="*/ 381557 h 3647461"/>
                <a:gd name="connsiteX232" fmla="*/ 8379807 w 9585512"/>
                <a:gd name="connsiteY232" fmla="*/ 455915 h 3647461"/>
                <a:gd name="connsiteX233" fmla="*/ 8416406 w 9585512"/>
                <a:gd name="connsiteY233" fmla="*/ 443163 h 3647461"/>
                <a:gd name="connsiteX234" fmla="*/ 8405641 w 9585512"/>
                <a:gd name="connsiteY234" fmla="*/ 397787 h 3647461"/>
                <a:gd name="connsiteX235" fmla="*/ 8442241 w 9585512"/>
                <a:gd name="connsiteY235" fmla="*/ 434220 h 3647461"/>
                <a:gd name="connsiteX236" fmla="*/ 8453336 w 9585512"/>
                <a:gd name="connsiteY236" fmla="*/ 430412 h 3647461"/>
                <a:gd name="connsiteX237" fmla="*/ 8434292 w 9585512"/>
                <a:gd name="connsiteY237" fmla="*/ 345786 h 3647461"/>
                <a:gd name="connsiteX238" fmla="*/ 8487617 w 9585512"/>
                <a:gd name="connsiteY238" fmla="*/ 418488 h 3647461"/>
                <a:gd name="connsiteX239" fmla="*/ 8527859 w 9585512"/>
                <a:gd name="connsiteY239" fmla="*/ 404742 h 3647461"/>
                <a:gd name="connsiteX240" fmla="*/ 8513121 w 9585512"/>
                <a:gd name="connsiteY240" fmla="*/ 352907 h 3647461"/>
                <a:gd name="connsiteX241" fmla="*/ 8557338 w 9585512"/>
                <a:gd name="connsiteY241" fmla="*/ 394641 h 3647461"/>
                <a:gd name="connsiteX242" fmla="*/ 8543592 w 9585512"/>
                <a:gd name="connsiteY242" fmla="*/ 279544 h 3647461"/>
                <a:gd name="connsiteX243" fmla="*/ 8591452 w 9585512"/>
                <a:gd name="connsiteY243" fmla="*/ 383379 h 3647461"/>
                <a:gd name="connsiteX244" fmla="*/ 8621096 w 9585512"/>
                <a:gd name="connsiteY244" fmla="*/ 373443 h 3647461"/>
                <a:gd name="connsiteX245" fmla="*/ 8613478 w 9585512"/>
                <a:gd name="connsiteY245" fmla="*/ 327901 h 3647461"/>
                <a:gd name="connsiteX246" fmla="*/ 8644447 w 9585512"/>
                <a:gd name="connsiteY246" fmla="*/ 365494 h 3647461"/>
                <a:gd name="connsiteX247" fmla="*/ 8656370 w 9585512"/>
                <a:gd name="connsiteY247" fmla="*/ 304550 h 3647461"/>
                <a:gd name="connsiteX248" fmla="*/ 8689491 w 9585512"/>
                <a:gd name="connsiteY248" fmla="*/ 350755 h 3647461"/>
                <a:gd name="connsiteX249" fmla="*/ 8743645 w 9585512"/>
                <a:gd name="connsiteY249" fmla="*/ 333200 h 3647461"/>
                <a:gd name="connsiteX250" fmla="*/ 8735199 w 9585512"/>
                <a:gd name="connsiteY250" fmla="*/ 258015 h 3647461"/>
                <a:gd name="connsiteX251" fmla="*/ 8776103 w 9585512"/>
                <a:gd name="connsiteY251" fmla="*/ 322436 h 3647461"/>
                <a:gd name="connsiteX252" fmla="*/ 8776103 w 9585512"/>
                <a:gd name="connsiteY252" fmla="*/ 270601 h 3647461"/>
                <a:gd name="connsiteX253" fmla="*/ 8784384 w 9585512"/>
                <a:gd name="connsiteY253" fmla="*/ 284512 h 3647461"/>
                <a:gd name="connsiteX254" fmla="*/ 8814028 w 9585512"/>
                <a:gd name="connsiteY254" fmla="*/ 310347 h 3647461"/>
                <a:gd name="connsiteX255" fmla="*/ 8834231 w 9585512"/>
                <a:gd name="connsiteY255" fmla="*/ 304054 h 3647461"/>
                <a:gd name="connsiteX256" fmla="*/ 8839035 w 9585512"/>
                <a:gd name="connsiteY256" fmla="*/ 266957 h 3647461"/>
                <a:gd name="connsiteX257" fmla="*/ 8857085 w 9585512"/>
                <a:gd name="connsiteY257" fmla="*/ 296933 h 3647461"/>
                <a:gd name="connsiteX258" fmla="*/ 8894844 w 9585512"/>
                <a:gd name="connsiteY258" fmla="*/ 285174 h 3647461"/>
                <a:gd name="connsiteX259" fmla="*/ 8894844 w 9585512"/>
                <a:gd name="connsiteY259" fmla="*/ 284843 h 3647461"/>
                <a:gd name="connsiteX260" fmla="*/ 8874971 w 9585512"/>
                <a:gd name="connsiteY260" fmla="*/ 188294 h 3647461"/>
                <a:gd name="connsiteX261" fmla="*/ 8942539 w 9585512"/>
                <a:gd name="connsiteY261" fmla="*/ 270270 h 3647461"/>
                <a:gd name="connsiteX262" fmla="*/ 8952641 w 9585512"/>
                <a:gd name="connsiteY262" fmla="*/ 267123 h 3647461"/>
                <a:gd name="connsiteX263" fmla="*/ 8955456 w 9585512"/>
                <a:gd name="connsiteY263" fmla="*/ 198893 h 3647461"/>
                <a:gd name="connsiteX264" fmla="*/ 8989571 w 9585512"/>
                <a:gd name="connsiteY264" fmla="*/ 256028 h 3647461"/>
                <a:gd name="connsiteX265" fmla="*/ 9024845 w 9585512"/>
                <a:gd name="connsiteY265" fmla="*/ 245429 h 3647461"/>
                <a:gd name="connsiteX266" fmla="*/ 9025176 w 9585512"/>
                <a:gd name="connsiteY266" fmla="*/ 245098 h 3647461"/>
                <a:gd name="connsiteX267" fmla="*/ 9001991 w 9585512"/>
                <a:gd name="connsiteY267" fmla="*/ 197072 h 3647461"/>
                <a:gd name="connsiteX268" fmla="*/ 9055813 w 9585512"/>
                <a:gd name="connsiteY268" fmla="*/ 235989 h 3647461"/>
                <a:gd name="connsiteX269" fmla="*/ 9064757 w 9585512"/>
                <a:gd name="connsiteY269" fmla="*/ 168919 h 3647461"/>
                <a:gd name="connsiteX270" fmla="*/ 9096221 w 9585512"/>
                <a:gd name="connsiteY270" fmla="*/ 224231 h 3647461"/>
                <a:gd name="connsiteX271" fmla="*/ 9146401 w 9585512"/>
                <a:gd name="connsiteY271" fmla="*/ 209823 h 3647461"/>
                <a:gd name="connsiteX272" fmla="*/ 9134476 w 9585512"/>
                <a:gd name="connsiteY272" fmla="*/ 129007 h 3647461"/>
                <a:gd name="connsiteX273" fmla="*/ 9178197 w 9585512"/>
                <a:gd name="connsiteY273" fmla="*/ 200549 h 3647461"/>
                <a:gd name="connsiteX274" fmla="*/ 9159815 w 9585512"/>
                <a:gd name="connsiteY274" fmla="*/ 68727 h 3647461"/>
                <a:gd name="connsiteX275" fmla="*/ 9215956 w 9585512"/>
                <a:gd name="connsiteY275" fmla="*/ 189785 h 3647461"/>
                <a:gd name="connsiteX276" fmla="*/ 9215790 w 9585512"/>
                <a:gd name="connsiteY276" fmla="*/ 190116 h 3647461"/>
                <a:gd name="connsiteX277" fmla="*/ 9255535 w 9585512"/>
                <a:gd name="connsiteY277" fmla="*/ 178855 h 3647461"/>
                <a:gd name="connsiteX278" fmla="*/ 9247420 w 9585512"/>
                <a:gd name="connsiteY278" fmla="*/ 104001 h 3647461"/>
                <a:gd name="connsiteX279" fmla="*/ 9285344 w 9585512"/>
                <a:gd name="connsiteY279" fmla="*/ 170575 h 3647461"/>
                <a:gd name="connsiteX280" fmla="*/ 9285344 w 9585512"/>
                <a:gd name="connsiteY280" fmla="*/ 114765 h 3647461"/>
                <a:gd name="connsiteX281" fmla="*/ 9309854 w 9585512"/>
                <a:gd name="connsiteY281" fmla="*/ 164282 h 3647461"/>
                <a:gd name="connsiteX282" fmla="*/ 9335523 w 9585512"/>
                <a:gd name="connsiteY282" fmla="*/ 157326 h 3647461"/>
                <a:gd name="connsiteX283" fmla="*/ 9335192 w 9585512"/>
                <a:gd name="connsiteY283" fmla="*/ 95058 h 3647461"/>
                <a:gd name="connsiteX284" fmla="*/ 9367817 w 9585512"/>
                <a:gd name="connsiteY284" fmla="*/ 148715 h 3647461"/>
                <a:gd name="connsiteX285" fmla="*/ 9376427 w 9585512"/>
                <a:gd name="connsiteY285" fmla="*/ 146396 h 3647461"/>
                <a:gd name="connsiteX286" fmla="*/ 9362020 w 9585512"/>
                <a:gd name="connsiteY286" fmla="*/ 55644 h 3647461"/>
                <a:gd name="connsiteX287" fmla="*/ 9414848 w 9585512"/>
                <a:gd name="connsiteY287" fmla="*/ 127683 h 3647461"/>
                <a:gd name="connsiteX288" fmla="*/ 9451614 w 9585512"/>
                <a:gd name="connsiteY288" fmla="*/ 55644 h 3647461"/>
                <a:gd name="connsiteX289" fmla="*/ 9469168 w 9585512"/>
                <a:gd name="connsiteY289" fmla="*/ 122714 h 3647461"/>
                <a:gd name="connsiteX290" fmla="*/ 9512722 w 9585512"/>
                <a:gd name="connsiteY290" fmla="*/ 111784 h 3647461"/>
                <a:gd name="connsiteX291" fmla="*/ 9512557 w 9585512"/>
                <a:gd name="connsiteY291" fmla="*/ 111453 h 3647461"/>
                <a:gd name="connsiteX292" fmla="*/ 9513882 w 9585512"/>
                <a:gd name="connsiteY292" fmla="*/ 55644 h 3647461"/>
                <a:gd name="connsiteX293" fmla="*/ 9535576 w 9585512"/>
                <a:gd name="connsiteY293" fmla="*/ 105988 h 3647461"/>
                <a:gd name="connsiteX294" fmla="*/ 9547169 w 9585512"/>
                <a:gd name="connsiteY294" fmla="*/ 103007 h 3647461"/>
                <a:gd name="connsiteX295" fmla="*/ 9539385 w 9585512"/>
                <a:gd name="connsiteY295" fmla="*/ 0 h 364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</a:cxnLst>
              <a:rect l="l" t="t" r="r" b="b"/>
              <a:pathLst>
                <a:path w="9585512" h="3647461">
                  <a:moveTo>
                    <a:pt x="9539385" y="0"/>
                  </a:moveTo>
                  <a:cubicBezTo>
                    <a:pt x="9539385" y="0"/>
                    <a:pt x="9569194" y="27201"/>
                    <a:pt x="9582352" y="59665"/>
                  </a:cubicBezTo>
                  <a:lnTo>
                    <a:pt x="9585512" y="77595"/>
                  </a:lnTo>
                  <a:lnTo>
                    <a:pt x="9585512" y="3647461"/>
                  </a:lnTo>
                  <a:lnTo>
                    <a:pt x="119469" y="3647461"/>
                  </a:lnTo>
                  <a:lnTo>
                    <a:pt x="49978" y="3441866"/>
                  </a:lnTo>
                  <a:cubicBezTo>
                    <a:pt x="7189" y="3282490"/>
                    <a:pt x="-12642" y="3120196"/>
                    <a:pt x="8555" y="2976780"/>
                  </a:cubicBezTo>
                  <a:cubicBezTo>
                    <a:pt x="33065" y="2809683"/>
                    <a:pt x="113384" y="2668089"/>
                    <a:pt x="277832" y="2586776"/>
                  </a:cubicBezTo>
                  <a:cubicBezTo>
                    <a:pt x="532700" y="2460584"/>
                    <a:pt x="939596" y="2512916"/>
                    <a:pt x="1215828" y="2479298"/>
                  </a:cubicBezTo>
                  <a:cubicBezTo>
                    <a:pt x="1563437" y="2436902"/>
                    <a:pt x="1910217" y="2386226"/>
                    <a:pt x="2256169" y="2327436"/>
                  </a:cubicBezTo>
                  <a:cubicBezTo>
                    <a:pt x="3134216" y="2177893"/>
                    <a:pt x="4005969" y="1974859"/>
                    <a:pt x="4866793" y="1719328"/>
                  </a:cubicBezTo>
                  <a:cubicBezTo>
                    <a:pt x="4895774" y="1711048"/>
                    <a:pt x="4924755" y="1702437"/>
                    <a:pt x="4953571" y="1693659"/>
                  </a:cubicBezTo>
                  <a:cubicBezTo>
                    <a:pt x="4969635" y="1657392"/>
                    <a:pt x="4996629" y="1607875"/>
                    <a:pt x="5035215" y="1573429"/>
                  </a:cubicBezTo>
                  <a:lnTo>
                    <a:pt x="5022297" y="1673124"/>
                  </a:lnTo>
                  <a:lnTo>
                    <a:pt x="5022463" y="1673124"/>
                  </a:lnTo>
                  <a:lnTo>
                    <a:pt x="5067342" y="1612678"/>
                  </a:lnTo>
                  <a:lnTo>
                    <a:pt x="5089865" y="1652258"/>
                  </a:lnTo>
                  <a:cubicBezTo>
                    <a:pt x="5089865" y="1652258"/>
                    <a:pt x="5090196" y="1652092"/>
                    <a:pt x="5090362" y="1652092"/>
                  </a:cubicBezTo>
                  <a:cubicBezTo>
                    <a:pt x="5092018" y="1648780"/>
                    <a:pt x="5104604" y="1622283"/>
                    <a:pt x="5090031" y="1559187"/>
                  </a:cubicBezTo>
                  <a:cubicBezTo>
                    <a:pt x="5090031" y="1559187"/>
                    <a:pt x="5135738" y="1586512"/>
                    <a:pt x="5156936" y="1631391"/>
                  </a:cubicBezTo>
                  <a:lnTo>
                    <a:pt x="5174325" y="1559187"/>
                  </a:lnTo>
                  <a:lnTo>
                    <a:pt x="5198669" y="1618474"/>
                  </a:lnTo>
                  <a:lnTo>
                    <a:pt x="5198834" y="1618474"/>
                  </a:lnTo>
                  <a:cubicBezTo>
                    <a:pt x="5199000" y="1615327"/>
                    <a:pt x="5207280" y="1522753"/>
                    <a:pt x="5249345" y="1484167"/>
                  </a:cubicBezTo>
                  <a:cubicBezTo>
                    <a:pt x="5249345" y="1484167"/>
                    <a:pt x="5243714" y="1566970"/>
                    <a:pt x="5273192" y="1595123"/>
                  </a:cubicBezTo>
                  <a:lnTo>
                    <a:pt x="5273357" y="1595123"/>
                  </a:lnTo>
                  <a:lnTo>
                    <a:pt x="5292237" y="1537658"/>
                  </a:lnTo>
                  <a:lnTo>
                    <a:pt x="5322708" y="1579225"/>
                  </a:lnTo>
                  <a:cubicBezTo>
                    <a:pt x="5322708" y="1579225"/>
                    <a:pt x="5322708" y="1579225"/>
                    <a:pt x="5323039" y="1579059"/>
                  </a:cubicBezTo>
                  <a:cubicBezTo>
                    <a:pt x="5325689" y="1575416"/>
                    <a:pt x="5359142" y="1525403"/>
                    <a:pt x="5338606" y="1484167"/>
                  </a:cubicBezTo>
                  <a:cubicBezTo>
                    <a:pt x="5338606" y="1484167"/>
                    <a:pt x="5370568" y="1510167"/>
                    <a:pt x="5389613" y="1557696"/>
                  </a:cubicBezTo>
                  <a:cubicBezTo>
                    <a:pt x="5389613" y="1557696"/>
                    <a:pt x="5389613" y="1507849"/>
                    <a:pt x="5417435" y="1482014"/>
                  </a:cubicBezTo>
                  <a:cubicBezTo>
                    <a:pt x="5417435" y="1482014"/>
                    <a:pt x="5414785" y="1514473"/>
                    <a:pt x="5436149" y="1542460"/>
                  </a:cubicBezTo>
                  <a:cubicBezTo>
                    <a:pt x="5441283" y="1540804"/>
                    <a:pt x="5446251" y="1539148"/>
                    <a:pt x="5451219" y="1537492"/>
                  </a:cubicBezTo>
                  <a:lnTo>
                    <a:pt x="5453206" y="1482014"/>
                  </a:lnTo>
                  <a:lnTo>
                    <a:pt x="5479869" y="1528053"/>
                  </a:lnTo>
                  <a:lnTo>
                    <a:pt x="5479869" y="1493938"/>
                  </a:lnTo>
                  <a:lnTo>
                    <a:pt x="5491461" y="1524244"/>
                  </a:lnTo>
                  <a:cubicBezTo>
                    <a:pt x="5497755" y="1522256"/>
                    <a:pt x="5504048" y="1520103"/>
                    <a:pt x="5510340" y="1518116"/>
                  </a:cubicBezTo>
                  <a:cubicBezTo>
                    <a:pt x="5515640" y="1512320"/>
                    <a:pt x="5518952" y="1501721"/>
                    <a:pt x="5514812" y="1482014"/>
                  </a:cubicBezTo>
                  <a:cubicBezTo>
                    <a:pt x="5514812" y="1482014"/>
                    <a:pt x="5530379" y="1489135"/>
                    <a:pt x="5544787" y="1506855"/>
                  </a:cubicBezTo>
                  <a:cubicBezTo>
                    <a:pt x="5560022" y="1501721"/>
                    <a:pt x="5575258" y="1496919"/>
                    <a:pt x="5590329" y="1491950"/>
                  </a:cubicBezTo>
                  <a:cubicBezTo>
                    <a:pt x="5590329" y="1491122"/>
                    <a:pt x="5584532" y="1428192"/>
                    <a:pt x="5604239" y="1390599"/>
                  </a:cubicBezTo>
                  <a:cubicBezTo>
                    <a:pt x="5604239" y="1390599"/>
                    <a:pt x="5609870" y="1455351"/>
                    <a:pt x="5635539" y="1476715"/>
                  </a:cubicBezTo>
                  <a:cubicBezTo>
                    <a:pt x="5641832" y="1474562"/>
                    <a:pt x="5648125" y="1472409"/>
                    <a:pt x="5654584" y="1470256"/>
                  </a:cubicBezTo>
                  <a:cubicBezTo>
                    <a:pt x="5657565" y="1453198"/>
                    <a:pt x="5651934" y="1423223"/>
                    <a:pt x="5651934" y="1423223"/>
                  </a:cubicBezTo>
                  <a:lnTo>
                    <a:pt x="5679590" y="1461810"/>
                  </a:lnTo>
                  <a:cubicBezTo>
                    <a:pt x="5679590" y="1461810"/>
                    <a:pt x="5679756" y="1461810"/>
                    <a:pt x="5679922" y="1461644"/>
                  </a:cubicBezTo>
                  <a:cubicBezTo>
                    <a:pt x="5681246" y="1459823"/>
                    <a:pt x="5705260" y="1423555"/>
                    <a:pt x="5691680" y="1390599"/>
                  </a:cubicBezTo>
                  <a:cubicBezTo>
                    <a:pt x="5691680" y="1390599"/>
                    <a:pt x="5709400" y="1408485"/>
                    <a:pt x="5720661" y="1447899"/>
                  </a:cubicBezTo>
                  <a:cubicBezTo>
                    <a:pt x="5736725" y="1442434"/>
                    <a:pt x="5752623" y="1437134"/>
                    <a:pt x="5768521" y="1431670"/>
                  </a:cubicBezTo>
                  <a:cubicBezTo>
                    <a:pt x="5768521" y="1430676"/>
                    <a:pt x="5767527" y="1398051"/>
                    <a:pt x="5781107" y="1368739"/>
                  </a:cubicBezTo>
                  <a:cubicBezTo>
                    <a:pt x="5781107" y="1368739"/>
                    <a:pt x="5789222" y="1405172"/>
                    <a:pt x="5805286" y="1419249"/>
                  </a:cubicBezTo>
                  <a:cubicBezTo>
                    <a:pt x="5807604" y="1418586"/>
                    <a:pt x="5809923" y="1417759"/>
                    <a:pt x="5812076" y="1416930"/>
                  </a:cubicBezTo>
                  <a:lnTo>
                    <a:pt x="5818866" y="1380662"/>
                  </a:lnTo>
                  <a:lnTo>
                    <a:pt x="5836917" y="1408319"/>
                  </a:lnTo>
                  <a:cubicBezTo>
                    <a:pt x="5836917" y="1408319"/>
                    <a:pt x="5854637" y="1375032"/>
                    <a:pt x="5850662" y="1343236"/>
                  </a:cubicBezTo>
                  <a:cubicBezTo>
                    <a:pt x="5850662" y="1343236"/>
                    <a:pt x="5874841" y="1364268"/>
                    <a:pt x="5877822" y="1394077"/>
                  </a:cubicBezTo>
                  <a:lnTo>
                    <a:pt x="5877987" y="1394077"/>
                  </a:lnTo>
                  <a:lnTo>
                    <a:pt x="5896370" y="1356816"/>
                  </a:lnTo>
                  <a:lnTo>
                    <a:pt x="5909784" y="1382981"/>
                  </a:lnTo>
                  <a:cubicBezTo>
                    <a:pt x="5909784" y="1382981"/>
                    <a:pt x="5909784" y="1382815"/>
                    <a:pt x="5910115" y="1382815"/>
                  </a:cubicBezTo>
                  <a:cubicBezTo>
                    <a:pt x="5912433" y="1379007"/>
                    <a:pt x="5939593" y="1333465"/>
                    <a:pt x="5926179" y="1299184"/>
                  </a:cubicBezTo>
                  <a:cubicBezTo>
                    <a:pt x="5926179" y="1299184"/>
                    <a:pt x="5952179" y="1330815"/>
                    <a:pt x="5951186" y="1368408"/>
                  </a:cubicBezTo>
                  <a:cubicBezTo>
                    <a:pt x="5963275" y="1364268"/>
                    <a:pt x="5975364" y="1359962"/>
                    <a:pt x="5987454" y="1355821"/>
                  </a:cubicBezTo>
                  <a:cubicBezTo>
                    <a:pt x="5987454" y="1354663"/>
                    <a:pt x="5986128" y="1334293"/>
                    <a:pt x="5995900" y="1311108"/>
                  </a:cubicBezTo>
                  <a:cubicBezTo>
                    <a:pt x="5995900" y="1311108"/>
                    <a:pt x="5997721" y="1317070"/>
                    <a:pt x="6001033" y="1324522"/>
                  </a:cubicBezTo>
                  <a:cubicBezTo>
                    <a:pt x="6004511" y="1331975"/>
                    <a:pt x="6009314" y="1340586"/>
                    <a:pt x="6015441" y="1346051"/>
                  </a:cubicBezTo>
                  <a:cubicBezTo>
                    <a:pt x="6015275" y="1345057"/>
                    <a:pt x="6007823" y="1283120"/>
                    <a:pt x="6029683" y="1259439"/>
                  </a:cubicBezTo>
                  <a:cubicBezTo>
                    <a:pt x="6029683" y="1259439"/>
                    <a:pt x="6034651" y="1302828"/>
                    <a:pt x="6063798" y="1328662"/>
                  </a:cubicBezTo>
                  <a:cubicBezTo>
                    <a:pt x="6072244" y="1325681"/>
                    <a:pt x="6080524" y="1322700"/>
                    <a:pt x="6088971" y="1319719"/>
                  </a:cubicBezTo>
                  <a:cubicBezTo>
                    <a:pt x="6089301" y="1318229"/>
                    <a:pt x="6098244" y="1280802"/>
                    <a:pt x="6088805" y="1259439"/>
                  </a:cubicBezTo>
                  <a:cubicBezTo>
                    <a:pt x="6088805" y="1259439"/>
                    <a:pt x="6124907" y="1279974"/>
                    <a:pt x="6126066" y="1306305"/>
                  </a:cubicBezTo>
                  <a:lnTo>
                    <a:pt x="6126232" y="1306305"/>
                  </a:lnTo>
                  <a:cubicBezTo>
                    <a:pt x="6126232" y="1306305"/>
                    <a:pt x="6144946" y="1269375"/>
                    <a:pt x="6144946" y="1269375"/>
                  </a:cubicBezTo>
                  <a:lnTo>
                    <a:pt x="6156869" y="1295210"/>
                  </a:lnTo>
                  <a:lnTo>
                    <a:pt x="6157035" y="1295210"/>
                  </a:lnTo>
                  <a:cubicBezTo>
                    <a:pt x="6157697" y="1293222"/>
                    <a:pt x="6166474" y="1270203"/>
                    <a:pt x="6156869" y="1241553"/>
                  </a:cubicBezTo>
                  <a:cubicBezTo>
                    <a:pt x="6156869" y="1241553"/>
                    <a:pt x="6188831" y="1252649"/>
                    <a:pt x="6188831" y="1283617"/>
                  </a:cubicBezTo>
                  <a:lnTo>
                    <a:pt x="6188997" y="1283617"/>
                  </a:lnTo>
                  <a:lnTo>
                    <a:pt x="6204564" y="1241553"/>
                  </a:lnTo>
                  <a:lnTo>
                    <a:pt x="6214169" y="1274509"/>
                  </a:lnTo>
                  <a:lnTo>
                    <a:pt x="6222449" y="1207769"/>
                  </a:lnTo>
                  <a:lnTo>
                    <a:pt x="6245137" y="1263247"/>
                  </a:lnTo>
                  <a:cubicBezTo>
                    <a:pt x="6245137" y="1263247"/>
                    <a:pt x="6252258" y="1222177"/>
                    <a:pt x="6281902" y="1197170"/>
                  </a:cubicBezTo>
                  <a:cubicBezTo>
                    <a:pt x="6280578" y="1199820"/>
                    <a:pt x="6264845" y="1232611"/>
                    <a:pt x="6282067" y="1249668"/>
                  </a:cubicBezTo>
                  <a:cubicBezTo>
                    <a:pt x="6282067" y="1249668"/>
                    <a:pt x="6283393" y="1248177"/>
                    <a:pt x="6285380" y="1245196"/>
                  </a:cubicBezTo>
                  <a:cubicBezTo>
                    <a:pt x="6294322" y="1232611"/>
                    <a:pt x="6315851" y="1195183"/>
                    <a:pt x="6294156" y="1150966"/>
                  </a:cubicBezTo>
                  <a:cubicBezTo>
                    <a:pt x="6297469" y="1156597"/>
                    <a:pt x="6324131" y="1201807"/>
                    <a:pt x="6324131" y="1233769"/>
                  </a:cubicBezTo>
                  <a:lnTo>
                    <a:pt x="6324131" y="1234101"/>
                  </a:lnTo>
                  <a:lnTo>
                    <a:pt x="6339698" y="1197005"/>
                  </a:lnTo>
                  <a:lnTo>
                    <a:pt x="6339698" y="1228305"/>
                  </a:lnTo>
                  <a:lnTo>
                    <a:pt x="6339864" y="1228305"/>
                  </a:lnTo>
                  <a:cubicBezTo>
                    <a:pt x="6341023" y="1227145"/>
                    <a:pt x="6372323" y="1198827"/>
                    <a:pt x="6361393" y="1166533"/>
                  </a:cubicBezTo>
                  <a:cubicBezTo>
                    <a:pt x="6362884" y="1169183"/>
                    <a:pt x="6374973" y="1191043"/>
                    <a:pt x="6374973" y="1213234"/>
                  </a:cubicBezTo>
                  <a:lnTo>
                    <a:pt x="6374973" y="1215221"/>
                  </a:lnTo>
                  <a:lnTo>
                    <a:pt x="6387063" y="1182100"/>
                  </a:lnTo>
                  <a:lnTo>
                    <a:pt x="6402298" y="1204954"/>
                  </a:lnTo>
                  <a:cubicBezTo>
                    <a:pt x="6402298" y="1204954"/>
                    <a:pt x="6401470" y="1146164"/>
                    <a:pt x="6428795" y="1127615"/>
                  </a:cubicBezTo>
                  <a:cubicBezTo>
                    <a:pt x="6428795" y="1127615"/>
                    <a:pt x="6421840" y="1168023"/>
                    <a:pt x="6441381" y="1190215"/>
                  </a:cubicBezTo>
                  <a:cubicBezTo>
                    <a:pt x="6443866" y="1189387"/>
                    <a:pt x="6446349" y="1188393"/>
                    <a:pt x="6448834" y="1187565"/>
                  </a:cubicBezTo>
                  <a:lnTo>
                    <a:pt x="6448834" y="1160571"/>
                  </a:lnTo>
                  <a:lnTo>
                    <a:pt x="6458935" y="1183756"/>
                  </a:lnTo>
                  <a:cubicBezTo>
                    <a:pt x="6458935" y="1183756"/>
                    <a:pt x="6483114" y="1152125"/>
                    <a:pt x="6473343" y="1127947"/>
                  </a:cubicBezTo>
                  <a:cubicBezTo>
                    <a:pt x="6474337" y="1129106"/>
                    <a:pt x="6478146" y="1134074"/>
                    <a:pt x="6482121" y="1141361"/>
                  </a:cubicBezTo>
                  <a:cubicBezTo>
                    <a:pt x="6486757" y="1149476"/>
                    <a:pt x="6491395" y="1160406"/>
                    <a:pt x="6491560" y="1171502"/>
                  </a:cubicBezTo>
                  <a:lnTo>
                    <a:pt x="6501994" y="1143845"/>
                  </a:lnTo>
                  <a:lnTo>
                    <a:pt x="6514579" y="1162724"/>
                  </a:lnTo>
                  <a:cubicBezTo>
                    <a:pt x="6514579" y="1162724"/>
                    <a:pt x="6510274" y="1110227"/>
                    <a:pt x="6532630" y="1094494"/>
                  </a:cubicBezTo>
                  <a:cubicBezTo>
                    <a:pt x="6532630" y="1094494"/>
                    <a:pt x="6527993" y="1139042"/>
                    <a:pt x="6548694" y="1149807"/>
                  </a:cubicBezTo>
                  <a:cubicBezTo>
                    <a:pt x="6553497" y="1147985"/>
                    <a:pt x="6558299" y="1146164"/>
                    <a:pt x="6563267" y="1144342"/>
                  </a:cubicBezTo>
                  <a:cubicBezTo>
                    <a:pt x="6570058" y="1131921"/>
                    <a:pt x="6570886" y="1107411"/>
                    <a:pt x="6570886" y="1107411"/>
                  </a:cubicBezTo>
                  <a:cubicBezTo>
                    <a:pt x="6570886" y="1107411"/>
                    <a:pt x="6584134" y="1119501"/>
                    <a:pt x="6587280" y="1135234"/>
                  </a:cubicBezTo>
                  <a:cubicBezTo>
                    <a:pt x="6594071" y="1132584"/>
                    <a:pt x="6600695" y="1130100"/>
                    <a:pt x="6607485" y="1127450"/>
                  </a:cubicBezTo>
                  <a:cubicBezTo>
                    <a:pt x="6607485" y="1127450"/>
                    <a:pt x="6613778" y="1101616"/>
                    <a:pt x="6598045" y="1077271"/>
                  </a:cubicBezTo>
                  <a:cubicBezTo>
                    <a:pt x="6598045" y="1077271"/>
                    <a:pt x="6621065" y="1088864"/>
                    <a:pt x="6622389" y="1121820"/>
                  </a:cubicBezTo>
                  <a:cubicBezTo>
                    <a:pt x="6631167" y="1118507"/>
                    <a:pt x="6639943" y="1115030"/>
                    <a:pt x="6648721" y="1111717"/>
                  </a:cubicBezTo>
                  <a:cubicBezTo>
                    <a:pt x="6648721" y="1111386"/>
                    <a:pt x="6631829" y="1071475"/>
                    <a:pt x="6648721" y="1032888"/>
                  </a:cubicBezTo>
                  <a:cubicBezTo>
                    <a:pt x="6648721" y="1032888"/>
                    <a:pt x="6655842" y="1083564"/>
                    <a:pt x="6680021" y="1099794"/>
                  </a:cubicBezTo>
                  <a:cubicBezTo>
                    <a:pt x="6683664" y="1098469"/>
                    <a:pt x="6687142" y="1096979"/>
                    <a:pt x="6690785" y="1095653"/>
                  </a:cubicBezTo>
                  <a:cubicBezTo>
                    <a:pt x="6690785" y="1082405"/>
                    <a:pt x="6680021" y="1054418"/>
                    <a:pt x="6680021" y="1054418"/>
                  </a:cubicBezTo>
                  <a:cubicBezTo>
                    <a:pt x="6680021" y="1054418"/>
                    <a:pt x="6702377" y="1072634"/>
                    <a:pt x="6706517" y="1089692"/>
                  </a:cubicBezTo>
                  <a:cubicBezTo>
                    <a:pt x="6719600" y="1084723"/>
                    <a:pt x="6732518" y="1079590"/>
                    <a:pt x="6745435" y="1074622"/>
                  </a:cubicBezTo>
                  <a:cubicBezTo>
                    <a:pt x="6753384" y="1057895"/>
                    <a:pt x="6753384" y="1033882"/>
                    <a:pt x="6730033" y="1004073"/>
                  </a:cubicBezTo>
                  <a:cubicBezTo>
                    <a:pt x="6730033" y="1004073"/>
                    <a:pt x="6768620" y="1034379"/>
                    <a:pt x="6773919" y="1063691"/>
                  </a:cubicBezTo>
                  <a:cubicBezTo>
                    <a:pt x="6775245" y="1063195"/>
                    <a:pt x="6776403" y="1062698"/>
                    <a:pt x="6777728" y="1062201"/>
                  </a:cubicBezTo>
                  <a:lnTo>
                    <a:pt x="6787499" y="1032888"/>
                  </a:lnTo>
                  <a:lnTo>
                    <a:pt x="6802569" y="1052596"/>
                  </a:lnTo>
                  <a:lnTo>
                    <a:pt x="6802569" y="1004073"/>
                  </a:lnTo>
                  <a:lnTo>
                    <a:pt x="6828073" y="1042825"/>
                  </a:lnTo>
                  <a:cubicBezTo>
                    <a:pt x="6828073" y="1042825"/>
                    <a:pt x="6821945" y="999767"/>
                    <a:pt x="6846290" y="976914"/>
                  </a:cubicBezTo>
                  <a:cubicBezTo>
                    <a:pt x="6846290" y="976914"/>
                    <a:pt x="6837512" y="1004570"/>
                    <a:pt x="6871958" y="1025933"/>
                  </a:cubicBezTo>
                  <a:cubicBezTo>
                    <a:pt x="6879742" y="1022787"/>
                    <a:pt x="6887525" y="1019806"/>
                    <a:pt x="6895309" y="1016825"/>
                  </a:cubicBezTo>
                  <a:cubicBezTo>
                    <a:pt x="6897627" y="1003245"/>
                    <a:pt x="6893653" y="984035"/>
                    <a:pt x="6893653" y="984035"/>
                  </a:cubicBezTo>
                  <a:lnTo>
                    <a:pt x="6912698" y="1010035"/>
                  </a:lnTo>
                  <a:cubicBezTo>
                    <a:pt x="6912698" y="1010035"/>
                    <a:pt x="6936711" y="989831"/>
                    <a:pt x="6923793" y="951079"/>
                  </a:cubicBezTo>
                  <a:cubicBezTo>
                    <a:pt x="6923793" y="951079"/>
                    <a:pt x="6940686" y="965321"/>
                    <a:pt x="6943004" y="998442"/>
                  </a:cubicBezTo>
                  <a:cubicBezTo>
                    <a:pt x="6951947" y="994965"/>
                    <a:pt x="6960723" y="991487"/>
                    <a:pt x="6969667" y="988009"/>
                  </a:cubicBezTo>
                  <a:lnTo>
                    <a:pt x="6969667" y="943792"/>
                  </a:lnTo>
                  <a:cubicBezTo>
                    <a:pt x="6969667" y="943792"/>
                    <a:pt x="6991195" y="959194"/>
                    <a:pt x="6989704" y="980226"/>
                  </a:cubicBezTo>
                  <a:lnTo>
                    <a:pt x="6989870" y="980226"/>
                  </a:lnTo>
                  <a:cubicBezTo>
                    <a:pt x="6989870" y="980226"/>
                    <a:pt x="7012558" y="949754"/>
                    <a:pt x="7001463" y="919779"/>
                  </a:cubicBezTo>
                  <a:cubicBezTo>
                    <a:pt x="7003284" y="922263"/>
                    <a:pt x="7017692" y="943461"/>
                    <a:pt x="7021004" y="968137"/>
                  </a:cubicBezTo>
                  <a:cubicBezTo>
                    <a:pt x="7031106" y="964162"/>
                    <a:pt x="7041209" y="960187"/>
                    <a:pt x="7051311" y="956378"/>
                  </a:cubicBezTo>
                  <a:cubicBezTo>
                    <a:pt x="7051311" y="956378"/>
                    <a:pt x="7041539" y="925244"/>
                    <a:pt x="7057272" y="906531"/>
                  </a:cubicBezTo>
                  <a:cubicBezTo>
                    <a:pt x="7057272" y="906531"/>
                    <a:pt x="7062903" y="933193"/>
                    <a:pt x="7078635" y="945614"/>
                  </a:cubicBezTo>
                  <a:cubicBezTo>
                    <a:pt x="7086088" y="942799"/>
                    <a:pt x="7093374" y="939983"/>
                    <a:pt x="7100661" y="937168"/>
                  </a:cubicBezTo>
                  <a:lnTo>
                    <a:pt x="7085922" y="899409"/>
                  </a:lnTo>
                  <a:cubicBezTo>
                    <a:pt x="7085922" y="899409"/>
                    <a:pt x="7115235" y="914480"/>
                    <a:pt x="7115732" y="931372"/>
                  </a:cubicBezTo>
                  <a:cubicBezTo>
                    <a:pt x="7119209" y="929881"/>
                    <a:pt x="7122853" y="928556"/>
                    <a:pt x="7126330" y="927232"/>
                  </a:cubicBezTo>
                  <a:cubicBezTo>
                    <a:pt x="7132955" y="915142"/>
                    <a:pt x="7136597" y="891626"/>
                    <a:pt x="7115732" y="867779"/>
                  </a:cubicBezTo>
                  <a:cubicBezTo>
                    <a:pt x="7115732" y="867779"/>
                    <a:pt x="7152000" y="888148"/>
                    <a:pt x="7158293" y="914811"/>
                  </a:cubicBezTo>
                  <a:cubicBezTo>
                    <a:pt x="7160942" y="913818"/>
                    <a:pt x="7163591" y="912658"/>
                    <a:pt x="7166076" y="911665"/>
                  </a:cubicBezTo>
                  <a:lnTo>
                    <a:pt x="7179159" y="886492"/>
                  </a:lnTo>
                  <a:lnTo>
                    <a:pt x="7193732" y="900900"/>
                  </a:lnTo>
                  <a:cubicBezTo>
                    <a:pt x="7196051" y="900072"/>
                    <a:pt x="7198369" y="899078"/>
                    <a:pt x="7200688" y="898251"/>
                  </a:cubicBezTo>
                  <a:lnTo>
                    <a:pt x="7200688" y="867779"/>
                  </a:lnTo>
                  <a:lnTo>
                    <a:pt x="7218077" y="891461"/>
                  </a:lnTo>
                  <a:cubicBezTo>
                    <a:pt x="7218077" y="891461"/>
                    <a:pt x="7220892" y="862148"/>
                    <a:pt x="7236625" y="841944"/>
                  </a:cubicBezTo>
                  <a:lnTo>
                    <a:pt x="7236625" y="843103"/>
                  </a:lnTo>
                  <a:cubicBezTo>
                    <a:pt x="7236625" y="847243"/>
                    <a:pt x="7237618" y="863307"/>
                    <a:pt x="7253019" y="877881"/>
                  </a:cubicBezTo>
                  <a:cubicBezTo>
                    <a:pt x="7256166" y="876721"/>
                    <a:pt x="7259147" y="875562"/>
                    <a:pt x="7262128" y="874403"/>
                  </a:cubicBezTo>
                  <a:cubicBezTo>
                    <a:pt x="7264612" y="859499"/>
                    <a:pt x="7254841" y="820912"/>
                    <a:pt x="7235631" y="809319"/>
                  </a:cubicBezTo>
                  <a:cubicBezTo>
                    <a:pt x="7240267" y="811804"/>
                    <a:pt x="7278026" y="833829"/>
                    <a:pt x="7287632" y="864467"/>
                  </a:cubicBezTo>
                  <a:cubicBezTo>
                    <a:pt x="7294090" y="861983"/>
                    <a:pt x="7300548" y="859499"/>
                    <a:pt x="7307007" y="857014"/>
                  </a:cubicBezTo>
                  <a:cubicBezTo>
                    <a:pt x="7310484" y="841779"/>
                    <a:pt x="7311479" y="824059"/>
                    <a:pt x="7305682" y="816275"/>
                  </a:cubicBezTo>
                  <a:cubicBezTo>
                    <a:pt x="7307835" y="817765"/>
                    <a:pt x="7324727" y="830020"/>
                    <a:pt x="7330689" y="847740"/>
                  </a:cubicBezTo>
                  <a:cubicBezTo>
                    <a:pt x="7339301" y="844428"/>
                    <a:pt x="7347912" y="841116"/>
                    <a:pt x="7356689" y="837638"/>
                  </a:cubicBezTo>
                  <a:cubicBezTo>
                    <a:pt x="7334829" y="803689"/>
                    <a:pt x="7339631" y="750032"/>
                    <a:pt x="7339631" y="750032"/>
                  </a:cubicBezTo>
                  <a:cubicBezTo>
                    <a:pt x="7347250" y="789944"/>
                    <a:pt x="7372919" y="813791"/>
                    <a:pt x="7388983" y="825218"/>
                  </a:cubicBezTo>
                  <a:lnTo>
                    <a:pt x="7397925" y="821740"/>
                  </a:lnTo>
                  <a:lnTo>
                    <a:pt x="7381862" y="778682"/>
                  </a:lnTo>
                  <a:cubicBezTo>
                    <a:pt x="7384345" y="781829"/>
                    <a:pt x="7403887" y="806835"/>
                    <a:pt x="7416970" y="814288"/>
                  </a:cubicBezTo>
                  <a:cubicBezTo>
                    <a:pt x="7420779" y="812797"/>
                    <a:pt x="7424588" y="811307"/>
                    <a:pt x="7428397" y="809982"/>
                  </a:cubicBezTo>
                  <a:cubicBezTo>
                    <a:pt x="7428562" y="809319"/>
                    <a:pt x="7428728" y="808823"/>
                    <a:pt x="7428728" y="808160"/>
                  </a:cubicBezTo>
                  <a:cubicBezTo>
                    <a:pt x="7430549" y="778351"/>
                    <a:pt x="7381199" y="754504"/>
                    <a:pt x="7381199" y="754504"/>
                  </a:cubicBezTo>
                  <a:cubicBezTo>
                    <a:pt x="7421275" y="744899"/>
                    <a:pt x="7445620" y="787956"/>
                    <a:pt x="7449098" y="794581"/>
                  </a:cubicBezTo>
                  <a:lnTo>
                    <a:pt x="7434525" y="761625"/>
                  </a:lnTo>
                  <a:lnTo>
                    <a:pt x="7476423" y="791268"/>
                  </a:lnTo>
                  <a:cubicBezTo>
                    <a:pt x="7477914" y="790771"/>
                    <a:pt x="7479238" y="790275"/>
                    <a:pt x="7480563" y="789778"/>
                  </a:cubicBezTo>
                  <a:cubicBezTo>
                    <a:pt x="7461021" y="760466"/>
                    <a:pt x="7462015" y="714758"/>
                    <a:pt x="7462015" y="714758"/>
                  </a:cubicBezTo>
                  <a:cubicBezTo>
                    <a:pt x="7477582" y="764772"/>
                    <a:pt x="7512525" y="771230"/>
                    <a:pt x="7512525" y="771230"/>
                  </a:cubicBezTo>
                  <a:cubicBezTo>
                    <a:pt x="7489837" y="752020"/>
                    <a:pt x="7498449" y="708796"/>
                    <a:pt x="7498449" y="708796"/>
                  </a:cubicBezTo>
                  <a:cubicBezTo>
                    <a:pt x="7498449" y="708796"/>
                    <a:pt x="7518322" y="775701"/>
                    <a:pt x="7536704" y="751854"/>
                  </a:cubicBezTo>
                  <a:cubicBezTo>
                    <a:pt x="7554920" y="728007"/>
                    <a:pt x="7513353" y="669216"/>
                    <a:pt x="7513353" y="669216"/>
                  </a:cubicBezTo>
                  <a:cubicBezTo>
                    <a:pt x="7546806" y="686439"/>
                    <a:pt x="7565519" y="727841"/>
                    <a:pt x="7565519" y="727841"/>
                  </a:cubicBezTo>
                  <a:lnTo>
                    <a:pt x="7562704" y="681637"/>
                  </a:lnTo>
                  <a:lnTo>
                    <a:pt x="7586882" y="728007"/>
                  </a:lnTo>
                  <a:cubicBezTo>
                    <a:pt x="7586882" y="728007"/>
                    <a:pt x="7601621" y="734962"/>
                    <a:pt x="7613876" y="738440"/>
                  </a:cubicBezTo>
                  <a:cubicBezTo>
                    <a:pt x="7618514" y="736618"/>
                    <a:pt x="7623316" y="734796"/>
                    <a:pt x="7627953" y="732975"/>
                  </a:cubicBezTo>
                  <a:cubicBezTo>
                    <a:pt x="7625966" y="729166"/>
                    <a:pt x="7621494" y="723701"/>
                    <a:pt x="7613546" y="715586"/>
                  </a:cubicBezTo>
                  <a:cubicBezTo>
                    <a:pt x="7565519" y="667892"/>
                    <a:pt x="7573634" y="615726"/>
                    <a:pt x="7573634" y="615726"/>
                  </a:cubicBezTo>
                  <a:cubicBezTo>
                    <a:pt x="7585888" y="678159"/>
                    <a:pt x="7636068" y="703000"/>
                    <a:pt x="7636068" y="703000"/>
                  </a:cubicBezTo>
                  <a:lnTo>
                    <a:pt x="7622322" y="666401"/>
                  </a:lnTo>
                  <a:lnTo>
                    <a:pt x="7664387" y="696707"/>
                  </a:lnTo>
                  <a:cubicBezTo>
                    <a:pt x="7640208" y="667395"/>
                    <a:pt x="7652463" y="613407"/>
                    <a:pt x="7652463" y="613407"/>
                  </a:cubicBezTo>
                  <a:cubicBezTo>
                    <a:pt x="7652794" y="658286"/>
                    <a:pt x="7689228" y="682299"/>
                    <a:pt x="7689228" y="682299"/>
                  </a:cubicBezTo>
                  <a:cubicBezTo>
                    <a:pt x="7679954" y="652821"/>
                    <a:pt x="7698005" y="618044"/>
                    <a:pt x="7698005" y="618044"/>
                  </a:cubicBezTo>
                  <a:cubicBezTo>
                    <a:pt x="7698005" y="618044"/>
                    <a:pt x="7710093" y="714427"/>
                    <a:pt x="7729470" y="674682"/>
                  </a:cubicBezTo>
                  <a:cubicBezTo>
                    <a:pt x="7748680" y="635101"/>
                    <a:pt x="7687240" y="571177"/>
                    <a:pt x="7687240" y="571177"/>
                  </a:cubicBezTo>
                  <a:cubicBezTo>
                    <a:pt x="7731292" y="575483"/>
                    <a:pt x="7750667" y="642719"/>
                    <a:pt x="7750667" y="642719"/>
                  </a:cubicBezTo>
                  <a:cubicBezTo>
                    <a:pt x="7750667" y="642719"/>
                    <a:pt x="7768056" y="656961"/>
                    <a:pt x="7782463" y="670376"/>
                  </a:cubicBezTo>
                  <a:cubicBezTo>
                    <a:pt x="7779318" y="665573"/>
                    <a:pt x="7775674" y="660108"/>
                    <a:pt x="7770540" y="653318"/>
                  </a:cubicBezTo>
                  <a:cubicBezTo>
                    <a:pt x="7740068" y="612579"/>
                    <a:pt x="7756298" y="558922"/>
                    <a:pt x="7756298" y="558922"/>
                  </a:cubicBezTo>
                  <a:cubicBezTo>
                    <a:pt x="7756629" y="618706"/>
                    <a:pt x="7795216" y="638910"/>
                    <a:pt x="7795216" y="638910"/>
                  </a:cubicBezTo>
                  <a:cubicBezTo>
                    <a:pt x="7788426" y="603636"/>
                    <a:pt x="7810286" y="571012"/>
                    <a:pt x="7810286" y="571012"/>
                  </a:cubicBezTo>
                  <a:cubicBezTo>
                    <a:pt x="7810286" y="571012"/>
                    <a:pt x="7810451" y="634770"/>
                    <a:pt x="7831815" y="620694"/>
                  </a:cubicBezTo>
                  <a:cubicBezTo>
                    <a:pt x="7852184" y="607279"/>
                    <a:pt x="7832311" y="554120"/>
                    <a:pt x="7830656" y="549648"/>
                  </a:cubicBezTo>
                  <a:cubicBezTo>
                    <a:pt x="7852350" y="572171"/>
                    <a:pt x="7852682" y="595687"/>
                    <a:pt x="7852682" y="597012"/>
                  </a:cubicBezTo>
                  <a:cubicBezTo>
                    <a:pt x="7852682" y="597012"/>
                    <a:pt x="7835955" y="659280"/>
                    <a:pt x="7865102" y="610757"/>
                  </a:cubicBezTo>
                  <a:cubicBezTo>
                    <a:pt x="7894083" y="562400"/>
                    <a:pt x="7837611" y="479100"/>
                    <a:pt x="7837611" y="479100"/>
                  </a:cubicBezTo>
                  <a:cubicBezTo>
                    <a:pt x="7921077" y="516030"/>
                    <a:pt x="7909319" y="589394"/>
                    <a:pt x="7909319" y="589394"/>
                  </a:cubicBezTo>
                  <a:cubicBezTo>
                    <a:pt x="7946580" y="557432"/>
                    <a:pt x="7930847" y="501622"/>
                    <a:pt x="7930847" y="501622"/>
                  </a:cubicBezTo>
                  <a:cubicBezTo>
                    <a:pt x="7966288" y="541534"/>
                    <a:pt x="7956682" y="570846"/>
                    <a:pt x="7956682" y="570846"/>
                  </a:cubicBezTo>
                  <a:cubicBezTo>
                    <a:pt x="7956682" y="570846"/>
                    <a:pt x="8081715" y="593203"/>
                    <a:pt x="8023256" y="556935"/>
                  </a:cubicBezTo>
                  <a:cubicBezTo>
                    <a:pt x="7964631" y="520502"/>
                    <a:pt x="7957014" y="448463"/>
                    <a:pt x="7957014" y="448463"/>
                  </a:cubicBezTo>
                  <a:cubicBezTo>
                    <a:pt x="7975561" y="489202"/>
                    <a:pt x="8051740" y="533419"/>
                    <a:pt x="8092314" y="554617"/>
                  </a:cubicBezTo>
                  <a:cubicBezTo>
                    <a:pt x="8099932" y="530604"/>
                    <a:pt x="8109206" y="482081"/>
                    <a:pt x="8079562" y="440679"/>
                  </a:cubicBezTo>
                  <a:cubicBezTo>
                    <a:pt x="8079562" y="440679"/>
                    <a:pt x="8133716" y="496323"/>
                    <a:pt x="8140175" y="541368"/>
                  </a:cubicBezTo>
                  <a:cubicBezTo>
                    <a:pt x="8154748" y="536234"/>
                    <a:pt x="8169156" y="530935"/>
                    <a:pt x="8183563" y="525636"/>
                  </a:cubicBezTo>
                  <a:lnTo>
                    <a:pt x="8167334" y="462208"/>
                  </a:lnTo>
                  <a:cubicBezTo>
                    <a:pt x="8167334" y="462208"/>
                    <a:pt x="8174289" y="468004"/>
                    <a:pt x="8183563" y="477444"/>
                  </a:cubicBezTo>
                  <a:cubicBezTo>
                    <a:pt x="8193003" y="486884"/>
                    <a:pt x="8205092" y="499966"/>
                    <a:pt x="8215194" y="514209"/>
                  </a:cubicBezTo>
                  <a:cubicBezTo>
                    <a:pt x="8219334" y="512718"/>
                    <a:pt x="8223474" y="511227"/>
                    <a:pt x="8227780" y="509737"/>
                  </a:cubicBezTo>
                  <a:cubicBezTo>
                    <a:pt x="8231424" y="488539"/>
                    <a:pt x="8222812" y="438692"/>
                    <a:pt x="8195984" y="422793"/>
                  </a:cubicBezTo>
                  <a:cubicBezTo>
                    <a:pt x="8195984" y="422793"/>
                    <a:pt x="8258914" y="440844"/>
                    <a:pt x="8266863" y="495826"/>
                  </a:cubicBezTo>
                  <a:cubicBezTo>
                    <a:pt x="8275641" y="492679"/>
                    <a:pt x="8284583" y="489533"/>
                    <a:pt x="8293526" y="486386"/>
                  </a:cubicBezTo>
                  <a:cubicBezTo>
                    <a:pt x="8293526" y="486386"/>
                    <a:pt x="8281768" y="455087"/>
                    <a:pt x="8293526" y="422793"/>
                  </a:cubicBezTo>
                  <a:cubicBezTo>
                    <a:pt x="8293526" y="422793"/>
                    <a:pt x="8295348" y="460552"/>
                    <a:pt x="8318202" y="477609"/>
                  </a:cubicBezTo>
                  <a:cubicBezTo>
                    <a:pt x="8331284" y="472972"/>
                    <a:pt x="8344368" y="468170"/>
                    <a:pt x="8357616" y="463533"/>
                  </a:cubicBezTo>
                  <a:cubicBezTo>
                    <a:pt x="8355463" y="460717"/>
                    <a:pt x="8353642" y="458730"/>
                    <a:pt x="8353642" y="458730"/>
                  </a:cubicBezTo>
                  <a:cubicBezTo>
                    <a:pt x="8353642" y="458730"/>
                    <a:pt x="8337577" y="426437"/>
                    <a:pt x="8339399" y="381557"/>
                  </a:cubicBezTo>
                  <a:cubicBezTo>
                    <a:pt x="8339399" y="381557"/>
                    <a:pt x="8354801" y="435049"/>
                    <a:pt x="8379807" y="455915"/>
                  </a:cubicBezTo>
                  <a:cubicBezTo>
                    <a:pt x="8392062" y="451609"/>
                    <a:pt x="8404151" y="447469"/>
                    <a:pt x="8416406" y="443163"/>
                  </a:cubicBezTo>
                  <a:cubicBezTo>
                    <a:pt x="8416406" y="423787"/>
                    <a:pt x="8405641" y="397787"/>
                    <a:pt x="8405641" y="397787"/>
                  </a:cubicBezTo>
                  <a:cubicBezTo>
                    <a:pt x="8405641" y="397787"/>
                    <a:pt x="8431642" y="413023"/>
                    <a:pt x="8442241" y="434220"/>
                  </a:cubicBezTo>
                  <a:cubicBezTo>
                    <a:pt x="8446049" y="432896"/>
                    <a:pt x="8449693" y="431571"/>
                    <a:pt x="8453336" y="430412"/>
                  </a:cubicBezTo>
                  <a:cubicBezTo>
                    <a:pt x="8457642" y="412029"/>
                    <a:pt x="8458636" y="381226"/>
                    <a:pt x="8434292" y="345786"/>
                  </a:cubicBezTo>
                  <a:cubicBezTo>
                    <a:pt x="8434292" y="345786"/>
                    <a:pt x="8485133" y="382551"/>
                    <a:pt x="8487617" y="418488"/>
                  </a:cubicBezTo>
                  <a:cubicBezTo>
                    <a:pt x="8501031" y="413851"/>
                    <a:pt x="8514445" y="409379"/>
                    <a:pt x="8527859" y="404742"/>
                  </a:cubicBezTo>
                  <a:cubicBezTo>
                    <a:pt x="8527859" y="404742"/>
                    <a:pt x="8504177" y="388844"/>
                    <a:pt x="8513121" y="352907"/>
                  </a:cubicBezTo>
                  <a:cubicBezTo>
                    <a:pt x="8513121" y="352907"/>
                    <a:pt x="8526535" y="384373"/>
                    <a:pt x="8557338" y="394641"/>
                  </a:cubicBezTo>
                  <a:cubicBezTo>
                    <a:pt x="8557338" y="394641"/>
                    <a:pt x="8514942" y="313493"/>
                    <a:pt x="8543592" y="279544"/>
                  </a:cubicBezTo>
                  <a:cubicBezTo>
                    <a:pt x="8543592" y="279544"/>
                    <a:pt x="8567108" y="354729"/>
                    <a:pt x="8591452" y="383379"/>
                  </a:cubicBezTo>
                  <a:cubicBezTo>
                    <a:pt x="8601223" y="380067"/>
                    <a:pt x="8611160" y="376755"/>
                    <a:pt x="8621096" y="373443"/>
                  </a:cubicBezTo>
                  <a:cubicBezTo>
                    <a:pt x="8621096" y="353901"/>
                    <a:pt x="8613478" y="327901"/>
                    <a:pt x="8613478" y="327901"/>
                  </a:cubicBezTo>
                  <a:cubicBezTo>
                    <a:pt x="8613478" y="327901"/>
                    <a:pt x="8639478" y="331544"/>
                    <a:pt x="8644447" y="365494"/>
                  </a:cubicBezTo>
                  <a:cubicBezTo>
                    <a:pt x="8644447" y="365494"/>
                    <a:pt x="8661835" y="338665"/>
                    <a:pt x="8656370" y="304550"/>
                  </a:cubicBezTo>
                  <a:cubicBezTo>
                    <a:pt x="8656370" y="304550"/>
                    <a:pt x="8686676" y="327073"/>
                    <a:pt x="8689491" y="350755"/>
                  </a:cubicBezTo>
                  <a:cubicBezTo>
                    <a:pt x="8707543" y="344793"/>
                    <a:pt x="8725593" y="338996"/>
                    <a:pt x="8743645" y="333200"/>
                  </a:cubicBezTo>
                  <a:cubicBezTo>
                    <a:pt x="8733543" y="317137"/>
                    <a:pt x="8718804" y="285837"/>
                    <a:pt x="8735199" y="258015"/>
                  </a:cubicBezTo>
                  <a:cubicBezTo>
                    <a:pt x="8735199" y="258015"/>
                    <a:pt x="8732714" y="308194"/>
                    <a:pt x="8776103" y="322436"/>
                  </a:cubicBezTo>
                  <a:cubicBezTo>
                    <a:pt x="8776103" y="322436"/>
                    <a:pt x="8765008" y="288487"/>
                    <a:pt x="8776103" y="270601"/>
                  </a:cubicBezTo>
                  <a:cubicBezTo>
                    <a:pt x="8776103" y="270601"/>
                    <a:pt x="8778422" y="276563"/>
                    <a:pt x="8784384" y="284512"/>
                  </a:cubicBezTo>
                  <a:cubicBezTo>
                    <a:pt x="8790180" y="292627"/>
                    <a:pt x="8799620" y="302563"/>
                    <a:pt x="8814028" y="310347"/>
                  </a:cubicBezTo>
                  <a:cubicBezTo>
                    <a:pt x="8820817" y="308194"/>
                    <a:pt x="8827608" y="306207"/>
                    <a:pt x="8834231" y="304054"/>
                  </a:cubicBezTo>
                  <a:cubicBezTo>
                    <a:pt x="8840525" y="290805"/>
                    <a:pt x="8839035" y="266957"/>
                    <a:pt x="8839035" y="266957"/>
                  </a:cubicBezTo>
                  <a:cubicBezTo>
                    <a:pt x="8839035" y="266957"/>
                    <a:pt x="8849633" y="281531"/>
                    <a:pt x="8857085" y="296933"/>
                  </a:cubicBezTo>
                  <a:cubicBezTo>
                    <a:pt x="8869671" y="292958"/>
                    <a:pt x="8882258" y="289149"/>
                    <a:pt x="8894844" y="285174"/>
                  </a:cubicBezTo>
                  <a:cubicBezTo>
                    <a:pt x="8894844" y="285174"/>
                    <a:pt x="8894844" y="284843"/>
                    <a:pt x="8894844" y="284843"/>
                  </a:cubicBezTo>
                  <a:cubicBezTo>
                    <a:pt x="8894844" y="284843"/>
                    <a:pt x="8908754" y="224231"/>
                    <a:pt x="8874971" y="188294"/>
                  </a:cubicBezTo>
                  <a:cubicBezTo>
                    <a:pt x="8878449" y="190282"/>
                    <a:pt x="8934589" y="224397"/>
                    <a:pt x="8942539" y="270270"/>
                  </a:cubicBezTo>
                  <a:cubicBezTo>
                    <a:pt x="8946016" y="269110"/>
                    <a:pt x="8949328" y="268117"/>
                    <a:pt x="8952641" y="267123"/>
                  </a:cubicBezTo>
                  <a:cubicBezTo>
                    <a:pt x="8959596" y="247251"/>
                    <a:pt x="8966055" y="219097"/>
                    <a:pt x="8955456" y="198893"/>
                  </a:cubicBezTo>
                  <a:cubicBezTo>
                    <a:pt x="8955456" y="198893"/>
                    <a:pt x="8985265" y="227543"/>
                    <a:pt x="8989571" y="256028"/>
                  </a:cubicBezTo>
                  <a:cubicBezTo>
                    <a:pt x="9001329" y="252384"/>
                    <a:pt x="9013087" y="248906"/>
                    <a:pt x="9024845" y="245429"/>
                  </a:cubicBezTo>
                  <a:cubicBezTo>
                    <a:pt x="9024845" y="245429"/>
                    <a:pt x="9025176" y="245098"/>
                    <a:pt x="9025176" y="245098"/>
                  </a:cubicBezTo>
                  <a:cubicBezTo>
                    <a:pt x="9025176" y="245098"/>
                    <a:pt x="8996527" y="222244"/>
                    <a:pt x="9001991" y="197072"/>
                  </a:cubicBezTo>
                  <a:cubicBezTo>
                    <a:pt x="9001991" y="197072"/>
                    <a:pt x="9026004" y="244766"/>
                    <a:pt x="9055813" y="235989"/>
                  </a:cubicBezTo>
                  <a:cubicBezTo>
                    <a:pt x="9083801" y="227709"/>
                    <a:pt x="9066744" y="174715"/>
                    <a:pt x="9064757" y="168919"/>
                  </a:cubicBezTo>
                  <a:cubicBezTo>
                    <a:pt x="9067737" y="173059"/>
                    <a:pt x="9087279" y="202537"/>
                    <a:pt x="9096221" y="224231"/>
                  </a:cubicBezTo>
                  <a:cubicBezTo>
                    <a:pt x="9112948" y="219263"/>
                    <a:pt x="9129674" y="214626"/>
                    <a:pt x="9146401" y="209823"/>
                  </a:cubicBezTo>
                  <a:cubicBezTo>
                    <a:pt x="9154349" y="190282"/>
                    <a:pt x="9159152" y="160141"/>
                    <a:pt x="9134476" y="129007"/>
                  </a:cubicBezTo>
                  <a:cubicBezTo>
                    <a:pt x="9134476" y="129007"/>
                    <a:pt x="9182503" y="151861"/>
                    <a:pt x="9178197" y="200549"/>
                  </a:cubicBezTo>
                  <a:cubicBezTo>
                    <a:pt x="9178197" y="200549"/>
                    <a:pt x="9211484" y="153186"/>
                    <a:pt x="9159815" y="68727"/>
                  </a:cubicBezTo>
                  <a:cubicBezTo>
                    <a:pt x="9163458" y="72535"/>
                    <a:pt x="9225229" y="137453"/>
                    <a:pt x="9215956" y="189785"/>
                  </a:cubicBezTo>
                  <a:cubicBezTo>
                    <a:pt x="9215956" y="189785"/>
                    <a:pt x="9215905" y="189901"/>
                    <a:pt x="9215790" y="190116"/>
                  </a:cubicBezTo>
                  <a:cubicBezTo>
                    <a:pt x="9229038" y="186307"/>
                    <a:pt x="9242286" y="182498"/>
                    <a:pt x="9255535" y="178855"/>
                  </a:cubicBezTo>
                  <a:cubicBezTo>
                    <a:pt x="9249077" y="163453"/>
                    <a:pt x="9238312" y="131326"/>
                    <a:pt x="9247420" y="104001"/>
                  </a:cubicBezTo>
                  <a:cubicBezTo>
                    <a:pt x="9247420" y="104001"/>
                    <a:pt x="9264312" y="151364"/>
                    <a:pt x="9285344" y="170575"/>
                  </a:cubicBezTo>
                  <a:cubicBezTo>
                    <a:pt x="9285344" y="170575"/>
                    <a:pt x="9280542" y="145237"/>
                    <a:pt x="9285344" y="114765"/>
                  </a:cubicBezTo>
                  <a:cubicBezTo>
                    <a:pt x="9285344" y="114765"/>
                    <a:pt x="9292631" y="147390"/>
                    <a:pt x="9309854" y="164282"/>
                  </a:cubicBezTo>
                  <a:cubicBezTo>
                    <a:pt x="9318465" y="161963"/>
                    <a:pt x="9326911" y="159645"/>
                    <a:pt x="9335523" y="157326"/>
                  </a:cubicBezTo>
                  <a:cubicBezTo>
                    <a:pt x="9339995" y="134638"/>
                    <a:pt x="9335192" y="95058"/>
                    <a:pt x="9335192" y="95058"/>
                  </a:cubicBezTo>
                  <a:cubicBezTo>
                    <a:pt x="9335192" y="95058"/>
                    <a:pt x="9361192" y="123542"/>
                    <a:pt x="9367817" y="148715"/>
                  </a:cubicBezTo>
                  <a:cubicBezTo>
                    <a:pt x="9370632" y="147887"/>
                    <a:pt x="9373612" y="147224"/>
                    <a:pt x="9376427" y="146396"/>
                  </a:cubicBezTo>
                  <a:cubicBezTo>
                    <a:pt x="9381562" y="128510"/>
                    <a:pt x="9384377" y="96880"/>
                    <a:pt x="9362020" y="55644"/>
                  </a:cubicBezTo>
                  <a:cubicBezTo>
                    <a:pt x="9362020" y="55644"/>
                    <a:pt x="9404747" y="94727"/>
                    <a:pt x="9414848" y="127683"/>
                  </a:cubicBezTo>
                  <a:cubicBezTo>
                    <a:pt x="9415842" y="106982"/>
                    <a:pt x="9422467" y="75682"/>
                    <a:pt x="9451614" y="55644"/>
                  </a:cubicBezTo>
                  <a:cubicBezTo>
                    <a:pt x="9451614" y="55644"/>
                    <a:pt x="9443333" y="99695"/>
                    <a:pt x="9469168" y="122714"/>
                  </a:cubicBezTo>
                  <a:cubicBezTo>
                    <a:pt x="9483741" y="119071"/>
                    <a:pt x="9498149" y="115262"/>
                    <a:pt x="9512722" y="111784"/>
                  </a:cubicBezTo>
                  <a:cubicBezTo>
                    <a:pt x="9512557" y="111619"/>
                    <a:pt x="9512557" y="111453"/>
                    <a:pt x="9512557" y="111453"/>
                  </a:cubicBezTo>
                  <a:lnTo>
                    <a:pt x="9513882" y="55644"/>
                  </a:lnTo>
                  <a:lnTo>
                    <a:pt x="9535576" y="105988"/>
                  </a:lnTo>
                  <a:cubicBezTo>
                    <a:pt x="9539385" y="104994"/>
                    <a:pt x="9543359" y="104001"/>
                    <a:pt x="9547169" y="103007"/>
                  </a:cubicBezTo>
                  <a:cubicBezTo>
                    <a:pt x="9556277" y="85949"/>
                    <a:pt x="9566545" y="50675"/>
                    <a:pt x="9539385" y="0"/>
                  </a:cubicBezTo>
                  <a:close/>
                </a:path>
              </a:pathLst>
            </a:custGeom>
            <a:gradFill>
              <a:gsLst>
                <a:gs pos="100000">
                  <a:srgbClr val="7F905A"/>
                </a:gs>
                <a:gs pos="63000">
                  <a:srgbClr val="BDD377"/>
                </a:gs>
              </a:gsLst>
              <a:lin ang="21101917" scaled="1"/>
            </a:gradFill>
            <a:ln w="165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C2B602E-E592-5F12-95EB-69837C01E592}"/>
                </a:ext>
              </a:extLst>
            </p:cNvPr>
            <p:cNvGrpSpPr/>
            <p:nvPr/>
          </p:nvGrpSpPr>
          <p:grpSpPr>
            <a:xfrm>
              <a:off x="0" y="4129328"/>
              <a:ext cx="12192000" cy="2728672"/>
              <a:chOff x="0" y="4129328"/>
              <a:chExt cx="12192000" cy="2728672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EAF3310-9E2A-C9A8-91F7-B6A3B02019E3}"/>
                  </a:ext>
                </a:extLst>
              </p:cNvPr>
              <p:cNvSpPr/>
              <p:nvPr/>
            </p:nvSpPr>
            <p:spPr>
              <a:xfrm>
                <a:off x="0" y="4129328"/>
                <a:ext cx="12192000" cy="2728672"/>
              </a:xfrm>
              <a:custGeom>
                <a:avLst/>
                <a:gdLst>
                  <a:gd name="connsiteX0" fmla="*/ 1501225 w 12192000"/>
                  <a:gd name="connsiteY0" fmla="*/ 0 h 2728672"/>
                  <a:gd name="connsiteX1" fmla="*/ 1641329 w 12192000"/>
                  <a:gd name="connsiteY1" fmla="*/ 211314 h 2728672"/>
                  <a:gd name="connsiteX2" fmla="*/ 1701278 w 12192000"/>
                  <a:gd name="connsiteY2" fmla="*/ 34115 h 2728672"/>
                  <a:gd name="connsiteX3" fmla="*/ 1767521 w 12192000"/>
                  <a:gd name="connsiteY3" fmla="*/ 288487 h 2728672"/>
                  <a:gd name="connsiteX4" fmla="*/ 1805942 w 12192000"/>
                  <a:gd name="connsiteY4" fmla="*/ 141097 h 2728672"/>
                  <a:gd name="connsiteX5" fmla="*/ 1845190 w 12192000"/>
                  <a:gd name="connsiteY5" fmla="*/ 258512 h 2728672"/>
                  <a:gd name="connsiteX6" fmla="*/ 1913255 w 12192000"/>
                  <a:gd name="connsiteY6" fmla="*/ 173390 h 2728672"/>
                  <a:gd name="connsiteX7" fmla="*/ 1948363 w 12192000"/>
                  <a:gd name="connsiteY7" fmla="*/ 276894 h 2728672"/>
                  <a:gd name="connsiteX8" fmla="*/ 1994237 w 12192000"/>
                  <a:gd name="connsiteY8" fmla="*/ 273913 h 2728672"/>
                  <a:gd name="connsiteX9" fmla="*/ 2011956 w 12192000"/>
                  <a:gd name="connsiteY9" fmla="*/ 257850 h 2728672"/>
                  <a:gd name="connsiteX10" fmla="*/ 1999536 w 12192000"/>
                  <a:gd name="connsiteY10" fmla="*/ 94727 h 2728672"/>
                  <a:gd name="connsiteX11" fmla="*/ 2050212 w 12192000"/>
                  <a:gd name="connsiteY11" fmla="*/ 270436 h 2728672"/>
                  <a:gd name="connsiteX12" fmla="*/ 2104531 w 12192000"/>
                  <a:gd name="connsiteY12" fmla="*/ 267124 h 2728672"/>
                  <a:gd name="connsiteX13" fmla="*/ 2109996 w 12192000"/>
                  <a:gd name="connsiteY13" fmla="*/ 185479 h 2728672"/>
                  <a:gd name="connsiteX14" fmla="*/ 2149907 w 12192000"/>
                  <a:gd name="connsiteY14" fmla="*/ 264639 h 2728672"/>
                  <a:gd name="connsiteX15" fmla="*/ 2181206 w 12192000"/>
                  <a:gd name="connsiteY15" fmla="*/ 262984 h 2728672"/>
                  <a:gd name="connsiteX16" fmla="*/ 2220455 w 12192000"/>
                  <a:gd name="connsiteY16" fmla="*/ 133645 h 2728672"/>
                  <a:gd name="connsiteX17" fmla="*/ 2221449 w 12192000"/>
                  <a:gd name="connsiteY17" fmla="*/ 260996 h 2728672"/>
                  <a:gd name="connsiteX18" fmla="*/ 2228901 w 12192000"/>
                  <a:gd name="connsiteY18" fmla="*/ 260665 h 2728672"/>
                  <a:gd name="connsiteX19" fmla="*/ 2285539 w 12192000"/>
                  <a:gd name="connsiteY19" fmla="*/ 54484 h 2728672"/>
                  <a:gd name="connsiteX20" fmla="*/ 2275602 w 12192000"/>
                  <a:gd name="connsiteY20" fmla="*/ 258347 h 2728672"/>
                  <a:gd name="connsiteX21" fmla="*/ 2323463 w 12192000"/>
                  <a:gd name="connsiteY21" fmla="*/ 256359 h 2728672"/>
                  <a:gd name="connsiteX22" fmla="*/ 2321310 w 12192000"/>
                  <a:gd name="connsiteY22" fmla="*/ 159148 h 2728672"/>
                  <a:gd name="connsiteX23" fmla="*/ 2355259 w 12192000"/>
                  <a:gd name="connsiteY23" fmla="*/ 255034 h 2728672"/>
                  <a:gd name="connsiteX24" fmla="*/ 2404444 w 12192000"/>
                  <a:gd name="connsiteY24" fmla="*/ 253047 h 2728672"/>
                  <a:gd name="connsiteX25" fmla="*/ 2356750 w 12192000"/>
                  <a:gd name="connsiteY25" fmla="*/ 60943 h 2728672"/>
                  <a:gd name="connsiteX26" fmla="*/ 2464228 w 12192000"/>
                  <a:gd name="connsiteY26" fmla="*/ 251060 h 2728672"/>
                  <a:gd name="connsiteX27" fmla="*/ 2493044 w 12192000"/>
                  <a:gd name="connsiteY27" fmla="*/ 250231 h 2728672"/>
                  <a:gd name="connsiteX28" fmla="*/ 2524675 w 12192000"/>
                  <a:gd name="connsiteY28" fmla="*/ 144243 h 2728672"/>
                  <a:gd name="connsiteX29" fmla="*/ 2543719 w 12192000"/>
                  <a:gd name="connsiteY29" fmla="*/ 248575 h 2728672"/>
                  <a:gd name="connsiteX30" fmla="*/ 2592408 w 12192000"/>
                  <a:gd name="connsiteY30" fmla="*/ 247582 h 2728672"/>
                  <a:gd name="connsiteX31" fmla="*/ 2602179 w 12192000"/>
                  <a:gd name="connsiteY31" fmla="*/ 194753 h 2728672"/>
                  <a:gd name="connsiteX32" fmla="*/ 2613440 w 12192000"/>
                  <a:gd name="connsiteY32" fmla="*/ 247085 h 2728672"/>
                  <a:gd name="connsiteX33" fmla="*/ 2637784 w 12192000"/>
                  <a:gd name="connsiteY33" fmla="*/ 246588 h 2728672"/>
                  <a:gd name="connsiteX34" fmla="*/ 2675046 w 12192000"/>
                  <a:gd name="connsiteY34" fmla="*/ 137785 h 2728672"/>
                  <a:gd name="connsiteX35" fmla="*/ 2673721 w 12192000"/>
                  <a:gd name="connsiteY35" fmla="*/ 245926 h 2728672"/>
                  <a:gd name="connsiteX36" fmla="*/ 2726880 w 12192000"/>
                  <a:gd name="connsiteY36" fmla="*/ 245263 h 2728672"/>
                  <a:gd name="connsiteX37" fmla="*/ 2757849 w 12192000"/>
                  <a:gd name="connsiteY37" fmla="*/ 162460 h 2728672"/>
                  <a:gd name="connsiteX38" fmla="*/ 2767288 w 12192000"/>
                  <a:gd name="connsiteY38" fmla="*/ 244767 h 2728672"/>
                  <a:gd name="connsiteX39" fmla="*/ 2833697 w 12192000"/>
                  <a:gd name="connsiteY39" fmla="*/ 244270 h 2728672"/>
                  <a:gd name="connsiteX40" fmla="*/ 2834194 w 12192000"/>
                  <a:gd name="connsiteY40" fmla="*/ 212805 h 2728672"/>
                  <a:gd name="connsiteX41" fmla="*/ 2854066 w 12192000"/>
                  <a:gd name="connsiteY41" fmla="*/ 244270 h 2728672"/>
                  <a:gd name="connsiteX42" fmla="*/ 2863009 w 12192000"/>
                  <a:gd name="connsiteY42" fmla="*/ 244270 h 2728672"/>
                  <a:gd name="connsiteX43" fmla="*/ 2940182 w 12192000"/>
                  <a:gd name="connsiteY43" fmla="*/ 108804 h 2728672"/>
                  <a:gd name="connsiteX44" fmla="*/ 2922793 w 12192000"/>
                  <a:gd name="connsiteY44" fmla="*/ 244435 h 2728672"/>
                  <a:gd name="connsiteX45" fmla="*/ 2939519 w 12192000"/>
                  <a:gd name="connsiteY45" fmla="*/ 244435 h 2728672"/>
                  <a:gd name="connsiteX46" fmla="*/ 2957736 w 12192000"/>
                  <a:gd name="connsiteY46" fmla="*/ 171237 h 2728672"/>
                  <a:gd name="connsiteX47" fmla="*/ 2971978 w 12192000"/>
                  <a:gd name="connsiteY47" fmla="*/ 244601 h 2728672"/>
                  <a:gd name="connsiteX48" fmla="*/ 3012552 w 12192000"/>
                  <a:gd name="connsiteY48" fmla="*/ 245098 h 2728672"/>
                  <a:gd name="connsiteX49" fmla="*/ 3016361 w 12192000"/>
                  <a:gd name="connsiteY49" fmla="*/ 188626 h 2728672"/>
                  <a:gd name="connsiteX50" fmla="*/ 3037062 w 12192000"/>
                  <a:gd name="connsiteY50" fmla="*/ 245429 h 2728672"/>
                  <a:gd name="connsiteX51" fmla="*/ 3058922 w 12192000"/>
                  <a:gd name="connsiteY51" fmla="*/ 245760 h 2728672"/>
                  <a:gd name="connsiteX52" fmla="*/ 3067202 w 12192000"/>
                  <a:gd name="connsiteY52" fmla="*/ 193760 h 2728672"/>
                  <a:gd name="connsiteX53" fmla="*/ 3087572 w 12192000"/>
                  <a:gd name="connsiteY53" fmla="*/ 246091 h 2728672"/>
                  <a:gd name="connsiteX54" fmla="*/ 3141560 w 12192000"/>
                  <a:gd name="connsiteY54" fmla="*/ 247251 h 2728672"/>
                  <a:gd name="connsiteX55" fmla="*/ 3125827 w 12192000"/>
                  <a:gd name="connsiteY55" fmla="*/ 124370 h 2728672"/>
                  <a:gd name="connsiteX56" fmla="*/ 3183458 w 12192000"/>
                  <a:gd name="connsiteY56" fmla="*/ 227047 h 2728672"/>
                  <a:gd name="connsiteX57" fmla="*/ 3223369 w 12192000"/>
                  <a:gd name="connsiteY57" fmla="*/ 161467 h 2728672"/>
                  <a:gd name="connsiteX58" fmla="*/ 3213102 w 12192000"/>
                  <a:gd name="connsiteY58" fmla="*/ 249072 h 2728672"/>
                  <a:gd name="connsiteX59" fmla="*/ 3242745 w 12192000"/>
                  <a:gd name="connsiteY59" fmla="*/ 249900 h 2728672"/>
                  <a:gd name="connsiteX60" fmla="*/ 3237115 w 12192000"/>
                  <a:gd name="connsiteY60" fmla="*/ 206346 h 2728672"/>
                  <a:gd name="connsiteX61" fmla="*/ 3263612 w 12192000"/>
                  <a:gd name="connsiteY61" fmla="*/ 250728 h 2728672"/>
                  <a:gd name="connsiteX62" fmla="*/ 3269408 w 12192000"/>
                  <a:gd name="connsiteY62" fmla="*/ 250894 h 2728672"/>
                  <a:gd name="connsiteX63" fmla="*/ 3297727 w 12192000"/>
                  <a:gd name="connsiteY63" fmla="*/ 161467 h 2728672"/>
                  <a:gd name="connsiteX64" fmla="*/ 3331014 w 12192000"/>
                  <a:gd name="connsiteY64" fmla="*/ 253047 h 2728672"/>
                  <a:gd name="connsiteX65" fmla="*/ 3331345 w 12192000"/>
                  <a:gd name="connsiteY65" fmla="*/ 253378 h 2728672"/>
                  <a:gd name="connsiteX66" fmla="*/ 3358007 w 12192000"/>
                  <a:gd name="connsiteY66" fmla="*/ 254372 h 2728672"/>
                  <a:gd name="connsiteX67" fmla="*/ 3375893 w 12192000"/>
                  <a:gd name="connsiteY67" fmla="*/ 179021 h 2728672"/>
                  <a:gd name="connsiteX68" fmla="*/ 3406696 w 12192000"/>
                  <a:gd name="connsiteY68" fmla="*/ 256525 h 2728672"/>
                  <a:gd name="connsiteX69" fmla="*/ 3454722 w 12192000"/>
                  <a:gd name="connsiteY69" fmla="*/ 259009 h 2728672"/>
                  <a:gd name="connsiteX70" fmla="*/ 3471614 w 12192000"/>
                  <a:gd name="connsiteY70" fmla="*/ 165441 h 2728672"/>
                  <a:gd name="connsiteX71" fmla="*/ 3503245 w 12192000"/>
                  <a:gd name="connsiteY71" fmla="*/ 261327 h 2728672"/>
                  <a:gd name="connsiteX72" fmla="*/ 3549780 w 12192000"/>
                  <a:gd name="connsiteY72" fmla="*/ 264308 h 2728672"/>
                  <a:gd name="connsiteX73" fmla="*/ 3559385 w 12192000"/>
                  <a:gd name="connsiteY73" fmla="*/ 201378 h 2728672"/>
                  <a:gd name="connsiteX74" fmla="*/ 3578430 w 12192000"/>
                  <a:gd name="connsiteY74" fmla="*/ 266130 h 2728672"/>
                  <a:gd name="connsiteX75" fmla="*/ 3581080 w 12192000"/>
                  <a:gd name="connsiteY75" fmla="*/ 266295 h 2728672"/>
                  <a:gd name="connsiteX76" fmla="*/ 3627781 w 12192000"/>
                  <a:gd name="connsiteY76" fmla="*/ 190779 h 2728672"/>
                  <a:gd name="connsiteX77" fmla="*/ 3615691 w 12192000"/>
                  <a:gd name="connsiteY77" fmla="*/ 268614 h 2728672"/>
                  <a:gd name="connsiteX78" fmla="*/ 3637883 w 12192000"/>
                  <a:gd name="connsiteY78" fmla="*/ 270104 h 2728672"/>
                  <a:gd name="connsiteX79" fmla="*/ 3647322 w 12192000"/>
                  <a:gd name="connsiteY79" fmla="*/ 212308 h 2728672"/>
                  <a:gd name="connsiteX80" fmla="*/ 3675972 w 12192000"/>
                  <a:gd name="connsiteY80" fmla="*/ 272754 h 2728672"/>
                  <a:gd name="connsiteX81" fmla="*/ 3729629 w 12192000"/>
                  <a:gd name="connsiteY81" fmla="*/ 277060 h 2728672"/>
                  <a:gd name="connsiteX82" fmla="*/ 3729794 w 12192000"/>
                  <a:gd name="connsiteY82" fmla="*/ 276729 h 2728672"/>
                  <a:gd name="connsiteX83" fmla="*/ 3764572 w 12192000"/>
                  <a:gd name="connsiteY83" fmla="*/ 179021 h 2728672"/>
                  <a:gd name="connsiteX84" fmla="*/ 3778317 w 12192000"/>
                  <a:gd name="connsiteY84" fmla="*/ 280703 h 2728672"/>
                  <a:gd name="connsiteX85" fmla="*/ 3778649 w 12192000"/>
                  <a:gd name="connsiteY85" fmla="*/ 281035 h 2728672"/>
                  <a:gd name="connsiteX86" fmla="*/ 3795043 w 12192000"/>
                  <a:gd name="connsiteY86" fmla="*/ 282359 h 2728672"/>
                  <a:gd name="connsiteX87" fmla="*/ 3807464 w 12192000"/>
                  <a:gd name="connsiteY87" fmla="*/ 224066 h 2728672"/>
                  <a:gd name="connsiteX88" fmla="*/ 3823694 w 12192000"/>
                  <a:gd name="connsiteY88" fmla="*/ 284843 h 2728672"/>
                  <a:gd name="connsiteX89" fmla="*/ 3856815 w 12192000"/>
                  <a:gd name="connsiteY89" fmla="*/ 287990 h 2728672"/>
                  <a:gd name="connsiteX90" fmla="*/ 3872051 w 12192000"/>
                  <a:gd name="connsiteY90" fmla="*/ 210983 h 2728672"/>
                  <a:gd name="connsiteX91" fmla="*/ 3894407 w 12192000"/>
                  <a:gd name="connsiteY91" fmla="*/ 291468 h 2728672"/>
                  <a:gd name="connsiteX92" fmla="*/ 3935809 w 12192000"/>
                  <a:gd name="connsiteY92" fmla="*/ 295442 h 2728672"/>
                  <a:gd name="connsiteX93" fmla="*/ 3942268 w 12192000"/>
                  <a:gd name="connsiteY93" fmla="*/ 229862 h 2728672"/>
                  <a:gd name="connsiteX94" fmla="*/ 3974230 w 12192000"/>
                  <a:gd name="connsiteY94" fmla="*/ 299417 h 2728672"/>
                  <a:gd name="connsiteX95" fmla="*/ 4010001 w 12192000"/>
                  <a:gd name="connsiteY95" fmla="*/ 303392 h 2728672"/>
                  <a:gd name="connsiteX96" fmla="*/ 4003045 w 12192000"/>
                  <a:gd name="connsiteY96" fmla="*/ 244435 h 2728672"/>
                  <a:gd name="connsiteX97" fmla="*/ 4031199 w 12192000"/>
                  <a:gd name="connsiteY97" fmla="*/ 305876 h 2728672"/>
                  <a:gd name="connsiteX98" fmla="*/ 4068460 w 12192000"/>
                  <a:gd name="connsiteY98" fmla="*/ 309850 h 2728672"/>
                  <a:gd name="connsiteX99" fmla="*/ 4096613 w 12192000"/>
                  <a:gd name="connsiteY99" fmla="*/ 222079 h 2728672"/>
                  <a:gd name="connsiteX100" fmla="*/ 4105059 w 12192000"/>
                  <a:gd name="connsiteY100" fmla="*/ 314156 h 2728672"/>
                  <a:gd name="connsiteX101" fmla="*/ 4133378 w 12192000"/>
                  <a:gd name="connsiteY101" fmla="*/ 317799 h 2728672"/>
                  <a:gd name="connsiteX102" fmla="*/ 4141658 w 12192000"/>
                  <a:gd name="connsiteY102" fmla="*/ 261162 h 2728672"/>
                  <a:gd name="connsiteX103" fmla="*/ 4167162 w 12192000"/>
                  <a:gd name="connsiteY103" fmla="*/ 322105 h 2728672"/>
                  <a:gd name="connsiteX104" fmla="*/ 4239367 w 12192000"/>
                  <a:gd name="connsiteY104" fmla="*/ 331213 h 2728672"/>
                  <a:gd name="connsiteX105" fmla="*/ 4258742 w 12192000"/>
                  <a:gd name="connsiteY105" fmla="*/ 276729 h 2728672"/>
                  <a:gd name="connsiteX106" fmla="*/ 4273481 w 12192000"/>
                  <a:gd name="connsiteY106" fmla="*/ 335850 h 2728672"/>
                  <a:gd name="connsiteX107" fmla="*/ 4273481 w 12192000"/>
                  <a:gd name="connsiteY107" fmla="*/ 336181 h 2728672"/>
                  <a:gd name="connsiteX108" fmla="*/ 4304782 w 12192000"/>
                  <a:gd name="connsiteY108" fmla="*/ 340653 h 2728672"/>
                  <a:gd name="connsiteX109" fmla="*/ 4325151 w 12192000"/>
                  <a:gd name="connsiteY109" fmla="*/ 288652 h 2728672"/>
                  <a:gd name="connsiteX110" fmla="*/ 4328959 w 12192000"/>
                  <a:gd name="connsiteY110" fmla="*/ 344131 h 2728672"/>
                  <a:gd name="connsiteX111" fmla="*/ 4339724 w 12192000"/>
                  <a:gd name="connsiteY111" fmla="*/ 345621 h 2728672"/>
                  <a:gd name="connsiteX112" fmla="*/ 4358437 w 12192000"/>
                  <a:gd name="connsiteY112" fmla="*/ 244104 h 2728672"/>
                  <a:gd name="connsiteX113" fmla="*/ 4373011 w 12192000"/>
                  <a:gd name="connsiteY113" fmla="*/ 350092 h 2728672"/>
                  <a:gd name="connsiteX114" fmla="*/ 4419712 w 12192000"/>
                  <a:gd name="connsiteY114" fmla="*/ 259174 h 2728672"/>
                  <a:gd name="connsiteX115" fmla="*/ 4419712 w 12192000"/>
                  <a:gd name="connsiteY115" fmla="*/ 346615 h 2728672"/>
                  <a:gd name="connsiteX116" fmla="*/ 4458961 w 12192000"/>
                  <a:gd name="connsiteY116" fmla="*/ 295939 h 2728672"/>
                  <a:gd name="connsiteX117" fmla="*/ 4442732 w 12192000"/>
                  <a:gd name="connsiteY117" fmla="*/ 351252 h 2728672"/>
                  <a:gd name="connsiteX118" fmla="*/ 4445878 w 12192000"/>
                  <a:gd name="connsiteY118" fmla="*/ 361519 h 2728672"/>
                  <a:gd name="connsiteX119" fmla="*/ 4465916 w 12192000"/>
                  <a:gd name="connsiteY119" fmla="*/ 364832 h 2728672"/>
                  <a:gd name="connsiteX120" fmla="*/ 4504834 w 12192000"/>
                  <a:gd name="connsiteY120" fmla="*/ 273582 h 2728672"/>
                  <a:gd name="connsiteX121" fmla="*/ 4497547 w 12192000"/>
                  <a:gd name="connsiteY121" fmla="*/ 370131 h 2728672"/>
                  <a:gd name="connsiteX122" fmla="*/ 4499534 w 12192000"/>
                  <a:gd name="connsiteY122" fmla="*/ 370462 h 2728672"/>
                  <a:gd name="connsiteX123" fmla="*/ 4516426 w 12192000"/>
                  <a:gd name="connsiteY123" fmla="*/ 316640 h 2728672"/>
                  <a:gd name="connsiteX124" fmla="*/ 4528019 w 12192000"/>
                  <a:gd name="connsiteY124" fmla="*/ 371952 h 2728672"/>
                  <a:gd name="connsiteX125" fmla="*/ 4557994 w 12192000"/>
                  <a:gd name="connsiteY125" fmla="*/ 311009 h 2728672"/>
                  <a:gd name="connsiteX126" fmla="*/ 4550541 w 12192000"/>
                  <a:gd name="connsiteY126" fmla="*/ 361188 h 2728672"/>
                  <a:gd name="connsiteX127" fmla="*/ 4556503 w 12192000"/>
                  <a:gd name="connsiteY127" fmla="*/ 380067 h 2728672"/>
                  <a:gd name="connsiteX128" fmla="*/ 4575879 w 12192000"/>
                  <a:gd name="connsiteY128" fmla="*/ 383379 h 2728672"/>
                  <a:gd name="connsiteX129" fmla="*/ 4581013 w 12192000"/>
                  <a:gd name="connsiteY129" fmla="*/ 375430 h 2728672"/>
                  <a:gd name="connsiteX130" fmla="*/ 4585815 w 12192000"/>
                  <a:gd name="connsiteY130" fmla="*/ 278882 h 2728672"/>
                  <a:gd name="connsiteX131" fmla="*/ 4605192 w 12192000"/>
                  <a:gd name="connsiteY131" fmla="*/ 378908 h 2728672"/>
                  <a:gd name="connsiteX132" fmla="*/ 4628211 w 12192000"/>
                  <a:gd name="connsiteY132" fmla="*/ 309850 h 2728672"/>
                  <a:gd name="connsiteX133" fmla="*/ 4623739 w 12192000"/>
                  <a:gd name="connsiteY133" fmla="*/ 392157 h 2728672"/>
                  <a:gd name="connsiteX134" fmla="*/ 4653548 w 12192000"/>
                  <a:gd name="connsiteY134" fmla="*/ 397621 h 2728672"/>
                  <a:gd name="connsiteX135" fmla="*/ 4687996 w 12192000"/>
                  <a:gd name="connsiteY135" fmla="*/ 298257 h 2728672"/>
                  <a:gd name="connsiteX136" fmla="*/ 4683689 w 12192000"/>
                  <a:gd name="connsiteY136" fmla="*/ 386029 h 2728672"/>
                  <a:gd name="connsiteX137" fmla="*/ 4690313 w 12192000"/>
                  <a:gd name="connsiteY137" fmla="*/ 345455 h 2728672"/>
                  <a:gd name="connsiteX138" fmla="*/ 4698428 w 12192000"/>
                  <a:gd name="connsiteY138" fmla="*/ 390335 h 2728672"/>
                  <a:gd name="connsiteX139" fmla="*/ 4720951 w 12192000"/>
                  <a:gd name="connsiteY139" fmla="*/ 410208 h 2728672"/>
                  <a:gd name="connsiteX140" fmla="*/ 4724761 w 12192000"/>
                  <a:gd name="connsiteY140" fmla="*/ 411036 h 2728672"/>
                  <a:gd name="connsiteX141" fmla="*/ 4769805 w 12192000"/>
                  <a:gd name="connsiteY141" fmla="*/ 316640 h 2728672"/>
                  <a:gd name="connsiteX142" fmla="*/ 4752581 w 12192000"/>
                  <a:gd name="connsiteY142" fmla="*/ 406896 h 2728672"/>
                  <a:gd name="connsiteX143" fmla="*/ 4758875 w 12192000"/>
                  <a:gd name="connsiteY143" fmla="*/ 417825 h 2728672"/>
                  <a:gd name="connsiteX144" fmla="*/ 4782059 w 12192000"/>
                  <a:gd name="connsiteY144" fmla="*/ 422628 h 2728672"/>
                  <a:gd name="connsiteX145" fmla="*/ 4828596 w 12192000"/>
                  <a:gd name="connsiteY145" fmla="*/ 304054 h 2728672"/>
                  <a:gd name="connsiteX146" fmla="*/ 4825780 w 12192000"/>
                  <a:gd name="connsiteY146" fmla="*/ 431571 h 2728672"/>
                  <a:gd name="connsiteX147" fmla="*/ 4840684 w 12192000"/>
                  <a:gd name="connsiteY147" fmla="*/ 434718 h 2728672"/>
                  <a:gd name="connsiteX148" fmla="*/ 4842340 w 12192000"/>
                  <a:gd name="connsiteY148" fmla="*/ 434221 h 2728672"/>
                  <a:gd name="connsiteX149" fmla="*/ 4888379 w 12192000"/>
                  <a:gd name="connsiteY149" fmla="*/ 298257 h 2728672"/>
                  <a:gd name="connsiteX150" fmla="*/ 4881423 w 12192000"/>
                  <a:gd name="connsiteY150" fmla="*/ 443163 h 2728672"/>
                  <a:gd name="connsiteX151" fmla="*/ 4895832 w 12192000"/>
                  <a:gd name="connsiteY151" fmla="*/ 446144 h 2728672"/>
                  <a:gd name="connsiteX152" fmla="*/ 4925806 w 12192000"/>
                  <a:gd name="connsiteY152" fmla="*/ 452934 h 2728672"/>
                  <a:gd name="connsiteX153" fmla="*/ 4948329 w 12192000"/>
                  <a:gd name="connsiteY153" fmla="*/ 354729 h 2728672"/>
                  <a:gd name="connsiteX154" fmla="*/ 4962902 w 12192000"/>
                  <a:gd name="connsiteY154" fmla="*/ 461380 h 2728672"/>
                  <a:gd name="connsiteX155" fmla="*/ 4971348 w 12192000"/>
                  <a:gd name="connsiteY155" fmla="*/ 463367 h 2728672"/>
                  <a:gd name="connsiteX156" fmla="*/ 4967208 w 12192000"/>
                  <a:gd name="connsiteY156" fmla="*/ 435380 h 2728672"/>
                  <a:gd name="connsiteX157" fmla="*/ 5041731 w 12192000"/>
                  <a:gd name="connsiteY157" fmla="*/ 295111 h 2728672"/>
                  <a:gd name="connsiteX158" fmla="*/ 5028316 w 12192000"/>
                  <a:gd name="connsiteY158" fmla="*/ 462539 h 2728672"/>
                  <a:gd name="connsiteX159" fmla="*/ 5062266 w 12192000"/>
                  <a:gd name="connsiteY159" fmla="*/ 374271 h 2728672"/>
                  <a:gd name="connsiteX160" fmla="*/ 5087272 w 12192000"/>
                  <a:gd name="connsiteY160" fmla="*/ 460386 h 2728672"/>
                  <a:gd name="connsiteX161" fmla="*/ 5087272 w 12192000"/>
                  <a:gd name="connsiteY161" fmla="*/ 344793 h 2728672"/>
                  <a:gd name="connsiteX162" fmla="*/ 5126190 w 12192000"/>
                  <a:gd name="connsiteY162" fmla="*/ 465520 h 2728672"/>
                  <a:gd name="connsiteX163" fmla="*/ 5143910 w 12192000"/>
                  <a:gd name="connsiteY163" fmla="*/ 410539 h 2728672"/>
                  <a:gd name="connsiteX164" fmla="*/ 5167262 w 12192000"/>
                  <a:gd name="connsiteY164" fmla="*/ 510234 h 2728672"/>
                  <a:gd name="connsiteX165" fmla="*/ 5168585 w 12192000"/>
                  <a:gd name="connsiteY165" fmla="*/ 510565 h 2728672"/>
                  <a:gd name="connsiteX166" fmla="*/ 5226879 w 12192000"/>
                  <a:gd name="connsiteY166" fmla="*/ 383545 h 2728672"/>
                  <a:gd name="connsiteX167" fmla="*/ 5227707 w 12192000"/>
                  <a:gd name="connsiteY167" fmla="*/ 505597 h 2728672"/>
                  <a:gd name="connsiteX168" fmla="*/ 5277554 w 12192000"/>
                  <a:gd name="connsiteY168" fmla="*/ 415010 h 2728672"/>
                  <a:gd name="connsiteX169" fmla="*/ 5277554 w 12192000"/>
                  <a:gd name="connsiteY169" fmla="*/ 507915 h 2728672"/>
                  <a:gd name="connsiteX170" fmla="*/ 5337835 w 12192000"/>
                  <a:gd name="connsiteY170" fmla="*/ 383379 h 2728672"/>
                  <a:gd name="connsiteX171" fmla="*/ 5338001 w 12192000"/>
                  <a:gd name="connsiteY171" fmla="*/ 509572 h 2728672"/>
                  <a:gd name="connsiteX172" fmla="*/ 5384040 w 12192000"/>
                  <a:gd name="connsiteY172" fmla="*/ 451278 h 2728672"/>
                  <a:gd name="connsiteX173" fmla="*/ 5363504 w 12192000"/>
                  <a:gd name="connsiteY173" fmla="*/ 532756 h 2728672"/>
                  <a:gd name="connsiteX174" fmla="*/ 5379734 w 12192000"/>
                  <a:gd name="connsiteY174" fmla="*/ 565878 h 2728672"/>
                  <a:gd name="connsiteX175" fmla="*/ 5409047 w 12192000"/>
                  <a:gd name="connsiteY175" fmla="*/ 574158 h 2728672"/>
                  <a:gd name="connsiteX176" fmla="*/ 5408881 w 12192000"/>
                  <a:gd name="connsiteY176" fmla="*/ 546502 h 2728672"/>
                  <a:gd name="connsiteX177" fmla="*/ 5467671 w 12192000"/>
                  <a:gd name="connsiteY177" fmla="*/ 383545 h 2728672"/>
                  <a:gd name="connsiteX178" fmla="*/ 5449620 w 12192000"/>
                  <a:gd name="connsiteY178" fmla="*/ 555444 h 2728672"/>
                  <a:gd name="connsiteX179" fmla="*/ 5472308 w 12192000"/>
                  <a:gd name="connsiteY179" fmla="*/ 496654 h 2728672"/>
                  <a:gd name="connsiteX180" fmla="*/ 5490360 w 12192000"/>
                  <a:gd name="connsiteY180" fmla="*/ 578133 h 2728672"/>
                  <a:gd name="connsiteX181" fmla="*/ 5565048 w 12192000"/>
                  <a:gd name="connsiteY181" fmla="*/ 465023 h 2728672"/>
                  <a:gd name="connsiteX182" fmla="*/ 5535736 w 12192000"/>
                  <a:gd name="connsiteY182" fmla="*/ 587241 h 2728672"/>
                  <a:gd name="connsiteX183" fmla="*/ 5614896 w 12192000"/>
                  <a:gd name="connsiteY183" fmla="*/ 519342 h 2728672"/>
                  <a:gd name="connsiteX184" fmla="*/ 5569188 w 12192000"/>
                  <a:gd name="connsiteY184" fmla="*/ 619700 h 2728672"/>
                  <a:gd name="connsiteX185" fmla="*/ 5583761 w 12192000"/>
                  <a:gd name="connsiteY185" fmla="*/ 623840 h 2728672"/>
                  <a:gd name="connsiteX186" fmla="*/ 5592373 w 12192000"/>
                  <a:gd name="connsiteY186" fmla="*/ 621190 h 2728672"/>
                  <a:gd name="connsiteX187" fmla="*/ 5652322 w 12192000"/>
                  <a:gd name="connsiteY187" fmla="*/ 451278 h 2728672"/>
                  <a:gd name="connsiteX188" fmla="*/ 5652322 w 12192000"/>
                  <a:gd name="connsiteY188" fmla="*/ 605458 h 2728672"/>
                  <a:gd name="connsiteX189" fmla="*/ 5657953 w 12192000"/>
                  <a:gd name="connsiteY189" fmla="*/ 645700 h 2728672"/>
                  <a:gd name="connsiteX190" fmla="*/ 5664081 w 12192000"/>
                  <a:gd name="connsiteY190" fmla="*/ 647522 h 2728672"/>
                  <a:gd name="connsiteX191" fmla="*/ 5664909 w 12192000"/>
                  <a:gd name="connsiteY191" fmla="*/ 639242 h 2728672"/>
                  <a:gd name="connsiteX192" fmla="*/ 5748540 w 12192000"/>
                  <a:gd name="connsiteY192" fmla="*/ 510400 h 2728672"/>
                  <a:gd name="connsiteX193" fmla="*/ 5710119 w 12192000"/>
                  <a:gd name="connsiteY193" fmla="*/ 648350 h 2728672"/>
                  <a:gd name="connsiteX194" fmla="*/ 5800706 w 12192000"/>
                  <a:gd name="connsiteY194" fmla="*/ 582604 h 2728672"/>
                  <a:gd name="connsiteX195" fmla="*/ 5773547 w 12192000"/>
                  <a:gd name="connsiteY195" fmla="*/ 665408 h 2728672"/>
                  <a:gd name="connsiteX196" fmla="*/ 5848402 w 12192000"/>
                  <a:gd name="connsiteY196" fmla="*/ 578133 h 2728672"/>
                  <a:gd name="connsiteX197" fmla="*/ 5824222 w 12192000"/>
                  <a:gd name="connsiteY197" fmla="*/ 659280 h 2728672"/>
                  <a:gd name="connsiteX198" fmla="*/ 5790438 w 12192000"/>
                  <a:gd name="connsiteY198" fmla="*/ 685777 h 2728672"/>
                  <a:gd name="connsiteX199" fmla="*/ 5812630 w 12192000"/>
                  <a:gd name="connsiteY199" fmla="*/ 692567 h 2728672"/>
                  <a:gd name="connsiteX200" fmla="*/ 5824222 w 12192000"/>
                  <a:gd name="connsiteY200" fmla="*/ 689089 h 2728672"/>
                  <a:gd name="connsiteX201" fmla="*/ 5932198 w 12192000"/>
                  <a:gd name="connsiteY201" fmla="*/ 501125 h 2728672"/>
                  <a:gd name="connsiteX202" fmla="*/ 5900401 w 12192000"/>
                  <a:gd name="connsiteY202" fmla="*/ 710784 h 2728672"/>
                  <a:gd name="connsiteX203" fmla="*/ 6020466 w 12192000"/>
                  <a:gd name="connsiteY203" fmla="*/ 627980 h 2728672"/>
                  <a:gd name="connsiteX204" fmla="*/ 5977408 w 12192000"/>
                  <a:gd name="connsiteY204" fmla="*/ 738937 h 2728672"/>
                  <a:gd name="connsiteX205" fmla="*/ 5983039 w 12192000"/>
                  <a:gd name="connsiteY205" fmla="*/ 745727 h 2728672"/>
                  <a:gd name="connsiteX206" fmla="*/ 6067664 w 12192000"/>
                  <a:gd name="connsiteY206" fmla="*/ 772886 h 2728672"/>
                  <a:gd name="connsiteX207" fmla="*/ 6108900 w 12192000"/>
                  <a:gd name="connsiteY207" fmla="*/ 591712 h 2728672"/>
                  <a:gd name="connsiteX208" fmla="*/ 6145168 w 12192000"/>
                  <a:gd name="connsiteY208" fmla="*/ 768415 h 2728672"/>
                  <a:gd name="connsiteX209" fmla="*/ 6151627 w 12192000"/>
                  <a:gd name="connsiteY209" fmla="*/ 766593 h 2728672"/>
                  <a:gd name="connsiteX210" fmla="*/ 6231780 w 12192000"/>
                  <a:gd name="connsiteY210" fmla="*/ 660108 h 2728672"/>
                  <a:gd name="connsiteX211" fmla="*/ 6231946 w 12192000"/>
                  <a:gd name="connsiteY211" fmla="*/ 799880 h 2728672"/>
                  <a:gd name="connsiteX212" fmla="*/ 6313755 w 12192000"/>
                  <a:gd name="connsiteY212" fmla="*/ 680312 h 2728672"/>
                  <a:gd name="connsiteX213" fmla="*/ 6259933 w 12192000"/>
                  <a:gd name="connsiteY213" fmla="*/ 829855 h 2728672"/>
                  <a:gd name="connsiteX214" fmla="*/ 6290736 w 12192000"/>
                  <a:gd name="connsiteY214" fmla="*/ 845091 h 2728672"/>
                  <a:gd name="connsiteX215" fmla="*/ 6323692 w 12192000"/>
                  <a:gd name="connsiteY215" fmla="*/ 855855 h 2728672"/>
                  <a:gd name="connsiteX216" fmla="*/ 6431833 w 12192000"/>
                  <a:gd name="connsiteY216" fmla="*/ 709790 h 2728672"/>
                  <a:gd name="connsiteX217" fmla="*/ 6393578 w 12192000"/>
                  <a:gd name="connsiteY217" fmla="*/ 878875 h 2728672"/>
                  <a:gd name="connsiteX218" fmla="*/ 6422393 w 12192000"/>
                  <a:gd name="connsiteY218" fmla="*/ 888314 h 2728672"/>
                  <a:gd name="connsiteX219" fmla="*/ 6500560 w 12192000"/>
                  <a:gd name="connsiteY219" fmla="*/ 800046 h 2728672"/>
                  <a:gd name="connsiteX220" fmla="*/ 6469094 w 12192000"/>
                  <a:gd name="connsiteY220" fmla="*/ 903716 h 2728672"/>
                  <a:gd name="connsiteX221" fmla="*/ 6485158 w 12192000"/>
                  <a:gd name="connsiteY221" fmla="*/ 909015 h 2728672"/>
                  <a:gd name="connsiteX222" fmla="*/ 6549911 w 12192000"/>
                  <a:gd name="connsiteY222" fmla="*/ 780008 h 2728672"/>
                  <a:gd name="connsiteX223" fmla="*/ 6536331 w 12192000"/>
                  <a:gd name="connsiteY223" fmla="*/ 925907 h 2728672"/>
                  <a:gd name="connsiteX224" fmla="*/ 6540637 w 12192000"/>
                  <a:gd name="connsiteY224" fmla="*/ 927232 h 2728672"/>
                  <a:gd name="connsiteX225" fmla="*/ 6590484 w 12192000"/>
                  <a:gd name="connsiteY225" fmla="*/ 704656 h 2728672"/>
                  <a:gd name="connsiteX226" fmla="*/ 6603402 w 12192000"/>
                  <a:gd name="connsiteY226" fmla="*/ 929716 h 2728672"/>
                  <a:gd name="connsiteX227" fmla="*/ 6671797 w 12192000"/>
                  <a:gd name="connsiteY227" fmla="*/ 835320 h 2728672"/>
                  <a:gd name="connsiteX228" fmla="*/ 6662523 w 12192000"/>
                  <a:gd name="connsiteY228" fmla="*/ 967309 h 2728672"/>
                  <a:gd name="connsiteX229" fmla="*/ 6701275 w 12192000"/>
                  <a:gd name="connsiteY229" fmla="*/ 980060 h 2728672"/>
                  <a:gd name="connsiteX230" fmla="*/ 6815378 w 12192000"/>
                  <a:gd name="connsiteY230" fmla="*/ 800212 h 2728672"/>
                  <a:gd name="connsiteX231" fmla="*/ 6788715 w 12192000"/>
                  <a:gd name="connsiteY231" fmla="*/ 1008545 h 2728672"/>
                  <a:gd name="connsiteX232" fmla="*/ 6799977 w 12192000"/>
                  <a:gd name="connsiteY232" fmla="*/ 1012188 h 2728672"/>
                  <a:gd name="connsiteX233" fmla="*/ 6866551 w 12192000"/>
                  <a:gd name="connsiteY233" fmla="*/ 890798 h 2728672"/>
                  <a:gd name="connsiteX234" fmla="*/ 6866551 w 12192000"/>
                  <a:gd name="connsiteY234" fmla="*/ 1002417 h 2728672"/>
                  <a:gd name="connsiteX235" fmla="*/ 6926003 w 12192000"/>
                  <a:gd name="connsiteY235" fmla="*/ 872250 h 2728672"/>
                  <a:gd name="connsiteX236" fmla="*/ 6926003 w 12192000"/>
                  <a:gd name="connsiteY236" fmla="*/ 1048290 h 2728672"/>
                  <a:gd name="connsiteX237" fmla="*/ 7023214 w 12192000"/>
                  <a:gd name="connsiteY237" fmla="*/ 877715 h 2728672"/>
                  <a:gd name="connsiteX238" fmla="*/ 7024705 w 12192000"/>
                  <a:gd name="connsiteY238" fmla="*/ 1084227 h 2728672"/>
                  <a:gd name="connsiteX239" fmla="*/ 7026527 w 12192000"/>
                  <a:gd name="connsiteY239" fmla="*/ 1084889 h 2728672"/>
                  <a:gd name="connsiteX240" fmla="*/ 7086807 w 12192000"/>
                  <a:gd name="connsiteY240" fmla="*/ 799880 h 2728672"/>
                  <a:gd name="connsiteX241" fmla="*/ 7110158 w 12192000"/>
                  <a:gd name="connsiteY241" fmla="*/ 1097641 h 2728672"/>
                  <a:gd name="connsiteX242" fmla="*/ 7252249 w 12192000"/>
                  <a:gd name="connsiteY242" fmla="*/ 921767 h 2728672"/>
                  <a:gd name="connsiteX243" fmla="*/ 7219127 w 12192000"/>
                  <a:gd name="connsiteY243" fmla="*/ 1145170 h 2728672"/>
                  <a:gd name="connsiteX244" fmla="*/ 7227242 w 12192000"/>
                  <a:gd name="connsiteY244" fmla="*/ 1147654 h 2728672"/>
                  <a:gd name="connsiteX245" fmla="*/ 7281561 w 12192000"/>
                  <a:gd name="connsiteY245" fmla="*/ 1018978 h 2728672"/>
                  <a:gd name="connsiteX246" fmla="*/ 7301268 w 12192000"/>
                  <a:gd name="connsiteY246" fmla="*/ 1170177 h 2728672"/>
                  <a:gd name="connsiteX247" fmla="*/ 7362708 w 12192000"/>
                  <a:gd name="connsiteY247" fmla="*/ 1188725 h 2728672"/>
                  <a:gd name="connsiteX248" fmla="*/ 7349625 w 12192000"/>
                  <a:gd name="connsiteY248" fmla="*/ 1003245 h 2728672"/>
                  <a:gd name="connsiteX249" fmla="*/ 7422823 w 12192000"/>
                  <a:gd name="connsiteY249" fmla="*/ 1203795 h 2728672"/>
                  <a:gd name="connsiteX250" fmla="*/ 7578162 w 12192000"/>
                  <a:gd name="connsiteY250" fmla="*/ 990162 h 2728672"/>
                  <a:gd name="connsiteX251" fmla="*/ 7504302 w 12192000"/>
                  <a:gd name="connsiteY251" fmla="*/ 1231286 h 2728672"/>
                  <a:gd name="connsiteX252" fmla="*/ 7506952 w 12192000"/>
                  <a:gd name="connsiteY252" fmla="*/ 1232114 h 2728672"/>
                  <a:gd name="connsiteX253" fmla="*/ 7666265 w 12192000"/>
                  <a:gd name="connsiteY253" fmla="*/ 1111552 h 2728672"/>
                  <a:gd name="connsiteX254" fmla="*/ 7581640 w 12192000"/>
                  <a:gd name="connsiteY254" fmla="*/ 1254139 h 2728672"/>
                  <a:gd name="connsiteX255" fmla="*/ 7692928 w 12192000"/>
                  <a:gd name="connsiteY255" fmla="*/ 1286598 h 2728672"/>
                  <a:gd name="connsiteX256" fmla="*/ 7768776 w 12192000"/>
                  <a:gd name="connsiteY256" fmla="*/ 1053424 h 2728672"/>
                  <a:gd name="connsiteX257" fmla="*/ 7829222 w 12192000"/>
                  <a:gd name="connsiteY257" fmla="*/ 1278152 h 2728672"/>
                  <a:gd name="connsiteX258" fmla="*/ 7982574 w 12192000"/>
                  <a:gd name="connsiteY258" fmla="*/ 1053424 h 2728672"/>
                  <a:gd name="connsiteX259" fmla="*/ 7937529 w 12192000"/>
                  <a:gd name="connsiteY259" fmla="*/ 1355822 h 2728672"/>
                  <a:gd name="connsiteX260" fmla="*/ 7939516 w 12192000"/>
                  <a:gd name="connsiteY260" fmla="*/ 1356484 h 2728672"/>
                  <a:gd name="connsiteX261" fmla="*/ 8046664 w 12192000"/>
                  <a:gd name="connsiteY261" fmla="*/ 1184916 h 2728672"/>
                  <a:gd name="connsiteX262" fmla="*/ 8046829 w 12192000"/>
                  <a:gd name="connsiteY262" fmla="*/ 1345223 h 2728672"/>
                  <a:gd name="connsiteX263" fmla="*/ 8136919 w 12192000"/>
                  <a:gd name="connsiteY263" fmla="*/ 1165043 h 2728672"/>
                  <a:gd name="connsiteX264" fmla="*/ 8136919 w 12192000"/>
                  <a:gd name="connsiteY264" fmla="*/ 1369733 h 2728672"/>
                  <a:gd name="connsiteX265" fmla="*/ 8265264 w 12192000"/>
                  <a:gd name="connsiteY265" fmla="*/ 1096979 h 2728672"/>
                  <a:gd name="connsiteX266" fmla="*/ 8226347 w 12192000"/>
                  <a:gd name="connsiteY266" fmla="*/ 1418421 h 2728672"/>
                  <a:gd name="connsiteX267" fmla="*/ 8215417 w 12192000"/>
                  <a:gd name="connsiteY267" fmla="*/ 1431835 h 2728672"/>
                  <a:gd name="connsiteX268" fmla="*/ 8271723 w 12192000"/>
                  <a:gd name="connsiteY268" fmla="*/ 1446906 h 2728672"/>
                  <a:gd name="connsiteX269" fmla="*/ 8375890 w 12192000"/>
                  <a:gd name="connsiteY269" fmla="*/ 1226317 h 2728672"/>
                  <a:gd name="connsiteX270" fmla="*/ 8377711 w 12192000"/>
                  <a:gd name="connsiteY270" fmla="*/ 1450549 h 2728672"/>
                  <a:gd name="connsiteX271" fmla="*/ 8440807 w 12192000"/>
                  <a:gd name="connsiteY271" fmla="*/ 1373873 h 2728672"/>
                  <a:gd name="connsiteX272" fmla="*/ 8440807 w 12192000"/>
                  <a:gd name="connsiteY272" fmla="*/ 1458332 h 2728672"/>
                  <a:gd name="connsiteX273" fmla="*/ 8505725 w 12192000"/>
                  <a:gd name="connsiteY273" fmla="*/ 1320713 h 2728672"/>
                  <a:gd name="connsiteX274" fmla="*/ 8512515 w 12192000"/>
                  <a:gd name="connsiteY274" fmla="*/ 1509505 h 2728672"/>
                  <a:gd name="connsiteX275" fmla="*/ 8524936 w 12192000"/>
                  <a:gd name="connsiteY275" fmla="*/ 1512651 h 2728672"/>
                  <a:gd name="connsiteX276" fmla="*/ 8587369 w 12192000"/>
                  <a:gd name="connsiteY276" fmla="*/ 1493441 h 2728672"/>
                  <a:gd name="connsiteX277" fmla="*/ 8712403 w 12192000"/>
                  <a:gd name="connsiteY277" fmla="*/ 1179119 h 2728672"/>
                  <a:gd name="connsiteX278" fmla="*/ 8673982 w 12192000"/>
                  <a:gd name="connsiteY278" fmla="*/ 1518448 h 2728672"/>
                  <a:gd name="connsiteX279" fmla="*/ 8747842 w 12192000"/>
                  <a:gd name="connsiteY279" fmla="*/ 1348866 h 2728672"/>
                  <a:gd name="connsiteX280" fmla="*/ 8782785 w 12192000"/>
                  <a:gd name="connsiteY280" fmla="*/ 1539645 h 2728672"/>
                  <a:gd name="connsiteX281" fmla="*/ 8818556 w 12192000"/>
                  <a:gd name="connsiteY281" fmla="*/ 1403351 h 2728672"/>
                  <a:gd name="connsiteX282" fmla="*/ 8860455 w 12192000"/>
                  <a:gd name="connsiteY282" fmla="*/ 1557696 h 2728672"/>
                  <a:gd name="connsiteX283" fmla="*/ 8883474 w 12192000"/>
                  <a:gd name="connsiteY283" fmla="*/ 1459492 h 2728672"/>
                  <a:gd name="connsiteX284" fmla="*/ 8952366 w 12192000"/>
                  <a:gd name="connsiteY284" fmla="*/ 1578894 h 2728672"/>
                  <a:gd name="connsiteX285" fmla="*/ 9013310 w 12192000"/>
                  <a:gd name="connsiteY285" fmla="*/ 1435810 h 2728672"/>
                  <a:gd name="connsiteX286" fmla="*/ 9005029 w 12192000"/>
                  <a:gd name="connsiteY286" fmla="*/ 1630232 h 2728672"/>
                  <a:gd name="connsiteX287" fmla="*/ 9010991 w 12192000"/>
                  <a:gd name="connsiteY287" fmla="*/ 1631557 h 2728672"/>
                  <a:gd name="connsiteX288" fmla="*/ 9160865 w 12192000"/>
                  <a:gd name="connsiteY288" fmla="*/ 1406332 h 2728672"/>
                  <a:gd name="connsiteX289" fmla="*/ 9162024 w 12192000"/>
                  <a:gd name="connsiteY289" fmla="*/ 1651098 h 2728672"/>
                  <a:gd name="connsiteX290" fmla="*/ 9252446 w 12192000"/>
                  <a:gd name="connsiteY290" fmla="*/ 1547926 h 2728672"/>
                  <a:gd name="connsiteX291" fmla="*/ 9253936 w 12192000"/>
                  <a:gd name="connsiteY291" fmla="*/ 1687532 h 2728672"/>
                  <a:gd name="connsiteX292" fmla="*/ 9286892 w 12192000"/>
                  <a:gd name="connsiteY292" fmla="*/ 1694985 h 2728672"/>
                  <a:gd name="connsiteX293" fmla="*/ 9349988 w 12192000"/>
                  <a:gd name="connsiteY293" fmla="*/ 1667991 h 2728672"/>
                  <a:gd name="connsiteX294" fmla="*/ 9414740 w 12192000"/>
                  <a:gd name="connsiteY294" fmla="*/ 1442103 h 2728672"/>
                  <a:gd name="connsiteX295" fmla="*/ 9447199 w 12192000"/>
                  <a:gd name="connsiteY295" fmla="*/ 1704921 h 2728672"/>
                  <a:gd name="connsiteX296" fmla="*/ 9461939 w 12192000"/>
                  <a:gd name="connsiteY296" fmla="*/ 1553887 h 2728672"/>
                  <a:gd name="connsiteX297" fmla="*/ 9540104 w 12192000"/>
                  <a:gd name="connsiteY297" fmla="*/ 1709061 h 2728672"/>
                  <a:gd name="connsiteX298" fmla="*/ 9615289 w 12192000"/>
                  <a:gd name="connsiteY298" fmla="*/ 1615825 h 2728672"/>
                  <a:gd name="connsiteX299" fmla="*/ 9657850 w 12192000"/>
                  <a:gd name="connsiteY299" fmla="*/ 1775138 h 2728672"/>
                  <a:gd name="connsiteX300" fmla="*/ 9664971 w 12192000"/>
                  <a:gd name="connsiteY300" fmla="*/ 1776629 h 2728672"/>
                  <a:gd name="connsiteX301" fmla="*/ 9751087 w 12192000"/>
                  <a:gd name="connsiteY301" fmla="*/ 1621786 h 2728672"/>
                  <a:gd name="connsiteX302" fmla="*/ 9763839 w 12192000"/>
                  <a:gd name="connsiteY302" fmla="*/ 1797164 h 2728672"/>
                  <a:gd name="connsiteX303" fmla="*/ 9765329 w 12192000"/>
                  <a:gd name="connsiteY303" fmla="*/ 1797329 h 2728672"/>
                  <a:gd name="connsiteX304" fmla="*/ 9818986 w 12192000"/>
                  <a:gd name="connsiteY304" fmla="*/ 1713201 h 2728672"/>
                  <a:gd name="connsiteX305" fmla="*/ 9818986 w 12192000"/>
                  <a:gd name="connsiteY305" fmla="*/ 1795839 h 2728672"/>
                  <a:gd name="connsiteX306" fmla="*/ 9863203 w 12192000"/>
                  <a:gd name="connsiteY306" fmla="*/ 1645303 h 2728672"/>
                  <a:gd name="connsiteX307" fmla="*/ 9880923 w 12192000"/>
                  <a:gd name="connsiteY307" fmla="*/ 1819521 h 2728672"/>
                  <a:gd name="connsiteX308" fmla="*/ 9946338 w 12192000"/>
                  <a:gd name="connsiteY308" fmla="*/ 1695481 h 2728672"/>
                  <a:gd name="connsiteX309" fmla="*/ 9975319 w 12192000"/>
                  <a:gd name="connsiteY309" fmla="*/ 1837406 h 2728672"/>
                  <a:gd name="connsiteX310" fmla="*/ 10007943 w 12192000"/>
                  <a:gd name="connsiteY310" fmla="*/ 1574920 h 2728672"/>
                  <a:gd name="connsiteX311" fmla="*/ 10068059 w 12192000"/>
                  <a:gd name="connsiteY311" fmla="*/ 1818361 h 2728672"/>
                  <a:gd name="connsiteX312" fmla="*/ 10063918 w 12192000"/>
                  <a:gd name="connsiteY312" fmla="*/ 1837406 h 2728672"/>
                  <a:gd name="connsiteX313" fmla="*/ 10128836 w 12192000"/>
                  <a:gd name="connsiteY313" fmla="*/ 1660207 h 2728672"/>
                  <a:gd name="connsiteX314" fmla="*/ 10130657 w 12192000"/>
                  <a:gd name="connsiteY314" fmla="*/ 1837406 h 2728672"/>
                  <a:gd name="connsiteX315" fmla="*/ 10193753 w 12192000"/>
                  <a:gd name="connsiteY315" fmla="*/ 1857776 h 2728672"/>
                  <a:gd name="connsiteX316" fmla="*/ 10267449 w 12192000"/>
                  <a:gd name="connsiteY316" fmla="*/ 1716182 h 2728672"/>
                  <a:gd name="connsiteX317" fmla="*/ 10249729 w 12192000"/>
                  <a:gd name="connsiteY317" fmla="*/ 1857776 h 2728672"/>
                  <a:gd name="connsiteX318" fmla="*/ 10295436 w 12192000"/>
                  <a:gd name="connsiteY318" fmla="*/ 1762055 h 2728672"/>
                  <a:gd name="connsiteX319" fmla="*/ 10310673 w 12192000"/>
                  <a:gd name="connsiteY319" fmla="*/ 1882451 h 2728672"/>
                  <a:gd name="connsiteX320" fmla="*/ 10397119 w 12192000"/>
                  <a:gd name="connsiteY320" fmla="*/ 1791202 h 2728672"/>
                  <a:gd name="connsiteX321" fmla="*/ 10388673 w 12192000"/>
                  <a:gd name="connsiteY321" fmla="*/ 1916897 h 2728672"/>
                  <a:gd name="connsiteX322" fmla="*/ 10424609 w 12192000"/>
                  <a:gd name="connsiteY322" fmla="*/ 1923356 h 2728672"/>
                  <a:gd name="connsiteX323" fmla="*/ 10444979 w 12192000"/>
                  <a:gd name="connsiteY323" fmla="*/ 1912095 h 2728672"/>
                  <a:gd name="connsiteX324" fmla="*/ 10474291 w 12192000"/>
                  <a:gd name="connsiteY324" fmla="*/ 1677099 h 2728672"/>
                  <a:gd name="connsiteX325" fmla="*/ 10524139 w 12192000"/>
                  <a:gd name="connsiteY325" fmla="*/ 1926006 h 2728672"/>
                  <a:gd name="connsiteX326" fmla="*/ 10516686 w 12192000"/>
                  <a:gd name="connsiteY326" fmla="*/ 1939751 h 2728672"/>
                  <a:gd name="connsiteX327" fmla="*/ 10560407 w 12192000"/>
                  <a:gd name="connsiteY327" fmla="*/ 1947535 h 2728672"/>
                  <a:gd name="connsiteX328" fmla="*/ 10567363 w 12192000"/>
                  <a:gd name="connsiteY328" fmla="*/ 1940745 h 2728672"/>
                  <a:gd name="connsiteX329" fmla="*/ 10627975 w 12192000"/>
                  <a:gd name="connsiteY329" fmla="*/ 1784246 h 2728672"/>
                  <a:gd name="connsiteX330" fmla="*/ 10663745 w 12192000"/>
                  <a:gd name="connsiteY330" fmla="*/ 1950019 h 2728672"/>
                  <a:gd name="connsiteX331" fmla="*/ 10681631 w 12192000"/>
                  <a:gd name="connsiteY331" fmla="*/ 1842540 h 2728672"/>
                  <a:gd name="connsiteX332" fmla="*/ 10741912 w 12192000"/>
                  <a:gd name="connsiteY332" fmla="*/ 1963267 h 2728672"/>
                  <a:gd name="connsiteX333" fmla="*/ 10784142 w 12192000"/>
                  <a:gd name="connsiteY333" fmla="*/ 1865725 h 2728672"/>
                  <a:gd name="connsiteX334" fmla="*/ 10809314 w 12192000"/>
                  <a:gd name="connsiteY334" fmla="*/ 1989433 h 2728672"/>
                  <a:gd name="connsiteX335" fmla="*/ 10813951 w 12192000"/>
                  <a:gd name="connsiteY335" fmla="*/ 1990095 h 2728672"/>
                  <a:gd name="connsiteX336" fmla="*/ 10835479 w 12192000"/>
                  <a:gd name="connsiteY336" fmla="*/ 1801138 h 2728672"/>
                  <a:gd name="connsiteX337" fmla="*/ 10903544 w 12192000"/>
                  <a:gd name="connsiteY337" fmla="*/ 1979000 h 2728672"/>
                  <a:gd name="connsiteX338" fmla="*/ 10975251 w 12192000"/>
                  <a:gd name="connsiteY338" fmla="*/ 1907789 h 2728672"/>
                  <a:gd name="connsiteX339" fmla="*/ 10962831 w 12192000"/>
                  <a:gd name="connsiteY339" fmla="*/ 2013777 h 2728672"/>
                  <a:gd name="connsiteX340" fmla="*/ 11020628 w 12192000"/>
                  <a:gd name="connsiteY340" fmla="*/ 2022886 h 2728672"/>
                  <a:gd name="connsiteX341" fmla="*/ 11047622 w 12192000"/>
                  <a:gd name="connsiteY341" fmla="*/ 1942732 h 2728672"/>
                  <a:gd name="connsiteX342" fmla="*/ 11065177 w 12192000"/>
                  <a:gd name="connsiteY342" fmla="*/ 2030007 h 2728672"/>
                  <a:gd name="connsiteX343" fmla="*/ 11069482 w 12192000"/>
                  <a:gd name="connsiteY343" fmla="*/ 2030503 h 2728672"/>
                  <a:gd name="connsiteX344" fmla="*/ 11078093 w 12192000"/>
                  <a:gd name="connsiteY344" fmla="*/ 1842705 h 2728672"/>
                  <a:gd name="connsiteX345" fmla="*/ 11151127 w 12192000"/>
                  <a:gd name="connsiteY345" fmla="*/ 2039612 h 2728672"/>
                  <a:gd name="connsiteX346" fmla="*/ 11225318 w 12192000"/>
                  <a:gd name="connsiteY346" fmla="*/ 1728934 h 2728672"/>
                  <a:gd name="connsiteX347" fmla="*/ 11261254 w 12192000"/>
                  <a:gd name="connsiteY347" fmla="*/ 2058657 h 2728672"/>
                  <a:gd name="connsiteX348" fmla="*/ 11262082 w 12192000"/>
                  <a:gd name="connsiteY348" fmla="*/ 2058822 h 2728672"/>
                  <a:gd name="connsiteX349" fmla="*/ 11361116 w 12192000"/>
                  <a:gd name="connsiteY349" fmla="*/ 1941242 h 2728672"/>
                  <a:gd name="connsiteX350" fmla="*/ 11374860 w 12192000"/>
                  <a:gd name="connsiteY350" fmla="*/ 2075052 h 2728672"/>
                  <a:gd name="connsiteX351" fmla="*/ 11455346 w 12192000"/>
                  <a:gd name="connsiteY351" fmla="*/ 2086478 h 2728672"/>
                  <a:gd name="connsiteX352" fmla="*/ 11529703 w 12192000"/>
                  <a:gd name="connsiteY352" fmla="*/ 1880795 h 2728672"/>
                  <a:gd name="connsiteX353" fmla="*/ 11567627 w 12192000"/>
                  <a:gd name="connsiteY353" fmla="*/ 2101549 h 2728672"/>
                  <a:gd name="connsiteX354" fmla="*/ 11650099 w 12192000"/>
                  <a:gd name="connsiteY354" fmla="*/ 2112645 h 2728672"/>
                  <a:gd name="connsiteX355" fmla="*/ 11681896 w 12192000"/>
                  <a:gd name="connsiteY355" fmla="*/ 1965089 h 2728672"/>
                  <a:gd name="connsiteX356" fmla="*/ 11779437 w 12192000"/>
                  <a:gd name="connsiteY356" fmla="*/ 2129205 h 2728672"/>
                  <a:gd name="connsiteX357" fmla="*/ 11798814 w 12192000"/>
                  <a:gd name="connsiteY357" fmla="*/ 2131689 h 2728672"/>
                  <a:gd name="connsiteX358" fmla="*/ 11834419 w 12192000"/>
                  <a:gd name="connsiteY358" fmla="*/ 1943229 h 2728672"/>
                  <a:gd name="connsiteX359" fmla="*/ 11901325 w 12192000"/>
                  <a:gd name="connsiteY359" fmla="*/ 2144275 h 2728672"/>
                  <a:gd name="connsiteX360" fmla="*/ 11947528 w 12192000"/>
                  <a:gd name="connsiteY360" fmla="*/ 2149906 h 2728672"/>
                  <a:gd name="connsiteX361" fmla="*/ 11996217 w 12192000"/>
                  <a:gd name="connsiteY361" fmla="*/ 1903483 h 2728672"/>
                  <a:gd name="connsiteX362" fmla="*/ 12054841 w 12192000"/>
                  <a:gd name="connsiteY362" fmla="*/ 2162492 h 2728672"/>
                  <a:gd name="connsiteX363" fmla="*/ 12126383 w 12192000"/>
                  <a:gd name="connsiteY363" fmla="*/ 2170441 h 2728672"/>
                  <a:gd name="connsiteX364" fmla="*/ 12159337 w 12192000"/>
                  <a:gd name="connsiteY364" fmla="*/ 2023328 h 2728672"/>
                  <a:gd name="connsiteX365" fmla="*/ 12192000 w 12192000"/>
                  <a:gd name="connsiteY365" fmla="*/ 1990428 h 2728672"/>
                  <a:gd name="connsiteX366" fmla="*/ 12192000 w 12192000"/>
                  <a:gd name="connsiteY366" fmla="*/ 2004805 h 2728672"/>
                  <a:gd name="connsiteX367" fmla="*/ 12185567 w 12192000"/>
                  <a:gd name="connsiteY367" fmla="*/ 2050501 h 2728672"/>
                  <a:gd name="connsiteX368" fmla="*/ 12189622 w 12192000"/>
                  <a:gd name="connsiteY368" fmla="*/ 2113566 h 2728672"/>
                  <a:gd name="connsiteX369" fmla="*/ 12192000 w 12192000"/>
                  <a:gd name="connsiteY369" fmla="*/ 2119461 h 2728672"/>
                  <a:gd name="connsiteX370" fmla="*/ 12192000 w 12192000"/>
                  <a:gd name="connsiteY370" fmla="*/ 2728672 h 2728672"/>
                  <a:gd name="connsiteX371" fmla="*/ 0 w 12192000"/>
                  <a:gd name="connsiteY371" fmla="*/ 2728672 h 2728672"/>
                  <a:gd name="connsiteX372" fmla="*/ 0 w 12192000"/>
                  <a:gd name="connsiteY372" fmla="*/ 289610 h 2728672"/>
                  <a:gd name="connsiteX373" fmla="*/ 6488 w 12192000"/>
                  <a:gd name="connsiteY373" fmla="*/ 280395 h 2728672"/>
                  <a:gd name="connsiteX374" fmla="*/ 20039 w 12192000"/>
                  <a:gd name="connsiteY374" fmla="*/ 265136 h 2728672"/>
                  <a:gd name="connsiteX375" fmla="*/ 19708 w 12192000"/>
                  <a:gd name="connsiteY375" fmla="*/ 395634 h 2728672"/>
                  <a:gd name="connsiteX376" fmla="*/ 77505 w 12192000"/>
                  <a:gd name="connsiteY376" fmla="*/ 425278 h 2728672"/>
                  <a:gd name="connsiteX377" fmla="*/ 101683 w 12192000"/>
                  <a:gd name="connsiteY377" fmla="*/ 146562 h 2728672"/>
                  <a:gd name="connsiteX378" fmla="*/ 117250 w 12192000"/>
                  <a:gd name="connsiteY378" fmla="*/ 380067 h 2728672"/>
                  <a:gd name="connsiteX379" fmla="*/ 153518 w 12192000"/>
                  <a:gd name="connsiteY379" fmla="*/ 239798 h 2728672"/>
                  <a:gd name="connsiteX380" fmla="*/ 170410 w 12192000"/>
                  <a:gd name="connsiteY380" fmla="*/ 373277 h 2728672"/>
                  <a:gd name="connsiteX381" fmla="*/ 192767 w 12192000"/>
                  <a:gd name="connsiteY381" fmla="*/ 393647 h 2728672"/>
                  <a:gd name="connsiteX382" fmla="*/ 214793 w 12192000"/>
                  <a:gd name="connsiteY382" fmla="*/ 208996 h 2728672"/>
                  <a:gd name="connsiteX383" fmla="*/ 267953 w 12192000"/>
                  <a:gd name="connsiteY383" fmla="*/ 381226 h 2728672"/>
                  <a:gd name="connsiteX384" fmla="*/ 338170 w 12192000"/>
                  <a:gd name="connsiteY384" fmla="*/ 389341 h 2728672"/>
                  <a:gd name="connsiteX385" fmla="*/ 323265 w 12192000"/>
                  <a:gd name="connsiteY385" fmla="*/ 234996 h 2728672"/>
                  <a:gd name="connsiteX386" fmla="*/ 357877 w 12192000"/>
                  <a:gd name="connsiteY386" fmla="*/ 372615 h 2728672"/>
                  <a:gd name="connsiteX387" fmla="*/ 396463 w 12192000"/>
                  <a:gd name="connsiteY387" fmla="*/ 442170 h 2728672"/>
                  <a:gd name="connsiteX388" fmla="*/ 405406 w 12192000"/>
                  <a:gd name="connsiteY388" fmla="*/ 441011 h 2728672"/>
                  <a:gd name="connsiteX389" fmla="*/ 397126 w 12192000"/>
                  <a:gd name="connsiteY389" fmla="*/ 413188 h 2728672"/>
                  <a:gd name="connsiteX390" fmla="*/ 441840 w 12192000"/>
                  <a:gd name="connsiteY390" fmla="*/ 228371 h 2728672"/>
                  <a:gd name="connsiteX391" fmla="*/ 458897 w 12192000"/>
                  <a:gd name="connsiteY391" fmla="*/ 362679 h 2728672"/>
                  <a:gd name="connsiteX392" fmla="*/ 536567 w 12192000"/>
                  <a:gd name="connsiteY392" fmla="*/ 213467 h 2728672"/>
                  <a:gd name="connsiteX393" fmla="*/ 521828 w 12192000"/>
                  <a:gd name="connsiteY393" fmla="*/ 388679 h 2728672"/>
                  <a:gd name="connsiteX394" fmla="*/ 596019 w 12192000"/>
                  <a:gd name="connsiteY394" fmla="*/ 415341 h 2728672"/>
                  <a:gd name="connsiteX395" fmla="*/ 620695 w 12192000"/>
                  <a:gd name="connsiteY395" fmla="*/ 412195 h 2728672"/>
                  <a:gd name="connsiteX396" fmla="*/ 619370 w 12192000"/>
                  <a:gd name="connsiteY396" fmla="*/ 373609 h 2728672"/>
                  <a:gd name="connsiteX397" fmla="*/ 632287 w 12192000"/>
                  <a:gd name="connsiteY397" fmla="*/ 138778 h 2728672"/>
                  <a:gd name="connsiteX398" fmla="*/ 692734 w 12192000"/>
                  <a:gd name="connsiteY398" fmla="*/ 335850 h 2728672"/>
                  <a:gd name="connsiteX399" fmla="*/ 760798 w 12192000"/>
                  <a:gd name="connsiteY399" fmla="*/ 394309 h 2728672"/>
                  <a:gd name="connsiteX400" fmla="*/ 774875 w 12192000"/>
                  <a:gd name="connsiteY400" fmla="*/ 392488 h 2728672"/>
                  <a:gd name="connsiteX401" fmla="*/ 786964 w 12192000"/>
                  <a:gd name="connsiteY401" fmla="*/ 215785 h 2728672"/>
                  <a:gd name="connsiteX402" fmla="*/ 871092 w 12192000"/>
                  <a:gd name="connsiteY402" fmla="*/ 364335 h 2728672"/>
                  <a:gd name="connsiteX403" fmla="*/ 924252 w 12192000"/>
                  <a:gd name="connsiteY403" fmla="*/ 90421 h 2728672"/>
                  <a:gd name="connsiteX404" fmla="*/ 969628 w 12192000"/>
                  <a:gd name="connsiteY404" fmla="*/ 327404 h 2728672"/>
                  <a:gd name="connsiteX405" fmla="*/ 959857 w 12192000"/>
                  <a:gd name="connsiteY405" fmla="*/ 370131 h 2728672"/>
                  <a:gd name="connsiteX406" fmla="*/ 1009705 w 12192000"/>
                  <a:gd name="connsiteY406" fmla="*/ 364169 h 2728672"/>
                  <a:gd name="connsiteX407" fmla="*/ 1064521 w 12192000"/>
                  <a:gd name="connsiteY407" fmla="*/ 186308 h 2728672"/>
                  <a:gd name="connsiteX408" fmla="*/ 1067170 w 12192000"/>
                  <a:gd name="connsiteY408" fmla="*/ 357711 h 2728672"/>
                  <a:gd name="connsiteX409" fmla="*/ 1144012 w 12192000"/>
                  <a:gd name="connsiteY409" fmla="*/ 349099 h 2728672"/>
                  <a:gd name="connsiteX410" fmla="*/ 1178624 w 12192000"/>
                  <a:gd name="connsiteY410" fmla="*/ 188792 h 2728672"/>
                  <a:gd name="connsiteX411" fmla="*/ 1198165 w 12192000"/>
                  <a:gd name="connsiteY411" fmla="*/ 342640 h 2728672"/>
                  <a:gd name="connsiteX412" fmla="*/ 1198993 w 12192000"/>
                  <a:gd name="connsiteY412" fmla="*/ 343137 h 2728672"/>
                  <a:gd name="connsiteX413" fmla="*/ 1257784 w 12192000"/>
                  <a:gd name="connsiteY413" fmla="*/ 336844 h 2728672"/>
                  <a:gd name="connsiteX414" fmla="*/ 1298688 w 12192000"/>
                  <a:gd name="connsiteY414" fmla="*/ 105326 h 2728672"/>
                  <a:gd name="connsiteX415" fmla="*/ 1337109 w 12192000"/>
                  <a:gd name="connsiteY415" fmla="*/ 328729 h 2728672"/>
                  <a:gd name="connsiteX416" fmla="*/ 1412295 w 12192000"/>
                  <a:gd name="connsiteY416" fmla="*/ 321111 h 2728672"/>
                  <a:gd name="connsiteX417" fmla="*/ 1428690 w 12192000"/>
                  <a:gd name="connsiteY417" fmla="*/ 256525 h 2728672"/>
                  <a:gd name="connsiteX418" fmla="*/ 1447238 w 12192000"/>
                  <a:gd name="connsiteY418" fmla="*/ 317965 h 2728672"/>
                  <a:gd name="connsiteX419" fmla="*/ 1503544 w 12192000"/>
                  <a:gd name="connsiteY419" fmla="*/ 312666 h 2728672"/>
                  <a:gd name="connsiteX420" fmla="*/ 1529379 w 12192000"/>
                  <a:gd name="connsiteY420" fmla="*/ 220919 h 2728672"/>
                  <a:gd name="connsiteX421" fmla="*/ 1546436 w 12192000"/>
                  <a:gd name="connsiteY421" fmla="*/ 308691 h 2728672"/>
                  <a:gd name="connsiteX422" fmla="*/ 1615163 w 12192000"/>
                  <a:gd name="connsiteY422" fmla="*/ 302563 h 2728672"/>
                  <a:gd name="connsiteX423" fmla="*/ 1501225 w 12192000"/>
                  <a:gd name="connsiteY423" fmla="*/ 0 h 2728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</a:cxnLst>
                <a:rect l="l" t="t" r="r" b="b"/>
                <a:pathLst>
                  <a:path w="12192000" h="2728672">
                    <a:moveTo>
                      <a:pt x="1501225" y="0"/>
                    </a:moveTo>
                    <a:cubicBezTo>
                      <a:pt x="1574755" y="44051"/>
                      <a:pt x="1617316" y="133810"/>
                      <a:pt x="1641329" y="211314"/>
                    </a:cubicBezTo>
                    <a:cubicBezTo>
                      <a:pt x="1640832" y="152689"/>
                      <a:pt x="1650437" y="72039"/>
                      <a:pt x="1701278" y="34115"/>
                    </a:cubicBezTo>
                    <a:cubicBezTo>
                      <a:pt x="1701278" y="34115"/>
                      <a:pt x="1668985" y="231849"/>
                      <a:pt x="1767521" y="288487"/>
                    </a:cubicBezTo>
                    <a:cubicBezTo>
                      <a:pt x="1767521" y="288487"/>
                      <a:pt x="1754272" y="201875"/>
                      <a:pt x="1805942" y="141097"/>
                    </a:cubicBezTo>
                    <a:cubicBezTo>
                      <a:pt x="1805942" y="141097"/>
                      <a:pt x="1783750" y="209658"/>
                      <a:pt x="1845190" y="258512"/>
                    </a:cubicBezTo>
                    <a:cubicBezTo>
                      <a:pt x="1906631" y="307366"/>
                      <a:pt x="1913255" y="173390"/>
                      <a:pt x="1913255" y="173390"/>
                    </a:cubicBezTo>
                    <a:cubicBezTo>
                      <a:pt x="1913255" y="173390"/>
                      <a:pt x="1942567" y="237314"/>
                      <a:pt x="1948363" y="276894"/>
                    </a:cubicBezTo>
                    <a:cubicBezTo>
                      <a:pt x="1963599" y="275901"/>
                      <a:pt x="1978835" y="274907"/>
                      <a:pt x="1994237" y="273913"/>
                    </a:cubicBezTo>
                    <a:cubicBezTo>
                      <a:pt x="2004173" y="264971"/>
                      <a:pt x="2011956" y="257850"/>
                      <a:pt x="2011956" y="257850"/>
                    </a:cubicBezTo>
                    <a:cubicBezTo>
                      <a:pt x="2011956" y="257850"/>
                      <a:pt x="2056173" y="208002"/>
                      <a:pt x="1999536" y="94727"/>
                    </a:cubicBezTo>
                    <a:cubicBezTo>
                      <a:pt x="1999536" y="94727"/>
                      <a:pt x="2075549" y="169581"/>
                      <a:pt x="2050212" y="270436"/>
                    </a:cubicBezTo>
                    <a:cubicBezTo>
                      <a:pt x="2068263" y="269442"/>
                      <a:pt x="2086479" y="268117"/>
                      <a:pt x="2104531" y="267124"/>
                    </a:cubicBezTo>
                    <a:lnTo>
                      <a:pt x="2109996" y="185479"/>
                    </a:lnTo>
                    <a:cubicBezTo>
                      <a:pt x="2109996" y="185479"/>
                      <a:pt x="2142455" y="232180"/>
                      <a:pt x="2149907" y="264639"/>
                    </a:cubicBezTo>
                    <a:cubicBezTo>
                      <a:pt x="2160340" y="264142"/>
                      <a:pt x="2170773" y="263646"/>
                      <a:pt x="2181206" y="262984"/>
                    </a:cubicBezTo>
                    <a:cubicBezTo>
                      <a:pt x="2179882" y="234830"/>
                      <a:pt x="2182366" y="173887"/>
                      <a:pt x="2220455" y="133645"/>
                    </a:cubicBezTo>
                    <a:cubicBezTo>
                      <a:pt x="2218965" y="138778"/>
                      <a:pt x="2200251" y="201875"/>
                      <a:pt x="2221449" y="260996"/>
                    </a:cubicBezTo>
                    <a:cubicBezTo>
                      <a:pt x="2223933" y="260831"/>
                      <a:pt x="2226417" y="260665"/>
                      <a:pt x="2228901" y="260665"/>
                    </a:cubicBezTo>
                    <a:cubicBezTo>
                      <a:pt x="2224264" y="213798"/>
                      <a:pt x="2221780" y="108306"/>
                      <a:pt x="2285539" y="54484"/>
                    </a:cubicBezTo>
                    <a:cubicBezTo>
                      <a:pt x="2285539" y="54484"/>
                      <a:pt x="2246621" y="182498"/>
                      <a:pt x="2275602" y="258347"/>
                    </a:cubicBezTo>
                    <a:cubicBezTo>
                      <a:pt x="2291501" y="257684"/>
                      <a:pt x="2307564" y="257021"/>
                      <a:pt x="2323463" y="256359"/>
                    </a:cubicBezTo>
                    <a:lnTo>
                      <a:pt x="2321310" y="159148"/>
                    </a:lnTo>
                    <a:cubicBezTo>
                      <a:pt x="2321310" y="159148"/>
                      <a:pt x="2345157" y="209823"/>
                      <a:pt x="2355259" y="255034"/>
                    </a:cubicBezTo>
                    <a:cubicBezTo>
                      <a:pt x="2371654" y="254372"/>
                      <a:pt x="2388049" y="253544"/>
                      <a:pt x="2404444" y="253047"/>
                    </a:cubicBezTo>
                    <a:cubicBezTo>
                      <a:pt x="2411897" y="203696"/>
                      <a:pt x="2417030" y="107644"/>
                      <a:pt x="2356750" y="60943"/>
                    </a:cubicBezTo>
                    <a:cubicBezTo>
                      <a:pt x="2374635" y="72867"/>
                      <a:pt x="2477146" y="147059"/>
                      <a:pt x="2464228" y="251060"/>
                    </a:cubicBezTo>
                    <a:cubicBezTo>
                      <a:pt x="2473833" y="250728"/>
                      <a:pt x="2483439" y="250397"/>
                      <a:pt x="2493044" y="250231"/>
                    </a:cubicBezTo>
                    <a:cubicBezTo>
                      <a:pt x="2508942" y="230193"/>
                      <a:pt x="2524509" y="197403"/>
                      <a:pt x="2524675" y="144243"/>
                    </a:cubicBezTo>
                    <a:cubicBezTo>
                      <a:pt x="2524675" y="144243"/>
                      <a:pt x="2546369" y="202537"/>
                      <a:pt x="2543719" y="248575"/>
                    </a:cubicBezTo>
                    <a:cubicBezTo>
                      <a:pt x="2559949" y="248078"/>
                      <a:pt x="2576178" y="247913"/>
                      <a:pt x="2592408" y="247582"/>
                    </a:cubicBezTo>
                    <a:cubicBezTo>
                      <a:pt x="2592905" y="230524"/>
                      <a:pt x="2595389" y="211314"/>
                      <a:pt x="2602179" y="194753"/>
                    </a:cubicBezTo>
                    <a:cubicBezTo>
                      <a:pt x="2602179" y="194753"/>
                      <a:pt x="2604000" y="222079"/>
                      <a:pt x="2613440" y="247085"/>
                    </a:cubicBezTo>
                    <a:lnTo>
                      <a:pt x="2637784" y="246588"/>
                    </a:lnTo>
                    <a:cubicBezTo>
                      <a:pt x="2638612" y="212308"/>
                      <a:pt x="2645236" y="162294"/>
                      <a:pt x="2675046" y="137785"/>
                    </a:cubicBezTo>
                    <a:cubicBezTo>
                      <a:pt x="2675046" y="137785"/>
                      <a:pt x="2666765" y="197238"/>
                      <a:pt x="2673721" y="245926"/>
                    </a:cubicBezTo>
                    <a:cubicBezTo>
                      <a:pt x="2691441" y="245594"/>
                      <a:pt x="2709161" y="245429"/>
                      <a:pt x="2726880" y="245263"/>
                    </a:cubicBezTo>
                    <a:cubicBezTo>
                      <a:pt x="2726715" y="222410"/>
                      <a:pt x="2732014" y="189619"/>
                      <a:pt x="2757849" y="162460"/>
                    </a:cubicBezTo>
                    <a:cubicBezTo>
                      <a:pt x="2757849" y="162460"/>
                      <a:pt x="2751390" y="209161"/>
                      <a:pt x="2767288" y="244767"/>
                    </a:cubicBezTo>
                    <a:cubicBezTo>
                      <a:pt x="2789480" y="244601"/>
                      <a:pt x="2811671" y="244270"/>
                      <a:pt x="2833697" y="244270"/>
                    </a:cubicBezTo>
                    <a:cubicBezTo>
                      <a:pt x="2835518" y="228040"/>
                      <a:pt x="2834194" y="212805"/>
                      <a:pt x="2834194" y="212805"/>
                    </a:cubicBezTo>
                    <a:cubicBezTo>
                      <a:pt x="2834194" y="212805"/>
                      <a:pt x="2845620" y="225390"/>
                      <a:pt x="2854066" y="244270"/>
                    </a:cubicBezTo>
                    <a:lnTo>
                      <a:pt x="2863009" y="244270"/>
                    </a:lnTo>
                    <a:cubicBezTo>
                      <a:pt x="2867315" y="207339"/>
                      <a:pt x="2882716" y="138116"/>
                      <a:pt x="2940182" y="108804"/>
                    </a:cubicBezTo>
                    <a:cubicBezTo>
                      <a:pt x="2940182" y="108804"/>
                      <a:pt x="2896130" y="187467"/>
                      <a:pt x="2922793" y="244435"/>
                    </a:cubicBezTo>
                    <a:lnTo>
                      <a:pt x="2939519" y="244435"/>
                    </a:lnTo>
                    <a:cubicBezTo>
                      <a:pt x="2939851" y="221085"/>
                      <a:pt x="2943163" y="187135"/>
                      <a:pt x="2957736" y="171237"/>
                    </a:cubicBezTo>
                    <a:cubicBezTo>
                      <a:pt x="2957736" y="171237"/>
                      <a:pt x="2959889" y="215289"/>
                      <a:pt x="2971978" y="244601"/>
                    </a:cubicBezTo>
                    <a:cubicBezTo>
                      <a:pt x="2985558" y="244601"/>
                      <a:pt x="2999138" y="244932"/>
                      <a:pt x="3012552" y="245098"/>
                    </a:cubicBezTo>
                    <a:cubicBezTo>
                      <a:pt x="3017686" y="221250"/>
                      <a:pt x="3016361" y="188626"/>
                      <a:pt x="3016361" y="188626"/>
                    </a:cubicBezTo>
                    <a:cubicBezTo>
                      <a:pt x="3016361" y="188626"/>
                      <a:pt x="3032922" y="217110"/>
                      <a:pt x="3037062" y="245429"/>
                    </a:cubicBezTo>
                    <a:cubicBezTo>
                      <a:pt x="3044348" y="245594"/>
                      <a:pt x="3051635" y="245594"/>
                      <a:pt x="3058922" y="245760"/>
                    </a:cubicBezTo>
                    <a:cubicBezTo>
                      <a:pt x="3065546" y="231849"/>
                      <a:pt x="3070349" y="214295"/>
                      <a:pt x="3067202" y="193760"/>
                    </a:cubicBezTo>
                    <a:cubicBezTo>
                      <a:pt x="3067202" y="193760"/>
                      <a:pt x="3081776" y="220919"/>
                      <a:pt x="3087572" y="246091"/>
                    </a:cubicBezTo>
                    <a:cubicBezTo>
                      <a:pt x="3105623" y="246423"/>
                      <a:pt x="3123508" y="246920"/>
                      <a:pt x="3141560" y="247251"/>
                    </a:cubicBezTo>
                    <a:cubicBezTo>
                      <a:pt x="3147356" y="220422"/>
                      <a:pt x="3154477" y="164613"/>
                      <a:pt x="3125827" y="124370"/>
                    </a:cubicBezTo>
                    <a:cubicBezTo>
                      <a:pt x="3125827" y="124370"/>
                      <a:pt x="3176006" y="174549"/>
                      <a:pt x="3183458" y="227047"/>
                    </a:cubicBezTo>
                    <a:cubicBezTo>
                      <a:pt x="3187764" y="203696"/>
                      <a:pt x="3198197" y="175212"/>
                      <a:pt x="3223369" y="161467"/>
                    </a:cubicBezTo>
                    <a:cubicBezTo>
                      <a:pt x="3223369" y="161467"/>
                      <a:pt x="3199356" y="214295"/>
                      <a:pt x="3213102" y="249072"/>
                    </a:cubicBezTo>
                    <a:cubicBezTo>
                      <a:pt x="3222872" y="249404"/>
                      <a:pt x="3232809" y="249569"/>
                      <a:pt x="3242745" y="249900"/>
                    </a:cubicBezTo>
                    <a:cubicBezTo>
                      <a:pt x="3242414" y="231021"/>
                      <a:pt x="3237115" y="206346"/>
                      <a:pt x="3237115" y="206346"/>
                    </a:cubicBezTo>
                    <a:lnTo>
                      <a:pt x="3263612" y="250728"/>
                    </a:lnTo>
                    <a:cubicBezTo>
                      <a:pt x="3265599" y="250728"/>
                      <a:pt x="3267586" y="250728"/>
                      <a:pt x="3269408" y="250894"/>
                    </a:cubicBezTo>
                    <a:cubicBezTo>
                      <a:pt x="3265765" y="226881"/>
                      <a:pt x="3263115" y="178855"/>
                      <a:pt x="3297727" y="161467"/>
                    </a:cubicBezTo>
                    <a:cubicBezTo>
                      <a:pt x="3297727" y="161467"/>
                      <a:pt x="3288121" y="217607"/>
                      <a:pt x="3331014" y="253047"/>
                    </a:cubicBezTo>
                    <a:lnTo>
                      <a:pt x="3331345" y="253378"/>
                    </a:lnTo>
                    <a:cubicBezTo>
                      <a:pt x="3340122" y="253710"/>
                      <a:pt x="3349065" y="254041"/>
                      <a:pt x="3358007" y="254372"/>
                    </a:cubicBezTo>
                    <a:cubicBezTo>
                      <a:pt x="3374734" y="235990"/>
                      <a:pt x="3375893" y="179021"/>
                      <a:pt x="3375893" y="179021"/>
                    </a:cubicBezTo>
                    <a:cubicBezTo>
                      <a:pt x="3375893" y="179021"/>
                      <a:pt x="3401562" y="223237"/>
                      <a:pt x="3406696" y="256525"/>
                    </a:cubicBezTo>
                    <a:cubicBezTo>
                      <a:pt x="3422594" y="257187"/>
                      <a:pt x="3438658" y="258181"/>
                      <a:pt x="3454722" y="259009"/>
                    </a:cubicBezTo>
                    <a:cubicBezTo>
                      <a:pt x="3464824" y="242614"/>
                      <a:pt x="3477741" y="211645"/>
                      <a:pt x="3471614" y="165441"/>
                    </a:cubicBezTo>
                    <a:cubicBezTo>
                      <a:pt x="3471614" y="165441"/>
                      <a:pt x="3525105" y="207008"/>
                      <a:pt x="3503245" y="261327"/>
                    </a:cubicBezTo>
                    <a:cubicBezTo>
                      <a:pt x="3518646" y="262487"/>
                      <a:pt x="3534213" y="263315"/>
                      <a:pt x="3549780" y="264308"/>
                    </a:cubicBezTo>
                    <a:cubicBezTo>
                      <a:pt x="3549780" y="264308"/>
                      <a:pt x="3559385" y="201378"/>
                      <a:pt x="3559385" y="201378"/>
                    </a:cubicBezTo>
                    <a:lnTo>
                      <a:pt x="3578430" y="266130"/>
                    </a:lnTo>
                    <a:cubicBezTo>
                      <a:pt x="3579258" y="266130"/>
                      <a:pt x="3580086" y="266295"/>
                      <a:pt x="3581080" y="266295"/>
                    </a:cubicBezTo>
                    <a:cubicBezTo>
                      <a:pt x="3581908" y="248244"/>
                      <a:pt x="3588366" y="206015"/>
                      <a:pt x="3627781" y="190779"/>
                    </a:cubicBezTo>
                    <a:cubicBezTo>
                      <a:pt x="3627781" y="190779"/>
                      <a:pt x="3608239" y="237646"/>
                      <a:pt x="3615691" y="268614"/>
                    </a:cubicBezTo>
                    <a:cubicBezTo>
                      <a:pt x="3623144" y="269111"/>
                      <a:pt x="3630430" y="269608"/>
                      <a:pt x="3637883" y="270104"/>
                    </a:cubicBezTo>
                    <a:cubicBezTo>
                      <a:pt x="3643679" y="256525"/>
                      <a:pt x="3649475" y="236486"/>
                      <a:pt x="3647322" y="212308"/>
                    </a:cubicBezTo>
                    <a:cubicBezTo>
                      <a:pt x="3647322" y="212308"/>
                      <a:pt x="3666864" y="242614"/>
                      <a:pt x="3675972" y="272754"/>
                    </a:cubicBezTo>
                    <a:cubicBezTo>
                      <a:pt x="3693858" y="274079"/>
                      <a:pt x="3711743" y="275569"/>
                      <a:pt x="3729629" y="277060"/>
                    </a:cubicBezTo>
                    <a:cubicBezTo>
                      <a:pt x="3729629" y="277060"/>
                      <a:pt x="3729794" y="276729"/>
                      <a:pt x="3729794" y="276729"/>
                    </a:cubicBezTo>
                    <a:cubicBezTo>
                      <a:pt x="3729794" y="276729"/>
                      <a:pt x="3711743" y="218104"/>
                      <a:pt x="3764572" y="179021"/>
                    </a:cubicBezTo>
                    <a:cubicBezTo>
                      <a:pt x="3764572" y="179021"/>
                      <a:pt x="3753145" y="251557"/>
                      <a:pt x="3778317" y="280703"/>
                    </a:cubicBezTo>
                    <a:lnTo>
                      <a:pt x="3778649" y="281035"/>
                    </a:lnTo>
                    <a:cubicBezTo>
                      <a:pt x="3784113" y="281366"/>
                      <a:pt x="3789578" y="281862"/>
                      <a:pt x="3795043" y="282359"/>
                    </a:cubicBezTo>
                    <a:cubicBezTo>
                      <a:pt x="3805477" y="268117"/>
                      <a:pt x="3807464" y="224066"/>
                      <a:pt x="3807464" y="224066"/>
                    </a:cubicBezTo>
                    <a:cubicBezTo>
                      <a:pt x="3807464" y="224066"/>
                      <a:pt x="3828496" y="258015"/>
                      <a:pt x="3823694" y="284843"/>
                    </a:cubicBezTo>
                    <a:cubicBezTo>
                      <a:pt x="3834789" y="285837"/>
                      <a:pt x="3845719" y="286831"/>
                      <a:pt x="3856815" y="287990"/>
                    </a:cubicBezTo>
                    <a:cubicBezTo>
                      <a:pt x="3859464" y="282359"/>
                      <a:pt x="3877350" y="243938"/>
                      <a:pt x="3872051" y="210983"/>
                    </a:cubicBezTo>
                    <a:cubicBezTo>
                      <a:pt x="3872051" y="210983"/>
                      <a:pt x="3898051" y="256690"/>
                      <a:pt x="3894407" y="291468"/>
                    </a:cubicBezTo>
                    <a:cubicBezTo>
                      <a:pt x="3908153" y="292793"/>
                      <a:pt x="3922064" y="294117"/>
                      <a:pt x="3935809" y="295442"/>
                    </a:cubicBezTo>
                    <a:cubicBezTo>
                      <a:pt x="3931835" y="280041"/>
                      <a:pt x="3929847" y="256194"/>
                      <a:pt x="3942268" y="229862"/>
                    </a:cubicBezTo>
                    <a:cubicBezTo>
                      <a:pt x="3942268" y="229862"/>
                      <a:pt x="3953363" y="274741"/>
                      <a:pt x="3974230" y="299417"/>
                    </a:cubicBezTo>
                    <a:lnTo>
                      <a:pt x="4010001" y="303392"/>
                    </a:lnTo>
                    <a:cubicBezTo>
                      <a:pt x="4013975" y="284346"/>
                      <a:pt x="4004039" y="248244"/>
                      <a:pt x="4003045" y="244435"/>
                    </a:cubicBezTo>
                    <a:cubicBezTo>
                      <a:pt x="4005530" y="246754"/>
                      <a:pt x="4032855" y="273913"/>
                      <a:pt x="4031199" y="305876"/>
                    </a:cubicBezTo>
                    <a:lnTo>
                      <a:pt x="4068460" y="309850"/>
                    </a:lnTo>
                    <a:cubicBezTo>
                      <a:pt x="4065811" y="280206"/>
                      <a:pt x="4069123" y="243110"/>
                      <a:pt x="4096613" y="222079"/>
                    </a:cubicBezTo>
                    <a:cubicBezTo>
                      <a:pt x="4096613" y="222079"/>
                      <a:pt x="4089492" y="284512"/>
                      <a:pt x="4105059" y="314156"/>
                    </a:cubicBezTo>
                    <a:cubicBezTo>
                      <a:pt x="4114499" y="315315"/>
                      <a:pt x="4123939" y="316640"/>
                      <a:pt x="4133378" y="317799"/>
                    </a:cubicBezTo>
                    <a:cubicBezTo>
                      <a:pt x="4141493" y="298754"/>
                      <a:pt x="4141658" y="261162"/>
                      <a:pt x="4141658" y="261162"/>
                    </a:cubicBezTo>
                    <a:cubicBezTo>
                      <a:pt x="4141658" y="261162"/>
                      <a:pt x="4164678" y="296933"/>
                      <a:pt x="4167162" y="322105"/>
                    </a:cubicBezTo>
                    <a:cubicBezTo>
                      <a:pt x="4191175" y="325086"/>
                      <a:pt x="4215354" y="328067"/>
                      <a:pt x="4239367" y="331213"/>
                    </a:cubicBezTo>
                    <a:cubicBezTo>
                      <a:pt x="4247316" y="316640"/>
                      <a:pt x="4255927" y="296933"/>
                      <a:pt x="4258742" y="276729"/>
                    </a:cubicBezTo>
                    <a:cubicBezTo>
                      <a:pt x="4258742" y="276729"/>
                      <a:pt x="4282260" y="303226"/>
                      <a:pt x="4273481" y="335850"/>
                    </a:cubicBezTo>
                    <a:lnTo>
                      <a:pt x="4273481" y="336181"/>
                    </a:lnTo>
                    <a:lnTo>
                      <a:pt x="4304782" y="340653"/>
                    </a:lnTo>
                    <a:cubicBezTo>
                      <a:pt x="4304782" y="328067"/>
                      <a:pt x="4308590" y="309187"/>
                      <a:pt x="4325151" y="288652"/>
                    </a:cubicBezTo>
                    <a:cubicBezTo>
                      <a:pt x="4325151" y="288652"/>
                      <a:pt x="4314386" y="318296"/>
                      <a:pt x="4328959" y="344131"/>
                    </a:cubicBezTo>
                    <a:cubicBezTo>
                      <a:pt x="4332603" y="344627"/>
                      <a:pt x="4336081" y="345124"/>
                      <a:pt x="4339724" y="345621"/>
                    </a:cubicBezTo>
                    <a:cubicBezTo>
                      <a:pt x="4338235" y="322767"/>
                      <a:pt x="4338235" y="274907"/>
                      <a:pt x="4358437" y="244104"/>
                    </a:cubicBezTo>
                    <a:cubicBezTo>
                      <a:pt x="4358437" y="244104"/>
                      <a:pt x="4350488" y="306372"/>
                      <a:pt x="4373011" y="350092"/>
                    </a:cubicBezTo>
                    <a:cubicBezTo>
                      <a:pt x="4404476" y="327735"/>
                      <a:pt x="4419712" y="259174"/>
                      <a:pt x="4419712" y="259174"/>
                    </a:cubicBezTo>
                    <a:cubicBezTo>
                      <a:pt x="4433623" y="300576"/>
                      <a:pt x="4419712" y="346615"/>
                      <a:pt x="4419712" y="346615"/>
                    </a:cubicBezTo>
                    <a:cubicBezTo>
                      <a:pt x="4440579" y="348933"/>
                      <a:pt x="4458961" y="295939"/>
                      <a:pt x="4458961" y="295939"/>
                    </a:cubicBezTo>
                    <a:cubicBezTo>
                      <a:pt x="4465751" y="327073"/>
                      <a:pt x="4442732" y="351252"/>
                      <a:pt x="4442732" y="351252"/>
                    </a:cubicBezTo>
                    <a:cubicBezTo>
                      <a:pt x="4442732" y="351252"/>
                      <a:pt x="4444056" y="355392"/>
                      <a:pt x="4445878" y="361519"/>
                    </a:cubicBezTo>
                    <a:cubicBezTo>
                      <a:pt x="4452502" y="362679"/>
                      <a:pt x="4459126" y="363838"/>
                      <a:pt x="4465916" y="364832"/>
                    </a:cubicBezTo>
                    <a:cubicBezTo>
                      <a:pt x="4470388" y="319124"/>
                      <a:pt x="4498045" y="281862"/>
                      <a:pt x="4504834" y="273582"/>
                    </a:cubicBezTo>
                    <a:cubicBezTo>
                      <a:pt x="4475853" y="314984"/>
                      <a:pt x="4490757" y="356054"/>
                      <a:pt x="4497547" y="370131"/>
                    </a:cubicBezTo>
                    <a:cubicBezTo>
                      <a:pt x="4498209" y="370296"/>
                      <a:pt x="4498872" y="370462"/>
                      <a:pt x="4499534" y="370462"/>
                    </a:cubicBezTo>
                    <a:cubicBezTo>
                      <a:pt x="4494235" y="342475"/>
                      <a:pt x="4516426" y="316640"/>
                      <a:pt x="4516426" y="316640"/>
                    </a:cubicBezTo>
                    <a:cubicBezTo>
                      <a:pt x="4506160" y="351252"/>
                      <a:pt x="4528019" y="371952"/>
                      <a:pt x="4528019" y="371952"/>
                    </a:cubicBezTo>
                    <a:cubicBezTo>
                      <a:pt x="4529178" y="331710"/>
                      <a:pt x="4557994" y="311009"/>
                      <a:pt x="4557994" y="311009"/>
                    </a:cubicBezTo>
                    <a:cubicBezTo>
                      <a:pt x="4544084" y="335188"/>
                      <a:pt x="4550541" y="361188"/>
                      <a:pt x="4550541" y="361188"/>
                    </a:cubicBezTo>
                    <a:cubicBezTo>
                      <a:pt x="4550541" y="361188"/>
                      <a:pt x="4552529" y="371787"/>
                      <a:pt x="4556503" y="380067"/>
                    </a:cubicBezTo>
                    <a:cubicBezTo>
                      <a:pt x="4562962" y="381226"/>
                      <a:pt x="4569421" y="382220"/>
                      <a:pt x="4575879" y="383379"/>
                    </a:cubicBezTo>
                    <a:cubicBezTo>
                      <a:pt x="4577535" y="381226"/>
                      <a:pt x="4579191" y="378742"/>
                      <a:pt x="4581013" y="375430"/>
                    </a:cubicBezTo>
                    <a:cubicBezTo>
                      <a:pt x="4600886" y="337838"/>
                      <a:pt x="4586809" y="283022"/>
                      <a:pt x="4585815" y="278882"/>
                    </a:cubicBezTo>
                    <a:cubicBezTo>
                      <a:pt x="4613141" y="306703"/>
                      <a:pt x="4605192" y="378908"/>
                      <a:pt x="4605192" y="378908"/>
                    </a:cubicBezTo>
                    <a:cubicBezTo>
                      <a:pt x="4622414" y="367316"/>
                      <a:pt x="4628211" y="309850"/>
                      <a:pt x="4628211" y="309850"/>
                    </a:cubicBezTo>
                    <a:cubicBezTo>
                      <a:pt x="4636988" y="343965"/>
                      <a:pt x="4630529" y="373609"/>
                      <a:pt x="4623739" y="392157"/>
                    </a:cubicBezTo>
                    <a:cubicBezTo>
                      <a:pt x="4633676" y="393978"/>
                      <a:pt x="4643612" y="395800"/>
                      <a:pt x="4653548" y="397621"/>
                    </a:cubicBezTo>
                    <a:cubicBezTo>
                      <a:pt x="4646096" y="330717"/>
                      <a:pt x="4687996" y="298257"/>
                      <a:pt x="4687996" y="298257"/>
                    </a:cubicBezTo>
                    <a:cubicBezTo>
                      <a:pt x="4652389" y="353570"/>
                      <a:pt x="4683689" y="386029"/>
                      <a:pt x="4683689" y="386029"/>
                    </a:cubicBezTo>
                    <a:lnTo>
                      <a:pt x="4690313" y="345455"/>
                    </a:lnTo>
                    <a:lnTo>
                      <a:pt x="4698428" y="390335"/>
                    </a:lnTo>
                    <a:lnTo>
                      <a:pt x="4720951" y="410208"/>
                    </a:lnTo>
                    <a:cubicBezTo>
                      <a:pt x="4722275" y="410539"/>
                      <a:pt x="4723436" y="410704"/>
                      <a:pt x="4724761" y="411036"/>
                    </a:cubicBezTo>
                    <a:cubicBezTo>
                      <a:pt x="4727740" y="353736"/>
                      <a:pt x="4769805" y="316640"/>
                      <a:pt x="4769805" y="316640"/>
                    </a:cubicBezTo>
                    <a:cubicBezTo>
                      <a:pt x="4739830" y="354729"/>
                      <a:pt x="4752581" y="406896"/>
                      <a:pt x="4752581" y="406896"/>
                    </a:cubicBezTo>
                    <a:cubicBezTo>
                      <a:pt x="4752581" y="406896"/>
                      <a:pt x="4755065" y="411533"/>
                      <a:pt x="4758875" y="417825"/>
                    </a:cubicBezTo>
                    <a:cubicBezTo>
                      <a:pt x="4766659" y="419316"/>
                      <a:pt x="4774276" y="420972"/>
                      <a:pt x="4782059" y="422628"/>
                    </a:cubicBezTo>
                    <a:cubicBezTo>
                      <a:pt x="4778582" y="369137"/>
                      <a:pt x="4828596" y="304054"/>
                      <a:pt x="4828596" y="304054"/>
                    </a:cubicBezTo>
                    <a:cubicBezTo>
                      <a:pt x="4828596" y="304054"/>
                      <a:pt x="4806900" y="408717"/>
                      <a:pt x="4825780" y="431571"/>
                    </a:cubicBezTo>
                    <a:cubicBezTo>
                      <a:pt x="4830748" y="432730"/>
                      <a:pt x="4835716" y="433724"/>
                      <a:pt x="4840684" y="434718"/>
                    </a:cubicBezTo>
                    <a:cubicBezTo>
                      <a:pt x="4841346" y="434552"/>
                      <a:pt x="4841844" y="434386"/>
                      <a:pt x="4842340" y="434221"/>
                    </a:cubicBezTo>
                    <a:cubicBezTo>
                      <a:pt x="4887220" y="413354"/>
                      <a:pt x="4888379" y="298257"/>
                      <a:pt x="4888379" y="298257"/>
                    </a:cubicBezTo>
                    <a:cubicBezTo>
                      <a:pt x="4908914" y="363838"/>
                      <a:pt x="4897156" y="412030"/>
                      <a:pt x="4881423" y="443163"/>
                    </a:cubicBezTo>
                    <a:cubicBezTo>
                      <a:pt x="4886226" y="444157"/>
                      <a:pt x="4891028" y="445151"/>
                      <a:pt x="4895832" y="446144"/>
                    </a:cubicBezTo>
                    <a:cubicBezTo>
                      <a:pt x="4905933" y="448297"/>
                      <a:pt x="4915869" y="450616"/>
                      <a:pt x="4925806" y="452934"/>
                    </a:cubicBezTo>
                    <a:cubicBezTo>
                      <a:pt x="4925144" y="397125"/>
                      <a:pt x="4948329" y="354729"/>
                      <a:pt x="4948329" y="354729"/>
                    </a:cubicBezTo>
                    <a:cubicBezTo>
                      <a:pt x="4930278" y="397787"/>
                      <a:pt x="4948991" y="439355"/>
                      <a:pt x="4962902" y="461380"/>
                    </a:cubicBezTo>
                    <a:cubicBezTo>
                      <a:pt x="4965717" y="462043"/>
                      <a:pt x="4968533" y="462705"/>
                      <a:pt x="4971348" y="463367"/>
                    </a:cubicBezTo>
                    <a:cubicBezTo>
                      <a:pt x="4968698" y="453431"/>
                      <a:pt x="4967208" y="443991"/>
                      <a:pt x="4967208" y="435380"/>
                    </a:cubicBezTo>
                    <a:cubicBezTo>
                      <a:pt x="4967208" y="367316"/>
                      <a:pt x="5037259" y="299417"/>
                      <a:pt x="5041731" y="295111"/>
                    </a:cubicBezTo>
                    <a:cubicBezTo>
                      <a:pt x="4992049" y="378908"/>
                      <a:pt x="5028316" y="462539"/>
                      <a:pt x="5028316" y="462539"/>
                    </a:cubicBezTo>
                    <a:lnTo>
                      <a:pt x="5062266" y="374271"/>
                    </a:lnTo>
                    <a:cubicBezTo>
                      <a:pt x="5062266" y="374271"/>
                      <a:pt x="5053157" y="494336"/>
                      <a:pt x="5087272" y="460386"/>
                    </a:cubicBezTo>
                    <a:cubicBezTo>
                      <a:pt x="5121223" y="426437"/>
                      <a:pt x="5087272" y="344793"/>
                      <a:pt x="5087272" y="344793"/>
                    </a:cubicBezTo>
                    <a:cubicBezTo>
                      <a:pt x="5145400" y="375927"/>
                      <a:pt x="5129172" y="452934"/>
                      <a:pt x="5126190" y="465520"/>
                    </a:cubicBezTo>
                    <a:lnTo>
                      <a:pt x="5143910" y="410539"/>
                    </a:lnTo>
                    <a:lnTo>
                      <a:pt x="5167262" y="510234"/>
                    </a:lnTo>
                    <a:cubicBezTo>
                      <a:pt x="5167262" y="510234"/>
                      <a:pt x="5168089" y="510400"/>
                      <a:pt x="5168585" y="510565"/>
                    </a:cubicBezTo>
                    <a:cubicBezTo>
                      <a:pt x="5166432" y="450781"/>
                      <a:pt x="5223401" y="387354"/>
                      <a:pt x="5226879" y="383545"/>
                    </a:cubicBezTo>
                    <a:cubicBezTo>
                      <a:pt x="5192599" y="460386"/>
                      <a:pt x="5227707" y="505597"/>
                      <a:pt x="5227707" y="505597"/>
                    </a:cubicBezTo>
                    <a:cubicBezTo>
                      <a:pt x="5220917" y="458068"/>
                      <a:pt x="5277554" y="415010"/>
                      <a:pt x="5277554" y="415010"/>
                    </a:cubicBezTo>
                    <a:cubicBezTo>
                      <a:pt x="5277554" y="415010"/>
                      <a:pt x="5229861" y="517024"/>
                      <a:pt x="5277554" y="507915"/>
                    </a:cubicBezTo>
                    <a:cubicBezTo>
                      <a:pt x="5325084" y="498807"/>
                      <a:pt x="5337835" y="383379"/>
                      <a:pt x="5337835" y="383379"/>
                    </a:cubicBezTo>
                    <a:cubicBezTo>
                      <a:pt x="5358702" y="437698"/>
                      <a:pt x="5339657" y="504107"/>
                      <a:pt x="5338001" y="509572"/>
                    </a:cubicBezTo>
                    <a:lnTo>
                      <a:pt x="5384040" y="451278"/>
                    </a:lnTo>
                    <a:lnTo>
                      <a:pt x="5363504" y="532756"/>
                    </a:lnTo>
                    <a:cubicBezTo>
                      <a:pt x="5363504" y="532756"/>
                      <a:pt x="5370957" y="550145"/>
                      <a:pt x="5379734" y="565878"/>
                    </a:cubicBezTo>
                    <a:cubicBezTo>
                      <a:pt x="5389505" y="568693"/>
                      <a:pt x="5399275" y="571508"/>
                      <a:pt x="5409047" y="574158"/>
                    </a:cubicBezTo>
                    <a:cubicBezTo>
                      <a:pt x="5409709" y="567368"/>
                      <a:pt x="5409709" y="558260"/>
                      <a:pt x="5408881" y="546502"/>
                    </a:cubicBezTo>
                    <a:cubicBezTo>
                      <a:pt x="5402257" y="441011"/>
                      <a:pt x="5464028" y="386692"/>
                      <a:pt x="5467671" y="383545"/>
                    </a:cubicBezTo>
                    <a:cubicBezTo>
                      <a:pt x="5415671" y="471813"/>
                      <a:pt x="5449620" y="555444"/>
                      <a:pt x="5449620" y="555444"/>
                    </a:cubicBezTo>
                    <a:lnTo>
                      <a:pt x="5472308" y="496654"/>
                    </a:lnTo>
                    <a:lnTo>
                      <a:pt x="5490360" y="578133"/>
                    </a:lnTo>
                    <a:cubicBezTo>
                      <a:pt x="5492678" y="519011"/>
                      <a:pt x="5560742" y="468170"/>
                      <a:pt x="5565048" y="465023"/>
                    </a:cubicBezTo>
                    <a:cubicBezTo>
                      <a:pt x="5517685" y="519342"/>
                      <a:pt x="5535736" y="587241"/>
                      <a:pt x="5535736" y="587241"/>
                    </a:cubicBezTo>
                    <a:cubicBezTo>
                      <a:pt x="5555443" y="543356"/>
                      <a:pt x="5611417" y="520667"/>
                      <a:pt x="5614896" y="519342"/>
                    </a:cubicBezTo>
                    <a:cubicBezTo>
                      <a:pt x="5611914" y="523814"/>
                      <a:pt x="5561073" y="599331"/>
                      <a:pt x="5569188" y="619700"/>
                    </a:cubicBezTo>
                    <a:cubicBezTo>
                      <a:pt x="5574156" y="621025"/>
                      <a:pt x="5578959" y="622515"/>
                      <a:pt x="5583761" y="623840"/>
                    </a:cubicBezTo>
                    <a:cubicBezTo>
                      <a:pt x="5586412" y="623343"/>
                      <a:pt x="5589061" y="622515"/>
                      <a:pt x="5592373" y="621190"/>
                    </a:cubicBezTo>
                    <a:cubicBezTo>
                      <a:pt x="5658119" y="594031"/>
                      <a:pt x="5652322" y="451278"/>
                      <a:pt x="5652322" y="451278"/>
                    </a:cubicBezTo>
                    <a:cubicBezTo>
                      <a:pt x="5700845" y="503444"/>
                      <a:pt x="5652322" y="605458"/>
                      <a:pt x="5652322" y="605458"/>
                    </a:cubicBezTo>
                    <a:cubicBezTo>
                      <a:pt x="5652322" y="605458"/>
                      <a:pt x="5655139" y="623675"/>
                      <a:pt x="5657953" y="645700"/>
                    </a:cubicBezTo>
                    <a:cubicBezTo>
                      <a:pt x="5659941" y="646197"/>
                      <a:pt x="5662093" y="646860"/>
                      <a:pt x="5664081" y="647522"/>
                    </a:cubicBezTo>
                    <a:cubicBezTo>
                      <a:pt x="5664413" y="644707"/>
                      <a:pt x="5664579" y="642223"/>
                      <a:pt x="5664909" y="639242"/>
                    </a:cubicBezTo>
                    <a:cubicBezTo>
                      <a:pt x="5671533" y="560247"/>
                      <a:pt x="5743903" y="513215"/>
                      <a:pt x="5748540" y="510400"/>
                    </a:cubicBezTo>
                    <a:cubicBezTo>
                      <a:pt x="5685278" y="582770"/>
                      <a:pt x="5710119" y="648350"/>
                      <a:pt x="5710119" y="648350"/>
                    </a:cubicBezTo>
                    <a:cubicBezTo>
                      <a:pt x="5739598" y="598502"/>
                      <a:pt x="5800706" y="582604"/>
                      <a:pt x="5800706" y="582604"/>
                    </a:cubicBezTo>
                    <a:cubicBezTo>
                      <a:pt x="5800706" y="582604"/>
                      <a:pt x="5732807" y="659611"/>
                      <a:pt x="5773547" y="665408"/>
                    </a:cubicBezTo>
                    <a:cubicBezTo>
                      <a:pt x="5814451" y="671204"/>
                      <a:pt x="5848402" y="578133"/>
                      <a:pt x="5848402" y="578133"/>
                    </a:cubicBezTo>
                    <a:cubicBezTo>
                      <a:pt x="5850553" y="630299"/>
                      <a:pt x="5824222" y="659280"/>
                      <a:pt x="5824222" y="659280"/>
                    </a:cubicBezTo>
                    <a:cubicBezTo>
                      <a:pt x="5824222" y="659280"/>
                      <a:pt x="5800706" y="674847"/>
                      <a:pt x="5790438" y="685777"/>
                    </a:cubicBezTo>
                    <a:cubicBezTo>
                      <a:pt x="5797725" y="688096"/>
                      <a:pt x="5805177" y="690249"/>
                      <a:pt x="5812630" y="692567"/>
                    </a:cubicBezTo>
                    <a:cubicBezTo>
                      <a:pt x="5816108" y="691573"/>
                      <a:pt x="5819916" y="690580"/>
                      <a:pt x="5824222" y="689089"/>
                    </a:cubicBezTo>
                    <a:cubicBezTo>
                      <a:pt x="5911166" y="661930"/>
                      <a:pt x="5932198" y="501125"/>
                      <a:pt x="5932198" y="501125"/>
                    </a:cubicBezTo>
                    <a:cubicBezTo>
                      <a:pt x="5993306" y="634770"/>
                      <a:pt x="5900401" y="710784"/>
                      <a:pt x="5900401" y="710784"/>
                    </a:cubicBezTo>
                    <a:cubicBezTo>
                      <a:pt x="5979727" y="711943"/>
                      <a:pt x="6020466" y="627980"/>
                      <a:pt x="6020466" y="627980"/>
                    </a:cubicBezTo>
                    <a:cubicBezTo>
                      <a:pt x="6020466" y="714096"/>
                      <a:pt x="5977408" y="738937"/>
                      <a:pt x="5977408" y="738937"/>
                    </a:cubicBezTo>
                    <a:cubicBezTo>
                      <a:pt x="5977408" y="738937"/>
                      <a:pt x="5979562" y="741587"/>
                      <a:pt x="5983039" y="745727"/>
                    </a:cubicBezTo>
                    <a:cubicBezTo>
                      <a:pt x="6011192" y="754835"/>
                      <a:pt x="6039511" y="763944"/>
                      <a:pt x="6067664" y="772886"/>
                    </a:cubicBezTo>
                    <a:cubicBezTo>
                      <a:pt x="6049447" y="675013"/>
                      <a:pt x="6108900" y="591712"/>
                      <a:pt x="6108900" y="591712"/>
                    </a:cubicBezTo>
                    <a:cubicBezTo>
                      <a:pt x="6079422" y="686936"/>
                      <a:pt x="6145168" y="768415"/>
                      <a:pt x="6145168" y="768415"/>
                    </a:cubicBezTo>
                    <a:lnTo>
                      <a:pt x="6151627" y="766593"/>
                    </a:lnTo>
                    <a:cubicBezTo>
                      <a:pt x="6170506" y="704988"/>
                      <a:pt x="6228137" y="662592"/>
                      <a:pt x="6231780" y="660108"/>
                    </a:cubicBezTo>
                    <a:cubicBezTo>
                      <a:pt x="6228468" y="666898"/>
                      <a:pt x="6149474" y="827371"/>
                      <a:pt x="6231946" y="799880"/>
                    </a:cubicBezTo>
                    <a:cubicBezTo>
                      <a:pt x="6316239" y="771727"/>
                      <a:pt x="6313755" y="680312"/>
                      <a:pt x="6313755" y="680312"/>
                    </a:cubicBezTo>
                    <a:cubicBezTo>
                      <a:pt x="6339590" y="772555"/>
                      <a:pt x="6259933" y="829855"/>
                      <a:pt x="6259933" y="829855"/>
                    </a:cubicBezTo>
                    <a:cubicBezTo>
                      <a:pt x="6259933" y="829855"/>
                      <a:pt x="6271526" y="834658"/>
                      <a:pt x="6290736" y="845091"/>
                    </a:cubicBezTo>
                    <a:cubicBezTo>
                      <a:pt x="6301666" y="848734"/>
                      <a:pt x="6312762" y="852378"/>
                      <a:pt x="6323692" y="855855"/>
                    </a:cubicBezTo>
                    <a:cubicBezTo>
                      <a:pt x="6340087" y="771065"/>
                      <a:pt x="6431833" y="709790"/>
                      <a:pt x="6431833" y="709790"/>
                    </a:cubicBezTo>
                    <a:cubicBezTo>
                      <a:pt x="6379501" y="766428"/>
                      <a:pt x="6381820" y="832339"/>
                      <a:pt x="6393578" y="878875"/>
                    </a:cubicBezTo>
                    <a:lnTo>
                      <a:pt x="6422393" y="888314"/>
                    </a:lnTo>
                    <a:cubicBezTo>
                      <a:pt x="6440941" y="833167"/>
                      <a:pt x="6497082" y="801867"/>
                      <a:pt x="6500560" y="800046"/>
                    </a:cubicBezTo>
                    <a:cubicBezTo>
                      <a:pt x="6498738" y="804517"/>
                      <a:pt x="6469757" y="876059"/>
                      <a:pt x="6469094" y="903716"/>
                    </a:cubicBezTo>
                    <a:cubicBezTo>
                      <a:pt x="6474394" y="905537"/>
                      <a:pt x="6479859" y="907193"/>
                      <a:pt x="6485158" y="909015"/>
                    </a:cubicBezTo>
                    <a:cubicBezTo>
                      <a:pt x="6516955" y="882518"/>
                      <a:pt x="6549911" y="780008"/>
                      <a:pt x="6549911" y="780008"/>
                    </a:cubicBezTo>
                    <a:cubicBezTo>
                      <a:pt x="6556204" y="821906"/>
                      <a:pt x="6540637" y="904213"/>
                      <a:pt x="6536331" y="925907"/>
                    </a:cubicBezTo>
                    <a:cubicBezTo>
                      <a:pt x="6537821" y="926238"/>
                      <a:pt x="6539312" y="926735"/>
                      <a:pt x="6540637" y="927232"/>
                    </a:cubicBezTo>
                    <a:cubicBezTo>
                      <a:pt x="6593962" y="882352"/>
                      <a:pt x="6590484" y="704656"/>
                      <a:pt x="6590484" y="704656"/>
                    </a:cubicBezTo>
                    <a:cubicBezTo>
                      <a:pt x="6643478" y="772389"/>
                      <a:pt x="6620625" y="876225"/>
                      <a:pt x="6603402" y="929716"/>
                    </a:cubicBezTo>
                    <a:cubicBezTo>
                      <a:pt x="6626918" y="882518"/>
                      <a:pt x="6671797" y="835320"/>
                      <a:pt x="6671797" y="835320"/>
                    </a:cubicBezTo>
                    <a:cubicBezTo>
                      <a:pt x="6647950" y="876556"/>
                      <a:pt x="6651428" y="928557"/>
                      <a:pt x="6662523" y="967309"/>
                    </a:cubicBezTo>
                    <a:cubicBezTo>
                      <a:pt x="6675440" y="971614"/>
                      <a:pt x="6688358" y="975754"/>
                      <a:pt x="6701275" y="980060"/>
                    </a:cubicBezTo>
                    <a:cubicBezTo>
                      <a:pt x="6705912" y="894607"/>
                      <a:pt x="6808919" y="805676"/>
                      <a:pt x="6815378" y="800212"/>
                    </a:cubicBezTo>
                    <a:cubicBezTo>
                      <a:pt x="6734893" y="885002"/>
                      <a:pt x="6767849" y="971449"/>
                      <a:pt x="6788715" y="1008545"/>
                    </a:cubicBezTo>
                    <a:cubicBezTo>
                      <a:pt x="6792524" y="1009704"/>
                      <a:pt x="6796168" y="1011029"/>
                      <a:pt x="6799977" y="1012188"/>
                    </a:cubicBezTo>
                    <a:cubicBezTo>
                      <a:pt x="6800639" y="949920"/>
                      <a:pt x="6862576" y="894276"/>
                      <a:pt x="6866551" y="890798"/>
                    </a:cubicBezTo>
                    <a:cubicBezTo>
                      <a:pt x="6864067" y="896263"/>
                      <a:pt x="6802295" y="1026761"/>
                      <a:pt x="6866551" y="1002417"/>
                    </a:cubicBezTo>
                    <a:cubicBezTo>
                      <a:pt x="6932462" y="977576"/>
                      <a:pt x="6926003" y="872250"/>
                      <a:pt x="6926003" y="872250"/>
                    </a:cubicBezTo>
                    <a:cubicBezTo>
                      <a:pt x="6977507" y="968137"/>
                      <a:pt x="6926003" y="1048290"/>
                      <a:pt x="6926003" y="1048290"/>
                    </a:cubicBezTo>
                    <a:cubicBezTo>
                      <a:pt x="7013775" y="1014175"/>
                      <a:pt x="7023214" y="877715"/>
                      <a:pt x="7023214" y="877715"/>
                    </a:cubicBezTo>
                    <a:cubicBezTo>
                      <a:pt x="7080846" y="962175"/>
                      <a:pt x="7033482" y="1066507"/>
                      <a:pt x="7024705" y="1084227"/>
                    </a:cubicBezTo>
                    <a:cubicBezTo>
                      <a:pt x="7025367" y="1084227"/>
                      <a:pt x="7026030" y="1084724"/>
                      <a:pt x="7026527" y="1084889"/>
                    </a:cubicBezTo>
                    <a:cubicBezTo>
                      <a:pt x="7095750" y="1035704"/>
                      <a:pt x="7086807" y="799880"/>
                      <a:pt x="7086807" y="799880"/>
                    </a:cubicBezTo>
                    <a:cubicBezTo>
                      <a:pt x="7184350" y="897423"/>
                      <a:pt x="7126718" y="1057896"/>
                      <a:pt x="7110158" y="1097641"/>
                    </a:cubicBezTo>
                    <a:cubicBezTo>
                      <a:pt x="7166795" y="976748"/>
                      <a:pt x="7247280" y="924913"/>
                      <a:pt x="7252249" y="921767"/>
                    </a:cubicBezTo>
                    <a:cubicBezTo>
                      <a:pt x="7182363" y="1013844"/>
                      <a:pt x="7204388" y="1105921"/>
                      <a:pt x="7219127" y="1145170"/>
                    </a:cubicBezTo>
                    <a:cubicBezTo>
                      <a:pt x="7221942" y="1145998"/>
                      <a:pt x="7224592" y="1146826"/>
                      <a:pt x="7227242" y="1147654"/>
                    </a:cubicBezTo>
                    <a:cubicBezTo>
                      <a:pt x="7229229" y="1087539"/>
                      <a:pt x="7281561" y="1018978"/>
                      <a:pt x="7281561" y="1018978"/>
                    </a:cubicBezTo>
                    <a:cubicBezTo>
                      <a:pt x="7281561" y="1018978"/>
                      <a:pt x="7283548" y="1113870"/>
                      <a:pt x="7301268" y="1170177"/>
                    </a:cubicBezTo>
                    <a:cubicBezTo>
                      <a:pt x="7321803" y="1176304"/>
                      <a:pt x="7342339" y="1182597"/>
                      <a:pt x="7362708" y="1188725"/>
                    </a:cubicBezTo>
                    <a:cubicBezTo>
                      <a:pt x="7400798" y="1130928"/>
                      <a:pt x="7351778" y="1008876"/>
                      <a:pt x="7349625" y="1003245"/>
                    </a:cubicBezTo>
                    <a:cubicBezTo>
                      <a:pt x="7431766" y="1065348"/>
                      <a:pt x="7422823" y="1203795"/>
                      <a:pt x="7422823" y="1203795"/>
                    </a:cubicBezTo>
                    <a:cubicBezTo>
                      <a:pt x="7450314" y="1075781"/>
                      <a:pt x="7564086" y="999271"/>
                      <a:pt x="7578162" y="990162"/>
                    </a:cubicBezTo>
                    <a:cubicBezTo>
                      <a:pt x="7463894" y="1074291"/>
                      <a:pt x="7496684" y="1205782"/>
                      <a:pt x="7504302" y="1231286"/>
                    </a:cubicBezTo>
                    <a:cubicBezTo>
                      <a:pt x="7505296" y="1231617"/>
                      <a:pt x="7506123" y="1231783"/>
                      <a:pt x="7506952" y="1232114"/>
                    </a:cubicBezTo>
                    <a:cubicBezTo>
                      <a:pt x="7538251" y="1116520"/>
                      <a:pt x="7666265" y="1111552"/>
                      <a:pt x="7666265" y="1111552"/>
                    </a:cubicBezTo>
                    <a:cubicBezTo>
                      <a:pt x="7666265" y="1111552"/>
                      <a:pt x="7601513" y="1194686"/>
                      <a:pt x="7581640" y="1254139"/>
                    </a:cubicBezTo>
                    <a:cubicBezTo>
                      <a:pt x="7618736" y="1264904"/>
                      <a:pt x="7655832" y="1275834"/>
                      <a:pt x="7692928" y="1286598"/>
                    </a:cubicBezTo>
                    <a:cubicBezTo>
                      <a:pt x="7804712" y="1219196"/>
                      <a:pt x="7770432" y="1061373"/>
                      <a:pt x="7768776" y="1053424"/>
                    </a:cubicBezTo>
                    <a:cubicBezTo>
                      <a:pt x="7835846" y="1117348"/>
                      <a:pt x="7835681" y="1220356"/>
                      <a:pt x="7829222" y="1278152"/>
                    </a:cubicBezTo>
                    <a:cubicBezTo>
                      <a:pt x="7859363" y="1178788"/>
                      <a:pt x="7975287" y="1060711"/>
                      <a:pt x="7982574" y="1053424"/>
                    </a:cubicBezTo>
                    <a:cubicBezTo>
                      <a:pt x="7885859" y="1194190"/>
                      <a:pt x="7928420" y="1330981"/>
                      <a:pt x="7937529" y="1355822"/>
                    </a:cubicBezTo>
                    <a:cubicBezTo>
                      <a:pt x="7938191" y="1356153"/>
                      <a:pt x="7938854" y="1356319"/>
                      <a:pt x="7939516" y="1356484"/>
                    </a:cubicBezTo>
                    <a:cubicBezTo>
                      <a:pt x="7946968" y="1281133"/>
                      <a:pt x="8041695" y="1189387"/>
                      <a:pt x="8046664" y="1184916"/>
                    </a:cubicBezTo>
                    <a:cubicBezTo>
                      <a:pt x="8043848" y="1192865"/>
                      <a:pt x="7974625" y="1383478"/>
                      <a:pt x="8046829" y="1345223"/>
                    </a:cubicBezTo>
                    <a:cubicBezTo>
                      <a:pt x="8120690" y="1306306"/>
                      <a:pt x="8136919" y="1165043"/>
                      <a:pt x="8136919" y="1165043"/>
                    </a:cubicBezTo>
                    <a:cubicBezTo>
                      <a:pt x="8193723" y="1286929"/>
                      <a:pt x="8136919" y="1369733"/>
                      <a:pt x="8136919" y="1369733"/>
                    </a:cubicBezTo>
                    <a:cubicBezTo>
                      <a:pt x="8242411" y="1311274"/>
                      <a:pt x="8265264" y="1096979"/>
                      <a:pt x="8265264" y="1096979"/>
                    </a:cubicBezTo>
                    <a:cubicBezTo>
                      <a:pt x="8348068" y="1286929"/>
                      <a:pt x="8226347" y="1418421"/>
                      <a:pt x="8226347" y="1418421"/>
                    </a:cubicBezTo>
                    <a:lnTo>
                      <a:pt x="8215417" y="1431835"/>
                    </a:lnTo>
                    <a:cubicBezTo>
                      <a:pt x="8234296" y="1436803"/>
                      <a:pt x="8253009" y="1441938"/>
                      <a:pt x="8271723" y="1446906"/>
                    </a:cubicBezTo>
                    <a:cubicBezTo>
                      <a:pt x="8294577" y="1429186"/>
                      <a:pt x="8391623" y="1346216"/>
                      <a:pt x="8375890" y="1226317"/>
                    </a:cubicBezTo>
                    <a:cubicBezTo>
                      <a:pt x="8375890" y="1226317"/>
                      <a:pt x="8435342" y="1344395"/>
                      <a:pt x="8377711" y="1450549"/>
                    </a:cubicBezTo>
                    <a:lnTo>
                      <a:pt x="8440807" y="1373873"/>
                    </a:lnTo>
                    <a:lnTo>
                      <a:pt x="8440807" y="1458332"/>
                    </a:lnTo>
                    <a:cubicBezTo>
                      <a:pt x="8440807" y="1458332"/>
                      <a:pt x="8505725" y="1430014"/>
                      <a:pt x="8505725" y="1320713"/>
                    </a:cubicBezTo>
                    <a:cubicBezTo>
                      <a:pt x="8505725" y="1320713"/>
                      <a:pt x="8550770" y="1450715"/>
                      <a:pt x="8512515" y="1509505"/>
                    </a:cubicBezTo>
                    <a:cubicBezTo>
                      <a:pt x="8516655" y="1510498"/>
                      <a:pt x="8520796" y="1511492"/>
                      <a:pt x="8524936" y="1512651"/>
                    </a:cubicBezTo>
                    <a:lnTo>
                      <a:pt x="8587369" y="1493441"/>
                    </a:lnTo>
                    <a:cubicBezTo>
                      <a:pt x="8587369" y="1493441"/>
                      <a:pt x="8550107" y="1273515"/>
                      <a:pt x="8712403" y="1179119"/>
                    </a:cubicBezTo>
                    <a:cubicBezTo>
                      <a:pt x="8712403" y="1179119"/>
                      <a:pt x="8591344" y="1406332"/>
                      <a:pt x="8673982" y="1518448"/>
                    </a:cubicBezTo>
                    <a:cubicBezTo>
                      <a:pt x="8673982" y="1518448"/>
                      <a:pt x="8668020" y="1400536"/>
                      <a:pt x="8747842" y="1348866"/>
                    </a:cubicBezTo>
                    <a:cubicBezTo>
                      <a:pt x="8747842" y="1348866"/>
                      <a:pt x="8714720" y="1469428"/>
                      <a:pt x="8782785" y="1539645"/>
                    </a:cubicBezTo>
                    <a:lnTo>
                      <a:pt x="8818556" y="1403351"/>
                    </a:lnTo>
                    <a:lnTo>
                      <a:pt x="8860455" y="1557696"/>
                    </a:lnTo>
                    <a:lnTo>
                      <a:pt x="8883474" y="1459492"/>
                    </a:lnTo>
                    <a:cubicBezTo>
                      <a:pt x="8883474" y="1459492"/>
                      <a:pt x="8915105" y="1553722"/>
                      <a:pt x="8952366" y="1578894"/>
                    </a:cubicBezTo>
                    <a:cubicBezTo>
                      <a:pt x="8952366" y="1578894"/>
                      <a:pt x="9019271" y="1542129"/>
                      <a:pt x="9013310" y="1435810"/>
                    </a:cubicBezTo>
                    <a:cubicBezTo>
                      <a:pt x="9013310" y="1435810"/>
                      <a:pt x="9063985" y="1577238"/>
                      <a:pt x="9005029" y="1630232"/>
                    </a:cubicBezTo>
                    <a:cubicBezTo>
                      <a:pt x="9007016" y="1630563"/>
                      <a:pt x="9009004" y="1631060"/>
                      <a:pt x="9010991" y="1631557"/>
                    </a:cubicBezTo>
                    <a:cubicBezTo>
                      <a:pt x="9046927" y="1622614"/>
                      <a:pt x="9173617" y="1578728"/>
                      <a:pt x="9160865" y="1406332"/>
                    </a:cubicBezTo>
                    <a:cubicBezTo>
                      <a:pt x="9160865" y="1406332"/>
                      <a:pt x="9221477" y="1580053"/>
                      <a:pt x="9162024" y="1651098"/>
                    </a:cubicBezTo>
                    <a:cubicBezTo>
                      <a:pt x="9165998" y="1649939"/>
                      <a:pt x="9229426" y="1627914"/>
                      <a:pt x="9252446" y="1547926"/>
                    </a:cubicBezTo>
                    <a:cubicBezTo>
                      <a:pt x="9252446" y="1547926"/>
                      <a:pt x="9292356" y="1642321"/>
                      <a:pt x="9253936" y="1687532"/>
                    </a:cubicBezTo>
                    <a:cubicBezTo>
                      <a:pt x="9265032" y="1690016"/>
                      <a:pt x="9275962" y="1692500"/>
                      <a:pt x="9286892" y="1694985"/>
                    </a:cubicBezTo>
                    <a:cubicBezTo>
                      <a:pt x="9316204" y="1683889"/>
                      <a:pt x="9349988" y="1667991"/>
                      <a:pt x="9349988" y="1667991"/>
                    </a:cubicBezTo>
                    <a:cubicBezTo>
                      <a:pt x="9349988" y="1667991"/>
                      <a:pt x="9302459" y="1516129"/>
                      <a:pt x="9414740" y="1442103"/>
                    </a:cubicBezTo>
                    <a:cubicBezTo>
                      <a:pt x="9414740" y="1442103"/>
                      <a:pt x="9361580" y="1634703"/>
                      <a:pt x="9447199" y="1704921"/>
                    </a:cubicBezTo>
                    <a:cubicBezTo>
                      <a:pt x="9447199" y="1704921"/>
                      <a:pt x="9411759" y="1607047"/>
                      <a:pt x="9461939" y="1553887"/>
                    </a:cubicBezTo>
                    <a:cubicBezTo>
                      <a:pt x="9461939" y="1553887"/>
                      <a:pt x="9473862" y="1660538"/>
                      <a:pt x="9540104" y="1709061"/>
                    </a:cubicBezTo>
                    <a:cubicBezTo>
                      <a:pt x="9606513" y="1757584"/>
                      <a:pt x="9615289" y="1615825"/>
                      <a:pt x="9615289" y="1615825"/>
                    </a:cubicBezTo>
                    <a:cubicBezTo>
                      <a:pt x="9615289" y="1615825"/>
                      <a:pt x="9670437" y="1712704"/>
                      <a:pt x="9657850" y="1775138"/>
                    </a:cubicBezTo>
                    <a:cubicBezTo>
                      <a:pt x="9660169" y="1775635"/>
                      <a:pt x="9662488" y="1776132"/>
                      <a:pt x="9664971" y="1776629"/>
                    </a:cubicBezTo>
                    <a:cubicBezTo>
                      <a:pt x="9688653" y="1762386"/>
                      <a:pt x="9755890" y="1714194"/>
                      <a:pt x="9751087" y="1621786"/>
                    </a:cubicBezTo>
                    <a:cubicBezTo>
                      <a:pt x="9751087" y="1621786"/>
                      <a:pt x="9785534" y="1735392"/>
                      <a:pt x="9763839" y="1797164"/>
                    </a:cubicBezTo>
                    <a:cubicBezTo>
                      <a:pt x="9764335" y="1797164"/>
                      <a:pt x="9764833" y="1797329"/>
                      <a:pt x="9765329" y="1797329"/>
                    </a:cubicBezTo>
                    <a:lnTo>
                      <a:pt x="9818986" y="1713201"/>
                    </a:lnTo>
                    <a:lnTo>
                      <a:pt x="9818986" y="1795839"/>
                    </a:lnTo>
                    <a:lnTo>
                      <a:pt x="9863203" y="1645303"/>
                    </a:lnTo>
                    <a:lnTo>
                      <a:pt x="9880923" y="1819521"/>
                    </a:lnTo>
                    <a:cubicBezTo>
                      <a:pt x="9880923" y="1819521"/>
                      <a:pt x="9905433" y="1733902"/>
                      <a:pt x="9946338" y="1695481"/>
                    </a:cubicBezTo>
                    <a:cubicBezTo>
                      <a:pt x="9946338" y="1695481"/>
                      <a:pt x="9934082" y="1796170"/>
                      <a:pt x="9975319" y="1837406"/>
                    </a:cubicBezTo>
                    <a:cubicBezTo>
                      <a:pt x="9975319" y="1837406"/>
                      <a:pt x="10057791" y="1772323"/>
                      <a:pt x="10007943" y="1574920"/>
                    </a:cubicBezTo>
                    <a:cubicBezTo>
                      <a:pt x="10012249" y="1581047"/>
                      <a:pt x="10090085" y="1695978"/>
                      <a:pt x="10068059" y="1818361"/>
                    </a:cubicBezTo>
                    <a:cubicBezTo>
                      <a:pt x="10066899" y="1824654"/>
                      <a:pt x="10065574" y="1830947"/>
                      <a:pt x="10063918" y="1837406"/>
                    </a:cubicBezTo>
                    <a:cubicBezTo>
                      <a:pt x="10063918" y="1837406"/>
                      <a:pt x="10143575" y="1763380"/>
                      <a:pt x="10128836" y="1660207"/>
                    </a:cubicBezTo>
                    <a:cubicBezTo>
                      <a:pt x="10128836" y="1660207"/>
                      <a:pt x="10179677" y="1763711"/>
                      <a:pt x="10130657" y="1837406"/>
                    </a:cubicBezTo>
                    <a:lnTo>
                      <a:pt x="10193753" y="1857776"/>
                    </a:lnTo>
                    <a:cubicBezTo>
                      <a:pt x="10193753" y="1857776"/>
                      <a:pt x="10199550" y="1757584"/>
                      <a:pt x="10267449" y="1716182"/>
                    </a:cubicBezTo>
                    <a:cubicBezTo>
                      <a:pt x="10267449" y="1716182"/>
                      <a:pt x="10226213" y="1807597"/>
                      <a:pt x="10249729" y="1857776"/>
                    </a:cubicBezTo>
                    <a:cubicBezTo>
                      <a:pt x="10249729" y="1857776"/>
                      <a:pt x="10261321" y="1795011"/>
                      <a:pt x="10295436" y="1762055"/>
                    </a:cubicBezTo>
                    <a:cubicBezTo>
                      <a:pt x="10289640" y="1773151"/>
                      <a:pt x="10296099" y="1844362"/>
                      <a:pt x="10310673" y="1882451"/>
                    </a:cubicBezTo>
                    <a:cubicBezTo>
                      <a:pt x="10338991" y="1875993"/>
                      <a:pt x="10397119" y="1854795"/>
                      <a:pt x="10397119" y="1791202"/>
                    </a:cubicBezTo>
                    <a:cubicBezTo>
                      <a:pt x="10397119" y="1791202"/>
                      <a:pt x="10411361" y="1873343"/>
                      <a:pt x="10388673" y="1916897"/>
                    </a:cubicBezTo>
                    <a:cubicBezTo>
                      <a:pt x="10400762" y="1919050"/>
                      <a:pt x="10412686" y="1921203"/>
                      <a:pt x="10424609" y="1923356"/>
                    </a:cubicBezTo>
                    <a:cubicBezTo>
                      <a:pt x="10436036" y="1917228"/>
                      <a:pt x="10444979" y="1912095"/>
                      <a:pt x="10444979" y="1912095"/>
                    </a:cubicBezTo>
                    <a:cubicBezTo>
                      <a:pt x="10444979" y="1912095"/>
                      <a:pt x="10541693" y="1821508"/>
                      <a:pt x="10474291" y="1677099"/>
                    </a:cubicBezTo>
                    <a:cubicBezTo>
                      <a:pt x="10479922" y="1682564"/>
                      <a:pt x="10595515" y="1798157"/>
                      <a:pt x="10524139" y="1926006"/>
                    </a:cubicBezTo>
                    <a:cubicBezTo>
                      <a:pt x="10521324" y="1930974"/>
                      <a:pt x="10518839" y="1935445"/>
                      <a:pt x="10516686" y="1939751"/>
                    </a:cubicBezTo>
                    <a:cubicBezTo>
                      <a:pt x="10531260" y="1942235"/>
                      <a:pt x="10545833" y="1944885"/>
                      <a:pt x="10560407" y="1947535"/>
                    </a:cubicBezTo>
                    <a:cubicBezTo>
                      <a:pt x="10564713" y="1943395"/>
                      <a:pt x="10567363" y="1940745"/>
                      <a:pt x="10567363" y="1940745"/>
                    </a:cubicBezTo>
                    <a:cubicBezTo>
                      <a:pt x="10567363" y="1940745"/>
                      <a:pt x="10558088" y="1833100"/>
                      <a:pt x="10627975" y="1784246"/>
                    </a:cubicBezTo>
                    <a:cubicBezTo>
                      <a:pt x="10627975" y="1784246"/>
                      <a:pt x="10608433" y="1905967"/>
                      <a:pt x="10663745" y="1950019"/>
                    </a:cubicBezTo>
                    <a:cubicBezTo>
                      <a:pt x="10663745" y="1950019"/>
                      <a:pt x="10651325" y="1886757"/>
                      <a:pt x="10681631" y="1842540"/>
                    </a:cubicBezTo>
                    <a:cubicBezTo>
                      <a:pt x="10681631" y="1842540"/>
                      <a:pt x="10692562" y="1939420"/>
                      <a:pt x="10741912" y="1963267"/>
                    </a:cubicBezTo>
                    <a:cubicBezTo>
                      <a:pt x="10791097" y="1986949"/>
                      <a:pt x="10784142" y="1865725"/>
                      <a:pt x="10784142" y="1865725"/>
                    </a:cubicBezTo>
                    <a:cubicBezTo>
                      <a:pt x="10784142" y="1865725"/>
                      <a:pt x="10824550" y="1944719"/>
                      <a:pt x="10809314" y="1989433"/>
                    </a:cubicBezTo>
                    <a:cubicBezTo>
                      <a:pt x="10810970" y="1989433"/>
                      <a:pt x="10812461" y="1989930"/>
                      <a:pt x="10813951" y="1990095"/>
                    </a:cubicBezTo>
                    <a:cubicBezTo>
                      <a:pt x="10831339" y="1970720"/>
                      <a:pt x="10866117" y="1915075"/>
                      <a:pt x="10835479" y="1801138"/>
                    </a:cubicBezTo>
                    <a:cubicBezTo>
                      <a:pt x="10835479" y="1801138"/>
                      <a:pt x="10920601" y="1887916"/>
                      <a:pt x="10903544" y="1979000"/>
                    </a:cubicBezTo>
                    <a:cubicBezTo>
                      <a:pt x="10911493" y="1956809"/>
                      <a:pt x="10930703" y="1921534"/>
                      <a:pt x="10975251" y="1907789"/>
                    </a:cubicBezTo>
                    <a:cubicBezTo>
                      <a:pt x="10975251" y="1907789"/>
                      <a:pt x="10943787" y="1963930"/>
                      <a:pt x="10962831" y="2013777"/>
                    </a:cubicBezTo>
                    <a:cubicBezTo>
                      <a:pt x="10982208" y="2016758"/>
                      <a:pt x="11001418" y="2019905"/>
                      <a:pt x="11020628" y="2022886"/>
                    </a:cubicBezTo>
                    <a:cubicBezTo>
                      <a:pt x="11037354" y="1991917"/>
                      <a:pt x="11047622" y="1942732"/>
                      <a:pt x="11047622" y="1942732"/>
                    </a:cubicBezTo>
                    <a:cubicBezTo>
                      <a:pt x="11047622" y="1942732"/>
                      <a:pt x="11070145" y="1998045"/>
                      <a:pt x="11065177" y="2030007"/>
                    </a:cubicBezTo>
                    <a:cubicBezTo>
                      <a:pt x="11066667" y="2030172"/>
                      <a:pt x="11068157" y="2030338"/>
                      <a:pt x="11069482" y="2030503"/>
                    </a:cubicBezTo>
                    <a:cubicBezTo>
                      <a:pt x="11087036" y="2012618"/>
                      <a:pt x="11136553" y="1948197"/>
                      <a:pt x="11078093" y="1842705"/>
                    </a:cubicBezTo>
                    <a:cubicBezTo>
                      <a:pt x="11083061" y="1846680"/>
                      <a:pt x="11168184" y="1917228"/>
                      <a:pt x="11151127" y="2039612"/>
                    </a:cubicBezTo>
                    <a:cubicBezTo>
                      <a:pt x="11189878" y="2004006"/>
                      <a:pt x="11267051" y="1907292"/>
                      <a:pt x="11225318" y="1728934"/>
                    </a:cubicBezTo>
                    <a:cubicBezTo>
                      <a:pt x="11229790" y="1737877"/>
                      <a:pt x="11321535" y="1928986"/>
                      <a:pt x="11261254" y="2058657"/>
                    </a:cubicBezTo>
                    <a:cubicBezTo>
                      <a:pt x="11261586" y="2058657"/>
                      <a:pt x="11261916" y="2058822"/>
                      <a:pt x="11262082" y="2058822"/>
                    </a:cubicBezTo>
                    <a:cubicBezTo>
                      <a:pt x="11271688" y="2056504"/>
                      <a:pt x="11352007" y="2034643"/>
                      <a:pt x="11361116" y="1941242"/>
                    </a:cubicBezTo>
                    <a:cubicBezTo>
                      <a:pt x="11361116" y="1941242"/>
                      <a:pt x="11383638" y="2009637"/>
                      <a:pt x="11374860" y="2075052"/>
                    </a:cubicBezTo>
                    <a:cubicBezTo>
                      <a:pt x="11401689" y="2078861"/>
                      <a:pt x="11428518" y="2082835"/>
                      <a:pt x="11455346" y="2086478"/>
                    </a:cubicBezTo>
                    <a:cubicBezTo>
                      <a:pt x="11455346" y="2085319"/>
                      <a:pt x="11429511" y="1929152"/>
                      <a:pt x="11529703" y="1880795"/>
                    </a:cubicBezTo>
                    <a:cubicBezTo>
                      <a:pt x="11529703" y="1880795"/>
                      <a:pt x="11520926" y="2028516"/>
                      <a:pt x="11567627" y="2101549"/>
                    </a:cubicBezTo>
                    <a:cubicBezTo>
                      <a:pt x="11595118" y="2105358"/>
                      <a:pt x="11622608" y="2109001"/>
                      <a:pt x="11650099" y="2112645"/>
                    </a:cubicBezTo>
                    <a:cubicBezTo>
                      <a:pt x="11648277" y="2078695"/>
                      <a:pt x="11639335" y="2021892"/>
                      <a:pt x="11681896" y="1965089"/>
                    </a:cubicBezTo>
                    <a:cubicBezTo>
                      <a:pt x="11681896" y="1965089"/>
                      <a:pt x="11687857" y="2101880"/>
                      <a:pt x="11779437" y="2129205"/>
                    </a:cubicBezTo>
                    <a:lnTo>
                      <a:pt x="11798814" y="2131689"/>
                    </a:lnTo>
                    <a:cubicBezTo>
                      <a:pt x="11865387" y="2125727"/>
                      <a:pt x="11836241" y="1953827"/>
                      <a:pt x="11834419" y="1943229"/>
                    </a:cubicBezTo>
                    <a:cubicBezTo>
                      <a:pt x="11839388" y="1950847"/>
                      <a:pt x="11905795" y="2058325"/>
                      <a:pt x="11901325" y="2144275"/>
                    </a:cubicBezTo>
                    <a:cubicBezTo>
                      <a:pt x="11916726" y="2146097"/>
                      <a:pt x="11932127" y="2148084"/>
                      <a:pt x="11947528" y="2149906"/>
                    </a:cubicBezTo>
                    <a:cubicBezTo>
                      <a:pt x="11983631" y="2113307"/>
                      <a:pt x="12020064" y="2041102"/>
                      <a:pt x="11996217" y="1903483"/>
                    </a:cubicBezTo>
                    <a:cubicBezTo>
                      <a:pt x="11996217" y="1903483"/>
                      <a:pt x="12084320" y="2066109"/>
                      <a:pt x="12054841" y="2162492"/>
                    </a:cubicBezTo>
                    <a:cubicBezTo>
                      <a:pt x="12078689" y="2165307"/>
                      <a:pt x="12102536" y="2167791"/>
                      <a:pt x="12126383" y="2170441"/>
                    </a:cubicBezTo>
                    <a:cubicBezTo>
                      <a:pt x="12125142" y="2126597"/>
                      <a:pt x="12130234" y="2067475"/>
                      <a:pt x="12159337" y="2023328"/>
                    </a:cubicBezTo>
                    <a:lnTo>
                      <a:pt x="12192000" y="1990428"/>
                    </a:lnTo>
                    <a:lnTo>
                      <a:pt x="12192000" y="2004805"/>
                    </a:lnTo>
                    <a:lnTo>
                      <a:pt x="12185567" y="2050501"/>
                    </a:lnTo>
                    <a:cubicBezTo>
                      <a:pt x="12184460" y="2069504"/>
                      <a:pt x="12185127" y="2091209"/>
                      <a:pt x="12189622" y="2113566"/>
                    </a:cubicBezTo>
                    <a:lnTo>
                      <a:pt x="12192000" y="2119461"/>
                    </a:lnTo>
                    <a:lnTo>
                      <a:pt x="12192000" y="2728672"/>
                    </a:lnTo>
                    <a:lnTo>
                      <a:pt x="0" y="2728672"/>
                    </a:lnTo>
                    <a:lnTo>
                      <a:pt x="0" y="289610"/>
                    </a:lnTo>
                    <a:lnTo>
                      <a:pt x="6488" y="280395"/>
                    </a:lnTo>
                    <a:cubicBezTo>
                      <a:pt x="13643" y="271678"/>
                      <a:pt x="19004" y="266171"/>
                      <a:pt x="20039" y="265136"/>
                    </a:cubicBezTo>
                    <a:cubicBezTo>
                      <a:pt x="-12254" y="345787"/>
                      <a:pt x="19708" y="395634"/>
                      <a:pt x="19708" y="395634"/>
                    </a:cubicBezTo>
                    <a:lnTo>
                      <a:pt x="77505" y="425278"/>
                    </a:lnTo>
                    <a:cubicBezTo>
                      <a:pt x="22027" y="301570"/>
                      <a:pt x="101683" y="146562"/>
                      <a:pt x="101683" y="146562"/>
                    </a:cubicBezTo>
                    <a:cubicBezTo>
                      <a:pt x="101683" y="146562"/>
                      <a:pt x="53989" y="396959"/>
                      <a:pt x="117250" y="380067"/>
                    </a:cubicBezTo>
                    <a:cubicBezTo>
                      <a:pt x="178525" y="363506"/>
                      <a:pt x="154843" y="246423"/>
                      <a:pt x="153518" y="239798"/>
                    </a:cubicBezTo>
                    <a:cubicBezTo>
                      <a:pt x="208997" y="320614"/>
                      <a:pt x="170410" y="373277"/>
                      <a:pt x="170410" y="373277"/>
                    </a:cubicBezTo>
                    <a:cubicBezTo>
                      <a:pt x="170410" y="373277"/>
                      <a:pt x="126856" y="433227"/>
                      <a:pt x="192767" y="393647"/>
                    </a:cubicBezTo>
                    <a:cubicBezTo>
                      <a:pt x="258844" y="353901"/>
                      <a:pt x="214793" y="208996"/>
                      <a:pt x="214793" y="208996"/>
                    </a:cubicBezTo>
                    <a:cubicBezTo>
                      <a:pt x="287660" y="267952"/>
                      <a:pt x="267953" y="381226"/>
                      <a:pt x="267953" y="381226"/>
                    </a:cubicBezTo>
                    <a:cubicBezTo>
                      <a:pt x="267953" y="381226"/>
                      <a:pt x="405572" y="452934"/>
                      <a:pt x="338170" y="389341"/>
                    </a:cubicBezTo>
                    <a:cubicBezTo>
                      <a:pt x="270768" y="325914"/>
                      <a:pt x="323265" y="234996"/>
                      <a:pt x="323265" y="234996"/>
                    </a:cubicBezTo>
                    <a:cubicBezTo>
                      <a:pt x="319953" y="343302"/>
                      <a:pt x="357877" y="372615"/>
                      <a:pt x="357877" y="372615"/>
                    </a:cubicBezTo>
                    <a:cubicBezTo>
                      <a:pt x="357877" y="372615"/>
                      <a:pt x="382056" y="420310"/>
                      <a:pt x="396463" y="442170"/>
                    </a:cubicBezTo>
                    <a:cubicBezTo>
                      <a:pt x="399444" y="441839"/>
                      <a:pt x="402425" y="441342"/>
                      <a:pt x="405406" y="441011"/>
                    </a:cubicBezTo>
                    <a:cubicBezTo>
                      <a:pt x="403916" y="434552"/>
                      <a:pt x="401266" y="425609"/>
                      <a:pt x="397126" y="413188"/>
                    </a:cubicBezTo>
                    <a:cubicBezTo>
                      <a:pt x="360527" y="304054"/>
                      <a:pt x="441840" y="228371"/>
                      <a:pt x="441840" y="228371"/>
                    </a:cubicBezTo>
                    <a:cubicBezTo>
                      <a:pt x="441840" y="228371"/>
                      <a:pt x="391495" y="391163"/>
                      <a:pt x="458897" y="362679"/>
                    </a:cubicBezTo>
                    <a:cubicBezTo>
                      <a:pt x="526299" y="334194"/>
                      <a:pt x="536567" y="213467"/>
                      <a:pt x="536567" y="213467"/>
                    </a:cubicBezTo>
                    <a:cubicBezTo>
                      <a:pt x="569688" y="317302"/>
                      <a:pt x="521828" y="388679"/>
                      <a:pt x="521828" y="388679"/>
                    </a:cubicBezTo>
                    <a:cubicBezTo>
                      <a:pt x="521828" y="388679"/>
                      <a:pt x="565051" y="411036"/>
                      <a:pt x="596019" y="415341"/>
                    </a:cubicBezTo>
                    <a:cubicBezTo>
                      <a:pt x="604300" y="414348"/>
                      <a:pt x="612414" y="413354"/>
                      <a:pt x="620695" y="412195"/>
                    </a:cubicBezTo>
                    <a:cubicBezTo>
                      <a:pt x="627981" y="406730"/>
                      <a:pt x="629306" y="395137"/>
                      <a:pt x="619370" y="373609"/>
                    </a:cubicBezTo>
                    <a:cubicBezTo>
                      <a:pt x="580121" y="287659"/>
                      <a:pt x="632287" y="138778"/>
                      <a:pt x="632287" y="138778"/>
                    </a:cubicBezTo>
                    <a:cubicBezTo>
                      <a:pt x="620529" y="271098"/>
                      <a:pt x="692734" y="335850"/>
                      <a:pt x="692734" y="335850"/>
                    </a:cubicBezTo>
                    <a:cubicBezTo>
                      <a:pt x="692734" y="335850"/>
                      <a:pt x="730161" y="368640"/>
                      <a:pt x="760798" y="394309"/>
                    </a:cubicBezTo>
                    <a:cubicBezTo>
                      <a:pt x="765435" y="393647"/>
                      <a:pt x="770072" y="393150"/>
                      <a:pt x="774875" y="392488"/>
                    </a:cubicBezTo>
                    <a:cubicBezTo>
                      <a:pt x="731486" y="324423"/>
                      <a:pt x="786964" y="215785"/>
                      <a:pt x="786964" y="215785"/>
                    </a:cubicBezTo>
                    <a:cubicBezTo>
                      <a:pt x="786964" y="215785"/>
                      <a:pt x="777855" y="413023"/>
                      <a:pt x="871092" y="364335"/>
                    </a:cubicBezTo>
                    <a:cubicBezTo>
                      <a:pt x="964494" y="315481"/>
                      <a:pt x="924252" y="90421"/>
                      <a:pt x="924252" y="90421"/>
                    </a:cubicBezTo>
                    <a:cubicBezTo>
                      <a:pt x="1011858" y="178689"/>
                      <a:pt x="969628" y="327404"/>
                      <a:pt x="969628" y="327404"/>
                    </a:cubicBezTo>
                    <a:cubicBezTo>
                      <a:pt x="969628" y="327404"/>
                      <a:pt x="957539" y="353901"/>
                      <a:pt x="959857" y="370131"/>
                    </a:cubicBezTo>
                    <a:cubicBezTo>
                      <a:pt x="976418" y="368143"/>
                      <a:pt x="992979" y="366156"/>
                      <a:pt x="1009705" y="364169"/>
                    </a:cubicBezTo>
                    <a:cubicBezTo>
                      <a:pt x="1052100" y="317799"/>
                      <a:pt x="1064521" y="186308"/>
                      <a:pt x="1064521" y="186308"/>
                    </a:cubicBezTo>
                    <a:cubicBezTo>
                      <a:pt x="1099464" y="269276"/>
                      <a:pt x="1080750" y="329888"/>
                      <a:pt x="1067170" y="357711"/>
                    </a:cubicBezTo>
                    <a:cubicBezTo>
                      <a:pt x="1092839" y="354729"/>
                      <a:pt x="1118343" y="351914"/>
                      <a:pt x="1144012" y="349099"/>
                    </a:cubicBezTo>
                    <a:cubicBezTo>
                      <a:pt x="1121324" y="269111"/>
                      <a:pt x="1178624" y="188792"/>
                      <a:pt x="1178624" y="188792"/>
                    </a:cubicBezTo>
                    <a:cubicBezTo>
                      <a:pt x="1151795" y="268945"/>
                      <a:pt x="1198165" y="342640"/>
                      <a:pt x="1198165" y="342640"/>
                    </a:cubicBezTo>
                    <a:lnTo>
                      <a:pt x="1198993" y="343137"/>
                    </a:lnTo>
                    <a:cubicBezTo>
                      <a:pt x="1218700" y="340984"/>
                      <a:pt x="1238242" y="338831"/>
                      <a:pt x="1257784" y="336844"/>
                    </a:cubicBezTo>
                    <a:cubicBezTo>
                      <a:pt x="1224165" y="214295"/>
                      <a:pt x="1298688" y="105326"/>
                      <a:pt x="1298688" y="105326"/>
                    </a:cubicBezTo>
                    <a:cubicBezTo>
                      <a:pt x="1275007" y="217110"/>
                      <a:pt x="1301835" y="287162"/>
                      <a:pt x="1337109" y="328729"/>
                    </a:cubicBezTo>
                    <a:cubicBezTo>
                      <a:pt x="1362281" y="326245"/>
                      <a:pt x="1387288" y="323595"/>
                      <a:pt x="1412295" y="321111"/>
                    </a:cubicBezTo>
                    <a:cubicBezTo>
                      <a:pt x="1415441" y="289315"/>
                      <a:pt x="1428690" y="256525"/>
                      <a:pt x="1428690" y="256525"/>
                    </a:cubicBezTo>
                    <a:cubicBezTo>
                      <a:pt x="1428690" y="256525"/>
                      <a:pt x="1436308" y="289977"/>
                      <a:pt x="1447238" y="317965"/>
                    </a:cubicBezTo>
                    <a:cubicBezTo>
                      <a:pt x="1466117" y="316143"/>
                      <a:pt x="1484830" y="314321"/>
                      <a:pt x="1503544" y="312666"/>
                    </a:cubicBezTo>
                    <a:cubicBezTo>
                      <a:pt x="1518614" y="273251"/>
                      <a:pt x="1529379" y="220919"/>
                      <a:pt x="1529379" y="220919"/>
                    </a:cubicBezTo>
                    <a:cubicBezTo>
                      <a:pt x="1545111" y="249404"/>
                      <a:pt x="1547264" y="284678"/>
                      <a:pt x="1546436" y="308691"/>
                    </a:cubicBezTo>
                    <a:cubicBezTo>
                      <a:pt x="1569290" y="306538"/>
                      <a:pt x="1592309" y="304550"/>
                      <a:pt x="1615163" y="302563"/>
                    </a:cubicBezTo>
                    <a:cubicBezTo>
                      <a:pt x="1606386" y="184486"/>
                      <a:pt x="1501225" y="0"/>
                      <a:pt x="15012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F905A"/>
                  </a:gs>
                  <a:gs pos="100000">
                    <a:srgbClr val="BDD377"/>
                  </a:gs>
                </a:gsLst>
                <a:lin ang="21101917" scaled="1"/>
              </a:gradFill>
              <a:ln w="16551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F2E4894-FA5F-4D5E-E10D-B5E6054BA530}"/>
                  </a:ext>
                </a:extLst>
              </p:cNvPr>
              <p:cNvSpPr/>
              <p:nvPr/>
            </p:nvSpPr>
            <p:spPr>
              <a:xfrm>
                <a:off x="1" y="4972244"/>
                <a:ext cx="9972503" cy="1885756"/>
              </a:xfrm>
              <a:custGeom>
                <a:avLst/>
                <a:gdLst>
                  <a:gd name="connsiteX0" fmla="*/ 9437925 w 9972503"/>
                  <a:gd name="connsiteY0" fmla="*/ 1774807 h 1885756"/>
                  <a:gd name="connsiteX1" fmla="*/ 9463015 w 9972503"/>
                  <a:gd name="connsiteY1" fmla="*/ 1843066 h 1885756"/>
                  <a:gd name="connsiteX2" fmla="*/ 9472850 w 9972503"/>
                  <a:gd name="connsiteY2" fmla="*/ 1885756 h 1885756"/>
                  <a:gd name="connsiteX3" fmla="*/ 9431520 w 9972503"/>
                  <a:gd name="connsiteY3" fmla="*/ 1885756 h 1885756"/>
                  <a:gd name="connsiteX4" fmla="*/ 9439483 w 9972503"/>
                  <a:gd name="connsiteY4" fmla="*/ 1843389 h 1885756"/>
                  <a:gd name="connsiteX5" fmla="*/ 9437925 w 9972503"/>
                  <a:gd name="connsiteY5" fmla="*/ 1774807 h 1885756"/>
                  <a:gd name="connsiteX6" fmla="*/ 8915105 w 9972503"/>
                  <a:gd name="connsiteY6" fmla="*/ 1709061 h 1885756"/>
                  <a:gd name="connsiteX7" fmla="*/ 8870556 w 9972503"/>
                  <a:gd name="connsiteY7" fmla="*/ 1863924 h 1885756"/>
                  <a:gd name="connsiteX8" fmla="*/ 8867527 w 9972503"/>
                  <a:gd name="connsiteY8" fmla="*/ 1885756 h 1885756"/>
                  <a:gd name="connsiteX9" fmla="*/ 8777928 w 9972503"/>
                  <a:gd name="connsiteY9" fmla="*/ 1885756 h 1885756"/>
                  <a:gd name="connsiteX10" fmla="*/ 8831556 w 9972503"/>
                  <a:gd name="connsiteY10" fmla="*/ 1803126 h 1885756"/>
                  <a:gd name="connsiteX11" fmla="*/ 8915105 w 9972503"/>
                  <a:gd name="connsiteY11" fmla="*/ 1709061 h 1885756"/>
                  <a:gd name="connsiteX12" fmla="*/ 9972503 w 9972503"/>
                  <a:gd name="connsiteY12" fmla="*/ 1699787 h 1885756"/>
                  <a:gd name="connsiteX13" fmla="*/ 9918593 w 9972503"/>
                  <a:gd name="connsiteY13" fmla="*/ 1823405 h 1885756"/>
                  <a:gd name="connsiteX14" fmla="*/ 9898261 w 9972503"/>
                  <a:gd name="connsiteY14" fmla="*/ 1885756 h 1885756"/>
                  <a:gd name="connsiteX15" fmla="*/ 9814951 w 9972503"/>
                  <a:gd name="connsiteY15" fmla="*/ 1885756 h 1885756"/>
                  <a:gd name="connsiteX16" fmla="*/ 9828591 w 9972503"/>
                  <a:gd name="connsiteY16" fmla="*/ 1848833 h 1885756"/>
                  <a:gd name="connsiteX17" fmla="*/ 9972503 w 9972503"/>
                  <a:gd name="connsiteY17" fmla="*/ 1699787 h 1885756"/>
                  <a:gd name="connsiteX18" fmla="*/ 9058520 w 9972503"/>
                  <a:gd name="connsiteY18" fmla="*/ 1677430 h 1885756"/>
                  <a:gd name="connsiteX19" fmla="*/ 9098343 w 9972503"/>
                  <a:gd name="connsiteY19" fmla="*/ 1862294 h 1885756"/>
                  <a:gd name="connsiteX20" fmla="*/ 9095693 w 9972503"/>
                  <a:gd name="connsiteY20" fmla="*/ 1885756 h 1885756"/>
                  <a:gd name="connsiteX21" fmla="*/ 8990523 w 9972503"/>
                  <a:gd name="connsiteY21" fmla="*/ 1885756 h 1885756"/>
                  <a:gd name="connsiteX22" fmla="*/ 9030946 w 9972503"/>
                  <a:gd name="connsiteY22" fmla="*/ 1797371 h 1885756"/>
                  <a:gd name="connsiteX23" fmla="*/ 9058520 w 9972503"/>
                  <a:gd name="connsiteY23" fmla="*/ 1677430 h 1885756"/>
                  <a:gd name="connsiteX24" fmla="*/ 9262216 w 9972503"/>
                  <a:gd name="connsiteY24" fmla="*/ 1569454 h 1885756"/>
                  <a:gd name="connsiteX25" fmla="*/ 9300456 w 9972503"/>
                  <a:gd name="connsiteY25" fmla="*/ 1863599 h 1885756"/>
                  <a:gd name="connsiteX26" fmla="*/ 9294546 w 9972503"/>
                  <a:gd name="connsiteY26" fmla="*/ 1885756 h 1885756"/>
                  <a:gd name="connsiteX27" fmla="*/ 9165203 w 9972503"/>
                  <a:gd name="connsiteY27" fmla="*/ 1885756 h 1885756"/>
                  <a:gd name="connsiteX28" fmla="*/ 9180544 w 9972503"/>
                  <a:gd name="connsiteY28" fmla="*/ 1859675 h 1885756"/>
                  <a:gd name="connsiteX29" fmla="*/ 9262216 w 9972503"/>
                  <a:gd name="connsiteY29" fmla="*/ 1569454 h 1885756"/>
                  <a:gd name="connsiteX30" fmla="*/ 803028 w 9972503"/>
                  <a:gd name="connsiteY30" fmla="*/ 0 h 1885756"/>
                  <a:gd name="connsiteX31" fmla="*/ 775537 w 9972503"/>
                  <a:gd name="connsiteY31" fmla="*/ 215289 h 1885756"/>
                  <a:gd name="connsiteX32" fmla="*/ 802200 w 9972503"/>
                  <a:gd name="connsiteY32" fmla="*/ 215289 h 1885756"/>
                  <a:gd name="connsiteX33" fmla="*/ 831015 w 9972503"/>
                  <a:gd name="connsiteY33" fmla="*/ 99032 h 1885756"/>
                  <a:gd name="connsiteX34" fmla="*/ 853703 w 9972503"/>
                  <a:gd name="connsiteY34" fmla="*/ 215454 h 1885756"/>
                  <a:gd name="connsiteX35" fmla="*/ 918124 w 9972503"/>
                  <a:gd name="connsiteY35" fmla="*/ 216282 h 1885756"/>
                  <a:gd name="connsiteX36" fmla="*/ 924252 w 9972503"/>
                  <a:gd name="connsiteY36" fmla="*/ 126523 h 1885756"/>
                  <a:gd name="connsiteX37" fmla="*/ 957042 w 9972503"/>
                  <a:gd name="connsiteY37" fmla="*/ 216779 h 1885756"/>
                  <a:gd name="connsiteX38" fmla="*/ 991819 w 9972503"/>
                  <a:gd name="connsiteY38" fmla="*/ 217276 h 1885756"/>
                  <a:gd name="connsiteX39" fmla="*/ 1004902 w 9972503"/>
                  <a:gd name="connsiteY39" fmla="*/ 134804 h 1885756"/>
                  <a:gd name="connsiteX40" fmla="*/ 1037361 w 9972503"/>
                  <a:gd name="connsiteY40" fmla="*/ 217938 h 1885756"/>
                  <a:gd name="connsiteX41" fmla="*/ 1123145 w 9972503"/>
                  <a:gd name="connsiteY41" fmla="*/ 219760 h 1885756"/>
                  <a:gd name="connsiteX42" fmla="*/ 1098304 w 9972503"/>
                  <a:gd name="connsiteY42" fmla="*/ 24675 h 1885756"/>
                  <a:gd name="connsiteX43" fmla="*/ 1189719 w 9972503"/>
                  <a:gd name="connsiteY43" fmla="*/ 187632 h 1885756"/>
                  <a:gd name="connsiteX44" fmla="*/ 1252981 w 9972503"/>
                  <a:gd name="connsiteY44" fmla="*/ 83465 h 1885756"/>
                  <a:gd name="connsiteX45" fmla="*/ 1236752 w 9972503"/>
                  <a:gd name="connsiteY45" fmla="*/ 222575 h 1885756"/>
                  <a:gd name="connsiteX46" fmla="*/ 1283784 w 9972503"/>
                  <a:gd name="connsiteY46" fmla="*/ 223900 h 1885756"/>
                  <a:gd name="connsiteX47" fmla="*/ 1275007 w 9972503"/>
                  <a:gd name="connsiteY47" fmla="*/ 155173 h 1885756"/>
                  <a:gd name="connsiteX48" fmla="*/ 1316905 w 9972503"/>
                  <a:gd name="connsiteY48" fmla="*/ 225225 h 1885756"/>
                  <a:gd name="connsiteX49" fmla="*/ 1326179 w 9972503"/>
                  <a:gd name="connsiteY49" fmla="*/ 225556 h 1885756"/>
                  <a:gd name="connsiteX50" fmla="*/ 1371224 w 9972503"/>
                  <a:gd name="connsiteY50" fmla="*/ 83465 h 1885756"/>
                  <a:gd name="connsiteX51" fmla="*/ 1424053 w 9972503"/>
                  <a:gd name="connsiteY51" fmla="*/ 228868 h 1885756"/>
                  <a:gd name="connsiteX52" fmla="*/ 1424549 w 9972503"/>
                  <a:gd name="connsiteY52" fmla="*/ 229365 h 1885756"/>
                  <a:gd name="connsiteX53" fmla="*/ 1466945 w 9972503"/>
                  <a:gd name="connsiteY53" fmla="*/ 231021 h 1885756"/>
                  <a:gd name="connsiteX54" fmla="*/ 1495429 w 9972503"/>
                  <a:gd name="connsiteY54" fmla="*/ 111288 h 1885756"/>
                  <a:gd name="connsiteX55" fmla="*/ 1544283 w 9972503"/>
                  <a:gd name="connsiteY55" fmla="*/ 234499 h 1885756"/>
                  <a:gd name="connsiteX56" fmla="*/ 1620628 w 9972503"/>
                  <a:gd name="connsiteY56" fmla="*/ 238308 h 1885756"/>
                  <a:gd name="connsiteX57" fmla="*/ 1647456 w 9972503"/>
                  <a:gd name="connsiteY57" fmla="*/ 89758 h 1885756"/>
                  <a:gd name="connsiteX58" fmla="*/ 1697635 w 9972503"/>
                  <a:gd name="connsiteY58" fmla="*/ 242117 h 1885756"/>
                  <a:gd name="connsiteX59" fmla="*/ 1771661 w 9972503"/>
                  <a:gd name="connsiteY59" fmla="*/ 246754 h 1885756"/>
                  <a:gd name="connsiteX60" fmla="*/ 1786897 w 9972503"/>
                  <a:gd name="connsiteY60" fmla="*/ 146893 h 1885756"/>
                  <a:gd name="connsiteX61" fmla="*/ 1817037 w 9972503"/>
                  <a:gd name="connsiteY61" fmla="*/ 249735 h 1885756"/>
                  <a:gd name="connsiteX62" fmla="*/ 1821343 w 9972503"/>
                  <a:gd name="connsiteY62" fmla="*/ 249735 h 1885756"/>
                  <a:gd name="connsiteX63" fmla="*/ 1895535 w 9972503"/>
                  <a:gd name="connsiteY63" fmla="*/ 129836 h 1885756"/>
                  <a:gd name="connsiteX64" fmla="*/ 1876325 w 9972503"/>
                  <a:gd name="connsiteY64" fmla="*/ 253544 h 1885756"/>
                  <a:gd name="connsiteX65" fmla="*/ 1911599 w 9972503"/>
                  <a:gd name="connsiteY65" fmla="*/ 255862 h 1885756"/>
                  <a:gd name="connsiteX66" fmla="*/ 1926503 w 9972503"/>
                  <a:gd name="connsiteY66" fmla="*/ 164116 h 1885756"/>
                  <a:gd name="connsiteX67" fmla="*/ 1972045 w 9972503"/>
                  <a:gd name="connsiteY67" fmla="*/ 260002 h 1885756"/>
                  <a:gd name="connsiteX68" fmla="*/ 2057333 w 9972503"/>
                  <a:gd name="connsiteY68" fmla="*/ 266958 h 1885756"/>
                  <a:gd name="connsiteX69" fmla="*/ 2057498 w 9972503"/>
                  <a:gd name="connsiteY69" fmla="*/ 266295 h 1885756"/>
                  <a:gd name="connsiteX70" fmla="*/ 2112811 w 9972503"/>
                  <a:gd name="connsiteY70" fmla="*/ 111122 h 1885756"/>
                  <a:gd name="connsiteX71" fmla="*/ 2134671 w 9972503"/>
                  <a:gd name="connsiteY71" fmla="*/ 272754 h 1885756"/>
                  <a:gd name="connsiteX72" fmla="*/ 2135168 w 9972503"/>
                  <a:gd name="connsiteY72" fmla="*/ 273251 h 1885756"/>
                  <a:gd name="connsiteX73" fmla="*/ 2161168 w 9972503"/>
                  <a:gd name="connsiteY73" fmla="*/ 275238 h 1885756"/>
                  <a:gd name="connsiteX74" fmla="*/ 2180875 w 9972503"/>
                  <a:gd name="connsiteY74" fmla="*/ 182664 h 1885756"/>
                  <a:gd name="connsiteX75" fmla="*/ 2206710 w 9972503"/>
                  <a:gd name="connsiteY75" fmla="*/ 279213 h 1885756"/>
                  <a:gd name="connsiteX76" fmla="*/ 2259373 w 9972503"/>
                  <a:gd name="connsiteY76" fmla="*/ 284181 h 1885756"/>
                  <a:gd name="connsiteX77" fmla="*/ 2283552 w 9972503"/>
                  <a:gd name="connsiteY77" fmla="*/ 161963 h 1885756"/>
                  <a:gd name="connsiteX78" fmla="*/ 2318991 w 9972503"/>
                  <a:gd name="connsiteY78" fmla="*/ 289812 h 1885756"/>
                  <a:gd name="connsiteX79" fmla="*/ 2384737 w 9972503"/>
                  <a:gd name="connsiteY79" fmla="*/ 296105 h 1885756"/>
                  <a:gd name="connsiteX80" fmla="*/ 2395005 w 9972503"/>
                  <a:gd name="connsiteY80" fmla="*/ 191938 h 1885756"/>
                  <a:gd name="connsiteX81" fmla="*/ 2445846 w 9972503"/>
                  <a:gd name="connsiteY81" fmla="*/ 302397 h 1885756"/>
                  <a:gd name="connsiteX82" fmla="*/ 2502649 w 9972503"/>
                  <a:gd name="connsiteY82" fmla="*/ 308691 h 1885756"/>
                  <a:gd name="connsiteX83" fmla="*/ 2491553 w 9972503"/>
                  <a:gd name="connsiteY83" fmla="*/ 215123 h 1885756"/>
                  <a:gd name="connsiteX84" fmla="*/ 2536267 w 9972503"/>
                  <a:gd name="connsiteY84" fmla="*/ 312665 h 1885756"/>
                  <a:gd name="connsiteX85" fmla="*/ 2595554 w 9972503"/>
                  <a:gd name="connsiteY85" fmla="*/ 318958 h 1885756"/>
                  <a:gd name="connsiteX86" fmla="*/ 2640268 w 9972503"/>
                  <a:gd name="connsiteY86" fmla="*/ 179518 h 1885756"/>
                  <a:gd name="connsiteX87" fmla="*/ 2653682 w 9972503"/>
                  <a:gd name="connsiteY87" fmla="*/ 325748 h 1885756"/>
                  <a:gd name="connsiteX88" fmla="*/ 2698727 w 9972503"/>
                  <a:gd name="connsiteY88" fmla="*/ 331544 h 1885756"/>
                  <a:gd name="connsiteX89" fmla="*/ 2711810 w 9972503"/>
                  <a:gd name="connsiteY89" fmla="*/ 241620 h 1885756"/>
                  <a:gd name="connsiteX90" fmla="*/ 2752384 w 9972503"/>
                  <a:gd name="connsiteY90" fmla="*/ 338500 h 1885756"/>
                  <a:gd name="connsiteX91" fmla="*/ 2866984 w 9972503"/>
                  <a:gd name="connsiteY91" fmla="*/ 352908 h 1885756"/>
                  <a:gd name="connsiteX92" fmla="*/ 2897787 w 9972503"/>
                  <a:gd name="connsiteY92" fmla="*/ 266295 h 1885756"/>
                  <a:gd name="connsiteX93" fmla="*/ 2921137 w 9972503"/>
                  <a:gd name="connsiteY93" fmla="*/ 360360 h 1885756"/>
                  <a:gd name="connsiteX94" fmla="*/ 2921137 w 9972503"/>
                  <a:gd name="connsiteY94" fmla="*/ 360857 h 1885756"/>
                  <a:gd name="connsiteX95" fmla="*/ 2970985 w 9972503"/>
                  <a:gd name="connsiteY95" fmla="*/ 367978 h 1885756"/>
                  <a:gd name="connsiteX96" fmla="*/ 3003112 w 9972503"/>
                  <a:gd name="connsiteY96" fmla="*/ 285506 h 1885756"/>
                  <a:gd name="connsiteX97" fmla="*/ 3009405 w 9972503"/>
                  <a:gd name="connsiteY97" fmla="*/ 373443 h 1885756"/>
                  <a:gd name="connsiteX98" fmla="*/ 3026463 w 9972503"/>
                  <a:gd name="connsiteY98" fmla="*/ 375762 h 1885756"/>
                  <a:gd name="connsiteX99" fmla="*/ 3056107 w 9972503"/>
                  <a:gd name="connsiteY99" fmla="*/ 214626 h 1885756"/>
                  <a:gd name="connsiteX100" fmla="*/ 3079291 w 9972503"/>
                  <a:gd name="connsiteY100" fmla="*/ 382883 h 1885756"/>
                  <a:gd name="connsiteX101" fmla="*/ 3153483 w 9972503"/>
                  <a:gd name="connsiteY101" fmla="*/ 238473 h 1885756"/>
                  <a:gd name="connsiteX102" fmla="*/ 3153483 w 9972503"/>
                  <a:gd name="connsiteY102" fmla="*/ 377417 h 1885756"/>
                  <a:gd name="connsiteX103" fmla="*/ 3215917 w 9972503"/>
                  <a:gd name="connsiteY103" fmla="*/ 296933 h 1885756"/>
                  <a:gd name="connsiteX104" fmla="*/ 3190082 w 9972503"/>
                  <a:gd name="connsiteY104" fmla="*/ 384704 h 1885756"/>
                  <a:gd name="connsiteX105" fmla="*/ 3195051 w 9972503"/>
                  <a:gd name="connsiteY105" fmla="*/ 401099 h 1885756"/>
                  <a:gd name="connsiteX106" fmla="*/ 3226847 w 9972503"/>
                  <a:gd name="connsiteY106" fmla="*/ 406398 h 1885756"/>
                  <a:gd name="connsiteX107" fmla="*/ 3290274 w 9972503"/>
                  <a:gd name="connsiteY107" fmla="*/ 259340 h 1885756"/>
                  <a:gd name="connsiteX108" fmla="*/ 3277192 w 9972503"/>
                  <a:gd name="connsiteY108" fmla="*/ 414679 h 1885756"/>
                  <a:gd name="connsiteX109" fmla="*/ 3280338 w 9972503"/>
                  <a:gd name="connsiteY109" fmla="*/ 415341 h 1885756"/>
                  <a:gd name="connsiteX110" fmla="*/ 3307166 w 9972503"/>
                  <a:gd name="connsiteY110" fmla="*/ 329723 h 1885756"/>
                  <a:gd name="connsiteX111" fmla="*/ 3325549 w 9972503"/>
                  <a:gd name="connsiteY111" fmla="*/ 417660 h 1885756"/>
                  <a:gd name="connsiteX112" fmla="*/ 3373243 w 9972503"/>
                  <a:gd name="connsiteY112" fmla="*/ 320780 h 1885756"/>
                  <a:gd name="connsiteX113" fmla="*/ 3361320 w 9972503"/>
                  <a:gd name="connsiteY113" fmla="*/ 400603 h 1885756"/>
                  <a:gd name="connsiteX114" fmla="*/ 3370759 w 9972503"/>
                  <a:gd name="connsiteY114" fmla="*/ 430577 h 1885756"/>
                  <a:gd name="connsiteX115" fmla="*/ 3401562 w 9972503"/>
                  <a:gd name="connsiteY115" fmla="*/ 435711 h 1885756"/>
                  <a:gd name="connsiteX116" fmla="*/ 3409677 w 9972503"/>
                  <a:gd name="connsiteY116" fmla="*/ 423125 h 1885756"/>
                  <a:gd name="connsiteX117" fmla="*/ 3417295 w 9972503"/>
                  <a:gd name="connsiteY117" fmla="*/ 269773 h 1885756"/>
                  <a:gd name="connsiteX118" fmla="*/ 3448098 w 9972503"/>
                  <a:gd name="connsiteY118" fmla="*/ 428755 h 1885756"/>
                  <a:gd name="connsiteX119" fmla="*/ 3484697 w 9972503"/>
                  <a:gd name="connsiteY119" fmla="*/ 318958 h 1885756"/>
                  <a:gd name="connsiteX120" fmla="*/ 3477575 w 9972503"/>
                  <a:gd name="connsiteY120" fmla="*/ 449788 h 1885756"/>
                  <a:gd name="connsiteX121" fmla="*/ 3524939 w 9972503"/>
                  <a:gd name="connsiteY121" fmla="*/ 458399 h 1885756"/>
                  <a:gd name="connsiteX122" fmla="*/ 3579755 w 9972503"/>
                  <a:gd name="connsiteY122" fmla="*/ 300576 h 1885756"/>
                  <a:gd name="connsiteX123" fmla="*/ 3572799 w 9972503"/>
                  <a:gd name="connsiteY123" fmla="*/ 440017 h 1885756"/>
                  <a:gd name="connsiteX124" fmla="*/ 3583398 w 9972503"/>
                  <a:gd name="connsiteY124" fmla="*/ 375596 h 1885756"/>
                  <a:gd name="connsiteX125" fmla="*/ 3596315 w 9972503"/>
                  <a:gd name="connsiteY125" fmla="*/ 446806 h 1885756"/>
                  <a:gd name="connsiteX126" fmla="*/ 3632087 w 9972503"/>
                  <a:gd name="connsiteY126" fmla="*/ 478437 h 1885756"/>
                  <a:gd name="connsiteX127" fmla="*/ 3638048 w 9972503"/>
                  <a:gd name="connsiteY127" fmla="*/ 479763 h 1885756"/>
                  <a:gd name="connsiteX128" fmla="*/ 3708928 w 9972503"/>
                  <a:gd name="connsiteY128" fmla="*/ 330385 h 1885756"/>
                  <a:gd name="connsiteX129" fmla="*/ 3682265 w 9972503"/>
                  <a:gd name="connsiteY129" fmla="*/ 473138 h 1885756"/>
                  <a:gd name="connsiteX130" fmla="*/ 3692202 w 9972503"/>
                  <a:gd name="connsiteY130" fmla="*/ 490527 h 1885756"/>
                  <a:gd name="connsiteX131" fmla="*/ 3729132 w 9972503"/>
                  <a:gd name="connsiteY131" fmla="*/ 498145 h 1885756"/>
                  <a:gd name="connsiteX132" fmla="*/ 3802993 w 9972503"/>
                  <a:gd name="connsiteY132" fmla="*/ 309850 h 1885756"/>
                  <a:gd name="connsiteX133" fmla="*/ 3798521 w 9972503"/>
                  <a:gd name="connsiteY133" fmla="*/ 512387 h 1885756"/>
                  <a:gd name="connsiteX134" fmla="*/ 3822203 w 9972503"/>
                  <a:gd name="connsiteY134" fmla="*/ 517355 h 1885756"/>
                  <a:gd name="connsiteX135" fmla="*/ 3824853 w 9972503"/>
                  <a:gd name="connsiteY135" fmla="*/ 516527 h 1885756"/>
                  <a:gd name="connsiteX136" fmla="*/ 3898051 w 9972503"/>
                  <a:gd name="connsiteY136" fmla="*/ 300576 h 1885756"/>
                  <a:gd name="connsiteX137" fmla="*/ 3886955 w 9972503"/>
                  <a:gd name="connsiteY137" fmla="*/ 530769 h 1885756"/>
                  <a:gd name="connsiteX138" fmla="*/ 3909809 w 9972503"/>
                  <a:gd name="connsiteY138" fmla="*/ 535572 h 1885756"/>
                  <a:gd name="connsiteX139" fmla="*/ 3957504 w 9972503"/>
                  <a:gd name="connsiteY139" fmla="*/ 546336 h 1885756"/>
                  <a:gd name="connsiteX140" fmla="*/ 3992943 w 9972503"/>
                  <a:gd name="connsiteY140" fmla="*/ 391163 h 1885756"/>
                  <a:gd name="connsiteX141" fmla="*/ 4016460 w 9972503"/>
                  <a:gd name="connsiteY141" fmla="*/ 559750 h 1885756"/>
                  <a:gd name="connsiteX142" fmla="*/ 4029874 w 9972503"/>
                  <a:gd name="connsiteY142" fmla="*/ 562897 h 1885756"/>
                  <a:gd name="connsiteX143" fmla="*/ 4023249 w 9972503"/>
                  <a:gd name="connsiteY143" fmla="*/ 518349 h 1885756"/>
                  <a:gd name="connsiteX144" fmla="*/ 4141658 w 9972503"/>
                  <a:gd name="connsiteY144" fmla="*/ 295608 h 1885756"/>
                  <a:gd name="connsiteX145" fmla="*/ 4120295 w 9972503"/>
                  <a:gd name="connsiteY145" fmla="*/ 561572 h 1885756"/>
                  <a:gd name="connsiteX146" fmla="*/ 4174283 w 9972503"/>
                  <a:gd name="connsiteY146" fmla="*/ 421303 h 1885756"/>
                  <a:gd name="connsiteX147" fmla="*/ 4214029 w 9972503"/>
                  <a:gd name="connsiteY147" fmla="*/ 558094 h 1885756"/>
                  <a:gd name="connsiteX148" fmla="*/ 4214194 w 9972503"/>
                  <a:gd name="connsiteY148" fmla="*/ 374602 h 1885756"/>
                  <a:gd name="connsiteX149" fmla="*/ 4275800 w 9972503"/>
                  <a:gd name="connsiteY149" fmla="*/ 566209 h 1885756"/>
                  <a:gd name="connsiteX150" fmla="*/ 4303953 w 9972503"/>
                  <a:gd name="connsiteY150" fmla="*/ 478934 h 1885756"/>
                  <a:gd name="connsiteX151" fmla="*/ 4341049 w 9972503"/>
                  <a:gd name="connsiteY151" fmla="*/ 637254 h 1885756"/>
                  <a:gd name="connsiteX152" fmla="*/ 4343036 w 9972503"/>
                  <a:gd name="connsiteY152" fmla="*/ 637751 h 1885756"/>
                  <a:gd name="connsiteX153" fmla="*/ 4435776 w 9972503"/>
                  <a:gd name="connsiteY153" fmla="*/ 436042 h 1885756"/>
                  <a:gd name="connsiteX154" fmla="*/ 4437100 w 9972503"/>
                  <a:gd name="connsiteY154" fmla="*/ 629967 h 1885756"/>
                  <a:gd name="connsiteX155" fmla="*/ 4516095 w 9972503"/>
                  <a:gd name="connsiteY155" fmla="*/ 486221 h 1885756"/>
                  <a:gd name="connsiteX156" fmla="*/ 4516261 w 9972503"/>
                  <a:gd name="connsiteY156" fmla="*/ 633611 h 1885756"/>
                  <a:gd name="connsiteX157" fmla="*/ 4611983 w 9972503"/>
                  <a:gd name="connsiteY157" fmla="*/ 435711 h 1885756"/>
                  <a:gd name="connsiteX158" fmla="*/ 4612313 w 9972503"/>
                  <a:gd name="connsiteY158" fmla="*/ 636261 h 1885756"/>
                  <a:gd name="connsiteX159" fmla="*/ 4685345 w 9972503"/>
                  <a:gd name="connsiteY159" fmla="*/ 543686 h 1885756"/>
                  <a:gd name="connsiteX160" fmla="*/ 4652721 w 9972503"/>
                  <a:gd name="connsiteY160" fmla="*/ 673025 h 1885756"/>
                  <a:gd name="connsiteX161" fmla="*/ 4678555 w 9972503"/>
                  <a:gd name="connsiteY161" fmla="*/ 725688 h 1885756"/>
                  <a:gd name="connsiteX162" fmla="*/ 4725091 w 9972503"/>
                  <a:gd name="connsiteY162" fmla="*/ 738771 h 1885756"/>
                  <a:gd name="connsiteX163" fmla="*/ 4724761 w 9972503"/>
                  <a:gd name="connsiteY163" fmla="*/ 694885 h 1885756"/>
                  <a:gd name="connsiteX164" fmla="*/ 4818162 w 9972503"/>
                  <a:gd name="connsiteY164" fmla="*/ 436042 h 1885756"/>
                  <a:gd name="connsiteX165" fmla="*/ 4789512 w 9972503"/>
                  <a:gd name="connsiteY165" fmla="*/ 709127 h 1885756"/>
                  <a:gd name="connsiteX166" fmla="*/ 4825614 w 9972503"/>
                  <a:gd name="connsiteY166" fmla="*/ 615725 h 1885756"/>
                  <a:gd name="connsiteX167" fmla="*/ 4854264 w 9972503"/>
                  <a:gd name="connsiteY167" fmla="*/ 745230 h 1885756"/>
                  <a:gd name="connsiteX168" fmla="*/ 4972838 w 9972503"/>
                  <a:gd name="connsiteY168" fmla="*/ 565547 h 1885756"/>
                  <a:gd name="connsiteX169" fmla="*/ 4926303 w 9972503"/>
                  <a:gd name="connsiteY169" fmla="*/ 759638 h 1885756"/>
                  <a:gd name="connsiteX170" fmla="*/ 5052164 w 9972503"/>
                  <a:gd name="connsiteY170" fmla="*/ 651828 h 1885756"/>
                  <a:gd name="connsiteX171" fmla="*/ 4979462 w 9972503"/>
                  <a:gd name="connsiteY171" fmla="*/ 811141 h 1885756"/>
                  <a:gd name="connsiteX172" fmla="*/ 5002648 w 9972503"/>
                  <a:gd name="connsiteY172" fmla="*/ 817766 h 1885756"/>
                  <a:gd name="connsiteX173" fmla="*/ 5016393 w 9972503"/>
                  <a:gd name="connsiteY173" fmla="*/ 813626 h 1885756"/>
                  <a:gd name="connsiteX174" fmla="*/ 5111617 w 9972503"/>
                  <a:gd name="connsiteY174" fmla="*/ 543686 h 1885756"/>
                  <a:gd name="connsiteX175" fmla="*/ 5111617 w 9972503"/>
                  <a:gd name="connsiteY175" fmla="*/ 788619 h 1885756"/>
                  <a:gd name="connsiteX176" fmla="*/ 5120559 w 9972503"/>
                  <a:gd name="connsiteY176" fmla="*/ 852543 h 1885756"/>
                  <a:gd name="connsiteX177" fmla="*/ 5130164 w 9972503"/>
                  <a:gd name="connsiteY177" fmla="*/ 855358 h 1885756"/>
                  <a:gd name="connsiteX178" fmla="*/ 5131490 w 9972503"/>
                  <a:gd name="connsiteY178" fmla="*/ 842275 h 1885756"/>
                  <a:gd name="connsiteX179" fmla="*/ 5264473 w 9972503"/>
                  <a:gd name="connsiteY179" fmla="*/ 637586 h 1885756"/>
                  <a:gd name="connsiteX180" fmla="*/ 5203363 w 9972503"/>
                  <a:gd name="connsiteY180" fmla="*/ 856683 h 1885756"/>
                  <a:gd name="connsiteX181" fmla="*/ 5347110 w 9972503"/>
                  <a:gd name="connsiteY181" fmla="*/ 752351 h 1885756"/>
                  <a:gd name="connsiteX182" fmla="*/ 5304051 w 9972503"/>
                  <a:gd name="connsiteY182" fmla="*/ 883843 h 1885756"/>
                  <a:gd name="connsiteX183" fmla="*/ 5422957 w 9972503"/>
                  <a:gd name="connsiteY183" fmla="*/ 745230 h 1885756"/>
                  <a:gd name="connsiteX184" fmla="*/ 5384702 w 9972503"/>
                  <a:gd name="connsiteY184" fmla="*/ 874072 h 1885756"/>
                  <a:gd name="connsiteX185" fmla="*/ 5330881 w 9972503"/>
                  <a:gd name="connsiteY185" fmla="*/ 916136 h 1885756"/>
                  <a:gd name="connsiteX186" fmla="*/ 5366154 w 9972503"/>
                  <a:gd name="connsiteY186" fmla="*/ 926901 h 1885756"/>
                  <a:gd name="connsiteX187" fmla="*/ 5384702 w 9972503"/>
                  <a:gd name="connsiteY187" fmla="*/ 921435 h 1885756"/>
                  <a:gd name="connsiteX188" fmla="*/ 5556105 w 9972503"/>
                  <a:gd name="connsiteY188" fmla="*/ 622846 h 1885756"/>
                  <a:gd name="connsiteX189" fmla="*/ 5505595 w 9972503"/>
                  <a:gd name="connsiteY189" fmla="*/ 955882 h 1885756"/>
                  <a:gd name="connsiteX190" fmla="*/ 5696374 w 9972503"/>
                  <a:gd name="connsiteY190" fmla="*/ 824390 h 1885756"/>
                  <a:gd name="connsiteX191" fmla="*/ 5627978 w 9972503"/>
                  <a:gd name="connsiteY191" fmla="*/ 1000595 h 1885756"/>
                  <a:gd name="connsiteX192" fmla="*/ 5636921 w 9972503"/>
                  <a:gd name="connsiteY192" fmla="*/ 1011360 h 1885756"/>
                  <a:gd name="connsiteX193" fmla="*/ 5771394 w 9972503"/>
                  <a:gd name="connsiteY193" fmla="*/ 1054583 h 1885756"/>
                  <a:gd name="connsiteX194" fmla="*/ 5836643 w 9972503"/>
                  <a:gd name="connsiteY194" fmla="*/ 767090 h 1885756"/>
                  <a:gd name="connsiteX195" fmla="*/ 5894440 w 9972503"/>
                  <a:gd name="connsiteY195" fmla="*/ 1047462 h 1885756"/>
                  <a:gd name="connsiteX196" fmla="*/ 5904707 w 9972503"/>
                  <a:gd name="connsiteY196" fmla="*/ 1044481 h 1885756"/>
                  <a:gd name="connsiteX197" fmla="*/ 6032059 w 9972503"/>
                  <a:gd name="connsiteY197" fmla="*/ 875397 h 1885756"/>
                  <a:gd name="connsiteX198" fmla="*/ 6032390 w 9972503"/>
                  <a:gd name="connsiteY198" fmla="*/ 1097475 h 1885756"/>
                  <a:gd name="connsiteX199" fmla="*/ 6162225 w 9972503"/>
                  <a:gd name="connsiteY199" fmla="*/ 907524 h 1885756"/>
                  <a:gd name="connsiteX200" fmla="*/ 6076772 w 9972503"/>
                  <a:gd name="connsiteY200" fmla="*/ 1145004 h 1885756"/>
                  <a:gd name="connsiteX201" fmla="*/ 6125626 w 9972503"/>
                  <a:gd name="connsiteY201" fmla="*/ 1169183 h 1885756"/>
                  <a:gd name="connsiteX202" fmla="*/ 6178123 w 9972503"/>
                  <a:gd name="connsiteY202" fmla="*/ 1186406 h 1885756"/>
                  <a:gd name="connsiteX203" fmla="*/ 6349857 w 9972503"/>
                  <a:gd name="connsiteY203" fmla="*/ 954226 h 1885756"/>
                  <a:gd name="connsiteX204" fmla="*/ 6289080 w 9972503"/>
                  <a:gd name="connsiteY204" fmla="*/ 1222840 h 1885756"/>
                  <a:gd name="connsiteX205" fmla="*/ 6334788 w 9972503"/>
                  <a:gd name="connsiteY205" fmla="*/ 1237910 h 1885756"/>
                  <a:gd name="connsiteX206" fmla="*/ 6458993 w 9972503"/>
                  <a:gd name="connsiteY206" fmla="*/ 1097641 h 1885756"/>
                  <a:gd name="connsiteX207" fmla="*/ 6408979 w 9972503"/>
                  <a:gd name="connsiteY207" fmla="*/ 1262419 h 1885756"/>
                  <a:gd name="connsiteX208" fmla="*/ 6434483 w 9972503"/>
                  <a:gd name="connsiteY208" fmla="*/ 1270866 h 1885756"/>
                  <a:gd name="connsiteX209" fmla="*/ 6537490 w 9972503"/>
                  <a:gd name="connsiteY209" fmla="*/ 1065844 h 1885756"/>
                  <a:gd name="connsiteX210" fmla="*/ 6515796 w 9972503"/>
                  <a:gd name="connsiteY210" fmla="*/ 1297694 h 1885756"/>
                  <a:gd name="connsiteX211" fmla="*/ 6522751 w 9972503"/>
                  <a:gd name="connsiteY211" fmla="*/ 1299681 h 1885756"/>
                  <a:gd name="connsiteX212" fmla="*/ 6601911 w 9972503"/>
                  <a:gd name="connsiteY212" fmla="*/ 946111 h 1885756"/>
                  <a:gd name="connsiteX213" fmla="*/ 6622446 w 9972503"/>
                  <a:gd name="connsiteY213" fmla="*/ 1303656 h 1885756"/>
                  <a:gd name="connsiteX214" fmla="*/ 6730919 w 9972503"/>
                  <a:gd name="connsiteY214" fmla="*/ 1153947 h 1885756"/>
                  <a:gd name="connsiteX215" fmla="*/ 6716345 w 9972503"/>
                  <a:gd name="connsiteY215" fmla="*/ 1363440 h 1885756"/>
                  <a:gd name="connsiteX216" fmla="*/ 6777786 w 9972503"/>
                  <a:gd name="connsiteY216" fmla="*/ 1383644 h 1885756"/>
                  <a:gd name="connsiteX217" fmla="*/ 6959125 w 9972503"/>
                  <a:gd name="connsiteY217" fmla="*/ 1097972 h 1885756"/>
                  <a:gd name="connsiteX218" fmla="*/ 6916729 w 9972503"/>
                  <a:gd name="connsiteY218" fmla="*/ 1428854 h 1885756"/>
                  <a:gd name="connsiteX219" fmla="*/ 6934615 w 9972503"/>
                  <a:gd name="connsiteY219" fmla="*/ 1434651 h 1885756"/>
                  <a:gd name="connsiteX220" fmla="*/ 7040438 w 9972503"/>
                  <a:gd name="connsiteY220" fmla="*/ 1241884 h 1885756"/>
                  <a:gd name="connsiteX221" fmla="*/ 7040438 w 9972503"/>
                  <a:gd name="connsiteY221" fmla="*/ 1419084 h 1885756"/>
                  <a:gd name="connsiteX222" fmla="*/ 7134999 w 9972503"/>
                  <a:gd name="connsiteY222" fmla="*/ 1212406 h 1885756"/>
                  <a:gd name="connsiteX223" fmla="*/ 7134999 w 9972503"/>
                  <a:gd name="connsiteY223" fmla="*/ 1491951 h 1885756"/>
                  <a:gd name="connsiteX224" fmla="*/ 7289344 w 9972503"/>
                  <a:gd name="connsiteY224" fmla="*/ 1221018 h 1885756"/>
                  <a:gd name="connsiteX225" fmla="*/ 7291663 w 9972503"/>
                  <a:gd name="connsiteY225" fmla="*/ 1549085 h 1885756"/>
                  <a:gd name="connsiteX226" fmla="*/ 7294644 w 9972503"/>
                  <a:gd name="connsiteY226" fmla="*/ 1550244 h 1885756"/>
                  <a:gd name="connsiteX227" fmla="*/ 7390364 w 9972503"/>
                  <a:gd name="connsiteY227" fmla="*/ 1097475 h 1885756"/>
                  <a:gd name="connsiteX228" fmla="*/ 7425970 w 9972503"/>
                  <a:gd name="connsiteY228" fmla="*/ 1573926 h 1885756"/>
                  <a:gd name="connsiteX229" fmla="*/ 7653182 w 9972503"/>
                  <a:gd name="connsiteY229" fmla="*/ 1291070 h 1885756"/>
                  <a:gd name="connsiteX230" fmla="*/ 7600519 w 9972503"/>
                  <a:gd name="connsiteY230" fmla="*/ 1645965 h 1885756"/>
                  <a:gd name="connsiteX231" fmla="*/ 7613437 w 9972503"/>
                  <a:gd name="connsiteY231" fmla="*/ 1649939 h 1885756"/>
                  <a:gd name="connsiteX232" fmla="*/ 7699718 w 9972503"/>
                  <a:gd name="connsiteY232" fmla="*/ 1445415 h 1885756"/>
                  <a:gd name="connsiteX233" fmla="*/ 7731018 w 9972503"/>
                  <a:gd name="connsiteY233" fmla="*/ 1685710 h 1885756"/>
                  <a:gd name="connsiteX234" fmla="*/ 7772419 w 9972503"/>
                  <a:gd name="connsiteY234" fmla="*/ 1698131 h 1885756"/>
                  <a:gd name="connsiteX235" fmla="*/ 7809681 w 9972503"/>
                  <a:gd name="connsiteY235" fmla="*/ 1709392 h 1885756"/>
                  <a:gd name="connsiteX236" fmla="*/ 7828725 w 9972503"/>
                  <a:gd name="connsiteY236" fmla="*/ 1715188 h 1885756"/>
                  <a:gd name="connsiteX237" fmla="*/ 7807859 w 9972503"/>
                  <a:gd name="connsiteY237" fmla="*/ 1420408 h 1885756"/>
                  <a:gd name="connsiteX238" fmla="*/ 7924115 w 9972503"/>
                  <a:gd name="connsiteY238" fmla="*/ 1739035 h 1885756"/>
                  <a:gd name="connsiteX239" fmla="*/ 8172525 w 9972503"/>
                  <a:gd name="connsiteY239" fmla="*/ 1398714 h 1885756"/>
                  <a:gd name="connsiteX240" fmla="*/ 8053619 w 9972503"/>
                  <a:gd name="connsiteY240" fmla="*/ 1782756 h 1885756"/>
                  <a:gd name="connsiteX241" fmla="*/ 8057759 w 9972503"/>
                  <a:gd name="connsiteY241" fmla="*/ 1784080 h 1885756"/>
                  <a:gd name="connsiteX242" fmla="*/ 8310806 w 9972503"/>
                  <a:gd name="connsiteY242" fmla="*/ 1592474 h 1885756"/>
                  <a:gd name="connsiteX243" fmla="*/ 8176499 w 9972503"/>
                  <a:gd name="connsiteY243" fmla="*/ 1819024 h 1885756"/>
                  <a:gd name="connsiteX244" fmla="*/ 8353202 w 9972503"/>
                  <a:gd name="connsiteY244" fmla="*/ 1870527 h 1885756"/>
                  <a:gd name="connsiteX245" fmla="*/ 8473763 w 9972503"/>
                  <a:gd name="connsiteY245" fmla="*/ 1500231 h 1885756"/>
                  <a:gd name="connsiteX246" fmla="*/ 8569814 w 9972503"/>
                  <a:gd name="connsiteY246" fmla="*/ 1857113 h 1885756"/>
                  <a:gd name="connsiteX247" fmla="*/ 8701306 w 9972503"/>
                  <a:gd name="connsiteY247" fmla="*/ 1628742 h 1885756"/>
                  <a:gd name="connsiteX248" fmla="*/ 8739397 w 9972503"/>
                  <a:gd name="connsiteY248" fmla="*/ 1581875 h 1885756"/>
                  <a:gd name="connsiteX249" fmla="*/ 8739561 w 9972503"/>
                  <a:gd name="connsiteY249" fmla="*/ 1581875 h 1885756"/>
                  <a:gd name="connsiteX250" fmla="*/ 8813422 w 9972503"/>
                  <a:gd name="connsiteY250" fmla="*/ 1500231 h 1885756"/>
                  <a:gd name="connsiteX251" fmla="*/ 8717550 w 9972503"/>
                  <a:gd name="connsiteY251" fmla="*/ 1870162 h 1885756"/>
                  <a:gd name="connsiteX252" fmla="*/ 8719940 w 9972503"/>
                  <a:gd name="connsiteY252" fmla="*/ 1885756 h 1885756"/>
                  <a:gd name="connsiteX253" fmla="*/ 0 w 9972503"/>
                  <a:gd name="connsiteY253" fmla="*/ 1885756 h 1885756"/>
                  <a:gd name="connsiteX254" fmla="*/ 0 w 9972503"/>
                  <a:gd name="connsiteY254" fmla="*/ 48084 h 1885756"/>
                  <a:gd name="connsiteX255" fmla="*/ 4462 w 9972503"/>
                  <a:gd name="connsiteY255" fmla="*/ 54168 h 1885756"/>
                  <a:gd name="connsiteX256" fmla="*/ 47199 w 9972503"/>
                  <a:gd name="connsiteY256" fmla="*/ 225722 h 1885756"/>
                  <a:gd name="connsiteX257" fmla="*/ 92906 w 9972503"/>
                  <a:gd name="connsiteY257" fmla="*/ 224397 h 1885756"/>
                  <a:gd name="connsiteX258" fmla="*/ 143085 w 9972503"/>
                  <a:gd name="connsiteY258" fmla="*/ 56140 h 1885756"/>
                  <a:gd name="connsiteX259" fmla="*/ 173391 w 9972503"/>
                  <a:gd name="connsiteY259" fmla="*/ 221747 h 1885756"/>
                  <a:gd name="connsiteX260" fmla="*/ 250729 w 9972503"/>
                  <a:gd name="connsiteY260" fmla="*/ 220257 h 1885756"/>
                  <a:gd name="connsiteX261" fmla="*/ 266296 w 9972503"/>
                  <a:gd name="connsiteY261" fmla="*/ 136294 h 1885756"/>
                  <a:gd name="connsiteX262" fmla="*/ 284182 w 9972503"/>
                  <a:gd name="connsiteY262" fmla="*/ 219429 h 1885756"/>
                  <a:gd name="connsiteX263" fmla="*/ 322768 w 9972503"/>
                  <a:gd name="connsiteY263" fmla="*/ 218600 h 1885756"/>
                  <a:gd name="connsiteX264" fmla="*/ 382056 w 9972503"/>
                  <a:gd name="connsiteY264" fmla="*/ 45873 h 1885756"/>
                  <a:gd name="connsiteX265" fmla="*/ 379903 w 9972503"/>
                  <a:gd name="connsiteY265" fmla="*/ 217607 h 1885756"/>
                  <a:gd name="connsiteX266" fmla="*/ 464362 w 9972503"/>
                  <a:gd name="connsiteY266" fmla="*/ 216613 h 1885756"/>
                  <a:gd name="connsiteX267" fmla="*/ 513547 w 9972503"/>
                  <a:gd name="connsiteY267" fmla="*/ 84956 h 1885756"/>
                  <a:gd name="connsiteX268" fmla="*/ 528617 w 9972503"/>
                  <a:gd name="connsiteY268" fmla="*/ 215785 h 1885756"/>
                  <a:gd name="connsiteX269" fmla="*/ 634109 w 9972503"/>
                  <a:gd name="connsiteY269" fmla="*/ 214957 h 1885756"/>
                  <a:gd name="connsiteX270" fmla="*/ 634771 w 9972503"/>
                  <a:gd name="connsiteY270" fmla="*/ 164944 h 1885756"/>
                  <a:gd name="connsiteX271" fmla="*/ 666402 w 9972503"/>
                  <a:gd name="connsiteY271" fmla="*/ 214957 h 1885756"/>
                  <a:gd name="connsiteX272" fmla="*/ 680644 w 9972503"/>
                  <a:gd name="connsiteY272" fmla="*/ 214957 h 1885756"/>
                  <a:gd name="connsiteX273" fmla="*/ 803028 w 9972503"/>
                  <a:gd name="connsiteY273" fmla="*/ 0 h 1885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</a:cxnLst>
                <a:rect l="l" t="t" r="r" b="b"/>
                <a:pathLst>
                  <a:path w="9972503" h="1885756">
                    <a:moveTo>
                      <a:pt x="9437925" y="1774807"/>
                    </a:moveTo>
                    <a:cubicBezTo>
                      <a:pt x="9437925" y="1774807"/>
                      <a:pt x="9451223" y="1801193"/>
                      <a:pt x="9463015" y="1843066"/>
                    </a:cubicBezTo>
                    <a:lnTo>
                      <a:pt x="9472850" y="1885756"/>
                    </a:lnTo>
                    <a:lnTo>
                      <a:pt x="9431520" y="1885756"/>
                    </a:lnTo>
                    <a:lnTo>
                      <a:pt x="9439483" y="1843389"/>
                    </a:lnTo>
                    <a:cubicBezTo>
                      <a:pt x="9441377" y="1821503"/>
                      <a:pt x="9441051" y="1798613"/>
                      <a:pt x="9437925" y="1774807"/>
                    </a:cubicBezTo>
                    <a:close/>
                    <a:moveTo>
                      <a:pt x="8915105" y="1709061"/>
                    </a:moveTo>
                    <a:cubicBezTo>
                      <a:pt x="8912869" y="1715354"/>
                      <a:pt x="8884260" y="1794224"/>
                      <a:pt x="8870556" y="1863924"/>
                    </a:cubicBezTo>
                    <a:lnTo>
                      <a:pt x="8867527" y="1885756"/>
                    </a:lnTo>
                    <a:lnTo>
                      <a:pt x="8777928" y="1885756"/>
                    </a:lnTo>
                    <a:lnTo>
                      <a:pt x="8831556" y="1803126"/>
                    </a:lnTo>
                    <a:cubicBezTo>
                      <a:pt x="8871633" y="1750835"/>
                      <a:pt x="8911213" y="1712622"/>
                      <a:pt x="8915105" y="1709061"/>
                    </a:cubicBezTo>
                    <a:close/>
                    <a:moveTo>
                      <a:pt x="9972503" y="1699787"/>
                    </a:moveTo>
                    <a:cubicBezTo>
                      <a:pt x="9972503" y="1699787"/>
                      <a:pt x="9945465" y="1750556"/>
                      <a:pt x="9918593" y="1823405"/>
                    </a:cubicBezTo>
                    <a:lnTo>
                      <a:pt x="9898261" y="1885756"/>
                    </a:lnTo>
                    <a:lnTo>
                      <a:pt x="9814951" y="1885756"/>
                    </a:lnTo>
                    <a:lnTo>
                      <a:pt x="9828591" y="1848833"/>
                    </a:lnTo>
                    <a:cubicBezTo>
                      <a:pt x="9859229" y="1792030"/>
                      <a:pt x="9904936" y="1739035"/>
                      <a:pt x="9972503" y="1699787"/>
                    </a:cubicBezTo>
                    <a:close/>
                    <a:moveTo>
                      <a:pt x="9058520" y="1677430"/>
                    </a:moveTo>
                    <a:cubicBezTo>
                      <a:pt x="9091683" y="1748600"/>
                      <a:pt x="9100486" y="1811362"/>
                      <a:pt x="9098343" y="1862294"/>
                    </a:cubicBezTo>
                    <a:lnTo>
                      <a:pt x="9095693" y="1885756"/>
                    </a:lnTo>
                    <a:lnTo>
                      <a:pt x="8990523" y="1885756"/>
                    </a:lnTo>
                    <a:lnTo>
                      <a:pt x="9030946" y="1797371"/>
                    </a:lnTo>
                    <a:cubicBezTo>
                      <a:pt x="9052061" y="1733530"/>
                      <a:pt x="9058520" y="1677430"/>
                      <a:pt x="9058520" y="1677430"/>
                    </a:cubicBezTo>
                    <a:close/>
                    <a:moveTo>
                      <a:pt x="9262216" y="1569454"/>
                    </a:moveTo>
                    <a:cubicBezTo>
                      <a:pt x="9311525" y="1682605"/>
                      <a:pt x="9315166" y="1782691"/>
                      <a:pt x="9300456" y="1863599"/>
                    </a:cubicBezTo>
                    <a:lnTo>
                      <a:pt x="9294546" y="1885756"/>
                    </a:lnTo>
                    <a:lnTo>
                      <a:pt x="9165203" y="1885756"/>
                    </a:lnTo>
                    <a:lnTo>
                      <a:pt x="9180544" y="1859675"/>
                    </a:lnTo>
                    <a:cubicBezTo>
                      <a:pt x="9245169" y="1729213"/>
                      <a:pt x="9262216" y="1569454"/>
                      <a:pt x="9262216" y="1569454"/>
                    </a:cubicBezTo>
                    <a:close/>
                    <a:moveTo>
                      <a:pt x="803028" y="0"/>
                    </a:moveTo>
                    <a:cubicBezTo>
                      <a:pt x="799881" y="5796"/>
                      <a:pt x="734301" y="126855"/>
                      <a:pt x="775537" y="215289"/>
                    </a:cubicBezTo>
                    <a:lnTo>
                      <a:pt x="802200" y="215289"/>
                    </a:lnTo>
                    <a:cubicBezTo>
                      <a:pt x="802696" y="178192"/>
                      <a:pt x="807996" y="124205"/>
                      <a:pt x="831015" y="99032"/>
                    </a:cubicBezTo>
                    <a:cubicBezTo>
                      <a:pt x="831015" y="99032"/>
                      <a:pt x="834493" y="168918"/>
                      <a:pt x="853703" y="215454"/>
                    </a:cubicBezTo>
                    <a:cubicBezTo>
                      <a:pt x="875232" y="215454"/>
                      <a:pt x="896927" y="215951"/>
                      <a:pt x="918124" y="216282"/>
                    </a:cubicBezTo>
                    <a:cubicBezTo>
                      <a:pt x="926405" y="178358"/>
                      <a:pt x="924252" y="126523"/>
                      <a:pt x="924252" y="126523"/>
                    </a:cubicBezTo>
                    <a:cubicBezTo>
                      <a:pt x="924252" y="126523"/>
                      <a:pt x="950583" y="171900"/>
                      <a:pt x="957042" y="216779"/>
                    </a:cubicBezTo>
                    <a:cubicBezTo>
                      <a:pt x="968634" y="217110"/>
                      <a:pt x="980227" y="217110"/>
                      <a:pt x="991819" y="217276"/>
                    </a:cubicBezTo>
                    <a:cubicBezTo>
                      <a:pt x="1002418" y="195250"/>
                      <a:pt x="1010036" y="167428"/>
                      <a:pt x="1004902" y="134804"/>
                    </a:cubicBezTo>
                    <a:cubicBezTo>
                      <a:pt x="1004902" y="134804"/>
                      <a:pt x="1028087" y="177861"/>
                      <a:pt x="1037361" y="217938"/>
                    </a:cubicBezTo>
                    <a:cubicBezTo>
                      <a:pt x="1066011" y="218435"/>
                      <a:pt x="1094495" y="219263"/>
                      <a:pt x="1123145" y="219760"/>
                    </a:cubicBezTo>
                    <a:cubicBezTo>
                      <a:pt x="1132254" y="177034"/>
                      <a:pt x="1143681" y="88600"/>
                      <a:pt x="1098304" y="24675"/>
                    </a:cubicBezTo>
                    <a:cubicBezTo>
                      <a:pt x="1103107" y="29478"/>
                      <a:pt x="1178127" y="106816"/>
                      <a:pt x="1189719" y="187632"/>
                    </a:cubicBezTo>
                    <a:cubicBezTo>
                      <a:pt x="1196509" y="150536"/>
                      <a:pt x="1213070" y="105326"/>
                      <a:pt x="1252981" y="83465"/>
                    </a:cubicBezTo>
                    <a:cubicBezTo>
                      <a:pt x="1252981" y="83465"/>
                      <a:pt x="1214892" y="167428"/>
                      <a:pt x="1236752" y="222575"/>
                    </a:cubicBezTo>
                    <a:cubicBezTo>
                      <a:pt x="1252319" y="223072"/>
                      <a:pt x="1268051" y="223403"/>
                      <a:pt x="1283784" y="223900"/>
                    </a:cubicBezTo>
                    <a:cubicBezTo>
                      <a:pt x="1283287" y="195747"/>
                      <a:pt x="1275835" y="159479"/>
                      <a:pt x="1275007" y="155173"/>
                    </a:cubicBezTo>
                    <a:lnTo>
                      <a:pt x="1316905" y="225225"/>
                    </a:lnTo>
                    <a:cubicBezTo>
                      <a:pt x="1320217" y="225225"/>
                      <a:pt x="1323364" y="225225"/>
                      <a:pt x="1326179" y="225556"/>
                    </a:cubicBezTo>
                    <a:cubicBezTo>
                      <a:pt x="1320383" y="187301"/>
                      <a:pt x="1316243" y="111122"/>
                      <a:pt x="1371224" y="83465"/>
                    </a:cubicBezTo>
                    <a:cubicBezTo>
                      <a:pt x="1371224" y="83465"/>
                      <a:pt x="1355988" y="172562"/>
                      <a:pt x="1424053" y="228868"/>
                    </a:cubicBezTo>
                    <a:lnTo>
                      <a:pt x="1424549" y="229365"/>
                    </a:lnTo>
                    <a:cubicBezTo>
                      <a:pt x="1438461" y="230027"/>
                      <a:pt x="1452703" y="230524"/>
                      <a:pt x="1466945" y="231021"/>
                    </a:cubicBezTo>
                    <a:cubicBezTo>
                      <a:pt x="1493442" y="201875"/>
                      <a:pt x="1495429" y="111288"/>
                      <a:pt x="1495429" y="111288"/>
                    </a:cubicBezTo>
                    <a:cubicBezTo>
                      <a:pt x="1495429" y="111288"/>
                      <a:pt x="1536168" y="181505"/>
                      <a:pt x="1544283" y="234499"/>
                    </a:cubicBezTo>
                    <a:cubicBezTo>
                      <a:pt x="1569455" y="235493"/>
                      <a:pt x="1595124" y="237148"/>
                      <a:pt x="1620628" y="238308"/>
                    </a:cubicBezTo>
                    <a:cubicBezTo>
                      <a:pt x="1636692" y="212307"/>
                      <a:pt x="1657061" y="163123"/>
                      <a:pt x="1647456" y="89758"/>
                    </a:cubicBezTo>
                    <a:cubicBezTo>
                      <a:pt x="1647456" y="89758"/>
                      <a:pt x="1732412" y="155836"/>
                      <a:pt x="1697635" y="242117"/>
                    </a:cubicBezTo>
                    <a:cubicBezTo>
                      <a:pt x="1722145" y="243938"/>
                      <a:pt x="1746820" y="245263"/>
                      <a:pt x="1771661" y="246754"/>
                    </a:cubicBezTo>
                    <a:cubicBezTo>
                      <a:pt x="1771661" y="246754"/>
                      <a:pt x="1786897" y="146893"/>
                      <a:pt x="1786897" y="146893"/>
                    </a:cubicBezTo>
                    <a:lnTo>
                      <a:pt x="1817037" y="249735"/>
                    </a:lnTo>
                    <a:cubicBezTo>
                      <a:pt x="1818362" y="249735"/>
                      <a:pt x="1819687" y="249735"/>
                      <a:pt x="1821343" y="249735"/>
                    </a:cubicBezTo>
                    <a:cubicBezTo>
                      <a:pt x="1822668" y="221085"/>
                      <a:pt x="1832936" y="154014"/>
                      <a:pt x="1895535" y="129836"/>
                    </a:cubicBezTo>
                    <a:cubicBezTo>
                      <a:pt x="1895535" y="129836"/>
                      <a:pt x="1864401" y="204359"/>
                      <a:pt x="1876325" y="253544"/>
                    </a:cubicBezTo>
                    <a:cubicBezTo>
                      <a:pt x="1888083" y="254206"/>
                      <a:pt x="1899675" y="255034"/>
                      <a:pt x="1911599" y="255862"/>
                    </a:cubicBezTo>
                    <a:cubicBezTo>
                      <a:pt x="1920707" y="234333"/>
                      <a:pt x="1929981" y="202371"/>
                      <a:pt x="1926503" y="164116"/>
                    </a:cubicBezTo>
                    <a:cubicBezTo>
                      <a:pt x="1926503" y="164116"/>
                      <a:pt x="1957637" y="212142"/>
                      <a:pt x="1972045" y="260002"/>
                    </a:cubicBezTo>
                    <a:cubicBezTo>
                      <a:pt x="2000530" y="262155"/>
                      <a:pt x="2028848" y="264474"/>
                      <a:pt x="2057333" y="266958"/>
                    </a:cubicBezTo>
                    <a:cubicBezTo>
                      <a:pt x="2057333" y="266627"/>
                      <a:pt x="2057498" y="266295"/>
                      <a:pt x="2057498" y="266295"/>
                    </a:cubicBezTo>
                    <a:cubicBezTo>
                      <a:pt x="2057498" y="266295"/>
                      <a:pt x="2028848" y="173224"/>
                      <a:pt x="2112811" y="111122"/>
                    </a:cubicBezTo>
                    <a:cubicBezTo>
                      <a:pt x="2112811" y="111122"/>
                      <a:pt x="2094594" y="226384"/>
                      <a:pt x="2134671" y="272754"/>
                    </a:cubicBezTo>
                    <a:lnTo>
                      <a:pt x="2135168" y="273251"/>
                    </a:lnTo>
                    <a:cubicBezTo>
                      <a:pt x="2143779" y="273748"/>
                      <a:pt x="2152557" y="274576"/>
                      <a:pt x="2161168" y="275238"/>
                    </a:cubicBezTo>
                    <a:cubicBezTo>
                      <a:pt x="2177729" y="252715"/>
                      <a:pt x="2180875" y="182664"/>
                      <a:pt x="2180875" y="182664"/>
                    </a:cubicBezTo>
                    <a:cubicBezTo>
                      <a:pt x="2180875" y="182664"/>
                      <a:pt x="2214328" y="236652"/>
                      <a:pt x="2206710" y="279213"/>
                    </a:cubicBezTo>
                    <a:cubicBezTo>
                      <a:pt x="2224264" y="280869"/>
                      <a:pt x="2241653" y="282359"/>
                      <a:pt x="2259373" y="284181"/>
                    </a:cubicBezTo>
                    <a:cubicBezTo>
                      <a:pt x="2263513" y="275238"/>
                      <a:pt x="2291997" y="214295"/>
                      <a:pt x="2283552" y="161963"/>
                    </a:cubicBezTo>
                    <a:cubicBezTo>
                      <a:pt x="2283552" y="161963"/>
                      <a:pt x="2324787" y="234499"/>
                      <a:pt x="2318991" y="289812"/>
                    </a:cubicBezTo>
                    <a:cubicBezTo>
                      <a:pt x="2340851" y="291965"/>
                      <a:pt x="2363043" y="293952"/>
                      <a:pt x="2384737" y="296105"/>
                    </a:cubicBezTo>
                    <a:cubicBezTo>
                      <a:pt x="2378444" y="271595"/>
                      <a:pt x="2375298" y="233671"/>
                      <a:pt x="2395005" y="191938"/>
                    </a:cubicBezTo>
                    <a:cubicBezTo>
                      <a:pt x="2395005" y="191938"/>
                      <a:pt x="2412725" y="263149"/>
                      <a:pt x="2445846" y="302397"/>
                    </a:cubicBezTo>
                    <a:cubicBezTo>
                      <a:pt x="2464725" y="304550"/>
                      <a:pt x="2483770" y="306703"/>
                      <a:pt x="2502649" y="308691"/>
                    </a:cubicBezTo>
                    <a:cubicBezTo>
                      <a:pt x="2508942" y="278550"/>
                      <a:pt x="2493209" y="221085"/>
                      <a:pt x="2491553" y="215123"/>
                    </a:cubicBezTo>
                    <a:cubicBezTo>
                      <a:pt x="2495528" y="218766"/>
                      <a:pt x="2538917" y="261824"/>
                      <a:pt x="2536267" y="312665"/>
                    </a:cubicBezTo>
                    <a:cubicBezTo>
                      <a:pt x="2556140" y="314818"/>
                      <a:pt x="2575847" y="316806"/>
                      <a:pt x="2595554" y="318958"/>
                    </a:cubicBezTo>
                    <a:cubicBezTo>
                      <a:pt x="2591249" y="271926"/>
                      <a:pt x="2596548" y="212970"/>
                      <a:pt x="2640268" y="179518"/>
                    </a:cubicBezTo>
                    <a:cubicBezTo>
                      <a:pt x="2640268" y="179518"/>
                      <a:pt x="2629007" y="278716"/>
                      <a:pt x="2653682" y="325748"/>
                    </a:cubicBezTo>
                    <a:cubicBezTo>
                      <a:pt x="2668587" y="327735"/>
                      <a:pt x="2683657" y="329723"/>
                      <a:pt x="2698727" y="331544"/>
                    </a:cubicBezTo>
                    <a:cubicBezTo>
                      <a:pt x="2711479" y="301404"/>
                      <a:pt x="2711810" y="241620"/>
                      <a:pt x="2711810" y="241620"/>
                    </a:cubicBezTo>
                    <a:cubicBezTo>
                      <a:pt x="2711810" y="241620"/>
                      <a:pt x="2748409" y="298423"/>
                      <a:pt x="2752384" y="338500"/>
                    </a:cubicBezTo>
                    <a:cubicBezTo>
                      <a:pt x="2790473" y="343137"/>
                      <a:pt x="2828894" y="347939"/>
                      <a:pt x="2866984" y="352908"/>
                    </a:cubicBezTo>
                    <a:cubicBezTo>
                      <a:pt x="2879570" y="329723"/>
                      <a:pt x="2893315" y="298423"/>
                      <a:pt x="2897787" y="266295"/>
                    </a:cubicBezTo>
                    <a:cubicBezTo>
                      <a:pt x="2897787" y="266295"/>
                      <a:pt x="2935214" y="308525"/>
                      <a:pt x="2921137" y="360360"/>
                    </a:cubicBezTo>
                    <a:lnTo>
                      <a:pt x="2921137" y="360857"/>
                    </a:lnTo>
                    <a:cubicBezTo>
                      <a:pt x="2937698" y="363175"/>
                      <a:pt x="2954424" y="365494"/>
                      <a:pt x="2970985" y="367978"/>
                    </a:cubicBezTo>
                    <a:cubicBezTo>
                      <a:pt x="2970985" y="347939"/>
                      <a:pt x="2976947" y="318130"/>
                      <a:pt x="3003112" y="285506"/>
                    </a:cubicBezTo>
                    <a:cubicBezTo>
                      <a:pt x="3002119" y="288818"/>
                      <a:pt x="2987049" y="333863"/>
                      <a:pt x="3009405" y="373443"/>
                    </a:cubicBezTo>
                    <a:cubicBezTo>
                      <a:pt x="3015202" y="374271"/>
                      <a:pt x="3020667" y="375099"/>
                      <a:pt x="3026463" y="375762"/>
                    </a:cubicBezTo>
                    <a:cubicBezTo>
                      <a:pt x="3024144" y="339494"/>
                      <a:pt x="3024144" y="263480"/>
                      <a:pt x="3056107" y="214626"/>
                    </a:cubicBezTo>
                    <a:cubicBezTo>
                      <a:pt x="3056107" y="214626"/>
                      <a:pt x="3043521" y="313493"/>
                      <a:pt x="3079291" y="382883"/>
                    </a:cubicBezTo>
                    <a:cubicBezTo>
                      <a:pt x="3129305" y="347442"/>
                      <a:pt x="3153483" y="238473"/>
                      <a:pt x="3153483" y="238473"/>
                    </a:cubicBezTo>
                    <a:cubicBezTo>
                      <a:pt x="3175675" y="304219"/>
                      <a:pt x="3153483" y="377417"/>
                      <a:pt x="3153483" y="377417"/>
                    </a:cubicBezTo>
                    <a:cubicBezTo>
                      <a:pt x="3186605" y="381061"/>
                      <a:pt x="3215917" y="296933"/>
                      <a:pt x="3215917" y="296933"/>
                    </a:cubicBezTo>
                    <a:cubicBezTo>
                      <a:pt x="3226681" y="346284"/>
                      <a:pt x="3190082" y="384704"/>
                      <a:pt x="3190082" y="384704"/>
                    </a:cubicBezTo>
                    <a:cubicBezTo>
                      <a:pt x="3190082" y="384704"/>
                      <a:pt x="3192235" y="391329"/>
                      <a:pt x="3195051" y="401099"/>
                    </a:cubicBezTo>
                    <a:cubicBezTo>
                      <a:pt x="3205649" y="402921"/>
                      <a:pt x="3216083" y="404743"/>
                      <a:pt x="3226847" y="406398"/>
                    </a:cubicBezTo>
                    <a:cubicBezTo>
                      <a:pt x="3234465" y="329060"/>
                      <a:pt x="3283981" y="266627"/>
                      <a:pt x="3290274" y="259340"/>
                    </a:cubicBezTo>
                    <a:cubicBezTo>
                      <a:pt x="3242083" y="325748"/>
                      <a:pt x="3266427" y="392156"/>
                      <a:pt x="3277192" y="414679"/>
                    </a:cubicBezTo>
                    <a:cubicBezTo>
                      <a:pt x="3278185" y="415010"/>
                      <a:pt x="3279179" y="415341"/>
                      <a:pt x="3280338" y="415341"/>
                    </a:cubicBezTo>
                    <a:cubicBezTo>
                      <a:pt x="3271892" y="370793"/>
                      <a:pt x="3307166" y="329723"/>
                      <a:pt x="3307166" y="329723"/>
                    </a:cubicBezTo>
                    <a:cubicBezTo>
                      <a:pt x="3290771" y="384704"/>
                      <a:pt x="3325549" y="417660"/>
                      <a:pt x="3325549" y="417660"/>
                    </a:cubicBezTo>
                    <a:cubicBezTo>
                      <a:pt x="3327370" y="353736"/>
                      <a:pt x="3373243" y="320780"/>
                      <a:pt x="3373243" y="320780"/>
                    </a:cubicBezTo>
                    <a:cubicBezTo>
                      <a:pt x="3351052" y="359201"/>
                      <a:pt x="3361320" y="400603"/>
                      <a:pt x="3361320" y="400603"/>
                    </a:cubicBezTo>
                    <a:cubicBezTo>
                      <a:pt x="3361320" y="400603"/>
                      <a:pt x="3364466" y="417328"/>
                      <a:pt x="3370759" y="430577"/>
                    </a:cubicBezTo>
                    <a:cubicBezTo>
                      <a:pt x="3381027" y="432399"/>
                      <a:pt x="3391295" y="433889"/>
                      <a:pt x="3401562" y="435711"/>
                    </a:cubicBezTo>
                    <a:cubicBezTo>
                      <a:pt x="3404212" y="432399"/>
                      <a:pt x="3406861" y="428424"/>
                      <a:pt x="3409677" y="423125"/>
                    </a:cubicBezTo>
                    <a:cubicBezTo>
                      <a:pt x="3441308" y="363506"/>
                      <a:pt x="3418951" y="276398"/>
                      <a:pt x="3417295" y="269773"/>
                    </a:cubicBezTo>
                    <a:cubicBezTo>
                      <a:pt x="3460849" y="313990"/>
                      <a:pt x="3448098" y="428755"/>
                      <a:pt x="3448098" y="428755"/>
                    </a:cubicBezTo>
                    <a:cubicBezTo>
                      <a:pt x="3475423" y="410208"/>
                      <a:pt x="3484697" y="318958"/>
                      <a:pt x="3484697" y="318958"/>
                    </a:cubicBezTo>
                    <a:cubicBezTo>
                      <a:pt x="3498608" y="373112"/>
                      <a:pt x="3488340" y="420310"/>
                      <a:pt x="3477575" y="449788"/>
                    </a:cubicBezTo>
                    <a:cubicBezTo>
                      <a:pt x="3493308" y="452603"/>
                      <a:pt x="3509206" y="455584"/>
                      <a:pt x="3524939" y="458399"/>
                    </a:cubicBezTo>
                    <a:cubicBezTo>
                      <a:pt x="3513181" y="352079"/>
                      <a:pt x="3579755" y="300576"/>
                      <a:pt x="3579755" y="300576"/>
                    </a:cubicBezTo>
                    <a:cubicBezTo>
                      <a:pt x="3523117" y="388513"/>
                      <a:pt x="3572799" y="440017"/>
                      <a:pt x="3572799" y="440017"/>
                    </a:cubicBezTo>
                    <a:lnTo>
                      <a:pt x="3583398" y="375596"/>
                    </a:lnTo>
                    <a:lnTo>
                      <a:pt x="3596315" y="446806"/>
                    </a:lnTo>
                    <a:lnTo>
                      <a:pt x="3632087" y="478437"/>
                    </a:lnTo>
                    <a:cubicBezTo>
                      <a:pt x="3634074" y="478934"/>
                      <a:pt x="3635895" y="479266"/>
                      <a:pt x="3638048" y="479763"/>
                    </a:cubicBezTo>
                    <a:cubicBezTo>
                      <a:pt x="3642520" y="394309"/>
                      <a:pt x="3701641" y="337010"/>
                      <a:pt x="3708928" y="330385"/>
                    </a:cubicBezTo>
                    <a:cubicBezTo>
                      <a:pt x="3662227" y="390997"/>
                      <a:pt x="3682265" y="473138"/>
                      <a:pt x="3682265" y="473138"/>
                    </a:cubicBezTo>
                    <a:cubicBezTo>
                      <a:pt x="3682265" y="473138"/>
                      <a:pt x="3686240" y="480590"/>
                      <a:pt x="3692202" y="490527"/>
                    </a:cubicBezTo>
                    <a:cubicBezTo>
                      <a:pt x="3704622" y="492845"/>
                      <a:pt x="3716712" y="495495"/>
                      <a:pt x="3729132" y="498145"/>
                    </a:cubicBezTo>
                    <a:cubicBezTo>
                      <a:pt x="3723501" y="413188"/>
                      <a:pt x="3802993" y="309850"/>
                      <a:pt x="3802993" y="309850"/>
                    </a:cubicBezTo>
                    <a:cubicBezTo>
                      <a:pt x="3802993" y="309850"/>
                      <a:pt x="3768547" y="476119"/>
                      <a:pt x="3798521" y="512387"/>
                    </a:cubicBezTo>
                    <a:cubicBezTo>
                      <a:pt x="3806470" y="514209"/>
                      <a:pt x="3814419" y="515699"/>
                      <a:pt x="3822203" y="517355"/>
                    </a:cubicBezTo>
                    <a:cubicBezTo>
                      <a:pt x="3823362" y="517024"/>
                      <a:pt x="3824025" y="516858"/>
                      <a:pt x="3824853" y="516527"/>
                    </a:cubicBezTo>
                    <a:cubicBezTo>
                      <a:pt x="3896229" y="483406"/>
                      <a:pt x="3898051" y="300576"/>
                      <a:pt x="3898051" y="300576"/>
                    </a:cubicBezTo>
                    <a:cubicBezTo>
                      <a:pt x="3930675" y="404743"/>
                      <a:pt x="3911962" y="481253"/>
                      <a:pt x="3886955" y="530769"/>
                    </a:cubicBezTo>
                    <a:cubicBezTo>
                      <a:pt x="3894573" y="532260"/>
                      <a:pt x="3902191" y="533916"/>
                      <a:pt x="3909809" y="535572"/>
                    </a:cubicBezTo>
                    <a:cubicBezTo>
                      <a:pt x="3925873" y="538884"/>
                      <a:pt x="3941605" y="542527"/>
                      <a:pt x="3957504" y="546336"/>
                    </a:cubicBezTo>
                    <a:cubicBezTo>
                      <a:pt x="3956344" y="463036"/>
                      <a:pt x="3988803" y="398615"/>
                      <a:pt x="3992943" y="391163"/>
                    </a:cubicBezTo>
                    <a:cubicBezTo>
                      <a:pt x="3964790" y="459227"/>
                      <a:pt x="3994434" y="524808"/>
                      <a:pt x="4016460" y="559750"/>
                    </a:cubicBezTo>
                    <a:cubicBezTo>
                      <a:pt x="4020931" y="560744"/>
                      <a:pt x="4025402" y="561738"/>
                      <a:pt x="4029874" y="562897"/>
                    </a:cubicBezTo>
                    <a:cubicBezTo>
                      <a:pt x="4025568" y="546999"/>
                      <a:pt x="4023249" y="532094"/>
                      <a:pt x="4023249" y="518349"/>
                    </a:cubicBezTo>
                    <a:cubicBezTo>
                      <a:pt x="4023249" y="410208"/>
                      <a:pt x="4134537" y="302397"/>
                      <a:pt x="4141658" y="295608"/>
                    </a:cubicBezTo>
                    <a:cubicBezTo>
                      <a:pt x="4062664" y="428755"/>
                      <a:pt x="4120295" y="561572"/>
                      <a:pt x="4120295" y="561572"/>
                    </a:cubicBezTo>
                    <a:lnTo>
                      <a:pt x="4174283" y="421303"/>
                    </a:lnTo>
                    <a:cubicBezTo>
                      <a:pt x="4174283" y="421303"/>
                      <a:pt x="4159709" y="612082"/>
                      <a:pt x="4214029" y="558094"/>
                    </a:cubicBezTo>
                    <a:cubicBezTo>
                      <a:pt x="4266692" y="505431"/>
                      <a:pt x="4216181" y="379736"/>
                      <a:pt x="4214194" y="374602"/>
                    </a:cubicBezTo>
                    <a:cubicBezTo>
                      <a:pt x="4306271" y="424118"/>
                      <a:pt x="4280437" y="546336"/>
                      <a:pt x="4275800" y="566209"/>
                    </a:cubicBezTo>
                    <a:lnTo>
                      <a:pt x="4303953" y="478934"/>
                    </a:lnTo>
                    <a:lnTo>
                      <a:pt x="4341049" y="637254"/>
                    </a:lnTo>
                    <a:cubicBezTo>
                      <a:pt x="4341049" y="637254"/>
                      <a:pt x="4342375" y="637586"/>
                      <a:pt x="4343036" y="637751"/>
                    </a:cubicBezTo>
                    <a:cubicBezTo>
                      <a:pt x="4339724" y="542859"/>
                      <a:pt x="4430145" y="442169"/>
                      <a:pt x="4435776" y="436042"/>
                    </a:cubicBezTo>
                    <a:cubicBezTo>
                      <a:pt x="4381291" y="558094"/>
                      <a:pt x="4437100" y="629967"/>
                      <a:pt x="4437100" y="629967"/>
                    </a:cubicBezTo>
                    <a:cubicBezTo>
                      <a:pt x="4426502" y="556604"/>
                      <a:pt x="4510961" y="490030"/>
                      <a:pt x="4516095" y="486221"/>
                    </a:cubicBezTo>
                    <a:cubicBezTo>
                      <a:pt x="4513114" y="492680"/>
                      <a:pt x="4442069" y="647687"/>
                      <a:pt x="4516261" y="633611"/>
                    </a:cubicBezTo>
                    <a:cubicBezTo>
                      <a:pt x="4591778" y="619203"/>
                      <a:pt x="4611983" y="435711"/>
                      <a:pt x="4611983" y="435711"/>
                    </a:cubicBezTo>
                    <a:cubicBezTo>
                      <a:pt x="4645103" y="522158"/>
                      <a:pt x="4614797" y="627649"/>
                      <a:pt x="4612313" y="636261"/>
                    </a:cubicBezTo>
                    <a:lnTo>
                      <a:pt x="4685345" y="543686"/>
                    </a:lnTo>
                    <a:lnTo>
                      <a:pt x="4652721" y="673025"/>
                    </a:lnTo>
                    <a:cubicBezTo>
                      <a:pt x="4652721" y="673025"/>
                      <a:pt x="4664644" y="700682"/>
                      <a:pt x="4678555" y="725688"/>
                    </a:cubicBezTo>
                    <a:cubicBezTo>
                      <a:pt x="4694122" y="730160"/>
                      <a:pt x="4709524" y="734631"/>
                      <a:pt x="4725091" y="738771"/>
                    </a:cubicBezTo>
                    <a:cubicBezTo>
                      <a:pt x="4726085" y="728007"/>
                      <a:pt x="4726085" y="713599"/>
                      <a:pt x="4724761" y="694885"/>
                    </a:cubicBezTo>
                    <a:cubicBezTo>
                      <a:pt x="4714326" y="527292"/>
                      <a:pt x="4812365" y="441011"/>
                      <a:pt x="4818162" y="436042"/>
                    </a:cubicBezTo>
                    <a:cubicBezTo>
                      <a:pt x="4735690" y="576311"/>
                      <a:pt x="4789512" y="709127"/>
                      <a:pt x="4789512" y="709127"/>
                    </a:cubicBezTo>
                    <a:lnTo>
                      <a:pt x="4825614" y="615725"/>
                    </a:lnTo>
                    <a:lnTo>
                      <a:pt x="4854264" y="745230"/>
                    </a:lnTo>
                    <a:cubicBezTo>
                      <a:pt x="4857907" y="651165"/>
                      <a:pt x="4966048" y="570515"/>
                      <a:pt x="4972838" y="565547"/>
                    </a:cubicBezTo>
                    <a:cubicBezTo>
                      <a:pt x="4897653" y="651828"/>
                      <a:pt x="4926303" y="759638"/>
                      <a:pt x="4926303" y="759638"/>
                    </a:cubicBezTo>
                    <a:cubicBezTo>
                      <a:pt x="4957604" y="689917"/>
                      <a:pt x="5046533" y="653815"/>
                      <a:pt x="5052164" y="651828"/>
                    </a:cubicBezTo>
                    <a:cubicBezTo>
                      <a:pt x="5047361" y="658949"/>
                      <a:pt x="4966546" y="778848"/>
                      <a:pt x="4979462" y="811141"/>
                    </a:cubicBezTo>
                    <a:cubicBezTo>
                      <a:pt x="4987412" y="813294"/>
                      <a:pt x="4995029" y="815613"/>
                      <a:pt x="5002648" y="817766"/>
                    </a:cubicBezTo>
                    <a:cubicBezTo>
                      <a:pt x="5006788" y="816938"/>
                      <a:pt x="5011094" y="815613"/>
                      <a:pt x="5016393" y="813626"/>
                    </a:cubicBezTo>
                    <a:cubicBezTo>
                      <a:pt x="5120726" y="770402"/>
                      <a:pt x="5111617" y="543686"/>
                      <a:pt x="5111617" y="543686"/>
                    </a:cubicBezTo>
                    <a:cubicBezTo>
                      <a:pt x="5188624" y="626490"/>
                      <a:pt x="5111617" y="788619"/>
                      <a:pt x="5111617" y="788619"/>
                    </a:cubicBezTo>
                    <a:cubicBezTo>
                      <a:pt x="5111617" y="788619"/>
                      <a:pt x="5116088" y="817434"/>
                      <a:pt x="5120559" y="852543"/>
                    </a:cubicBezTo>
                    <a:cubicBezTo>
                      <a:pt x="5123706" y="853205"/>
                      <a:pt x="5127018" y="854365"/>
                      <a:pt x="5130164" y="855358"/>
                    </a:cubicBezTo>
                    <a:cubicBezTo>
                      <a:pt x="5130827" y="850887"/>
                      <a:pt x="5130994" y="846912"/>
                      <a:pt x="5131490" y="842275"/>
                    </a:cubicBezTo>
                    <a:cubicBezTo>
                      <a:pt x="5142088" y="716746"/>
                      <a:pt x="5257019" y="642057"/>
                      <a:pt x="5264473" y="637586"/>
                    </a:cubicBezTo>
                    <a:cubicBezTo>
                      <a:pt x="5163948" y="752517"/>
                      <a:pt x="5203363" y="856683"/>
                      <a:pt x="5203363" y="856683"/>
                    </a:cubicBezTo>
                    <a:cubicBezTo>
                      <a:pt x="5249070" y="779510"/>
                      <a:pt x="5342307" y="753510"/>
                      <a:pt x="5347110" y="752351"/>
                    </a:cubicBezTo>
                    <a:cubicBezTo>
                      <a:pt x="5342141" y="757982"/>
                      <a:pt x="5240955" y="874734"/>
                      <a:pt x="5304051" y="883843"/>
                    </a:cubicBezTo>
                    <a:cubicBezTo>
                      <a:pt x="5369135" y="892951"/>
                      <a:pt x="5422957" y="745230"/>
                      <a:pt x="5422957" y="745230"/>
                    </a:cubicBezTo>
                    <a:cubicBezTo>
                      <a:pt x="5426436" y="828033"/>
                      <a:pt x="5384702" y="874072"/>
                      <a:pt x="5384702" y="874072"/>
                    </a:cubicBezTo>
                    <a:cubicBezTo>
                      <a:pt x="5384702" y="874072"/>
                      <a:pt x="5347275" y="898747"/>
                      <a:pt x="5330881" y="916136"/>
                    </a:cubicBezTo>
                    <a:cubicBezTo>
                      <a:pt x="5342473" y="919779"/>
                      <a:pt x="5354396" y="923257"/>
                      <a:pt x="5366154" y="926901"/>
                    </a:cubicBezTo>
                    <a:cubicBezTo>
                      <a:pt x="5371785" y="925410"/>
                      <a:pt x="5377747" y="923754"/>
                      <a:pt x="5384702" y="921435"/>
                    </a:cubicBezTo>
                    <a:cubicBezTo>
                      <a:pt x="5522818" y="878212"/>
                      <a:pt x="5556105" y="622846"/>
                      <a:pt x="5556105" y="622846"/>
                    </a:cubicBezTo>
                    <a:cubicBezTo>
                      <a:pt x="5653151" y="835154"/>
                      <a:pt x="5505595" y="955882"/>
                      <a:pt x="5505595" y="955882"/>
                    </a:cubicBezTo>
                    <a:cubicBezTo>
                      <a:pt x="5631621" y="957703"/>
                      <a:pt x="5696374" y="824390"/>
                      <a:pt x="5696374" y="824390"/>
                    </a:cubicBezTo>
                    <a:cubicBezTo>
                      <a:pt x="5696374" y="961181"/>
                      <a:pt x="5627978" y="1000595"/>
                      <a:pt x="5627978" y="1000595"/>
                    </a:cubicBezTo>
                    <a:cubicBezTo>
                      <a:pt x="5627978" y="1000595"/>
                      <a:pt x="5631456" y="1004735"/>
                      <a:pt x="5636921" y="1011360"/>
                    </a:cubicBezTo>
                    <a:cubicBezTo>
                      <a:pt x="5681635" y="1025933"/>
                      <a:pt x="5726680" y="1040341"/>
                      <a:pt x="5771394" y="1054583"/>
                    </a:cubicBezTo>
                    <a:cubicBezTo>
                      <a:pt x="5743241" y="903218"/>
                      <a:pt x="5831840" y="773880"/>
                      <a:pt x="5836643" y="767090"/>
                    </a:cubicBezTo>
                    <a:cubicBezTo>
                      <a:pt x="5790108" y="918123"/>
                      <a:pt x="5894440" y="1047462"/>
                      <a:pt x="5894440" y="1047462"/>
                    </a:cubicBezTo>
                    <a:lnTo>
                      <a:pt x="5904707" y="1044481"/>
                    </a:lnTo>
                    <a:cubicBezTo>
                      <a:pt x="5934682" y="946608"/>
                      <a:pt x="6026262" y="879372"/>
                      <a:pt x="6032059" y="875397"/>
                    </a:cubicBezTo>
                    <a:cubicBezTo>
                      <a:pt x="6026760" y="886161"/>
                      <a:pt x="5901229" y="1141030"/>
                      <a:pt x="6032390" y="1097475"/>
                    </a:cubicBezTo>
                    <a:cubicBezTo>
                      <a:pt x="6166200" y="1052761"/>
                      <a:pt x="6162225" y="907524"/>
                      <a:pt x="6162225" y="907524"/>
                    </a:cubicBezTo>
                    <a:cubicBezTo>
                      <a:pt x="6203296" y="1054086"/>
                      <a:pt x="6076772" y="1145004"/>
                      <a:pt x="6076772" y="1145004"/>
                    </a:cubicBezTo>
                    <a:cubicBezTo>
                      <a:pt x="6076772" y="1145004"/>
                      <a:pt x="6095155" y="1152623"/>
                      <a:pt x="6125626" y="1169183"/>
                    </a:cubicBezTo>
                    <a:cubicBezTo>
                      <a:pt x="6143015" y="1174979"/>
                      <a:pt x="6160735" y="1180775"/>
                      <a:pt x="6178123" y="1186406"/>
                    </a:cubicBezTo>
                    <a:cubicBezTo>
                      <a:pt x="6204124" y="1051602"/>
                      <a:pt x="6349857" y="954226"/>
                      <a:pt x="6349857" y="954226"/>
                    </a:cubicBezTo>
                    <a:cubicBezTo>
                      <a:pt x="6266723" y="1044316"/>
                      <a:pt x="6270366" y="1148979"/>
                      <a:pt x="6289080" y="1222840"/>
                    </a:cubicBezTo>
                    <a:cubicBezTo>
                      <a:pt x="6304316" y="1227973"/>
                      <a:pt x="6319552" y="1232941"/>
                      <a:pt x="6334788" y="1237910"/>
                    </a:cubicBezTo>
                    <a:cubicBezTo>
                      <a:pt x="6364266" y="1150304"/>
                      <a:pt x="6453527" y="1100622"/>
                      <a:pt x="6458993" y="1097641"/>
                    </a:cubicBezTo>
                    <a:cubicBezTo>
                      <a:pt x="6456177" y="1104762"/>
                      <a:pt x="6410139" y="1218368"/>
                      <a:pt x="6408979" y="1262419"/>
                    </a:cubicBezTo>
                    <a:cubicBezTo>
                      <a:pt x="6417425" y="1265235"/>
                      <a:pt x="6426202" y="1267885"/>
                      <a:pt x="6434483" y="1270866"/>
                    </a:cubicBezTo>
                    <a:cubicBezTo>
                      <a:pt x="6484993" y="1228636"/>
                      <a:pt x="6537490" y="1065844"/>
                      <a:pt x="6537490" y="1065844"/>
                    </a:cubicBezTo>
                    <a:cubicBezTo>
                      <a:pt x="6547427" y="1132419"/>
                      <a:pt x="6522751" y="1263082"/>
                      <a:pt x="6515796" y="1297694"/>
                    </a:cubicBezTo>
                    <a:cubicBezTo>
                      <a:pt x="6518280" y="1298191"/>
                      <a:pt x="6520598" y="1298853"/>
                      <a:pt x="6522751" y="1299681"/>
                    </a:cubicBezTo>
                    <a:cubicBezTo>
                      <a:pt x="6607376" y="1228470"/>
                      <a:pt x="6601911" y="946111"/>
                      <a:pt x="6601911" y="946111"/>
                    </a:cubicBezTo>
                    <a:cubicBezTo>
                      <a:pt x="6686039" y="1053755"/>
                      <a:pt x="6649771" y="1218700"/>
                      <a:pt x="6622446" y="1303656"/>
                    </a:cubicBezTo>
                    <a:cubicBezTo>
                      <a:pt x="6658549" y="1230954"/>
                      <a:pt x="6726613" y="1158418"/>
                      <a:pt x="6730919" y="1153947"/>
                    </a:cubicBezTo>
                    <a:cubicBezTo>
                      <a:pt x="6693160" y="1219362"/>
                      <a:pt x="6698626" y="1301834"/>
                      <a:pt x="6716345" y="1363440"/>
                    </a:cubicBezTo>
                    <a:cubicBezTo>
                      <a:pt x="6736881" y="1370230"/>
                      <a:pt x="6757416" y="1376854"/>
                      <a:pt x="6777786" y="1383644"/>
                    </a:cubicBezTo>
                    <a:cubicBezTo>
                      <a:pt x="6785238" y="1247846"/>
                      <a:pt x="6948857" y="1106583"/>
                      <a:pt x="6959125" y="1097972"/>
                    </a:cubicBezTo>
                    <a:cubicBezTo>
                      <a:pt x="6831276" y="1232610"/>
                      <a:pt x="6883608" y="1369898"/>
                      <a:pt x="6916729" y="1428854"/>
                    </a:cubicBezTo>
                    <a:cubicBezTo>
                      <a:pt x="6922857" y="1430676"/>
                      <a:pt x="6928653" y="1432829"/>
                      <a:pt x="6934615" y="1434651"/>
                    </a:cubicBezTo>
                    <a:cubicBezTo>
                      <a:pt x="6935774" y="1335784"/>
                      <a:pt x="7034144" y="1247349"/>
                      <a:pt x="7040438" y="1241884"/>
                    </a:cubicBezTo>
                    <a:cubicBezTo>
                      <a:pt x="7036463" y="1250496"/>
                      <a:pt x="6938258" y="1457836"/>
                      <a:pt x="7040438" y="1419084"/>
                    </a:cubicBezTo>
                    <a:cubicBezTo>
                      <a:pt x="7145267" y="1379669"/>
                      <a:pt x="7134999" y="1212406"/>
                      <a:pt x="7134999" y="1212406"/>
                    </a:cubicBezTo>
                    <a:cubicBezTo>
                      <a:pt x="7216809" y="1364765"/>
                      <a:pt x="7134999" y="1491951"/>
                      <a:pt x="7134999" y="1491951"/>
                    </a:cubicBezTo>
                    <a:cubicBezTo>
                      <a:pt x="7274440" y="1437797"/>
                      <a:pt x="7289344" y="1221018"/>
                      <a:pt x="7289344" y="1221018"/>
                    </a:cubicBezTo>
                    <a:cubicBezTo>
                      <a:pt x="7380925" y="1355159"/>
                      <a:pt x="7305739" y="1520932"/>
                      <a:pt x="7291663" y="1549085"/>
                    </a:cubicBezTo>
                    <a:cubicBezTo>
                      <a:pt x="7292822" y="1549416"/>
                      <a:pt x="7293816" y="1549913"/>
                      <a:pt x="7294644" y="1550244"/>
                    </a:cubicBezTo>
                    <a:cubicBezTo>
                      <a:pt x="7404606" y="1472078"/>
                      <a:pt x="7390364" y="1097475"/>
                      <a:pt x="7390364" y="1097475"/>
                    </a:cubicBezTo>
                    <a:cubicBezTo>
                      <a:pt x="7548519" y="1255629"/>
                      <a:pt x="7449817" y="1517454"/>
                      <a:pt x="7425970" y="1573926"/>
                    </a:cubicBezTo>
                    <a:cubicBezTo>
                      <a:pt x="7515894" y="1379338"/>
                      <a:pt x="7645068" y="1296038"/>
                      <a:pt x="7653182" y="1291070"/>
                    </a:cubicBezTo>
                    <a:cubicBezTo>
                      <a:pt x="7542226" y="1437135"/>
                      <a:pt x="7577169" y="1583531"/>
                      <a:pt x="7600519" y="1645965"/>
                    </a:cubicBezTo>
                    <a:cubicBezTo>
                      <a:pt x="7604991" y="1647290"/>
                      <a:pt x="7609297" y="1648614"/>
                      <a:pt x="7613437" y="1649939"/>
                    </a:cubicBezTo>
                    <a:cubicBezTo>
                      <a:pt x="7616583" y="1554384"/>
                      <a:pt x="7699718" y="1445415"/>
                      <a:pt x="7699718" y="1445415"/>
                    </a:cubicBezTo>
                    <a:cubicBezTo>
                      <a:pt x="7699718" y="1445415"/>
                      <a:pt x="7702864" y="1596283"/>
                      <a:pt x="7731018" y="1685710"/>
                    </a:cubicBezTo>
                    <a:cubicBezTo>
                      <a:pt x="7744763" y="1689850"/>
                      <a:pt x="7758674" y="1693990"/>
                      <a:pt x="7772419" y="1698131"/>
                    </a:cubicBezTo>
                    <a:cubicBezTo>
                      <a:pt x="7784840" y="1701940"/>
                      <a:pt x="7797260" y="1705749"/>
                      <a:pt x="7809681" y="1709392"/>
                    </a:cubicBezTo>
                    <a:cubicBezTo>
                      <a:pt x="7816139" y="1711379"/>
                      <a:pt x="7822432" y="1713367"/>
                      <a:pt x="7828725" y="1715188"/>
                    </a:cubicBezTo>
                    <a:cubicBezTo>
                      <a:pt x="7889172" y="1623276"/>
                      <a:pt x="7811336" y="1429351"/>
                      <a:pt x="7807859" y="1420408"/>
                    </a:cubicBezTo>
                    <a:cubicBezTo>
                      <a:pt x="7938357" y="1519110"/>
                      <a:pt x="7924115" y="1739035"/>
                      <a:pt x="7924115" y="1739035"/>
                    </a:cubicBezTo>
                    <a:cubicBezTo>
                      <a:pt x="7969160" y="1529046"/>
                      <a:pt x="8160436" y="1406332"/>
                      <a:pt x="8172525" y="1398714"/>
                    </a:cubicBezTo>
                    <a:cubicBezTo>
                      <a:pt x="7989198" y="1532027"/>
                      <a:pt x="8041530" y="1742182"/>
                      <a:pt x="8053619" y="1782756"/>
                    </a:cubicBezTo>
                    <a:cubicBezTo>
                      <a:pt x="8055109" y="1783253"/>
                      <a:pt x="8056435" y="1783584"/>
                      <a:pt x="8057759" y="1784080"/>
                    </a:cubicBezTo>
                    <a:cubicBezTo>
                      <a:pt x="8107607" y="1600423"/>
                      <a:pt x="8310806" y="1592474"/>
                      <a:pt x="8310806" y="1592474"/>
                    </a:cubicBezTo>
                    <a:cubicBezTo>
                      <a:pt x="8310806" y="1592474"/>
                      <a:pt x="8207965" y="1724628"/>
                      <a:pt x="8176499" y="1819024"/>
                    </a:cubicBezTo>
                    <a:cubicBezTo>
                      <a:pt x="8235455" y="1836081"/>
                      <a:pt x="8294245" y="1853470"/>
                      <a:pt x="8353202" y="1870527"/>
                    </a:cubicBezTo>
                    <a:cubicBezTo>
                      <a:pt x="8530732" y="1763545"/>
                      <a:pt x="8476413" y="1512817"/>
                      <a:pt x="8473763" y="1500231"/>
                    </a:cubicBezTo>
                    <a:cubicBezTo>
                      <a:pt x="8580248" y="1601748"/>
                      <a:pt x="8580083" y="1765367"/>
                      <a:pt x="8569814" y="1857113"/>
                    </a:cubicBezTo>
                    <a:cubicBezTo>
                      <a:pt x="8593331" y="1780106"/>
                      <a:pt x="8648975" y="1695978"/>
                      <a:pt x="8701306" y="1628742"/>
                    </a:cubicBezTo>
                    <a:cubicBezTo>
                      <a:pt x="8714390" y="1612015"/>
                      <a:pt x="8727307" y="1596283"/>
                      <a:pt x="8739397" y="1581875"/>
                    </a:cubicBezTo>
                    <a:lnTo>
                      <a:pt x="8739561" y="1581875"/>
                    </a:lnTo>
                    <a:cubicBezTo>
                      <a:pt x="8778148" y="1536002"/>
                      <a:pt x="8808951" y="1504702"/>
                      <a:pt x="8813422" y="1500231"/>
                    </a:cubicBezTo>
                    <a:cubicBezTo>
                      <a:pt x="8717371" y="1639962"/>
                      <a:pt x="8707745" y="1777234"/>
                      <a:pt x="8717550" y="1870162"/>
                    </a:cubicBezTo>
                    <a:lnTo>
                      <a:pt x="8719940" y="1885756"/>
                    </a:lnTo>
                    <a:lnTo>
                      <a:pt x="0" y="1885756"/>
                    </a:lnTo>
                    <a:lnTo>
                      <a:pt x="0" y="48084"/>
                    </a:lnTo>
                    <a:lnTo>
                      <a:pt x="4462" y="54168"/>
                    </a:lnTo>
                    <a:cubicBezTo>
                      <a:pt x="34352" y="101688"/>
                      <a:pt x="55273" y="159956"/>
                      <a:pt x="47199" y="225722"/>
                    </a:cubicBezTo>
                    <a:cubicBezTo>
                      <a:pt x="62435" y="225225"/>
                      <a:pt x="77670" y="224728"/>
                      <a:pt x="92906" y="224397"/>
                    </a:cubicBezTo>
                    <a:cubicBezTo>
                      <a:pt x="118244" y="192601"/>
                      <a:pt x="142919" y="140600"/>
                      <a:pt x="143085" y="56140"/>
                    </a:cubicBezTo>
                    <a:cubicBezTo>
                      <a:pt x="143085" y="56140"/>
                      <a:pt x="177697" y="148714"/>
                      <a:pt x="173391" y="221747"/>
                    </a:cubicBezTo>
                    <a:cubicBezTo>
                      <a:pt x="199226" y="221085"/>
                      <a:pt x="224895" y="220753"/>
                      <a:pt x="250729" y="220257"/>
                    </a:cubicBezTo>
                    <a:cubicBezTo>
                      <a:pt x="251557" y="193097"/>
                      <a:pt x="255532" y="162625"/>
                      <a:pt x="266296" y="136294"/>
                    </a:cubicBezTo>
                    <a:cubicBezTo>
                      <a:pt x="266296" y="136294"/>
                      <a:pt x="269112" y="179683"/>
                      <a:pt x="284182" y="219429"/>
                    </a:cubicBezTo>
                    <a:cubicBezTo>
                      <a:pt x="297099" y="219263"/>
                      <a:pt x="310017" y="218932"/>
                      <a:pt x="322768" y="218600"/>
                    </a:cubicBezTo>
                    <a:cubicBezTo>
                      <a:pt x="324093" y="164281"/>
                      <a:pt x="334692" y="84790"/>
                      <a:pt x="382056" y="45873"/>
                    </a:cubicBezTo>
                    <a:cubicBezTo>
                      <a:pt x="382056" y="45873"/>
                      <a:pt x="368807" y="140269"/>
                      <a:pt x="379903" y="217607"/>
                    </a:cubicBezTo>
                    <a:cubicBezTo>
                      <a:pt x="408056" y="217110"/>
                      <a:pt x="436209" y="216779"/>
                      <a:pt x="464362" y="216613"/>
                    </a:cubicBezTo>
                    <a:cubicBezTo>
                      <a:pt x="464031" y="180180"/>
                      <a:pt x="472477" y="128179"/>
                      <a:pt x="513547" y="84956"/>
                    </a:cubicBezTo>
                    <a:cubicBezTo>
                      <a:pt x="513547" y="84956"/>
                      <a:pt x="503280" y="159148"/>
                      <a:pt x="528617" y="215785"/>
                    </a:cubicBezTo>
                    <a:cubicBezTo>
                      <a:pt x="563892" y="215454"/>
                      <a:pt x="599000" y="214957"/>
                      <a:pt x="634109" y="214957"/>
                    </a:cubicBezTo>
                    <a:cubicBezTo>
                      <a:pt x="636924" y="189123"/>
                      <a:pt x="634771" y="164944"/>
                      <a:pt x="634771" y="164944"/>
                    </a:cubicBezTo>
                    <a:cubicBezTo>
                      <a:pt x="634771" y="164944"/>
                      <a:pt x="652988" y="184982"/>
                      <a:pt x="666402" y="214957"/>
                    </a:cubicBezTo>
                    <a:lnTo>
                      <a:pt x="680644" y="214957"/>
                    </a:lnTo>
                    <a:cubicBezTo>
                      <a:pt x="687434" y="156333"/>
                      <a:pt x="711944" y="46535"/>
                      <a:pt x="803028" y="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7F905A"/>
                  </a:gs>
                  <a:gs pos="63000">
                    <a:srgbClr val="BDD377"/>
                  </a:gs>
                </a:gsLst>
                <a:lin ang="21101917" scaled="1"/>
              </a:gradFill>
              <a:ln w="16551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3BE4CD89-613A-D5C4-70FD-1F702108D56A}"/>
                  </a:ext>
                </a:extLst>
              </p:cNvPr>
              <p:cNvSpPr/>
              <p:nvPr/>
            </p:nvSpPr>
            <p:spPr>
              <a:xfrm>
                <a:off x="0" y="5042866"/>
                <a:ext cx="3386930" cy="1815134"/>
              </a:xfrm>
              <a:custGeom>
                <a:avLst/>
                <a:gdLst>
                  <a:gd name="connsiteX0" fmla="*/ 3331342 w 3386930"/>
                  <a:gd name="connsiteY0" fmla="*/ 1671799 h 1815134"/>
                  <a:gd name="connsiteX1" fmla="*/ 3380176 w 3386930"/>
                  <a:gd name="connsiteY1" fmla="*/ 1789918 h 1815134"/>
                  <a:gd name="connsiteX2" fmla="*/ 3386930 w 3386930"/>
                  <a:gd name="connsiteY2" fmla="*/ 1815134 h 1815134"/>
                  <a:gd name="connsiteX3" fmla="*/ 3316063 w 3386930"/>
                  <a:gd name="connsiteY3" fmla="*/ 1815134 h 1815134"/>
                  <a:gd name="connsiteX4" fmla="*/ 3325246 w 3386930"/>
                  <a:gd name="connsiteY4" fmla="*/ 1777777 h 1815134"/>
                  <a:gd name="connsiteX5" fmla="*/ 3331342 w 3386930"/>
                  <a:gd name="connsiteY5" fmla="*/ 1671799 h 1815134"/>
                  <a:gd name="connsiteX6" fmla="*/ 2092604 w 3386930"/>
                  <a:gd name="connsiteY6" fmla="*/ 1607047 h 1815134"/>
                  <a:gd name="connsiteX7" fmla="*/ 2030439 w 3386930"/>
                  <a:gd name="connsiteY7" fmla="*/ 1748972 h 1815134"/>
                  <a:gd name="connsiteX8" fmla="*/ 2005981 w 3386930"/>
                  <a:gd name="connsiteY8" fmla="*/ 1815134 h 1815134"/>
                  <a:gd name="connsiteX9" fmla="*/ 1841329 w 3386930"/>
                  <a:gd name="connsiteY9" fmla="*/ 1815134 h 1815134"/>
                  <a:gd name="connsiteX10" fmla="*/ 1847051 w 3386930"/>
                  <a:gd name="connsiteY10" fmla="*/ 1808032 h 1815134"/>
                  <a:gd name="connsiteX11" fmla="*/ 2092604 w 3386930"/>
                  <a:gd name="connsiteY11" fmla="*/ 1607047 h 1815134"/>
                  <a:gd name="connsiteX12" fmla="*/ 252881 w 3386930"/>
                  <a:gd name="connsiteY12" fmla="*/ 1552728 h 1815134"/>
                  <a:gd name="connsiteX13" fmla="*/ 262399 w 3386930"/>
                  <a:gd name="connsiteY13" fmla="*/ 1794257 h 1815134"/>
                  <a:gd name="connsiteX14" fmla="*/ 262066 w 3386930"/>
                  <a:gd name="connsiteY14" fmla="*/ 1815134 h 1815134"/>
                  <a:gd name="connsiteX15" fmla="*/ 133452 w 3386930"/>
                  <a:gd name="connsiteY15" fmla="*/ 1815134 h 1815134"/>
                  <a:gd name="connsiteX16" fmla="*/ 199745 w 3386930"/>
                  <a:gd name="connsiteY16" fmla="*/ 1686673 h 1815134"/>
                  <a:gd name="connsiteX17" fmla="*/ 252881 w 3386930"/>
                  <a:gd name="connsiteY17" fmla="*/ 1552728 h 1815134"/>
                  <a:gd name="connsiteX18" fmla="*/ 2623209 w 3386930"/>
                  <a:gd name="connsiteY18" fmla="*/ 1347045 h 1815134"/>
                  <a:gd name="connsiteX19" fmla="*/ 2575351 w 3386930"/>
                  <a:gd name="connsiteY19" fmla="*/ 1812278 h 1815134"/>
                  <a:gd name="connsiteX20" fmla="*/ 2574887 w 3386930"/>
                  <a:gd name="connsiteY20" fmla="*/ 1815134 h 1815134"/>
                  <a:gd name="connsiteX21" fmla="*/ 2379317 w 3386930"/>
                  <a:gd name="connsiteY21" fmla="*/ 1815134 h 1815134"/>
                  <a:gd name="connsiteX22" fmla="*/ 2442481 w 3386930"/>
                  <a:gd name="connsiteY22" fmla="*/ 1699048 h 1815134"/>
                  <a:gd name="connsiteX23" fmla="*/ 2623209 w 3386930"/>
                  <a:gd name="connsiteY23" fmla="*/ 1347045 h 1815134"/>
                  <a:gd name="connsiteX24" fmla="*/ 2980422 w 3386930"/>
                  <a:gd name="connsiteY24" fmla="*/ 1325350 h 1815134"/>
                  <a:gd name="connsiteX25" fmla="*/ 3087526 w 3386930"/>
                  <a:gd name="connsiteY25" fmla="*/ 1803019 h 1815134"/>
                  <a:gd name="connsiteX26" fmla="*/ 3088013 w 3386930"/>
                  <a:gd name="connsiteY26" fmla="*/ 1815134 h 1815134"/>
                  <a:gd name="connsiteX27" fmla="*/ 2917193 w 3386930"/>
                  <a:gd name="connsiteY27" fmla="*/ 1815134 h 1815134"/>
                  <a:gd name="connsiteX28" fmla="*/ 2931899 w 3386930"/>
                  <a:gd name="connsiteY28" fmla="*/ 1761144 h 1815134"/>
                  <a:gd name="connsiteX29" fmla="*/ 2980422 w 3386930"/>
                  <a:gd name="connsiteY29" fmla="*/ 1325350 h 1815134"/>
                  <a:gd name="connsiteX30" fmla="*/ 1999534 w 3386930"/>
                  <a:gd name="connsiteY30" fmla="*/ 1217209 h 1815134"/>
                  <a:gd name="connsiteX31" fmla="*/ 1684232 w 3386930"/>
                  <a:gd name="connsiteY31" fmla="*/ 1743924 h 1815134"/>
                  <a:gd name="connsiteX32" fmla="*/ 1655841 w 3386930"/>
                  <a:gd name="connsiteY32" fmla="*/ 1815134 h 1815134"/>
                  <a:gd name="connsiteX33" fmla="*/ 1466307 w 3386930"/>
                  <a:gd name="connsiteY33" fmla="*/ 1815134 h 1815134"/>
                  <a:gd name="connsiteX34" fmla="*/ 1493942 w 3386930"/>
                  <a:gd name="connsiteY34" fmla="*/ 1755894 h 1815134"/>
                  <a:gd name="connsiteX35" fmla="*/ 1999534 w 3386930"/>
                  <a:gd name="connsiteY35" fmla="*/ 1217209 h 1815134"/>
                  <a:gd name="connsiteX36" fmla="*/ 913154 w 3386930"/>
                  <a:gd name="connsiteY36" fmla="*/ 1011525 h 1815134"/>
                  <a:gd name="connsiteX37" fmla="*/ 983229 w 3386930"/>
                  <a:gd name="connsiteY37" fmla="*/ 1709270 h 1815134"/>
                  <a:gd name="connsiteX38" fmla="*/ 964459 w 3386930"/>
                  <a:gd name="connsiteY38" fmla="*/ 1815134 h 1815134"/>
                  <a:gd name="connsiteX39" fmla="*/ 620666 w 3386930"/>
                  <a:gd name="connsiteY39" fmla="*/ 1815134 h 1815134"/>
                  <a:gd name="connsiteX40" fmla="*/ 654227 w 3386930"/>
                  <a:gd name="connsiteY40" fmla="*/ 1766182 h 1815134"/>
                  <a:gd name="connsiteX41" fmla="*/ 913154 w 3386930"/>
                  <a:gd name="connsiteY41" fmla="*/ 1011525 h 1815134"/>
                  <a:gd name="connsiteX42" fmla="*/ 306869 w 3386930"/>
                  <a:gd name="connsiteY42" fmla="*/ 827702 h 1815134"/>
                  <a:gd name="connsiteX43" fmla="*/ 35630 w 3386930"/>
                  <a:gd name="connsiteY43" fmla="*/ 1433525 h 1815134"/>
                  <a:gd name="connsiteX44" fmla="*/ 0 w 3386930"/>
                  <a:gd name="connsiteY44" fmla="*/ 1528437 h 1815134"/>
                  <a:gd name="connsiteX45" fmla="*/ 0 w 3386930"/>
                  <a:gd name="connsiteY45" fmla="*/ 1184645 h 1815134"/>
                  <a:gd name="connsiteX46" fmla="*/ 14905 w 3386930"/>
                  <a:gd name="connsiteY46" fmla="*/ 1153844 h 1815134"/>
                  <a:gd name="connsiteX47" fmla="*/ 306869 w 3386930"/>
                  <a:gd name="connsiteY47" fmla="*/ 827702 h 1815134"/>
                  <a:gd name="connsiteX48" fmla="*/ 1400203 w 3386930"/>
                  <a:gd name="connsiteY48" fmla="*/ 427099 h 1815134"/>
                  <a:gd name="connsiteX49" fmla="*/ 1445125 w 3386930"/>
                  <a:gd name="connsiteY49" fmla="*/ 1773371 h 1815134"/>
                  <a:gd name="connsiteX50" fmla="*/ 1435739 w 3386930"/>
                  <a:gd name="connsiteY50" fmla="*/ 1815134 h 1815134"/>
                  <a:gd name="connsiteX51" fmla="*/ 1147031 w 3386930"/>
                  <a:gd name="connsiteY51" fmla="*/ 1815134 h 1815134"/>
                  <a:gd name="connsiteX52" fmla="*/ 1177730 w 3386930"/>
                  <a:gd name="connsiteY52" fmla="*/ 1763028 h 1815134"/>
                  <a:gd name="connsiteX53" fmla="*/ 1400203 w 3386930"/>
                  <a:gd name="connsiteY53" fmla="*/ 427099 h 1815134"/>
                  <a:gd name="connsiteX54" fmla="*/ 306869 w 3386930"/>
                  <a:gd name="connsiteY54" fmla="*/ 0 h 1815134"/>
                  <a:gd name="connsiteX55" fmla="*/ 70286 w 3386930"/>
                  <a:gd name="connsiteY55" fmla="*/ 552514 h 1815134"/>
                  <a:gd name="connsiteX56" fmla="*/ 0 w 3386930"/>
                  <a:gd name="connsiteY56" fmla="*/ 741028 h 1815134"/>
                  <a:gd name="connsiteX57" fmla="*/ 0 w 3386930"/>
                  <a:gd name="connsiteY57" fmla="*/ 409351 h 1815134"/>
                  <a:gd name="connsiteX58" fmla="*/ 56513 w 3386930"/>
                  <a:gd name="connsiteY58" fmla="*/ 304778 h 1815134"/>
                  <a:gd name="connsiteX59" fmla="*/ 306869 w 3386930"/>
                  <a:gd name="connsiteY59" fmla="*/ 0 h 1815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3386930" h="1815134">
                    <a:moveTo>
                      <a:pt x="3331342" y="1671799"/>
                    </a:moveTo>
                    <a:cubicBezTo>
                      <a:pt x="3331342" y="1671799"/>
                      <a:pt x="3357881" y="1718666"/>
                      <a:pt x="3380176" y="1789918"/>
                    </a:cubicBezTo>
                    <a:lnTo>
                      <a:pt x="3386930" y="1815134"/>
                    </a:lnTo>
                    <a:lnTo>
                      <a:pt x="3316063" y="1815134"/>
                    </a:lnTo>
                    <a:lnTo>
                      <a:pt x="3325246" y="1777777"/>
                    </a:lnTo>
                    <a:cubicBezTo>
                      <a:pt x="3330597" y="1743414"/>
                      <a:pt x="3332874" y="1708026"/>
                      <a:pt x="3331342" y="1671799"/>
                    </a:cubicBezTo>
                    <a:close/>
                    <a:moveTo>
                      <a:pt x="2092604" y="1607047"/>
                    </a:moveTo>
                    <a:cubicBezTo>
                      <a:pt x="2090617" y="1611105"/>
                      <a:pt x="2062670" y="1666417"/>
                      <a:pt x="2030439" y="1748972"/>
                    </a:cubicBezTo>
                    <a:lnTo>
                      <a:pt x="2005981" y="1815134"/>
                    </a:lnTo>
                    <a:lnTo>
                      <a:pt x="1841329" y="1815134"/>
                    </a:lnTo>
                    <a:lnTo>
                      <a:pt x="1847051" y="1808032"/>
                    </a:lnTo>
                    <a:cubicBezTo>
                      <a:pt x="1919545" y="1727071"/>
                      <a:pt x="2002514" y="1653666"/>
                      <a:pt x="2092604" y="1607047"/>
                    </a:cubicBezTo>
                    <a:close/>
                    <a:moveTo>
                      <a:pt x="252881" y="1552728"/>
                    </a:moveTo>
                    <a:cubicBezTo>
                      <a:pt x="252881" y="1552728"/>
                      <a:pt x="262455" y="1658561"/>
                      <a:pt x="262399" y="1794257"/>
                    </a:cubicBezTo>
                    <a:lnTo>
                      <a:pt x="262066" y="1815134"/>
                    </a:lnTo>
                    <a:lnTo>
                      <a:pt x="133452" y="1815134"/>
                    </a:lnTo>
                    <a:lnTo>
                      <a:pt x="199745" y="1686673"/>
                    </a:lnTo>
                    <a:cubicBezTo>
                      <a:pt x="220557" y="1641721"/>
                      <a:pt x="238763" y="1596656"/>
                      <a:pt x="252881" y="1552728"/>
                    </a:cubicBezTo>
                    <a:close/>
                    <a:moveTo>
                      <a:pt x="2623209" y="1347045"/>
                    </a:moveTo>
                    <a:cubicBezTo>
                      <a:pt x="2623209" y="1347045"/>
                      <a:pt x="2611006" y="1569497"/>
                      <a:pt x="2575351" y="1812278"/>
                    </a:cubicBezTo>
                    <a:lnTo>
                      <a:pt x="2574887" y="1815134"/>
                    </a:lnTo>
                    <a:lnTo>
                      <a:pt x="2379317" y="1815134"/>
                    </a:lnTo>
                    <a:lnTo>
                      <a:pt x="2442481" y="1699048"/>
                    </a:lnTo>
                    <a:cubicBezTo>
                      <a:pt x="2545581" y="1506442"/>
                      <a:pt x="2623209" y="1347045"/>
                      <a:pt x="2623209" y="1347045"/>
                    </a:cubicBezTo>
                    <a:close/>
                    <a:moveTo>
                      <a:pt x="2980422" y="1325350"/>
                    </a:moveTo>
                    <a:cubicBezTo>
                      <a:pt x="2980422" y="1325350"/>
                      <a:pt x="3065472" y="1552180"/>
                      <a:pt x="3087526" y="1803019"/>
                    </a:cubicBezTo>
                    <a:lnTo>
                      <a:pt x="3088013" y="1815134"/>
                    </a:lnTo>
                    <a:lnTo>
                      <a:pt x="2917193" y="1815134"/>
                    </a:lnTo>
                    <a:lnTo>
                      <a:pt x="2931899" y="1761144"/>
                    </a:lnTo>
                    <a:cubicBezTo>
                      <a:pt x="2960467" y="1641204"/>
                      <a:pt x="2978518" y="1497498"/>
                      <a:pt x="2980422" y="1325350"/>
                    </a:cubicBezTo>
                    <a:close/>
                    <a:moveTo>
                      <a:pt x="1999534" y="1217209"/>
                    </a:moveTo>
                    <a:cubicBezTo>
                      <a:pt x="1999534" y="1217209"/>
                      <a:pt x="1816300" y="1448603"/>
                      <a:pt x="1684232" y="1743924"/>
                    </a:cubicBezTo>
                    <a:lnTo>
                      <a:pt x="1655841" y="1815134"/>
                    </a:lnTo>
                    <a:lnTo>
                      <a:pt x="1466307" y="1815134"/>
                    </a:lnTo>
                    <a:lnTo>
                      <a:pt x="1493942" y="1755894"/>
                    </a:lnTo>
                    <a:cubicBezTo>
                      <a:pt x="1598197" y="1562406"/>
                      <a:pt x="1758204" y="1354828"/>
                      <a:pt x="1999534" y="1217209"/>
                    </a:cubicBezTo>
                    <a:close/>
                    <a:moveTo>
                      <a:pt x="913154" y="1011525"/>
                    </a:moveTo>
                    <a:cubicBezTo>
                      <a:pt x="913154" y="1011525"/>
                      <a:pt x="1019629" y="1355263"/>
                      <a:pt x="983229" y="1709270"/>
                    </a:cubicBezTo>
                    <a:lnTo>
                      <a:pt x="964459" y="1815134"/>
                    </a:lnTo>
                    <a:lnTo>
                      <a:pt x="620666" y="1815134"/>
                    </a:lnTo>
                    <a:lnTo>
                      <a:pt x="654227" y="1766182"/>
                    </a:lnTo>
                    <a:cubicBezTo>
                      <a:pt x="777448" y="1571573"/>
                      <a:pt x="884794" y="1319657"/>
                      <a:pt x="913154" y="1011525"/>
                    </a:cubicBezTo>
                    <a:close/>
                    <a:moveTo>
                      <a:pt x="306869" y="827702"/>
                    </a:moveTo>
                    <a:cubicBezTo>
                      <a:pt x="302936" y="835465"/>
                      <a:pt x="160501" y="1118808"/>
                      <a:pt x="35630" y="1433525"/>
                    </a:cubicBezTo>
                    <a:lnTo>
                      <a:pt x="0" y="1528437"/>
                    </a:lnTo>
                    <a:lnTo>
                      <a:pt x="0" y="1184645"/>
                    </a:lnTo>
                    <a:lnTo>
                      <a:pt x="14905" y="1153844"/>
                    </a:lnTo>
                    <a:cubicBezTo>
                      <a:pt x="86240" y="1031812"/>
                      <a:pt x="181008" y="917544"/>
                      <a:pt x="306869" y="827702"/>
                    </a:cubicBezTo>
                    <a:close/>
                    <a:moveTo>
                      <a:pt x="1400203" y="427099"/>
                    </a:moveTo>
                    <a:cubicBezTo>
                      <a:pt x="1400203" y="427099"/>
                      <a:pt x="1608489" y="951817"/>
                      <a:pt x="1445125" y="1773371"/>
                    </a:cubicBezTo>
                    <a:lnTo>
                      <a:pt x="1435739" y="1815134"/>
                    </a:lnTo>
                    <a:lnTo>
                      <a:pt x="1147031" y="1815134"/>
                    </a:lnTo>
                    <a:lnTo>
                      <a:pt x="1177730" y="1763028"/>
                    </a:lnTo>
                    <a:cubicBezTo>
                      <a:pt x="1332061" y="1484389"/>
                      <a:pt x="1461002" y="1055349"/>
                      <a:pt x="1400203" y="427099"/>
                    </a:cubicBezTo>
                    <a:close/>
                    <a:moveTo>
                      <a:pt x="306869" y="0"/>
                    </a:moveTo>
                    <a:cubicBezTo>
                      <a:pt x="303143" y="7867"/>
                      <a:pt x="191384" y="240272"/>
                      <a:pt x="70286" y="552514"/>
                    </a:cubicBezTo>
                    <a:lnTo>
                      <a:pt x="0" y="741028"/>
                    </a:lnTo>
                    <a:lnTo>
                      <a:pt x="0" y="409351"/>
                    </a:lnTo>
                    <a:lnTo>
                      <a:pt x="56513" y="304778"/>
                    </a:lnTo>
                    <a:cubicBezTo>
                      <a:pt x="130374" y="183161"/>
                      <a:pt x="213798" y="76510"/>
                      <a:pt x="306869" y="0"/>
                    </a:cubicBezTo>
                    <a:close/>
                  </a:path>
                </a:pathLst>
              </a:custGeom>
              <a:solidFill>
                <a:srgbClr val="8D9F6A"/>
              </a:solidFill>
              <a:ln w="16551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7079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lem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8C1294F-F07C-8FFE-7786-CD84E3A1A06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53599" y="225854"/>
            <a:ext cx="11886467" cy="1200329"/>
          </a:xfrm>
        </p:spPr>
        <p:txBody>
          <a:bodyPr>
            <a:spAutoFit/>
          </a:bodyPr>
          <a:lstStyle>
            <a:lvl1pPr>
              <a:defRPr sz="8000" b="1">
                <a:solidFill>
                  <a:schemeClr val="tx1">
                    <a:lumMod val="85000"/>
                    <a:lumOff val="15000"/>
                  </a:schemeClr>
                </a:solidFill>
                <a:latin typeface="Questrial" pitchFamily="2" charset="0"/>
              </a:defRPr>
            </a:lvl1pPr>
          </a:lstStyle>
          <a:p>
            <a:r>
              <a:rPr lang="en-US" dirty="0"/>
              <a:t>Headline</a:t>
            </a:r>
          </a:p>
        </p:txBody>
      </p:sp>
      <p:grpSp>
        <p:nvGrpSpPr>
          <p:cNvPr id="626" name="Group 625">
            <a:extLst>
              <a:ext uri="{FF2B5EF4-FFF2-40B4-BE49-F238E27FC236}">
                <a16:creationId xmlns:a16="http://schemas.microsoft.com/office/drawing/2014/main" id="{DD4AA909-06BA-1921-F071-6A08A7D3EEDA}"/>
              </a:ext>
            </a:extLst>
          </p:cNvPr>
          <p:cNvGrpSpPr/>
          <p:nvPr userDrawn="1"/>
        </p:nvGrpSpPr>
        <p:grpSpPr>
          <a:xfrm>
            <a:off x="0" y="5441034"/>
            <a:ext cx="12192001" cy="1416966"/>
            <a:chOff x="0" y="5441034"/>
            <a:chExt cx="12192001" cy="1416966"/>
          </a:xfrm>
        </p:grpSpPr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765141CC-6D1F-7473-2573-61A7ABFF70FD}"/>
                </a:ext>
              </a:extLst>
            </p:cNvPr>
            <p:cNvSpPr/>
            <p:nvPr/>
          </p:nvSpPr>
          <p:spPr>
            <a:xfrm>
              <a:off x="8201972" y="5441034"/>
              <a:ext cx="3990029" cy="1416966"/>
            </a:xfrm>
            <a:custGeom>
              <a:avLst/>
              <a:gdLst>
                <a:gd name="connsiteX0" fmla="*/ 96197 w 3990029"/>
                <a:gd name="connsiteY0" fmla="*/ 1390599 h 1416966"/>
                <a:gd name="connsiteX1" fmla="*/ 106465 w 3990029"/>
                <a:gd name="connsiteY1" fmla="*/ 1404469 h 1416966"/>
                <a:gd name="connsiteX2" fmla="*/ 113070 w 3990029"/>
                <a:gd name="connsiteY2" fmla="*/ 1416966 h 1416966"/>
                <a:gd name="connsiteX3" fmla="*/ 99960 w 3990029"/>
                <a:gd name="connsiteY3" fmla="*/ 1416966 h 1416966"/>
                <a:gd name="connsiteX4" fmla="*/ 100275 w 3990029"/>
                <a:gd name="connsiteY4" fmla="*/ 1415347 h 1416966"/>
                <a:gd name="connsiteX5" fmla="*/ 96197 w 3990029"/>
                <a:gd name="connsiteY5" fmla="*/ 1390599 h 1416966"/>
                <a:gd name="connsiteX6" fmla="*/ 8756 w 3990029"/>
                <a:gd name="connsiteY6" fmla="*/ 1390599 h 1416966"/>
                <a:gd name="connsiteX7" fmla="*/ 10037 w 3990029"/>
                <a:gd name="connsiteY7" fmla="*/ 1401051 h 1416966"/>
                <a:gd name="connsiteX8" fmla="*/ 13107 w 3990029"/>
                <a:gd name="connsiteY8" fmla="*/ 1416966 h 1416966"/>
                <a:gd name="connsiteX9" fmla="*/ 0 w 3990029"/>
                <a:gd name="connsiteY9" fmla="*/ 1416966 h 1416966"/>
                <a:gd name="connsiteX10" fmla="*/ 185624 w 3990029"/>
                <a:gd name="connsiteY10" fmla="*/ 1368739 h 1416966"/>
                <a:gd name="connsiteX11" fmla="*/ 199248 w 3990029"/>
                <a:gd name="connsiteY11" fmla="*/ 1405418 h 1416966"/>
                <a:gd name="connsiteX12" fmla="*/ 208061 w 3990029"/>
                <a:gd name="connsiteY12" fmla="*/ 1416966 h 1416966"/>
                <a:gd name="connsiteX13" fmla="*/ 173761 w 3990029"/>
                <a:gd name="connsiteY13" fmla="*/ 1416966 h 1416966"/>
                <a:gd name="connsiteX14" fmla="*/ 174239 w 3990029"/>
                <a:gd name="connsiteY14" fmla="*/ 1410824 h 1416966"/>
                <a:gd name="connsiteX15" fmla="*/ 185624 w 3990029"/>
                <a:gd name="connsiteY15" fmla="*/ 1368739 h 1416966"/>
                <a:gd name="connsiteX16" fmla="*/ 3943902 w 3990029"/>
                <a:gd name="connsiteY16" fmla="*/ 0 h 1416966"/>
                <a:gd name="connsiteX17" fmla="*/ 3986869 w 3990029"/>
                <a:gd name="connsiteY17" fmla="*/ 59665 h 1416966"/>
                <a:gd name="connsiteX18" fmla="*/ 3990029 w 3990029"/>
                <a:gd name="connsiteY18" fmla="*/ 77595 h 1416966"/>
                <a:gd name="connsiteX19" fmla="*/ 3990029 w 3990029"/>
                <a:gd name="connsiteY19" fmla="*/ 1416966 h 1416966"/>
                <a:gd name="connsiteX20" fmla="*/ 216488 w 3990029"/>
                <a:gd name="connsiteY20" fmla="*/ 1416966 h 1416966"/>
                <a:gd name="connsiteX21" fmla="*/ 216593 w 3990029"/>
                <a:gd name="connsiteY21" fmla="*/ 1416930 h 1416966"/>
                <a:gd name="connsiteX22" fmla="*/ 223383 w 3990029"/>
                <a:gd name="connsiteY22" fmla="*/ 1380662 h 1416966"/>
                <a:gd name="connsiteX23" fmla="*/ 241434 w 3990029"/>
                <a:gd name="connsiteY23" fmla="*/ 1408319 h 1416966"/>
                <a:gd name="connsiteX24" fmla="*/ 255179 w 3990029"/>
                <a:gd name="connsiteY24" fmla="*/ 1343236 h 1416966"/>
                <a:gd name="connsiteX25" fmla="*/ 282339 w 3990029"/>
                <a:gd name="connsiteY25" fmla="*/ 1394077 h 1416966"/>
                <a:gd name="connsiteX26" fmla="*/ 282504 w 3990029"/>
                <a:gd name="connsiteY26" fmla="*/ 1394077 h 1416966"/>
                <a:gd name="connsiteX27" fmla="*/ 300887 w 3990029"/>
                <a:gd name="connsiteY27" fmla="*/ 1356816 h 1416966"/>
                <a:gd name="connsiteX28" fmla="*/ 314301 w 3990029"/>
                <a:gd name="connsiteY28" fmla="*/ 1382981 h 1416966"/>
                <a:gd name="connsiteX29" fmla="*/ 314632 w 3990029"/>
                <a:gd name="connsiteY29" fmla="*/ 1382815 h 1416966"/>
                <a:gd name="connsiteX30" fmla="*/ 330696 w 3990029"/>
                <a:gd name="connsiteY30" fmla="*/ 1299184 h 1416966"/>
                <a:gd name="connsiteX31" fmla="*/ 355703 w 3990029"/>
                <a:gd name="connsiteY31" fmla="*/ 1368408 h 1416966"/>
                <a:gd name="connsiteX32" fmla="*/ 391971 w 3990029"/>
                <a:gd name="connsiteY32" fmla="*/ 1355821 h 1416966"/>
                <a:gd name="connsiteX33" fmla="*/ 400417 w 3990029"/>
                <a:gd name="connsiteY33" fmla="*/ 1311108 h 1416966"/>
                <a:gd name="connsiteX34" fmla="*/ 405550 w 3990029"/>
                <a:gd name="connsiteY34" fmla="*/ 1324522 h 1416966"/>
                <a:gd name="connsiteX35" fmla="*/ 419958 w 3990029"/>
                <a:gd name="connsiteY35" fmla="*/ 1346051 h 1416966"/>
                <a:gd name="connsiteX36" fmla="*/ 434200 w 3990029"/>
                <a:gd name="connsiteY36" fmla="*/ 1259439 h 1416966"/>
                <a:gd name="connsiteX37" fmla="*/ 468315 w 3990029"/>
                <a:gd name="connsiteY37" fmla="*/ 1328662 h 1416966"/>
                <a:gd name="connsiteX38" fmla="*/ 493488 w 3990029"/>
                <a:gd name="connsiteY38" fmla="*/ 1319719 h 1416966"/>
                <a:gd name="connsiteX39" fmla="*/ 493322 w 3990029"/>
                <a:gd name="connsiteY39" fmla="*/ 1259439 h 1416966"/>
                <a:gd name="connsiteX40" fmla="*/ 530583 w 3990029"/>
                <a:gd name="connsiteY40" fmla="*/ 1306305 h 1416966"/>
                <a:gd name="connsiteX41" fmla="*/ 530749 w 3990029"/>
                <a:gd name="connsiteY41" fmla="*/ 1306305 h 1416966"/>
                <a:gd name="connsiteX42" fmla="*/ 549463 w 3990029"/>
                <a:gd name="connsiteY42" fmla="*/ 1269375 h 1416966"/>
                <a:gd name="connsiteX43" fmla="*/ 561386 w 3990029"/>
                <a:gd name="connsiteY43" fmla="*/ 1295210 h 1416966"/>
                <a:gd name="connsiteX44" fmla="*/ 561552 w 3990029"/>
                <a:gd name="connsiteY44" fmla="*/ 1295210 h 1416966"/>
                <a:gd name="connsiteX45" fmla="*/ 561386 w 3990029"/>
                <a:gd name="connsiteY45" fmla="*/ 1241553 h 1416966"/>
                <a:gd name="connsiteX46" fmla="*/ 593348 w 3990029"/>
                <a:gd name="connsiteY46" fmla="*/ 1283617 h 1416966"/>
                <a:gd name="connsiteX47" fmla="*/ 593514 w 3990029"/>
                <a:gd name="connsiteY47" fmla="*/ 1283617 h 1416966"/>
                <a:gd name="connsiteX48" fmla="*/ 609081 w 3990029"/>
                <a:gd name="connsiteY48" fmla="*/ 1241553 h 1416966"/>
                <a:gd name="connsiteX49" fmla="*/ 618686 w 3990029"/>
                <a:gd name="connsiteY49" fmla="*/ 1274509 h 1416966"/>
                <a:gd name="connsiteX50" fmla="*/ 626966 w 3990029"/>
                <a:gd name="connsiteY50" fmla="*/ 1207769 h 1416966"/>
                <a:gd name="connsiteX51" fmla="*/ 649654 w 3990029"/>
                <a:gd name="connsiteY51" fmla="*/ 1263247 h 1416966"/>
                <a:gd name="connsiteX52" fmla="*/ 686419 w 3990029"/>
                <a:gd name="connsiteY52" fmla="*/ 1197170 h 1416966"/>
                <a:gd name="connsiteX53" fmla="*/ 686584 w 3990029"/>
                <a:gd name="connsiteY53" fmla="*/ 1249668 h 1416966"/>
                <a:gd name="connsiteX54" fmla="*/ 689897 w 3990029"/>
                <a:gd name="connsiteY54" fmla="*/ 1245196 h 1416966"/>
                <a:gd name="connsiteX55" fmla="*/ 698673 w 3990029"/>
                <a:gd name="connsiteY55" fmla="*/ 1150966 h 1416966"/>
                <a:gd name="connsiteX56" fmla="*/ 728648 w 3990029"/>
                <a:gd name="connsiteY56" fmla="*/ 1233769 h 1416966"/>
                <a:gd name="connsiteX57" fmla="*/ 728648 w 3990029"/>
                <a:gd name="connsiteY57" fmla="*/ 1234101 h 1416966"/>
                <a:gd name="connsiteX58" fmla="*/ 744215 w 3990029"/>
                <a:gd name="connsiteY58" fmla="*/ 1197005 h 1416966"/>
                <a:gd name="connsiteX59" fmla="*/ 744215 w 3990029"/>
                <a:gd name="connsiteY59" fmla="*/ 1228305 h 1416966"/>
                <a:gd name="connsiteX60" fmla="*/ 744381 w 3990029"/>
                <a:gd name="connsiteY60" fmla="*/ 1228305 h 1416966"/>
                <a:gd name="connsiteX61" fmla="*/ 765910 w 3990029"/>
                <a:gd name="connsiteY61" fmla="*/ 1166533 h 1416966"/>
                <a:gd name="connsiteX62" fmla="*/ 779490 w 3990029"/>
                <a:gd name="connsiteY62" fmla="*/ 1213234 h 1416966"/>
                <a:gd name="connsiteX63" fmla="*/ 779490 w 3990029"/>
                <a:gd name="connsiteY63" fmla="*/ 1215221 h 1416966"/>
                <a:gd name="connsiteX64" fmla="*/ 791580 w 3990029"/>
                <a:gd name="connsiteY64" fmla="*/ 1182100 h 1416966"/>
                <a:gd name="connsiteX65" fmla="*/ 806815 w 3990029"/>
                <a:gd name="connsiteY65" fmla="*/ 1204954 h 1416966"/>
                <a:gd name="connsiteX66" fmla="*/ 833312 w 3990029"/>
                <a:gd name="connsiteY66" fmla="*/ 1127615 h 1416966"/>
                <a:gd name="connsiteX67" fmla="*/ 845898 w 3990029"/>
                <a:gd name="connsiteY67" fmla="*/ 1190215 h 1416966"/>
                <a:gd name="connsiteX68" fmla="*/ 853351 w 3990029"/>
                <a:gd name="connsiteY68" fmla="*/ 1187565 h 1416966"/>
                <a:gd name="connsiteX69" fmla="*/ 853351 w 3990029"/>
                <a:gd name="connsiteY69" fmla="*/ 1160571 h 1416966"/>
                <a:gd name="connsiteX70" fmla="*/ 863452 w 3990029"/>
                <a:gd name="connsiteY70" fmla="*/ 1183756 h 1416966"/>
                <a:gd name="connsiteX71" fmla="*/ 877860 w 3990029"/>
                <a:gd name="connsiteY71" fmla="*/ 1127947 h 1416966"/>
                <a:gd name="connsiteX72" fmla="*/ 886638 w 3990029"/>
                <a:gd name="connsiteY72" fmla="*/ 1141361 h 1416966"/>
                <a:gd name="connsiteX73" fmla="*/ 896077 w 3990029"/>
                <a:gd name="connsiteY73" fmla="*/ 1171502 h 1416966"/>
                <a:gd name="connsiteX74" fmla="*/ 906511 w 3990029"/>
                <a:gd name="connsiteY74" fmla="*/ 1143845 h 1416966"/>
                <a:gd name="connsiteX75" fmla="*/ 919096 w 3990029"/>
                <a:gd name="connsiteY75" fmla="*/ 1162724 h 1416966"/>
                <a:gd name="connsiteX76" fmla="*/ 937147 w 3990029"/>
                <a:gd name="connsiteY76" fmla="*/ 1094494 h 1416966"/>
                <a:gd name="connsiteX77" fmla="*/ 953211 w 3990029"/>
                <a:gd name="connsiteY77" fmla="*/ 1149807 h 1416966"/>
                <a:gd name="connsiteX78" fmla="*/ 967784 w 3990029"/>
                <a:gd name="connsiteY78" fmla="*/ 1144342 h 1416966"/>
                <a:gd name="connsiteX79" fmla="*/ 975403 w 3990029"/>
                <a:gd name="connsiteY79" fmla="*/ 1107411 h 1416966"/>
                <a:gd name="connsiteX80" fmla="*/ 991797 w 3990029"/>
                <a:gd name="connsiteY80" fmla="*/ 1135234 h 1416966"/>
                <a:gd name="connsiteX81" fmla="*/ 1012002 w 3990029"/>
                <a:gd name="connsiteY81" fmla="*/ 1127450 h 1416966"/>
                <a:gd name="connsiteX82" fmla="*/ 1002562 w 3990029"/>
                <a:gd name="connsiteY82" fmla="*/ 1077271 h 1416966"/>
                <a:gd name="connsiteX83" fmla="*/ 1026906 w 3990029"/>
                <a:gd name="connsiteY83" fmla="*/ 1121820 h 1416966"/>
                <a:gd name="connsiteX84" fmla="*/ 1053238 w 3990029"/>
                <a:gd name="connsiteY84" fmla="*/ 1111717 h 1416966"/>
                <a:gd name="connsiteX85" fmla="*/ 1053238 w 3990029"/>
                <a:gd name="connsiteY85" fmla="*/ 1032888 h 1416966"/>
                <a:gd name="connsiteX86" fmla="*/ 1084538 w 3990029"/>
                <a:gd name="connsiteY86" fmla="*/ 1099794 h 1416966"/>
                <a:gd name="connsiteX87" fmla="*/ 1095302 w 3990029"/>
                <a:gd name="connsiteY87" fmla="*/ 1095653 h 1416966"/>
                <a:gd name="connsiteX88" fmla="*/ 1084538 w 3990029"/>
                <a:gd name="connsiteY88" fmla="*/ 1054418 h 1416966"/>
                <a:gd name="connsiteX89" fmla="*/ 1111034 w 3990029"/>
                <a:gd name="connsiteY89" fmla="*/ 1089692 h 1416966"/>
                <a:gd name="connsiteX90" fmla="*/ 1149952 w 3990029"/>
                <a:gd name="connsiteY90" fmla="*/ 1074622 h 1416966"/>
                <a:gd name="connsiteX91" fmla="*/ 1134550 w 3990029"/>
                <a:gd name="connsiteY91" fmla="*/ 1004073 h 1416966"/>
                <a:gd name="connsiteX92" fmla="*/ 1178436 w 3990029"/>
                <a:gd name="connsiteY92" fmla="*/ 1063691 h 1416966"/>
                <a:gd name="connsiteX93" fmla="*/ 1182245 w 3990029"/>
                <a:gd name="connsiteY93" fmla="*/ 1062201 h 1416966"/>
                <a:gd name="connsiteX94" fmla="*/ 1192016 w 3990029"/>
                <a:gd name="connsiteY94" fmla="*/ 1032888 h 1416966"/>
                <a:gd name="connsiteX95" fmla="*/ 1207086 w 3990029"/>
                <a:gd name="connsiteY95" fmla="*/ 1052596 h 1416966"/>
                <a:gd name="connsiteX96" fmla="*/ 1207086 w 3990029"/>
                <a:gd name="connsiteY96" fmla="*/ 1004073 h 1416966"/>
                <a:gd name="connsiteX97" fmla="*/ 1232590 w 3990029"/>
                <a:gd name="connsiteY97" fmla="*/ 1042825 h 1416966"/>
                <a:gd name="connsiteX98" fmla="*/ 1250807 w 3990029"/>
                <a:gd name="connsiteY98" fmla="*/ 976914 h 1416966"/>
                <a:gd name="connsiteX99" fmla="*/ 1276475 w 3990029"/>
                <a:gd name="connsiteY99" fmla="*/ 1025933 h 1416966"/>
                <a:gd name="connsiteX100" fmla="*/ 1299826 w 3990029"/>
                <a:gd name="connsiteY100" fmla="*/ 1016825 h 1416966"/>
                <a:gd name="connsiteX101" fmla="*/ 1298170 w 3990029"/>
                <a:gd name="connsiteY101" fmla="*/ 984035 h 1416966"/>
                <a:gd name="connsiteX102" fmla="*/ 1317215 w 3990029"/>
                <a:gd name="connsiteY102" fmla="*/ 1010035 h 1416966"/>
                <a:gd name="connsiteX103" fmla="*/ 1328310 w 3990029"/>
                <a:gd name="connsiteY103" fmla="*/ 951079 h 1416966"/>
                <a:gd name="connsiteX104" fmla="*/ 1347521 w 3990029"/>
                <a:gd name="connsiteY104" fmla="*/ 998442 h 1416966"/>
                <a:gd name="connsiteX105" fmla="*/ 1374184 w 3990029"/>
                <a:gd name="connsiteY105" fmla="*/ 988009 h 1416966"/>
                <a:gd name="connsiteX106" fmla="*/ 1374184 w 3990029"/>
                <a:gd name="connsiteY106" fmla="*/ 943792 h 1416966"/>
                <a:gd name="connsiteX107" fmla="*/ 1394221 w 3990029"/>
                <a:gd name="connsiteY107" fmla="*/ 980226 h 1416966"/>
                <a:gd name="connsiteX108" fmla="*/ 1394387 w 3990029"/>
                <a:gd name="connsiteY108" fmla="*/ 980226 h 1416966"/>
                <a:gd name="connsiteX109" fmla="*/ 1405980 w 3990029"/>
                <a:gd name="connsiteY109" fmla="*/ 919779 h 1416966"/>
                <a:gd name="connsiteX110" fmla="*/ 1425521 w 3990029"/>
                <a:gd name="connsiteY110" fmla="*/ 968137 h 1416966"/>
                <a:gd name="connsiteX111" fmla="*/ 1455828 w 3990029"/>
                <a:gd name="connsiteY111" fmla="*/ 956378 h 1416966"/>
                <a:gd name="connsiteX112" fmla="*/ 1461789 w 3990029"/>
                <a:gd name="connsiteY112" fmla="*/ 906531 h 1416966"/>
                <a:gd name="connsiteX113" fmla="*/ 1483152 w 3990029"/>
                <a:gd name="connsiteY113" fmla="*/ 945614 h 1416966"/>
                <a:gd name="connsiteX114" fmla="*/ 1505178 w 3990029"/>
                <a:gd name="connsiteY114" fmla="*/ 937168 h 1416966"/>
                <a:gd name="connsiteX115" fmla="*/ 1490439 w 3990029"/>
                <a:gd name="connsiteY115" fmla="*/ 899409 h 1416966"/>
                <a:gd name="connsiteX116" fmla="*/ 1520249 w 3990029"/>
                <a:gd name="connsiteY116" fmla="*/ 931372 h 1416966"/>
                <a:gd name="connsiteX117" fmla="*/ 1530847 w 3990029"/>
                <a:gd name="connsiteY117" fmla="*/ 927232 h 1416966"/>
                <a:gd name="connsiteX118" fmla="*/ 1520249 w 3990029"/>
                <a:gd name="connsiteY118" fmla="*/ 867779 h 1416966"/>
                <a:gd name="connsiteX119" fmla="*/ 1562810 w 3990029"/>
                <a:gd name="connsiteY119" fmla="*/ 914811 h 1416966"/>
                <a:gd name="connsiteX120" fmla="*/ 1570593 w 3990029"/>
                <a:gd name="connsiteY120" fmla="*/ 911665 h 1416966"/>
                <a:gd name="connsiteX121" fmla="*/ 1583676 w 3990029"/>
                <a:gd name="connsiteY121" fmla="*/ 886492 h 1416966"/>
                <a:gd name="connsiteX122" fmla="*/ 1598249 w 3990029"/>
                <a:gd name="connsiteY122" fmla="*/ 900900 h 1416966"/>
                <a:gd name="connsiteX123" fmla="*/ 1605205 w 3990029"/>
                <a:gd name="connsiteY123" fmla="*/ 898251 h 1416966"/>
                <a:gd name="connsiteX124" fmla="*/ 1605205 w 3990029"/>
                <a:gd name="connsiteY124" fmla="*/ 867779 h 1416966"/>
                <a:gd name="connsiteX125" fmla="*/ 1622594 w 3990029"/>
                <a:gd name="connsiteY125" fmla="*/ 891461 h 1416966"/>
                <a:gd name="connsiteX126" fmla="*/ 1641142 w 3990029"/>
                <a:gd name="connsiteY126" fmla="*/ 841944 h 1416966"/>
                <a:gd name="connsiteX127" fmla="*/ 1641142 w 3990029"/>
                <a:gd name="connsiteY127" fmla="*/ 843103 h 1416966"/>
                <a:gd name="connsiteX128" fmla="*/ 1657536 w 3990029"/>
                <a:gd name="connsiteY128" fmla="*/ 877881 h 1416966"/>
                <a:gd name="connsiteX129" fmla="*/ 1666645 w 3990029"/>
                <a:gd name="connsiteY129" fmla="*/ 874403 h 1416966"/>
                <a:gd name="connsiteX130" fmla="*/ 1640148 w 3990029"/>
                <a:gd name="connsiteY130" fmla="*/ 809319 h 1416966"/>
                <a:gd name="connsiteX131" fmla="*/ 1692149 w 3990029"/>
                <a:gd name="connsiteY131" fmla="*/ 864467 h 1416966"/>
                <a:gd name="connsiteX132" fmla="*/ 1711524 w 3990029"/>
                <a:gd name="connsiteY132" fmla="*/ 857014 h 1416966"/>
                <a:gd name="connsiteX133" fmla="*/ 1710199 w 3990029"/>
                <a:gd name="connsiteY133" fmla="*/ 816275 h 1416966"/>
                <a:gd name="connsiteX134" fmla="*/ 1735206 w 3990029"/>
                <a:gd name="connsiteY134" fmla="*/ 847740 h 1416966"/>
                <a:gd name="connsiteX135" fmla="*/ 1761206 w 3990029"/>
                <a:gd name="connsiteY135" fmla="*/ 837638 h 1416966"/>
                <a:gd name="connsiteX136" fmla="*/ 1744148 w 3990029"/>
                <a:gd name="connsiteY136" fmla="*/ 750032 h 1416966"/>
                <a:gd name="connsiteX137" fmla="*/ 1793500 w 3990029"/>
                <a:gd name="connsiteY137" fmla="*/ 825218 h 1416966"/>
                <a:gd name="connsiteX138" fmla="*/ 1802442 w 3990029"/>
                <a:gd name="connsiteY138" fmla="*/ 821740 h 1416966"/>
                <a:gd name="connsiteX139" fmla="*/ 1786379 w 3990029"/>
                <a:gd name="connsiteY139" fmla="*/ 778682 h 1416966"/>
                <a:gd name="connsiteX140" fmla="*/ 1821487 w 3990029"/>
                <a:gd name="connsiteY140" fmla="*/ 814288 h 1416966"/>
                <a:gd name="connsiteX141" fmla="*/ 1832914 w 3990029"/>
                <a:gd name="connsiteY141" fmla="*/ 809982 h 1416966"/>
                <a:gd name="connsiteX142" fmla="*/ 1833245 w 3990029"/>
                <a:gd name="connsiteY142" fmla="*/ 808160 h 1416966"/>
                <a:gd name="connsiteX143" fmla="*/ 1785716 w 3990029"/>
                <a:gd name="connsiteY143" fmla="*/ 754504 h 1416966"/>
                <a:gd name="connsiteX144" fmla="*/ 1853615 w 3990029"/>
                <a:gd name="connsiteY144" fmla="*/ 794581 h 1416966"/>
                <a:gd name="connsiteX145" fmla="*/ 1839042 w 3990029"/>
                <a:gd name="connsiteY145" fmla="*/ 761625 h 1416966"/>
                <a:gd name="connsiteX146" fmla="*/ 1880940 w 3990029"/>
                <a:gd name="connsiteY146" fmla="*/ 791268 h 1416966"/>
                <a:gd name="connsiteX147" fmla="*/ 1885080 w 3990029"/>
                <a:gd name="connsiteY147" fmla="*/ 789778 h 1416966"/>
                <a:gd name="connsiteX148" fmla="*/ 1866532 w 3990029"/>
                <a:gd name="connsiteY148" fmla="*/ 714758 h 1416966"/>
                <a:gd name="connsiteX149" fmla="*/ 1917042 w 3990029"/>
                <a:gd name="connsiteY149" fmla="*/ 771230 h 1416966"/>
                <a:gd name="connsiteX150" fmla="*/ 1902966 w 3990029"/>
                <a:gd name="connsiteY150" fmla="*/ 708796 h 1416966"/>
                <a:gd name="connsiteX151" fmla="*/ 1941221 w 3990029"/>
                <a:gd name="connsiteY151" fmla="*/ 751854 h 1416966"/>
                <a:gd name="connsiteX152" fmla="*/ 1917870 w 3990029"/>
                <a:gd name="connsiteY152" fmla="*/ 669216 h 1416966"/>
                <a:gd name="connsiteX153" fmla="*/ 1970036 w 3990029"/>
                <a:gd name="connsiteY153" fmla="*/ 727841 h 1416966"/>
                <a:gd name="connsiteX154" fmla="*/ 1967221 w 3990029"/>
                <a:gd name="connsiteY154" fmla="*/ 681637 h 1416966"/>
                <a:gd name="connsiteX155" fmla="*/ 1991399 w 3990029"/>
                <a:gd name="connsiteY155" fmla="*/ 728007 h 1416966"/>
                <a:gd name="connsiteX156" fmla="*/ 2018393 w 3990029"/>
                <a:gd name="connsiteY156" fmla="*/ 738440 h 1416966"/>
                <a:gd name="connsiteX157" fmla="*/ 2032470 w 3990029"/>
                <a:gd name="connsiteY157" fmla="*/ 732975 h 1416966"/>
                <a:gd name="connsiteX158" fmla="*/ 2018063 w 3990029"/>
                <a:gd name="connsiteY158" fmla="*/ 715586 h 1416966"/>
                <a:gd name="connsiteX159" fmla="*/ 1978151 w 3990029"/>
                <a:gd name="connsiteY159" fmla="*/ 615726 h 1416966"/>
                <a:gd name="connsiteX160" fmla="*/ 2040585 w 3990029"/>
                <a:gd name="connsiteY160" fmla="*/ 703000 h 1416966"/>
                <a:gd name="connsiteX161" fmla="*/ 2026839 w 3990029"/>
                <a:gd name="connsiteY161" fmla="*/ 666401 h 1416966"/>
                <a:gd name="connsiteX162" fmla="*/ 2068904 w 3990029"/>
                <a:gd name="connsiteY162" fmla="*/ 696707 h 1416966"/>
                <a:gd name="connsiteX163" fmla="*/ 2056980 w 3990029"/>
                <a:gd name="connsiteY163" fmla="*/ 613407 h 1416966"/>
                <a:gd name="connsiteX164" fmla="*/ 2093745 w 3990029"/>
                <a:gd name="connsiteY164" fmla="*/ 682299 h 1416966"/>
                <a:gd name="connsiteX165" fmla="*/ 2102522 w 3990029"/>
                <a:gd name="connsiteY165" fmla="*/ 618044 h 1416966"/>
                <a:gd name="connsiteX166" fmla="*/ 2133987 w 3990029"/>
                <a:gd name="connsiteY166" fmla="*/ 674682 h 1416966"/>
                <a:gd name="connsiteX167" fmla="*/ 2091757 w 3990029"/>
                <a:gd name="connsiteY167" fmla="*/ 571177 h 1416966"/>
                <a:gd name="connsiteX168" fmla="*/ 2155184 w 3990029"/>
                <a:gd name="connsiteY168" fmla="*/ 642719 h 1416966"/>
                <a:gd name="connsiteX169" fmla="*/ 2186980 w 3990029"/>
                <a:gd name="connsiteY169" fmla="*/ 670376 h 1416966"/>
                <a:gd name="connsiteX170" fmla="*/ 2175057 w 3990029"/>
                <a:gd name="connsiteY170" fmla="*/ 653318 h 1416966"/>
                <a:gd name="connsiteX171" fmla="*/ 2160815 w 3990029"/>
                <a:gd name="connsiteY171" fmla="*/ 558922 h 1416966"/>
                <a:gd name="connsiteX172" fmla="*/ 2199733 w 3990029"/>
                <a:gd name="connsiteY172" fmla="*/ 638910 h 1416966"/>
                <a:gd name="connsiteX173" fmla="*/ 2214803 w 3990029"/>
                <a:gd name="connsiteY173" fmla="*/ 571012 h 1416966"/>
                <a:gd name="connsiteX174" fmla="*/ 2236332 w 3990029"/>
                <a:gd name="connsiteY174" fmla="*/ 620694 h 1416966"/>
                <a:gd name="connsiteX175" fmla="*/ 2235173 w 3990029"/>
                <a:gd name="connsiteY175" fmla="*/ 549648 h 1416966"/>
                <a:gd name="connsiteX176" fmla="*/ 2257199 w 3990029"/>
                <a:gd name="connsiteY176" fmla="*/ 597012 h 1416966"/>
                <a:gd name="connsiteX177" fmla="*/ 2269619 w 3990029"/>
                <a:gd name="connsiteY177" fmla="*/ 610757 h 1416966"/>
                <a:gd name="connsiteX178" fmla="*/ 2242128 w 3990029"/>
                <a:gd name="connsiteY178" fmla="*/ 479100 h 1416966"/>
                <a:gd name="connsiteX179" fmla="*/ 2313836 w 3990029"/>
                <a:gd name="connsiteY179" fmla="*/ 589394 h 1416966"/>
                <a:gd name="connsiteX180" fmla="*/ 2335364 w 3990029"/>
                <a:gd name="connsiteY180" fmla="*/ 501622 h 1416966"/>
                <a:gd name="connsiteX181" fmla="*/ 2361199 w 3990029"/>
                <a:gd name="connsiteY181" fmla="*/ 570846 h 1416966"/>
                <a:gd name="connsiteX182" fmla="*/ 2427773 w 3990029"/>
                <a:gd name="connsiteY182" fmla="*/ 556935 h 1416966"/>
                <a:gd name="connsiteX183" fmla="*/ 2361531 w 3990029"/>
                <a:gd name="connsiteY183" fmla="*/ 448463 h 1416966"/>
                <a:gd name="connsiteX184" fmla="*/ 2496831 w 3990029"/>
                <a:gd name="connsiteY184" fmla="*/ 554617 h 1416966"/>
                <a:gd name="connsiteX185" fmla="*/ 2484079 w 3990029"/>
                <a:gd name="connsiteY185" fmla="*/ 440679 h 1416966"/>
                <a:gd name="connsiteX186" fmla="*/ 2544692 w 3990029"/>
                <a:gd name="connsiteY186" fmla="*/ 541368 h 1416966"/>
                <a:gd name="connsiteX187" fmla="*/ 2588080 w 3990029"/>
                <a:gd name="connsiteY187" fmla="*/ 525636 h 1416966"/>
                <a:gd name="connsiteX188" fmla="*/ 2571851 w 3990029"/>
                <a:gd name="connsiteY188" fmla="*/ 462208 h 1416966"/>
                <a:gd name="connsiteX189" fmla="*/ 2588080 w 3990029"/>
                <a:gd name="connsiteY189" fmla="*/ 477444 h 1416966"/>
                <a:gd name="connsiteX190" fmla="*/ 2619711 w 3990029"/>
                <a:gd name="connsiteY190" fmla="*/ 514209 h 1416966"/>
                <a:gd name="connsiteX191" fmla="*/ 2632297 w 3990029"/>
                <a:gd name="connsiteY191" fmla="*/ 509737 h 1416966"/>
                <a:gd name="connsiteX192" fmla="*/ 2600501 w 3990029"/>
                <a:gd name="connsiteY192" fmla="*/ 422793 h 1416966"/>
                <a:gd name="connsiteX193" fmla="*/ 2671380 w 3990029"/>
                <a:gd name="connsiteY193" fmla="*/ 495826 h 1416966"/>
                <a:gd name="connsiteX194" fmla="*/ 2698043 w 3990029"/>
                <a:gd name="connsiteY194" fmla="*/ 486386 h 1416966"/>
                <a:gd name="connsiteX195" fmla="*/ 2698043 w 3990029"/>
                <a:gd name="connsiteY195" fmla="*/ 422793 h 1416966"/>
                <a:gd name="connsiteX196" fmla="*/ 2722719 w 3990029"/>
                <a:gd name="connsiteY196" fmla="*/ 477609 h 1416966"/>
                <a:gd name="connsiteX197" fmla="*/ 2762133 w 3990029"/>
                <a:gd name="connsiteY197" fmla="*/ 463533 h 1416966"/>
                <a:gd name="connsiteX198" fmla="*/ 2758159 w 3990029"/>
                <a:gd name="connsiteY198" fmla="*/ 458730 h 1416966"/>
                <a:gd name="connsiteX199" fmla="*/ 2743916 w 3990029"/>
                <a:gd name="connsiteY199" fmla="*/ 381557 h 1416966"/>
                <a:gd name="connsiteX200" fmla="*/ 2784324 w 3990029"/>
                <a:gd name="connsiteY200" fmla="*/ 455915 h 1416966"/>
                <a:gd name="connsiteX201" fmla="*/ 2820923 w 3990029"/>
                <a:gd name="connsiteY201" fmla="*/ 443163 h 1416966"/>
                <a:gd name="connsiteX202" fmla="*/ 2810158 w 3990029"/>
                <a:gd name="connsiteY202" fmla="*/ 397787 h 1416966"/>
                <a:gd name="connsiteX203" fmla="*/ 2846758 w 3990029"/>
                <a:gd name="connsiteY203" fmla="*/ 434220 h 1416966"/>
                <a:gd name="connsiteX204" fmla="*/ 2857853 w 3990029"/>
                <a:gd name="connsiteY204" fmla="*/ 430412 h 1416966"/>
                <a:gd name="connsiteX205" fmla="*/ 2838809 w 3990029"/>
                <a:gd name="connsiteY205" fmla="*/ 345786 h 1416966"/>
                <a:gd name="connsiteX206" fmla="*/ 2892134 w 3990029"/>
                <a:gd name="connsiteY206" fmla="*/ 418488 h 1416966"/>
                <a:gd name="connsiteX207" fmla="*/ 2932376 w 3990029"/>
                <a:gd name="connsiteY207" fmla="*/ 404742 h 1416966"/>
                <a:gd name="connsiteX208" fmla="*/ 2917638 w 3990029"/>
                <a:gd name="connsiteY208" fmla="*/ 352907 h 1416966"/>
                <a:gd name="connsiteX209" fmla="*/ 2961855 w 3990029"/>
                <a:gd name="connsiteY209" fmla="*/ 394641 h 1416966"/>
                <a:gd name="connsiteX210" fmla="*/ 2948109 w 3990029"/>
                <a:gd name="connsiteY210" fmla="*/ 279544 h 1416966"/>
                <a:gd name="connsiteX211" fmla="*/ 2995969 w 3990029"/>
                <a:gd name="connsiteY211" fmla="*/ 383379 h 1416966"/>
                <a:gd name="connsiteX212" fmla="*/ 3025613 w 3990029"/>
                <a:gd name="connsiteY212" fmla="*/ 373443 h 1416966"/>
                <a:gd name="connsiteX213" fmla="*/ 3017995 w 3990029"/>
                <a:gd name="connsiteY213" fmla="*/ 327901 h 1416966"/>
                <a:gd name="connsiteX214" fmla="*/ 3048964 w 3990029"/>
                <a:gd name="connsiteY214" fmla="*/ 365494 h 1416966"/>
                <a:gd name="connsiteX215" fmla="*/ 3060887 w 3990029"/>
                <a:gd name="connsiteY215" fmla="*/ 304550 h 1416966"/>
                <a:gd name="connsiteX216" fmla="*/ 3094008 w 3990029"/>
                <a:gd name="connsiteY216" fmla="*/ 350755 h 1416966"/>
                <a:gd name="connsiteX217" fmla="*/ 3148162 w 3990029"/>
                <a:gd name="connsiteY217" fmla="*/ 333200 h 1416966"/>
                <a:gd name="connsiteX218" fmla="*/ 3139716 w 3990029"/>
                <a:gd name="connsiteY218" fmla="*/ 258015 h 1416966"/>
                <a:gd name="connsiteX219" fmla="*/ 3180620 w 3990029"/>
                <a:gd name="connsiteY219" fmla="*/ 322436 h 1416966"/>
                <a:gd name="connsiteX220" fmla="*/ 3180620 w 3990029"/>
                <a:gd name="connsiteY220" fmla="*/ 270601 h 1416966"/>
                <a:gd name="connsiteX221" fmla="*/ 3188901 w 3990029"/>
                <a:gd name="connsiteY221" fmla="*/ 284512 h 1416966"/>
                <a:gd name="connsiteX222" fmla="*/ 3218545 w 3990029"/>
                <a:gd name="connsiteY222" fmla="*/ 310347 h 1416966"/>
                <a:gd name="connsiteX223" fmla="*/ 3238748 w 3990029"/>
                <a:gd name="connsiteY223" fmla="*/ 304054 h 1416966"/>
                <a:gd name="connsiteX224" fmla="*/ 3243552 w 3990029"/>
                <a:gd name="connsiteY224" fmla="*/ 266957 h 1416966"/>
                <a:gd name="connsiteX225" fmla="*/ 3261602 w 3990029"/>
                <a:gd name="connsiteY225" fmla="*/ 296933 h 1416966"/>
                <a:gd name="connsiteX226" fmla="*/ 3299361 w 3990029"/>
                <a:gd name="connsiteY226" fmla="*/ 285174 h 1416966"/>
                <a:gd name="connsiteX227" fmla="*/ 3299361 w 3990029"/>
                <a:gd name="connsiteY227" fmla="*/ 284843 h 1416966"/>
                <a:gd name="connsiteX228" fmla="*/ 3279488 w 3990029"/>
                <a:gd name="connsiteY228" fmla="*/ 188294 h 1416966"/>
                <a:gd name="connsiteX229" fmla="*/ 3347056 w 3990029"/>
                <a:gd name="connsiteY229" fmla="*/ 270270 h 1416966"/>
                <a:gd name="connsiteX230" fmla="*/ 3357158 w 3990029"/>
                <a:gd name="connsiteY230" fmla="*/ 267123 h 1416966"/>
                <a:gd name="connsiteX231" fmla="*/ 3359973 w 3990029"/>
                <a:gd name="connsiteY231" fmla="*/ 198893 h 1416966"/>
                <a:gd name="connsiteX232" fmla="*/ 3394088 w 3990029"/>
                <a:gd name="connsiteY232" fmla="*/ 256028 h 1416966"/>
                <a:gd name="connsiteX233" fmla="*/ 3429362 w 3990029"/>
                <a:gd name="connsiteY233" fmla="*/ 245429 h 1416966"/>
                <a:gd name="connsiteX234" fmla="*/ 3429693 w 3990029"/>
                <a:gd name="connsiteY234" fmla="*/ 245098 h 1416966"/>
                <a:gd name="connsiteX235" fmla="*/ 3406508 w 3990029"/>
                <a:gd name="connsiteY235" fmla="*/ 197072 h 1416966"/>
                <a:gd name="connsiteX236" fmla="*/ 3460330 w 3990029"/>
                <a:gd name="connsiteY236" fmla="*/ 235989 h 1416966"/>
                <a:gd name="connsiteX237" fmla="*/ 3469274 w 3990029"/>
                <a:gd name="connsiteY237" fmla="*/ 168919 h 1416966"/>
                <a:gd name="connsiteX238" fmla="*/ 3500738 w 3990029"/>
                <a:gd name="connsiteY238" fmla="*/ 224231 h 1416966"/>
                <a:gd name="connsiteX239" fmla="*/ 3550918 w 3990029"/>
                <a:gd name="connsiteY239" fmla="*/ 209823 h 1416966"/>
                <a:gd name="connsiteX240" fmla="*/ 3538993 w 3990029"/>
                <a:gd name="connsiteY240" fmla="*/ 129007 h 1416966"/>
                <a:gd name="connsiteX241" fmla="*/ 3582714 w 3990029"/>
                <a:gd name="connsiteY241" fmla="*/ 200549 h 1416966"/>
                <a:gd name="connsiteX242" fmla="*/ 3564332 w 3990029"/>
                <a:gd name="connsiteY242" fmla="*/ 68727 h 1416966"/>
                <a:gd name="connsiteX243" fmla="*/ 3620473 w 3990029"/>
                <a:gd name="connsiteY243" fmla="*/ 189785 h 1416966"/>
                <a:gd name="connsiteX244" fmla="*/ 3620307 w 3990029"/>
                <a:gd name="connsiteY244" fmla="*/ 190116 h 1416966"/>
                <a:gd name="connsiteX245" fmla="*/ 3660052 w 3990029"/>
                <a:gd name="connsiteY245" fmla="*/ 178855 h 1416966"/>
                <a:gd name="connsiteX246" fmla="*/ 3651937 w 3990029"/>
                <a:gd name="connsiteY246" fmla="*/ 104001 h 1416966"/>
                <a:gd name="connsiteX247" fmla="*/ 3689861 w 3990029"/>
                <a:gd name="connsiteY247" fmla="*/ 170575 h 1416966"/>
                <a:gd name="connsiteX248" fmla="*/ 3689861 w 3990029"/>
                <a:gd name="connsiteY248" fmla="*/ 114765 h 1416966"/>
                <a:gd name="connsiteX249" fmla="*/ 3714371 w 3990029"/>
                <a:gd name="connsiteY249" fmla="*/ 164282 h 1416966"/>
                <a:gd name="connsiteX250" fmla="*/ 3740040 w 3990029"/>
                <a:gd name="connsiteY250" fmla="*/ 157326 h 1416966"/>
                <a:gd name="connsiteX251" fmla="*/ 3739709 w 3990029"/>
                <a:gd name="connsiteY251" fmla="*/ 95058 h 1416966"/>
                <a:gd name="connsiteX252" fmla="*/ 3772334 w 3990029"/>
                <a:gd name="connsiteY252" fmla="*/ 148715 h 1416966"/>
                <a:gd name="connsiteX253" fmla="*/ 3780944 w 3990029"/>
                <a:gd name="connsiteY253" fmla="*/ 146396 h 1416966"/>
                <a:gd name="connsiteX254" fmla="*/ 3766537 w 3990029"/>
                <a:gd name="connsiteY254" fmla="*/ 55644 h 1416966"/>
                <a:gd name="connsiteX255" fmla="*/ 3819365 w 3990029"/>
                <a:gd name="connsiteY255" fmla="*/ 127683 h 1416966"/>
                <a:gd name="connsiteX256" fmla="*/ 3856131 w 3990029"/>
                <a:gd name="connsiteY256" fmla="*/ 55644 h 1416966"/>
                <a:gd name="connsiteX257" fmla="*/ 3873685 w 3990029"/>
                <a:gd name="connsiteY257" fmla="*/ 122714 h 1416966"/>
                <a:gd name="connsiteX258" fmla="*/ 3917239 w 3990029"/>
                <a:gd name="connsiteY258" fmla="*/ 111784 h 1416966"/>
                <a:gd name="connsiteX259" fmla="*/ 3917074 w 3990029"/>
                <a:gd name="connsiteY259" fmla="*/ 111453 h 1416966"/>
                <a:gd name="connsiteX260" fmla="*/ 3918399 w 3990029"/>
                <a:gd name="connsiteY260" fmla="*/ 55644 h 1416966"/>
                <a:gd name="connsiteX261" fmla="*/ 3940093 w 3990029"/>
                <a:gd name="connsiteY261" fmla="*/ 105988 h 1416966"/>
                <a:gd name="connsiteX262" fmla="*/ 3951686 w 3990029"/>
                <a:gd name="connsiteY262" fmla="*/ 103007 h 1416966"/>
                <a:gd name="connsiteX263" fmla="*/ 3943902 w 3990029"/>
                <a:gd name="connsiteY263" fmla="*/ 0 h 1416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</a:cxnLst>
              <a:rect l="l" t="t" r="r" b="b"/>
              <a:pathLst>
                <a:path w="3990029" h="1416966">
                  <a:moveTo>
                    <a:pt x="96197" y="1390599"/>
                  </a:moveTo>
                  <a:cubicBezTo>
                    <a:pt x="96197" y="1390599"/>
                    <a:pt x="100627" y="1395071"/>
                    <a:pt x="106465" y="1404469"/>
                  </a:cubicBezTo>
                  <a:lnTo>
                    <a:pt x="113070" y="1416966"/>
                  </a:lnTo>
                  <a:lnTo>
                    <a:pt x="99960" y="1416966"/>
                  </a:lnTo>
                  <a:lnTo>
                    <a:pt x="100275" y="1415347"/>
                  </a:lnTo>
                  <a:cubicBezTo>
                    <a:pt x="100638" y="1407284"/>
                    <a:pt x="99592" y="1398838"/>
                    <a:pt x="96197" y="1390599"/>
                  </a:cubicBezTo>
                  <a:close/>
                  <a:moveTo>
                    <a:pt x="8756" y="1390599"/>
                  </a:moveTo>
                  <a:cubicBezTo>
                    <a:pt x="8756" y="1390599"/>
                    <a:pt x="9108" y="1394646"/>
                    <a:pt x="10037" y="1401051"/>
                  </a:cubicBezTo>
                  <a:lnTo>
                    <a:pt x="13107" y="1416966"/>
                  </a:lnTo>
                  <a:lnTo>
                    <a:pt x="0" y="1416966"/>
                  </a:lnTo>
                  <a:close/>
                  <a:moveTo>
                    <a:pt x="185624" y="1368739"/>
                  </a:moveTo>
                  <a:cubicBezTo>
                    <a:pt x="185624" y="1368739"/>
                    <a:pt x="190189" y="1389233"/>
                    <a:pt x="199248" y="1405418"/>
                  </a:cubicBezTo>
                  <a:lnTo>
                    <a:pt x="208061" y="1416966"/>
                  </a:lnTo>
                  <a:lnTo>
                    <a:pt x="173761" y="1416966"/>
                  </a:lnTo>
                  <a:lnTo>
                    <a:pt x="174239" y="1410824"/>
                  </a:lnTo>
                  <a:cubicBezTo>
                    <a:pt x="175688" y="1398879"/>
                    <a:pt x="178834" y="1383395"/>
                    <a:pt x="185624" y="1368739"/>
                  </a:cubicBezTo>
                  <a:close/>
                  <a:moveTo>
                    <a:pt x="3943902" y="0"/>
                  </a:moveTo>
                  <a:cubicBezTo>
                    <a:pt x="3943902" y="0"/>
                    <a:pt x="3973711" y="27201"/>
                    <a:pt x="3986869" y="59665"/>
                  </a:cubicBezTo>
                  <a:lnTo>
                    <a:pt x="3990029" y="77595"/>
                  </a:lnTo>
                  <a:lnTo>
                    <a:pt x="3990029" y="1416966"/>
                  </a:lnTo>
                  <a:lnTo>
                    <a:pt x="216488" y="1416966"/>
                  </a:lnTo>
                  <a:lnTo>
                    <a:pt x="216593" y="1416930"/>
                  </a:lnTo>
                  <a:lnTo>
                    <a:pt x="223383" y="1380662"/>
                  </a:lnTo>
                  <a:lnTo>
                    <a:pt x="241434" y="1408319"/>
                  </a:lnTo>
                  <a:cubicBezTo>
                    <a:pt x="241434" y="1408319"/>
                    <a:pt x="259154" y="1375032"/>
                    <a:pt x="255179" y="1343236"/>
                  </a:cubicBezTo>
                  <a:cubicBezTo>
                    <a:pt x="255179" y="1343236"/>
                    <a:pt x="279358" y="1364268"/>
                    <a:pt x="282339" y="1394077"/>
                  </a:cubicBezTo>
                  <a:lnTo>
                    <a:pt x="282504" y="1394077"/>
                  </a:lnTo>
                  <a:lnTo>
                    <a:pt x="300887" y="1356816"/>
                  </a:lnTo>
                  <a:lnTo>
                    <a:pt x="314301" y="1382981"/>
                  </a:lnTo>
                  <a:cubicBezTo>
                    <a:pt x="314301" y="1382981"/>
                    <a:pt x="314301" y="1382815"/>
                    <a:pt x="314632" y="1382815"/>
                  </a:cubicBezTo>
                  <a:cubicBezTo>
                    <a:pt x="316950" y="1379007"/>
                    <a:pt x="344110" y="1333465"/>
                    <a:pt x="330696" y="1299184"/>
                  </a:cubicBezTo>
                  <a:cubicBezTo>
                    <a:pt x="330696" y="1299184"/>
                    <a:pt x="356696" y="1330815"/>
                    <a:pt x="355703" y="1368408"/>
                  </a:cubicBezTo>
                  <a:cubicBezTo>
                    <a:pt x="367792" y="1364268"/>
                    <a:pt x="379881" y="1359962"/>
                    <a:pt x="391971" y="1355821"/>
                  </a:cubicBezTo>
                  <a:cubicBezTo>
                    <a:pt x="391971" y="1354663"/>
                    <a:pt x="390645" y="1334293"/>
                    <a:pt x="400417" y="1311108"/>
                  </a:cubicBezTo>
                  <a:cubicBezTo>
                    <a:pt x="400417" y="1311108"/>
                    <a:pt x="402238" y="1317070"/>
                    <a:pt x="405550" y="1324522"/>
                  </a:cubicBezTo>
                  <a:cubicBezTo>
                    <a:pt x="409028" y="1331975"/>
                    <a:pt x="413831" y="1340586"/>
                    <a:pt x="419958" y="1346051"/>
                  </a:cubicBezTo>
                  <a:cubicBezTo>
                    <a:pt x="419792" y="1345057"/>
                    <a:pt x="412340" y="1283120"/>
                    <a:pt x="434200" y="1259439"/>
                  </a:cubicBezTo>
                  <a:cubicBezTo>
                    <a:pt x="434200" y="1259439"/>
                    <a:pt x="439168" y="1302828"/>
                    <a:pt x="468315" y="1328662"/>
                  </a:cubicBezTo>
                  <a:cubicBezTo>
                    <a:pt x="476761" y="1325681"/>
                    <a:pt x="485041" y="1322700"/>
                    <a:pt x="493488" y="1319719"/>
                  </a:cubicBezTo>
                  <a:cubicBezTo>
                    <a:pt x="493818" y="1318229"/>
                    <a:pt x="502761" y="1280802"/>
                    <a:pt x="493322" y="1259439"/>
                  </a:cubicBezTo>
                  <a:cubicBezTo>
                    <a:pt x="493322" y="1259439"/>
                    <a:pt x="529424" y="1279974"/>
                    <a:pt x="530583" y="1306305"/>
                  </a:cubicBezTo>
                  <a:lnTo>
                    <a:pt x="530749" y="1306305"/>
                  </a:lnTo>
                  <a:cubicBezTo>
                    <a:pt x="530749" y="1306305"/>
                    <a:pt x="549463" y="1269375"/>
                    <a:pt x="549463" y="1269375"/>
                  </a:cubicBezTo>
                  <a:lnTo>
                    <a:pt x="561386" y="1295210"/>
                  </a:lnTo>
                  <a:lnTo>
                    <a:pt x="561552" y="1295210"/>
                  </a:lnTo>
                  <a:cubicBezTo>
                    <a:pt x="562214" y="1293222"/>
                    <a:pt x="570991" y="1270203"/>
                    <a:pt x="561386" y="1241553"/>
                  </a:cubicBezTo>
                  <a:cubicBezTo>
                    <a:pt x="561386" y="1241553"/>
                    <a:pt x="593348" y="1252649"/>
                    <a:pt x="593348" y="1283617"/>
                  </a:cubicBezTo>
                  <a:lnTo>
                    <a:pt x="593514" y="1283617"/>
                  </a:lnTo>
                  <a:lnTo>
                    <a:pt x="609081" y="1241553"/>
                  </a:lnTo>
                  <a:lnTo>
                    <a:pt x="618686" y="1274509"/>
                  </a:lnTo>
                  <a:lnTo>
                    <a:pt x="626966" y="1207769"/>
                  </a:lnTo>
                  <a:lnTo>
                    <a:pt x="649654" y="1263247"/>
                  </a:lnTo>
                  <a:cubicBezTo>
                    <a:pt x="649654" y="1263247"/>
                    <a:pt x="656775" y="1222177"/>
                    <a:pt x="686419" y="1197170"/>
                  </a:cubicBezTo>
                  <a:cubicBezTo>
                    <a:pt x="685095" y="1199820"/>
                    <a:pt x="669362" y="1232611"/>
                    <a:pt x="686584" y="1249668"/>
                  </a:cubicBezTo>
                  <a:cubicBezTo>
                    <a:pt x="686584" y="1249668"/>
                    <a:pt x="687910" y="1248177"/>
                    <a:pt x="689897" y="1245196"/>
                  </a:cubicBezTo>
                  <a:cubicBezTo>
                    <a:pt x="698839" y="1232611"/>
                    <a:pt x="720368" y="1195183"/>
                    <a:pt x="698673" y="1150966"/>
                  </a:cubicBezTo>
                  <a:cubicBezTo>
                    <a:pt x="701986" y="1156597"/>
                    <a:pt x="728648" y="1201807"/>
                    <a:pt x="728648" y="1233769"/>
                  </a:cubicBezTo>
                  <a:lnTo>
                    <a:pt x="728648" y="1234101"/>
                  </a:lnTo>
                  <a:lnTo>
                    <a:pt x="744215" y="1197005"/>
                  </a:lnTo>
                  <a:lnTo>
                    <a:pt x="744215" y="1228305"/>
                  </a:lnTo>
                  <a:lnTo>
                    <a:pt x="744381" y="1228305"/>
                  </a:lnTo>
                  <a:cubicBezTo>
                    <a:pt x="745540" y="1227145"/>
                    <a:pt x="776840" y="1198827"/>
                    <a:pt x="765910" y="1166533"/>
                  </a:cubicBezTo>
                  <a:cubicBezTo>
                    <a:pt x="767401" y="1169183"/>
                    <a:pt x="779490" y="1191043"/>
                    <a:pt x="779490" y="1213234"/>
                  </a:cubicBezTo>
                  <a:lnTo>
                    <a:pt x="779490" y="1215221"/>
                  </a:lnTo>
                  <a:lnTo>
                    <a:pt x="791580" y="1182100"/>
                  </a:lnTo>
                  <a:lnTo>
                    <a:pt x="806815" y="1204954"/>
                  </a:lnTo>
                  <a:cubicBezTo>
                    <a:pt x="806815" y="1204954"/>
                    <a:pt x="805987" y="1146164"/>
                    <a:pt x="833312" y="1127615"/>
                  </a:cubicBezTo>
                  <a:cubicBezTo>
                    <a:pt x="833312" y="1127615"/>
                    <a:pt x="826357" y="1168023"/>
                    <a:pt x="845898" y="1190215"/>
                  </a:cubicBezTo>
                  <a:cubicBezTo>
                    <a:pt x="848383" y="1189387"/>
                    <a:pt x="850866" y="1188393"/>
                    <a:pt x="853351" y="1187565"/>
                  </a:cubicBezTo>
                  <a:lnTo>
                    <a:pt x="853351" y="1160571"/>
                  </a:lnTo>
                  <a:lnTo>
                    <a:pt x="863452" y="1183756"/>
                  </a:lnTo>
                  <a:cubicBezTo>
                    <a:pt x="863452" y="1183756"/>
                    <a:pt x="887631" y="1152125"/>
                    <a:pt x="877860" y="1127947"/>
                  </a:cubicBezTo>
                  <a:cubicBezTo>
                    <a:pt x="878854" y="1129106"/>
                    <a:pt x="882663" y="1134074"/>
                    <a:pt x="886638" y="1141361"/>
                  </a:cubicBezTo>
                  <a:cubicBezTo>
                    <a:pt x="891274" y="1149476"/>
                    <a:pt x="895912" y="1160406"/>
                    <a:pt x="896077" y="1171502"/>
                  </a:cubicBezTo>
                  <a:lnTo>
                    <a:pt x="906511" y="1143845"/>
                  </a:lnTo>
                  <a:lnTo>
                    <a:pt x="919096" y="1162724"/>
                  </a:lnTo>
                  <a:cubicBezTo>
                    <a:pt x="919096" y="1162724"/>
                    <a:pt x="914791" y="1110227"/>
                    <a:pt x="937147" y="1094494"/>
                  </a:cubicBezTo>
                  <a:cubicBezTo>
                    <a:pt x="937147" y="1094494"/>
                    <a:pt x="932510" y="1139042"/>
                    <a:pt x="953211" y="1149807"/>
                  </a:cubicBezTo>
                  <a:cubicBezTo>
                    <a:pt x="958014" y="1147985"/>
                    <a:pt x="962816" y="1146164"/>
                    <a:pt x="967784" y="1144342"/>
                  </a:cubicBezTo>
                  <a:cubicBezTo>
                    <a:pt x="974575" y="1131921"/>
                    <a:pt x="975403" y="1107411"/>
                    <a:pt x="975403" y="1107411"/>
                  </a:cubicBezTo>
                  <a:cubicBezTo>
                    <a:pt x="975403" y="1107411"/>
                    <a:pt x="988651" y="1119501"/>
                    <a:pt x="991797" y="1135234"/>
                  </a:cubicBezTo>
                  <a:cubicBezTo>
                    <a:pt x="998588" y="1132584"/>
                    <a:pt x="1005212" y="1130100"/>
                    <a:pt x="1012002" y="1127450"/>
                  </a:cubicBezTo>
                  <a:cubicBezTo>
                    <a:pt x="1012002" y="1127450"/>
                    <a:pt x="1018295" y="1101616"/>
                    <a:pt x="1002562" y="1077271"/>
                  </a:cubicBezTo>
                  <a:cubicBezTo>
                    <a:pt x="1002562" y="1077271"/>
                    <a:pt x="1025582" y="1088864"/>
                    <a:pt x="1026906" y="1121820"/>
                  </a:cubicBezTo>
                  <a:cubicBezTo>
                    <a:pt x="1035684" y="1118507"/>
                    <a:pt x="1044460" y="1115030"/>
                    <a:pt x="1053238" y="1111717"/>
                  </a:cubicBezTo>
                  <a:cubicBezTo>
                    <a:pt x="1053238" y="1111386"/>
                    <a:pt x="1036346" y="1071475"/>
                    <a:pt x="1053238" y="1032888"/>
                  </a:cubicBezTo>
                  <a:cubicBezTo>
                    <a:pt x="1053238" y="1032888"/>
                    <a:pt x="1060359" y="1083564"/>
                    <a:pt x="1084538" y="1099794"/>
                  </a:cubicBezTo>
                  <a:cubicBezTo>
                    <a:pt x="1088181" y="1098469"/>
                    <a:pt x="1091659" y="1096979"/>
                    <a:pt x="1095302" y="1095653"/>
                  </a:cubicBezTo>
                  <a:cubicBezTo>
                    <a:pt x="1095302" y="1082405"/>
                    <a:pt x="1084538" y="1054418"/>
                    <a:pt x="1084538" y="1054418"/>
                  </a:cubicBezTo>
                  <a:cubicBezTo>
                    <a:pt x="1084538" y="1054418"/>
                    <a:pt x="1106894" y="1072634"/>
                    <a:pt x="1111034" y="1089692"/>
                  </a:cubicBezTo>
                  <a:cubicBezTo>
                    <a:pt x="1124117" y="1084723"/>
                    <a:pt x="1137035" y="1079590"/>
                    <a:pt x="1149952" y="1074622"/>
                  </a:cubicBezTo>
                  <a:cubicBezTo>
                    <a:pt x="1157901" y="1057895"/>
                    <a:pt x="1157901" y="1033882"/>
                    <a:pt x="1134550" y="1004073"/>
                  </a:cubicBezTo>
                  <a:cubicBezTo>
                    <a:pt x="1134550" y="1004073"/>
                    <a:pt x="1173137" y="1034379"/>
                    <a:pt x="1178436" y="1063691"/>
                  </a:cubicBezTo>
                  <a:cubicBezTo>
                    <a:pt x="1179762" y="1063195"/>
                    <a:pt x="1180920" y="1062698"/>
                    <a:pt x="1182245" y="1062201"/>
                  </a:cubicBezTo>
                  <a:lnTo>
                    <a:pt x="1192016" y="1032888"/>
                  </a:lnTo>
                  <a:lnTo>
                    <a:pt x="1207086" y="1052596"/>
                  </a:lnTo>
                  <a:lnTo>
                    <a:pt x="1207086" y="1004073"/>
                  </a:lnTo>
                  <a:lnTo>
                    <a:pt x="1232590" y="1042825"/>
                  </a:lnTo>
                  <a:cubicBezTo>
                    <a:pt x="1232590" y="1042825"/>
                    <a:pt x="1226462" y="999767"/>
                    <a:pt x="1250807" y="976914"/>
                  </a:cubicBezTo>
                  <a:cubicBezTo>
                    <a:pt x="1250807" y="976914"/>
                    <a:pt x="1242029" y="1004570"/>
                    <a:pt x="1276475" y="1025933"/>
                  </a:cubicBezTo>
                  <a:cubicBezTo>
                    <a:pt x="1284259" y="1022787"/>
                    <a:pt x="1292042" y="1019806"/>
                    <a:pt x="1299826" y="1016825"/>
                  </a:cubicBezTo>
                  <a:cubicBezTo>
                    <a:pt x="1302144" y="1003245"/>
                    <a:pt x="1298170" y="984035"/>
                    <a:pt x="1298170" y="984035"/>
                  </a:cubicBezTo>
                  <a:lnTo>
                    <a:pt x="1317215" y="1010035"/>
                  </a:lnTo>
                  <a:cubicBezTo>
                    <a:pt x="1317215" y="1010035"/>
                    <a:pt x="1341228" y="989831"/>
                    <a:pt x="1328310" y="951079"/>
                  </a:cubicBezTo>
                  <a:cubicBezTo>
                    <a:pt x="1328310" y="951079"/>
                    <a:pt x="1345203" y="965321"/>
                    <a:pt x="1347521" y="998442"/>
                  </a:cubicBezTo>
                  <a:cubicBezTo>
                    <a:pt x="1356464" y="994965"/>
                    <a:pt x="1365240" y="991487"/>
                    <a:pt x="1374184" y="988009"/>
                  </a:cubicBezTo>
                  <a:lnTo>
                    <a:pt x="1374184" y="943792"/>
                  </a:lnTo>
                  <a:cubicBezTo>
                    <a:pt x="1374184" y="943792"/>
                    <a:pt x="1395712" y="959194"/>
                    <a:pt x="1394221" y="980226"/>
                  </a:cubicBezTo>
                  <a:lnTo>
                    <a:pt x="1394387" y="980226"/>
                  </a:lnTo>
                  <a:cubicBezTo>
                    <a:pt x="1394387" y="980226"/>
                    <a:pt x="1417075" y="949754"/>
                    <a:pt x="1405980" y="919779"/>
                  </a:cubicBezTo>
                  <a:cubicBezTo>
                    <a:pt x="1407801" y="922263"/>
                    <a:pt x="1422209" y="943461"/>
                    <a:pt x="1425521" y="968137"/>
                  </a:cubicBezTo>
                  <a:cubicBezTo>
                    <a:pt x="1435623" y="964162"/>
                    <a:pt x="1445726" y="960187"/>
                    <a:pt x="1455828" y="956378"/>
                  </a:cubicBezTo>
                  <a:cubicBezTo>
                    <a:pt x="1455828" y="956378"/>
                    <a:pt x="1446056" y="925244"/>
                    <a:pt x="1461789" y="906531"/>
                  </a:cubicBezTo>
                  <a:cubicBezTo>
                    <a:pt x="1461789" y="906531"/>
                    <a:pt x="1467420" y="933193"/>
                    <a:pt x="1483152" y="945614"/>
                  </a:cubicBezTo>
                  <a:cubicBezTo>
                    <a:pt x="1490605" y="942799"/>
                    <a:pt x="1497891" y="939983"/>
                    <a:pt x="1505178" y="937168"/>
                  </a:cubicBezTo>
                  <a:lnTo>
                    <a:pt x="1490439" y="899409"/>
                  </a:lnTo>
                  <a:cubicBezTo>
                    <a:pt x="1490439" y="899409"/>
                    <a:pt x="1519752" y="914480"/>
                    <a:pt x="1520249" y="931372"/>
                  </a:cubicBezTo>
                  <a:cubicBezTo>
                    <a:pt x="1523726" y="929881"/>
                    <a:pt x="1527370" y="928556"/>
                    <a:pt x="1530847" y="927232"/>
                  </a:cubicBezTo>
                  <a:cubicBezTo>
                    <a:pt x="1537472" y="915142"/>
                    <a:pt x="1541114" y="891626"/>
                    <a:pt x="1520249" y="867779"/>
                  </a:cubicBezTo>
                  <a:cubicBezTo>
                    <a:pt x="1520249" y="867779"/>
                    <a:pt x="1556517" y="888148"/>
                    <a:pt x="1562810" y="914811"/>
                  </a:cubicBezTo>
                  <a:cubicBezTo>
                    <a:pt x="1565459" y="913818"/>
                    <a:pt x="1568108" y="912658"/>
                    <a:pt x="1570593" y="911665"/>
                  </a:cubicBezTo>
                  <a:lnTo>
                    <a:pt x="1583676" y="886492"/>
                  </a:lnTo>
                  <a:lnTo>
                    <a:pt x="1598249" y="900900"/>
                  </a:lnTo>
                  <a:cubicBezTo>
                    <a:pt x="1600568" y="900072"/>
                    <a:pt x="1602886" y="899078"/>
                    <a:pt x="1605205" y="898251"/>
                  </a:cubicBezTo>
                  <a:lnTo>
                    <a:pt x="1605205" y="867779"/>
                  </a:lnTo>
                  <a:lnTo>
                    <a:pt x="1622594" y="891461"/>
                  </a:lnTo>
                  <a:cubicBezTo>
                    <a:pt x="1622594" y="891461"/>
                    <a:pt x="1625409" y="862148"/>
                    <a:pt x="1641142" y="841944"/>
                  </a:cubicBezTo>
                  <a:lnTo>
                    <a:pt x="1641142" y="843103"/>
                  </a:lnTo>
                  <a:cubicBezTo>
                    <a:pt x="1641142" y="847243"/>
                    <a:pt x="1642135" y="863307"/>
                    <a:pt x="1657536" y="877881"/>
                  </a:cubicBezTo>
                  <a:cubicBezTo>
                    <a:pt x="1660683" y="876721"/>
                    <a:pt x="1663664" y="875562"/>
                    <a:pt x="1666645" y="874403"/>
                  </a:cubicBezTo>
                  <a:cubicBezTo>
                    <a:pt x="1669129" y="859499"/>
                    <a:pt x="1659358" y="820912"/>
                    <a:pt x="1640148" y="809319"/>
                  </a:cubicBezTo>
                  <a:cubicBezTo>
                    <a:pt x="1644784" y="811804"/>
                    <a:pt x="1682543" y="833829"/>
                    <a:pt x="1692149" y="864467"/>
                  </a:cubicBezTo>
                  <a:cubicBezTo>
                    <a:pt x="1698607" y="861983"/>
                    <a:pt x="1705065" y="859499"/>
                    <a:pt x="1711524" y="857014"/>
                  </a:cubicBezTo>
                  <a:cubicBezTo>
                    <a:pt x="1715001" y="841779"/>
                    <a:pt x="1715996" y="824059"/>
                    <a:pt x="1710199" y="816275"/>
                  </a:cubicBezTo>
                  <a:cubicBezTo>
                    <a:pt x="1712352" y="817765"/>
                    <a:pt x="1729244" y="830020"/>
                    <a:pt x="1735206" y="847740"/>
                  </a:cubicBezTo>
                  <a:cubicBezTo>
                    <a:pt x="1743818" y="844428"/>
                    <a:pt x="1752429" y="841116"/>
                    <a:pt x="1761206" y="837638"/>
                  </a:cubicBezTo>
                  <a:cubicBezTo>
                    <a:pt x="1739346" y="803689"/>
                    <a:pt x="1744148" y="750032"/>
                    <a:pt x="1744148" y="750032"/>
                  </a:cubicBezTo>
                  <a:cubicBezTo>
                    <a:pt x="1751767" y="789944"/>
                    <a:pt x="1777436" y="813791"/>
                    <a:pt x="1793500" y="825218"/>
                  </a:cubicBezTo>
                  <a:lnTo>
                    <a:pt x="1802442" y="821740"/>
                  </a:lnTo>
                  <a:lnTo>
                    <a:pt x="1786379" y="778682"/>
                  </a:lnTo>
                  <a:cubicBezTo>
                    <a:pt x="1788862" y="781829"/>
                    <a:pt x="1808404" y="806835"/>
                    <a:pt x="1821487" y="814288"/>
                  </a:cubicBezTo>
                  <a:cubicBezTo>
                    <a:pt x="1825296" y="812797"/>
                    <a:pt x="1829105" y="811307"/>
                    <a:pt x="1832914" y="809982"/>
                  </a:cubicBezTo>
                  <a:cubicBezTo>
                    <a:pt x="1833079" y="809319"/>
                    <a:pt x="1833245" y="808823"/>
                    <a:pt x="1833245" y="808160"/>
                  </a:cubicBezTo>
                  <a:cubicBezTo>
                    <a:pt x="1835066" y="778351"/>
                    <a:pt x="1785716" y="754504"/>
                    <a:pt x="1785716" y="754504"/>
                  </a:cubicBezTo>
                  <a:cubicBezTo>
                    <a:pt x="1825792" y="744899"/>
                    <a:pt x="1850137" y="787956"/>
                    <a:pt x="1853615" y="794581"/>
                  </a:cubicBezTo>
                  <a:lnTo>
                    <a:pt x="1839042" y="761625"/>
                  </a:lnTo>
                  <a:lnTo>
                    <a:pt x="1880940" y="791268"/>
                  </a:lnTo>
                  <a:cubicBezTo>
                    <a:pt x="1882431" y="790771"/>
                    <a:pt x="1883755" y="790275"/>
                    <a:pt x="1885080" y="789778"/>
                  </a:cubicBezTo>
                  <a:cubicBezTo>
                    <a:pt x="1865538" y="760466"/>
                    <a:pt x="1866532" y="714758"/>
                    <a:pt x="1866532" y="714758"/>
                  </a:cubicBezTo>
                  <a:cubicBezTo>
                    <a:pt x="1882099" y="764772"/>
                    <a:pt x="1917042" y="771230"/>
                    <a:pt x="1917042" y="771230"/>
                  </a:cubicBezTo>
                  <a:cubicBezTo>
                    <a:pt x="1894354" y="752020"/>
                    <a:pt x="1902966" y="708796"/>
                    <a:pt x="1902966" y="708796"/>
                  </a:cubicBezTo>
                  <a:cubicBezTo>
                    <a:pt x="1902966" y="708796"/>
                    <a:pt x="1922839" y="775701"/>
                    <a:pt x="1941221" y="751854"/>
                  </a:cubicBezTo>
                  <a:cubicBezTo>
                    <a:pt x="1959437" y="728007"/>
                    <a:pt x="1917870" y="669216"/>
                    <a:pt x="1917870" y="669216"/>
                  </a:cubicBezTo>
                  <a:cubicBezTo>
                    <a:pt x="1951323" y="686439"/>
                    <a:pt x="1970036" y="727841"/>
                    <a:pt x="1970036" y="727841"/>
                  </a:cubicBezTo>
                  <a:lnTo>
                    <a:pt x="1967221" y="681637"/>
                  </a:lnTo>
                  <a:lnTo>
                    <a:pt x="1991399" y="728007"/>
                  </a:lnTo>
                  <a:cubicBezTo>
                    <a:pt x="1991399" y="728007"/>
                    <a:pt x="2006138" y="734962"/>
                    <a:pt x="2018393" y="738440"/>
                  </a:cubicBezTo>
                  <a:cubicBezTo>
                    <a:pt x="2023031" y="736618"/>
                    <a:pt x="2027833" y="734796"/>
                    <a:pt x="2032470" y="732975"/>
                  </a:cubicBezTo>
                  <a:cubicBezTo>
                    <a:pt x="2030483" y="729166"/>
                    <a:pt x="2026011" y="723701"/>
                    <a:pt x="2018063" y="715586"/>
                  </a:cubicBezTo>
                  <a:cubicBezTo>
                    <a:pt x="1970036" y="667892"/>
                    <a:pt x="1978151" y="615726"/>
                    <a:pt x="1978151" y="615726"/>
                  </a:cubicBezTo>
                  <a:cubicBezTo>
                    <a:pt x="1990405" y="678159"/>
                    <a:pt x="2040585" y="703000"/>
                    <a:pt x="2040585" y="703000"/>
                  </a:cubicBezTo>
                  <a:lnTo>
                    <a:pt x="2026839" y="666401"/>
                  </a:lnTo>
                  <a:lnTo>
                    <a:pt x="2068904" y="696707"/>
                  </a:lnTo>
                  <a:cubicBezTo>
                    <a:pt x="2044725" y="667395"/>
                    <a:pt x="2056980" y="613407"/>
                    <a:pt x="2056980" y="613407"/>
                  </a:cubicBezTo>
                  <a:cubicBezTo>
                    <a:pt x="2057311" y="658286"/>
                    <a:pt x="2093745" y="682299"/>
                    <a:pt x="2093745" y="682299"/>
                  </a:cubicBezTo>
                  <a:cubicBezTo>
                    <a:pt x="2084471" y="652821"/>
                    <a:pt x="2102522" y="618044"/>
                    <a:pt x="2102522" y="618044"/>
                  </a:cubicBezTo>
                  <a:cubicBezTo>
                    <a:pt x="2102522" y="618044"/>
                    <a:pt x="2114610" y="714427"/>
                    <a:pt x="2133987" y="674682"/>
                  </a:cubicBezTo>
                  <a:cubicBezTo>
                    <a:pt x="2153197" y="635101"/>
                    <a:pt x="2091757" y="571177"/>
                    <a:pt x="2091757" y="571177"/>
                  </a:cubicBezTo>
                  <a:cubicBezTo>
                    <a:pt x="2135809" y="575483"/>
                    <a:pt x="2155184" y="642719"/>
                    <a:pt x="2155184" y="642719"/>
                  </a:cubicBezTo>
                  <a:cubicBezTo>
                    <a:pt x="2155184" y="642719"/>
                    <a:pt x="2172573" y="656961"/>
                    <a:pt x="2186980" y="670376"/>
                  </a:cubicBezTo>
                  <a:cubicBezTo>
                    <a:pt x="2183835" y="665573"/>
                    <a:pt x="2180191" y="660108"/>
                    <a:pt x="2175057" y="653318"/>
                  </a:cubicBezTo>
                  <a:cubicBezTo>
                    <a:pt x="2144585" y="612579"/>
                    <a:pt x="2160815" y="558922"/>
                    <a:pt x="2160815" y="558922"/>
                  </a:cubicBezTo>
                  <a:cubicBezTo>
                    <a:pt x="2161146" y="618706"/>
                    <a:pt x="2199733" y="638910"/>
                    <a:pt x="2199733" y="638910"/>
                  </a:cubicBezTo>
                  <a:cubicBezTo>
                    <a:pt x="2192943" y="603636"/>
                    <a:pt x="2214803" y="571012"/>
                    <a:pt x="2214803" y="571012"/>
                  </a:cubicBezTo>
                  <a:cubicBezTo>
                    <a:pt x="2214803" y="571012"/>
                    <a:pt x="2214968" y="634770"/>
                    <a:pt x="2236332" y="620694"/>
                  </a:cubicBezTo>
                  <a:cubicBezTo>
                    <a:pt x="2256701" y="607279"/>
                    <a:pt x="2236828" y="554120"/>
                    <a:pt x="2235173" y="549648"/>
                  </a:cubicBezTo>
                  <a:cubicBezTo>
                    <a:pt x="2256867" y="572171"/>
                    <a:pt x="2257199" y="595687"/>
                    <a:pt x="2257199" y="597012"/>
                  </a:cubicBezTo>
                  <a:cubicBezTo>
                    <a:pt x="2257199" y="597012"/>
                    <a:pt x="2240472" y="659280"/>
                    <a:pt x="2269619" y="610757"/>
                  </a:cubicBezTo>
                  <a:cubicBezTo>
                    <a:pt x="2298600" y="562400"/>
                    <a:pt x="2242128" y="479100"/>
                    <a:pt x="2242128" y="479100"/>
                  </a:cubicBezTo>
                  <a:cubicBezTo>
                    <a:pt x="2325594" y="516030"/>
                    <a:pt x="2313836" y="589394"/>
                    <a:pt x="2313836" y="589394"/>
                  </a:cubicBezTo>
                  <a:cubicBezTo>
                    <a:pt x="2351097" y="557432"/>
                    <a:pt x="2335364" y="501622"/>
                    <a:pt x="2335364" y="501622"/>
                  </a:cubicBezTo>
                  <a:cubicBezTo>
                    <a:pt x="2370805" y="541534"/>
                    <a:pt x="2361199" y="570846"/>
                    <a:pt x="2361199" y="570846"/>
                  </a:cubicBezTo>
                  <a:cubicBezTo>
                    <a:pt x="2361199" y="570846"/>
                    <a:pt x="2486232" y="593203"/>
                    <a:pt x="2427773" y="556935"/>
                  </a:cubicBezTo>
                  <a:cubicBezTo>
                    <a:pt x="2369148" y="520502"/>
                    <a:pt x="2361531" y="448463"/>
                    <a:pt x="2361531" y="448463"/>
                  </a:cubicBezTo>
                  <a:cubicBezTo>
                    <a:pt x="2380078" y="489202"/>
                    <a:pt x="2456257" y="533419"/>
                    <a:pt x="2496831" y="554617"/>
                  </a:cubicBezTo>
                  <a:cubicBezTo>
                    <a:pt x="2504449" y="530604"/>
                    <a:pt x="2513723" y="482081"/>
                    <a:pt x="2484079" y="440679"/>
                  </a:cubicBezTo>
                  <a:cubicBezTo>
                    <a:pt x="2484079" y="440679"/>
                    <a:pt x="2538233" y="496323"/>
                    <a:pt x="2544692" y="541368"/>
                  </a:cubicBezTo>
                  <a:cubicBezTo>
                    <a:pt x="2559265" y="536234"/>
                    <a:pt x="2573673" y="530935"/>
                    <a:pt x="2588080" y="525636"/>
                  </a:cubicBezTo>
                  <a:lnTo>
                    <a:pt x="2571851" y="462208"/>
                  </a:lnTo>
                  <a:cubicBezTo>
                    <a:pt x="2571851" y="462208"/>
                    <a:pt x="2578806" y="468004"/>
                    <a:pt x="2588080" y="477444"/>
                  </a:cubicBezTo>
                  <a:cubicBezTo>
                    <a:pt x="2597520" y="486884"/>
                    <a:pt x="2609609" y="499966"/>
                    <a:pt x="2619711" y="514209"/>
                  </a:cubicBezTo>
                  <a:cubicBezTo>
                    <a:pt x="2623851" y="512718"/>
                    <a:pt x="2627991" y="511227"/>
                    <a:pt x="2632297" y="509737"/>
                  </a:cubicBezTo>
                  <a:cubicBezTo>
                    <a:pt x="2635941" y="488539"/>
                    <a:pt x="2627329" y="438692"/>
                    <a:pt x="2600501" y="422793"/>
                  </a:cubicBezTo>
                  <a:cubicBezTo>
                    <a:pt x="2600501" y="422793"/>
                    <a:pt x="2663431" y="440844"/>
                    <a:pt x="2671380" y="495826"/>
                  </a:cubicBezTo>
                  <a:cubicBezTo>
                    <a:pt x="2680158" y="492679"/>
                    <a:pt x="2689100" y="489533"/>
                    <a:pt x="2698043" y="486386"/>
                  </a:cubicBezTo>
                  <a:cubicBezTo>
                    <a:pt x="2698043" y="486386"/>
                    <a:pt x="2686285" y="455087"/>
                    <a:pt x="2698043" y="422793"/>
                  </a:cubicBezTo>
                  <a:cubicBezTo>
                    <a:pt x="2698043" y="422793"/>
                    <a:pt x="2699865" y="460552"/>
                    <a:pt x="2722719" y="477609"/>
                  </a:cubicBezTo>
                  <a:cubicBezTo>
                    <a:pt x="2735801" y="472972"/>
                    <a:pt x="2748885" y="468170"/>
                    <a:pt x="2762133" y="463533"/>
                  </a:cubicBezTo>
                  <a:cubicBezTo>
                    <a:pt x="2759980" y="460717"/>
                    <a:pt x="2758159" y="458730"/>
                    <a:pt x="2758159" y="458730"/>
                  </a:cubicBezTo>
                  <a:cubicBezTo>
                    <a:pt x="2758159" y="458730"/>
                    <a:pt x="2742094" y="426437"/>
                    <a:pt x="2743916" y="381557"/>
                  </a:cubicBezTo>
                  <a:cubicBezTo>
                    <a:pt x="2743916" y="381557"/>
                    <a:pt x="2759318" y="435049"/>
                    <a:pt x="2784324" y="455915"/>
                  </a:cubicBezTo>
                  <a:cubicBezTo>
                    <a:pt x="2796579" y="451609"/>
                    <a:pt x="2808668" y="447469"/>
                    <a:pt x="2820923" y="443163"/>
                  </a:cubicBezTo>
                  <a:cubicBezTo>
                    <a:pt x="2820923" y="423787"/>
                    <a:pt x="2810158" y="397787"/>
                    <a:pt x="2810158" y="397787"/>
                  </a:cubicBezTo>
                  <a:cubicBezTo>
                    <a:pt x="2810158" y="397787"/>
                    <a:pt x="2836159" y="413023"/>
                    <a:pt x="2846758" y="434220"/>
                  </a:cubicBezTo>
                  <a:cubicBezTo>
                    <a:pt x="2850566" y="432896"/>
                    <a:pt x="2854210" y="431571"/>
                    <a:pt x="2857853" y="430412"/>
                  </a:cubicBezTo>
                  <a:cubicBezTo>
                    <a:pt x="2862159" y="412029"/>
                    <a:pt x="2863153" y="381226"/>
                    <a:pt x="2838809" y="345786"/>
                  </a:cubicBezTo>
                  <a:cubicBezTo>
                    <a:pt x="2838809" y="345786"/>
                    <a:pt x="2889650" y="382551"/>
                    <a:pt x="2892134" y="418488"/>
                  </a:cubicBezTo>
                  <a:cubicBezTo>
                    <a:pt x="2905548" y="413851"/>
                    <a:pt x="2918962" y="409379"/>
                    <a:pt x="2932376" y="404742"/>
                  </a:cubicBezTo>
                  <a:cubicBezTo>
                    <a:pt x="2932376" y="404742"/>
                    <a:pt x="2908694" y="388844"/>
                    <a:pt x="2917638" y="352907"/>
                  </a:cubicBezTo>
                  <a:cubicBezTo>
                    <a:pt x="2917638" y="352907"/>
                    <a:pt x="2931052" y="384373"/>
                    <a:pt x="2961855" y="394641"/>
                  </a:cubicBezTo>
                  <a:cubicBezTo>
                    <a:pt x="2961855" y="394641"/>
                    <a:pt x="2919459" y="313493"/>
                    <a:pt x="2948109" y="279544"/>
                  </a:cubicBezTo>
                  <a:cubicBezTo>
                    <a:pt x="2948109" y="279544"/>
                    <a:pt x="2971625" y="354729"/>
                    <a:pt x="2995969" y="383379"/>
                  </a:cubicBezTo>
                  <a:cubicBezTo>
                    <a:pt x="3005740" y="380067"/>
                    <a:pt x="3015677" y="376755"/>
                    <a:pt x="3025613" y="373443"/>
                  </a:cubicBezTo>
                  <a:cubicBezTo>
                    <a:pt x="3025613" y="353901"/>
                    <a:pt x="3017995" y="327901"/>
                    <a:pt x="3017995" y="327901"/>
                  </a:cubicBezTo>
                  <a:cubicBezTo>
                    <a:pt x="3017995" y="327901"/>
                    <a:pt x="3043995" y="331544"/>
                    <a:pt x="3048964" y="365494"/>
                  </a:cubicBezTo>
                  <a:cubicBezTo>
                    <a:pt x="3048964" y="365494"/>
                    <a:pt x="3066352" y="338665"/>
                    <a:pt x="3060887" y="304550"/>
                  </a:cubicBezTo>
                  <a:cubicBezTo>
                    <a:pt x="3060887" y="304550"/>
                    <a:pt x="3091193" y="327073"/>
                    <a:pt x="3094008" y="350755"/>
                  </a:cubicBezTo>
                  <a:cubicBezTo>
                    <a:pt x="3112060" y="344793"/>
                    <a:pt x="3130110" y="338996"/>
                    <a:pt x="3148162" y="333200"/>
                  </a:cubicBezTo>
                  <a:cubicBezTo>
                    <a:pt x="3138060" y="317137"/>
                    <a:pt x="3123321" y="285837"/>
                    <a:pt x="3139716" y="258015"/>
                  </a:cubicBezTo>
                  <a:cubicBezTo>
                    <a:pt x="3139716" y="258015"/>
                    <a:pt x="3137231" y="308194"/>
                    <a:pt x="3180620" y="322436"/>
                  </a:cubicBezTo>
                  <a:cubicBezTo>
                    <a:pt x="3180620" y="322436"/>
                    <a:pt x="3169525" y="288487"/>
                    <a:pt x="3180620" y="270601"/>
                  </a:cubicBezTo>
                  <a:cubicBezTo>
                    <a:pt x="3180620" y="270601"/>
                    <a:pt x="3182939" y="276563"/>
                    <a:pt x="3188901" y="284512"/>
                  </a:cubicBezTo>
                  <a:cubicBezTo>
                    <a:pt x="3194697" y="292627"/>
                    <a:pt x="3204137" y="302563"/>
                    <a:pt x="3218545" y="310347"/>
                  </a:cubicBezTo>
                  <a:cubicBezTo>
                    <a:pt x="3225334" y="308194"/>
                    <a:pt x="3232125" y="306207"/>
                    <a:pt x="3238748" y="304054"/>
                  </a:cubicBezTo>
                  <a:cubicBezTo>
                    <a:pt x="3245042" y="290805"/>
                    <a:pt x="3243552" y="266957"/>
                    <a:pt x="3243552" y="266957"/>
                  </a:cubicBezTo>
                  <a:cubicBezTo>
                    <a:pt x="3243552" y="266957"/>
                    <a:pt x="3254150" y="281531"/>
                    <a:pt x="3261602" y="296933"/>
                  </a:cubicBezTo>
                  <a:cubicBezTo>
                    <a:pt x="3274188" y="292958"/>
                    <a:pt x="3286775" y="289149"/>
                    <a:pt x="3299361" y="285174"/>
                  </a:cubicBezTo>
                  <a:cubicBezTo>
                    <a:pt x="3299361" y="285174"/>
                    <a:pt x="3299361" y="284843"/>
                    <a:pt x="3299361" y="284843"/>
                  </a:cubicBezTo>
                  <a:cubicBezTo>
                    <a:pt x="3299361" y="284843"/>
                    <a:pt x="3313271" y="224231"/>
                    <a:pt x="3279488" y="188294"/>
                  </a:cubicBezTo>
                  <a:cubicBezTo>
                    <a:pt x="3282966" y="190282"/>
                    <a:pt x="3339106" y="224397"/>
                    <a:pt x="3347056" y="270270"/>
                  </a:cubicBezTo>
                  <a:cubicBezTo>
                    <a:pt x="3350533" y="269110"/>
                    <a:pt x="3353845" y="268117"/>
                    <a:pt x="3357158" y="267123"/>
                  </a:cubicBezTo>
                  <a:cubicBezTo>
                    <a:pt x="3364113" y="247251"/>
                    <a:pt x="3370572" y="219097"/>
                    <a:pt x="3359973" y="198893"/>
                  </a:cubicBezTo>
                  <a:cubicBezTo>
                    <a:pt x="3359973" y="198893"/>
                    <a:pt x="3389782" y="227543"/>
                    <a:pt x="3394088" y="256028"/>
                  </a:cubicBezTo>
                  <a:cubicBezTo>
                    <a:pt x="3405846" y="252384"/>
                    <a:pt x="3417604" y="248906"/>
                    <a:pt x="3429362" y="245429"/>
                  </a:cubicBezTo>
                  <a:cubicBezTo>
                    <a:pt x="3429362" y="245429"/>
                    <a:pt x="3429693" y="245098"/>
                    <a:pt x="3429693" y="245098"/>
                  </a:cubicBezTo>
                  <a:cubicBezTo>
                    <a:pt x="3429693" y="245098"/>
                    <a:pt x="3401044" y="222244"/>
                    <a:pt x="3406508" y="197072"/>
                  </a:cubicBezTo>
                  <a:cubicBezTo>
                    <a:pt x="3406508" y="197072"/>
                    <a:pt x="3430521" y="244766"/>
                    <a:pt x="3460330" y="235989"/>
                  </a:cubicBezTo>
                  <a:cubicBezTo>
                    <a:pt x="3488318" y="227709"/>
                    <a:pt x="3471261" y="174715"/>
                    <a:pt x="3469274" y="168919"/>
                  </a:cubicBezTo>
                  <a:cubicBezTo>
                    <a:pt x="3472254" y="173059"/>
                    <a:pt x="3491796" y="202537"/>
                    <a:pt x="3500738" y="224231"/>
                  </a:cubicBezTo>
                  <a:cubicBezTo>
                    <a:pt x="3517465" y="219263"/>
                    <a:pt x="3534191" y="214626"/>
                    <a:pt x="3550918" y="209823"/>
                  </a:cubicBezTo>
                  <a:cubicBezTo>
                    <a:pt x="3558866" y="190282"/>
                    <a:pt x="3563669" y="160141"/>
                    <a:pt x="3538993" y="129007"/>
                  </a:cubicBezTo>
                  <a:cubicBezTo>
                    <a:pt x="3538993" y="129007"/>
                    <a:pt x="3587020" y="151861"/>
                    <a:pt x="3582714" y="200549"/>
                  </a:cubicBezTo>
                  <a:cubicBezTo>
                    <a:pt x="3582714" y="200549"/>
                    <a:pt x="3616001" y="153186"/>
                    <a:pt x="3564332" y="68727"/>
                  </a:cubicBezTo>
                  <a:cubicBezTo>
                    <a:pt x="3567975" y="72535"/>
                    <a:pt x="3629746" y="137453"/>
                    <a:pt x="3620473" y="189785"/>
                  </a:cubicBezTo>
                  <a:cubicBezTo>
                    <a:pt x="3620473" y="189785"/>
                    <a:pt x="3620422" y="189901"/>
                    <a:pt x="3620307" y="190116"/>
                  </a:cubicBezTo>
                  <a:cubicBezTo>
                    <a:pt x="3633555" y="186307"/>
                    <a:pt x="3646803" y="182498"/>
                    <a:pt x="3660052" y="178855"/>
                  </a:cubicBezTo>
                  <a:cubicBezTo>
                    <a:pt x="3653594" y="163453"/>
                    <a:pt x="3642829" y="131326"/>
                    <a:pt x="3651937" y="104001"/>
                  </a:cubicBezTo>
                  <a:cubicBezTo>
                    <a:pt x="3651937" y="104001"/>
                    <a:pt x="3668829" y="151364"/>
                    <a:pt x="3689861" y="170575"/>
                  </a:cubicBezTo>
                  <a:cubicBezTo>
                    <a:pt x="3689861" y="170575"/>
                    <a:pt x="3685059" y="145237"/>
                    <a:pt x="3689861" y="114765"/>
                  </a:cubicBezTo>
                  <a:cubicBezTo>
                    <a:pt x="3689861" y="114765"/>
                    <a:pt x="3697148" y="147390"/>
                    <a:pt x="3714371" y="164282"/>
                  </a:cubicBezTo>
                  <a:cubicBezTo>
                    <a:pt x="3722982" y="161963"/>
                    <a:pt x="3731428" y="159645"/>
                    <a:pt x="3740040" y="157326"/>
                  </a:cubicBezTo>
                  <a:cubicBezTo>
                    <a:pt x="3744512" y="134638"/>
                    <a:pt x="3739709" y="95058"/>
                    <a:pt x="3739709" y="95058"/>
                  </a:cubicBezTo>
                  <a:cubicBezTo>
                    <a:pt x="3739709" y="95058"/>
                    <a:pt x="3765709" y="123542"/>
                    <a:pt x="3772334" y="148715"/>
                  </a:cubicBezTo>
                  <a:cubicBezTo>
                    <a:pt x="3775149" y="147887"/>
                    <a:pt x="3778129" y="147224"/>
                    <a:pt x="3780944" y="146396"/>
                  </a:cubicBezTo>
                  <a:cubicBezTo>
                    <a:pt x="3786079" y="128510"/>
                    <a:pt x="3788894" y="96880"/>
                    <a:pt x="3766537" y="55644"/>
                  </a:cubicBezTo>
                  <a:cubicBezTo>
                    <a:pt x="3766537" y="55644"/>
                    <a:pt x="3809264" y="94727"/>
                    <a:pt x="3819365" y="127683"/>
                  </a:cubicBezTo>
                  <a:cubicBezTo>
                    <a:pt x="3820359" y="106982"/>
                    <a:pt x="3826984" y="75682"/>
                    <a:pt x="3856131" y="55644"/>
                  </a:cubicBezTo>
                  <a:cubicBezTo>
                    <a:pt x="3856131" y="55644"/>
                    <a:pt x="3847850" y="99695"/>
                    <a:pt x="3873685" y="122714"/>
                  </a:cubicBezTo>
                  <a:cubicBezTo>
                    <a:pt x="3888258" y="119071"/>
                    <a:pt x="3902666" y="115262"/>
                    <a:pt x="3917239" y="111784"/>
                  </a:cubicBezTo>
                  <a:cubicBezTo>
                    <a:pt x="3917074" y="111619"/>
                    <a:pt x="3917074" y="111453"/>
                    <a:pt x="3917074" y="111453"/>
                  </a:cubicBezTo>
                  <a:lnTo>
                    <a:pt x="3918399" y="55644"/>
                  </a:lnTo>
                  <a:lnTo>
                    <a:pt x="3940093" y="105988"/>
                  </a:lnTo>
                  <a:cubicBezTo>
                    <a:pt x="3943902" y="104994"/>
                    <a:pt x="3947876" y="104001"/>
                    <a:pt x="3951686" y="103007"/>
                  </a:cubicBezTo>
                  <a:cubicBezTo>
                    <a:pt x="3960794" y="85949"/>
                    <a:pt x="3971062" y="50675"/>
                    <a:pt x="3943902" y="0"/>
                  </a:cubicBezTo>
                  <a:close/>
                </a:path>
              </a:pathLst>
            </a:custGeom>
            <a:gradFill>
              <a:gsLst>
                <a:gs pos="100000">
                  <a:srgbClr val="90A16A"/>
                </a:gs>
                <a:gs pos="43000">
                  <a:srgbClr val="C3D784"/>
                </a:gs>
              </a:gsLst>
              <a:lin ang="21101917" scaled="1"/>
            </a:gradFill>
            <a:ln w="165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110184D2-89E7-D08D-F582-209488AFAF9F}"/>
                </a:ext>
              </a:extLst>
            </p:cNvPr>
            <p:cNvSpPr/>
            <p:nvPr/>
          </p:nvSpPr>
          <p:spPr>
            <a:xfrm>
              <a:off x="0" y="5788250"/>
              <a:ext cx="7946084" cy="1069750"/>
            </a:xfrm>
            <a:custGeom>
              <a:avLst/>
              <a:gdLst>
                <a:gd name="connsiteX0" fmla="*/ 7946084 w 7946084"/>
                <a:gd name="connsiteY0" fmla="*/ 1053424 h 1069750"/>
                <a:gd name="connsiteX1" fmla="*/ 7936711 w 7946084"/>
                <a:gd name="connsiteY1" fmla="*/ 1069750 h 1069750"/>
                <a:gd name="connsiteX2" fmla="*/ 7930609 w 7946084"/>
                <a:gd name="connsiteY2" fmla="*/ 1069750 h 1069750"/>
                <a:gd name="connsiteX3" fmla="*/ 7938639 w 7946084"/>
                <a:gd name="connsiteY3" fmla="*/ 1061097 h 1069750"/>
                <a:gd name="connsiteX4" fmla="*/ 7946084 w 7946084"/>
                <a:gd name="connsiteY4" fmla="*/ 1053424 h 1069750"/>
                <a:gd name="connsiteX5" fmla="*/ 7732286 w 7946084"/>
                <a:gd name="connsiteY5" fmla="*/ 1053424 h 1069750"/>
                <a:gd name="connsiteX6" fmla="*/ 7743981 w 7946084"/>
                <a:gd name="connsiteY6" fmla="*/ 1069750 h 1069750"/>
                <a:gd name="connsiteX7" fmla="*/ 7734991 w 7946084"/>
                <a:gd name="connsiteY7" fmla="*/ 1069750 h 1069750"/>
                <a:gd name="connsiteX8" fmla="*/ 7734087 w 7946084"/>
                <a:gd name="connsiteY8" fmla="*/ 1062961 h 1069750"/>
                <a:gd name="connsiteX9" fmla="*/ 7732286 w 7946084"/>
                <a:gd name="connsiteY9" fmla="*/ 1053424 h 1069750"/>
                <a:gd name="connsiteX10" fmla="*/ 7245071 w 7946084"/>
                <a:gd name="connsiteY10" fmla="*/ 1018978 h 1069750"/>
                <a:gd name="connsiteX11" fmla="*/ 7245658 w 7946084"/>
                <a:gd name="connsiteY11" fmla="*/ 1034685 h 1069750"/>
                <a:gd name="connsiteX12" fmla="*/ 7248029 w 7946084"/>
                <a:gd name="connsiteY12" fmla="*/ 1069750 h 1069750"/>
                <a:gd name="connsiteX13" fmla="*/ 7214630 w 7946084"/>
                <a:gd name="connsiteY13" fmla="*/ 1069750 h 1069750"/>
                <a:gd name="connsiteX14" fmla="*/ 7218657 w 7946084"/>
                <a:gd name="connsiteY14" fmla="*/ 1060773 h 1069750"/>
                <a:gd name="connsiteX15" fmla="*/ 7245071 w 7946084"/>
                <a:gd name="connsiteY15" fmla="*/ 1018978 h 1069750"/>
                <a:gd name="connsiteX16" fmla="*/ 7313135 w 7946084"/>
                <a:gd name="connsiteY16" fmla="*/ 1003245 h 1069750"/>
                <a:gd name="connsiteX17" fmla="*/ 7359226 w 7946084"/>
                <a:gd name="connsiteY17" fmla="*/ 1060781 h 1069750"/>
                <a:gd name="connsiteX18" fmla="*/ 7362121 w 7946084"/>
                <a:gd name="connsiteY18" fmla="*/ 1069750 h 1069750"/>
                <a:gd name="connsiteX19" fmla="*/ 7332988 w 7946084"/>
                <a:gd name="connsiteY19" fmla="*/ 1069750 h 1069750"/>
                <a:gd name="connsiteX20" fmla="*/ 7321444 w 7946084"/>
                <a:gd name="connsiteY20" fmla="*/ 1026474 h 1069750"/>
                <a:gd name="connsiteX21" fmla="*/ 7313135 w 7946084"/>
                <a:gd name="connsiteY21" fmla="*/ 1003245 h 1069750"/>
                <a:gd name="connsiteX22" fmla="*/ 7541672 w 7946084"/>
                <a:gd name="connsiteY22" fmla="*/ 990162 h 1069750"/>
                <a:gd name="connsiteX23" fmla="*/ 7480854 w 7946084"/>
                <a:gd name="connsiteY23" fmla="*/ 1059743 h 1069750"/>
                <a:gd name="connsiteX24" fmla="*/ 7477861 w 7946084"/>
                <a:gd name="connsiteY24" fmla="*/ 1069750 h 1069750"/>
                <a:gd name="connsiteX25" fmla="*/ 7456057 w 7946084"/>
                <a:gd name="connsiteY25" fmla="*/ 1069750 h 1069750"/>
                <a:gd name="connsiteX26" fmla="*/ 7469033 w 7946084"/>
                <a:gd name="connsiteY26" fmla="*/ 1052389 h 1069750"/>
                <a:gd name="connsiteX27" fmla="*/ 7541672 w 7946084"/>
                <a:gd name="connsiteY27" fmla="*/ 990162 h 1069750"/>
                <a:gd name="connsiteX28" fmla="*/ 7215759 w 7946084"/>
                <a:gd name="connsiteY28" fmla="*/ 921767 h 1069750"/>
                <a:gd name="connsiteX29" fmla="*/ 7167464 w 7946084"/>
                <a:gd name="connsiteY29" fmla="*/ 1053279 h 1069750"/>
                <a:gd name="connsiteX30" fmla="*/ 7168792 w 7946084"/>
                <a:gd name="connsiteY30" fmla="*/ 1069750 h 1069750"/>
                <a:gd name="connsiteX31" fmla="*/ 7089893 w 7946084"/>
                <a:gd name="connsiteY31" fmla="*/ 1069750 h 1069750"/>
                <a:gd name="connsiteX32" fmla="*/ 7119065 w 7946084"/>
                <a:gd name="connsiteY32" fmla="*/ 1019602 h 1069750"/>
                <a:gd name="connsiteX33" fmla="*/ 7215759 w 7946084"/>
                <a:gd name="connsiteY33" fmla="*/ 921767 h 1069750"/>
                <a:gd name="connsiteX34" fmla="*/ 7050317 w 7946084"/>
                <a:gd name="connsiteY34" fmla="*/ 799880 h 1069750"/>
                <a:gd name="connsiteX35" fmla="*/ 7090723 w 7946084"/>
                <a:gd name="connsiteY35" fmla="*/ 1048066 h 1069750"/>
                <a:gd name="connsiteX36" fmla="*/ 7083855 w 7946084"/>
                <a:gd name="connsiteY36" fmla="*/ 1069750 h 1069750"/>
                <a:gd name="connsiteX37" fmla="*/ 7002935 w 7946084"/>
                <a:gd name="connsiteY37" fmla="*/ 1069750 h 1069750"/>
                <a:gd name="connsiteX38" fmla="*/ 7012502 w 7946084"/>
                <a:gd name="connsiteY38" fmla="*/ 1058521 h 1069750"/>
                <a:gd name="connsiteX39" fmla="*/ 7050317 w 7946084"/>
                <a:gd name="connsiteY39" fmla="*/ 799880 h 1069750"/>
                <a:gd name="connsiteX40" fmla="*/ 1464735 w 7946084"/>
                <a:gd name="connsiteY40" fmla="*/ 0 h 1069750"/>
                <a:gd name="connsiteX41" fmla="*/ 1604839 w 7946084"/>
                <a:gd name="connsiteY41" fmla="*/ 211314 h 1069750"/>
                <a:gd name="connsiteX42" fmla="*/ 1664788 w 7946084"/>
                <a:gd name="connsiteY42" fmla="*/ 34115 h 1069750"/>
                <a:gd name="connsiteX43" fmla="*/ 1731031 w 7946084"/>
                <a:gd name="connsiteY43" fmla="*/ 288487 h 1069750"/>
                <a:gd name="connsiteX44" fmla="*/ 1769452 w 7946084"/>
                <a:gd name="connsiteY44" fmla="*/ 141097 h 1069750"/>
                <a:gd name="connsiteX45" fmla="*/ 1808700 w 7946084"/>
                <a:gd name="connsiteY45" fmla="*/ 258512 h 1069750"/>
                <a:gd name="connsiteX46" fmla="*/ 1876765 w 7946084"/>
                <a:gd name="connsiteY46" fmla="*/ 173390 h 1069750"/>
                <a:gd name="connsiteX47" fmla="*/ 1911873 w 7946084"/>
                <a:gd name="connsiteY47" fmla="*/ 276894 h 1069750"/>
                <a:gd name="connsiteX48" fmla="*/ 1957747 w 7946084"/>
                <a:gd name="connsiteY48" fmla="*/ 273913 h 1069750"/>
                <a:gd name="connsiteX49" fmla="*/ 1975466 w 7946084"/>
                <a:gd name="connsiteY49" fmla="*/ 257850 h 1069750"/>
                <a:gd name="connsiteX50" fmla="*/ 1963046 w 7946084"/>
                <a:gd name="connsiteY50" fmla="*/ 94727 h 1069750"/>
                <a:gd name="connsiteX51" fmla="*/ 2013722 w 7946084"/>
                <a:gd name="connsiteY51" fmla="*/ 270436 h 1069750"/>
                <a:gd name="connsiteX52" fmla="*/ 2068041 w 7946084"/>
                <a:gd name="connsiteY52" fmla="*/ 267124 h 1069750"/>
                <a:gd name="connsiteX53" fmla="*/ 2073506 w 7946084"/>
                <a:gd name="connsiteY53" fmla="*/ 185479 h 1069750"/>
                <a:gd name="connsiteX54" fmla="*/ 2113417 w 7946084"/>
                <a:gd name="connsiteY54" fmla="*/ 264639 h 1069750"/>
                <a:gd name="connsiteX55" fmla="*/ 2144716 w 7946084"/>
                <a:gd name="connsiteY55" fmla="*/ 262984 h 1069750"/>
                <a:gd name="connsiteX56" fmla="*/ 2183965 w 7946084"/>
                <a:gd name="connsiteY56" fmla="*/ 133645 h 1069750"/>
                <a:gd name="connsiteX57" fmla="*/ 2184959 w 7946084"/>
                <a:gd name="connsiteY57" fmla="*/ 260996 h 1069750"/>
                <a:gd name="connsiteX58" fmla="*/ 2192411 w 7946084"/>
                <a:gd name="connsiteY58" fmla="*/ 260665 h 1069750"/>
                <a:gd name="connsiteX59" fmla="*/ 2249049 w 7946084"/>
                <a:gd name="connsiteY59" fmla="*/ 54484 h 1069750"/>
                <a:gd name="connsiteX60" fmla="*/ 2239112 w 7946084"/>
                <a:gd name="connsiteY60" fmla="*/ 258347 h 1069750"/>
                <a:gd name="connsiteX61" fmla="*/ 2286973 w 7946084"/>
                <a:gd name="connsiteY61" fmla="*/ 256359 h 1069750"/>
                <a:gd name="connsiteX62" fmla="*/ 2284820 w 7946084"/>
                <a:gd name="connsiteY62" fmla="*/ 159148 h 1069750"/>
                <a:gd name="connsiteX63" fmla="*/ 2318769 w 7946084"/>
                <a:gd name="connsiteY63" fmla="*/ 255034 h 1069750"/>
                <a:gd name="connsiteX64" fmla="*/ 2367954 w 7946084"/>
                <a:gd name="connsiteY64" fmla="*/ 253047 h 1069750"/>
                <a:gd name="connsiteX65" fmla="*/ 2320260 w 7946084"/>
                <a:gd name="connsiteY65" fmla="*/ 60943 h 1069750"/>
                <a:gd name="connsiteX66" fmla="*/ 2427738 w 7946084"/>
                <a:gd name="connsiteY66" fmla="*/ 251060 h 1069750"/>
                <a:gd name="connsiteX67" fmla="*/ 2456554 w 7946084"/>
                <a:gd name="connsiteY67" fmla="*/ 250231 h 1069750"/>
                <a:gd name="connsiteX68" fmla="*/ 2488185 w 7946084"/>
                <a:gd name="connsiteY68" fmla="*/ 144243 h 1069750"/>
                <a:gd name="connsiteX69" fmla="*/ 2507229 w 7946084"/>
                <a:gd name="connsiteY69" fmla="*/ 248575 h 1069750"/>
                <a:gd name="connsiteX70" fmla="*/ 2555918 w 7946084"/>
                <a:gd name="connsiteY70" fmla="*/ 247582 h 1069750"/>
                <a:gd name="connsiteX71" fmla="*/ 2565689 w 7946084"/>
                <a:gd name="connsiteY71" fmla="*/ 194753 h 1069750"/>
                <a:gd name="connsiteX72" fmla="*/ 2576950 w 7946084"/>
                <a:gd name="connsiteY72" fmla="*/ 247085 h 1069750"/>
                <a:gd name="connsiteX73" fmla="*/ 2601294 w 7946084"/>
                <a:gd name="connsiteY73" fmla="*/ 246588 h 1069750"/>
                <a:gd name="connsiteX74" fmla="*/ 2638556 w 7946084"/>
                <a:gd name="connsiteY74" fmla="*/ 137785 h 1069750"/>
                <a:gd name="connsiteX75" fmla="*/ 2637231 w 7946084"/>
                <a:gd name="connsiteY75" fmla="*/ 245926 h 1069750"/>
                <a:gd name="connsiteX76" fmla="*/ 2690390 w 7946084"/>
                <a:gd name="connsiteY76" fmla="*/ 245263 h 1069750"/>
                <a:gd name="connsiteX77" fmla="*/ 2721359 w 7946084"/>
                <a:gd name="connsiteY77" fmla="*/ 162460 h 1069750"/>
                <a:gd name="connsiteX78" fmla="*/ 2730798 w 7946084"/>
                <a:gd name="connsiteY78" fmla="*/ 244767 h 1069750"/>
                <a:gd name="connsiteX79" fmla="*/ 2797207 w 7946084"/>
                <a:gd name="connsiteY79" fmla="*/ 244270 h 1069750"/>
                <a:gd name="connsiteX80" fmla="*/ 2797704 w 7946084"/>
                <a:gd name="connsiteY80" fmla="*/ 212805 h 1069750"/>
                <a:gd name="connsiteX81" fmla="*/ 2817576 w 7946084"/>
                <a:gd name="connsiteY81" fmla="*/ 244270 h 1069750"/>
                <a:gd name="connsiteX82" fmla="*/ 2826519 w 7946084"/>
                <a:gd name="connsiteY82" fmla="*/ 244270 h 1069750"/>
                <a:gd name="connsiteX83" fmla="*/ 2903692 w 7946084"/>
                <a:gd name="connsiteY83" fmla="*/ 108804 h 1069750"/>
                <a:gd name="connsiteX84" fmla="*/ 2886303 w 7946084"/>
                <a:gd name="connsiteY84" fmla="*/ 244435 h 1069750"/>
                <a:gd name="connsiteX85" fmla="*/ 2903029 w 7946084"/>
                <a:gd name="connsiteY85" fmla="*/ 244435 h 1069750"/>
                <a:gd name="connsiteX86" fmla="*/ 2921246 w 7946084"/>
                <a:gd name="connsiteY86" fmla="*/ 171237 h 1069750"/>
                <a:gd name="connsiteX87" fmla="*/ 2935488 w 7946084"/>
                <a:gd name="connsiteY87" fmla="*/ 244601 h 1069750"/>
                <a:gd name="connsiteX88" fmla="*/ 2976062 w 7946084"/>
                <a:gd name="connsiteY88" fmla="*/ 245098 h 1069750"/>
                <a:gd name="connsiteX89" fmla="*/ 2979871 w 7946084"/>
                <a:gd name="connsiteY89" fmla="*/ 188626 h 1069750"/>
                <a:gd name="connsiteX90" fmla="*/ 3000572 w 7946084"/>
                <a:gd name="connsiteY90" fmla="*/ 245429 h 1069750"/>
                <a:gd name="connsiteX91" fmla="*/ 3022432 w 7946084"/>
                <a:gd name="connsiteY91" fmla="*/ 245760 h 1069750"/>
                <a:gd name="connsiteX92" fmla="*/ 3030712 w 7946084"/>
                <a:gd name="connsiteY92" fmla="*/ 193760 h 1069750"/>
                <a:gd name="connsiteX93" fmla="*/ 3051082 w 7946084"/>
                <a:gd name="connsiteY93" fmla="*/ 246091 h 1069750"/>
                <a:gd name="connsiteX94" fmla="*/ 3105070 w 7946084"/>
                <a:gd name="connsiteY94" fmla="*/ 247251 h 1069750"/>
                <a:gd name="connsiteX95" fmla="*/ 3089337 w 7946084"/>
                <a:gd name="connsiteY95" fmla="*/ 124370 h 1069750"/>
                <a:gd name="connsiteX96" fmla="*/ 3146968 w 7946084"/>
                <a:gd name="connsiteY96" fmla="*/ 227047 h 1069750"/>
                <a:gd name="connsiteX97" fmla="*/ 3186879 w 7946084"/>
                <a:gd name="connsiteY97" fmla="*/ 161467 h 1069750"/>
                <a:gd name="connsiteX98" fmla="*/ 3176612 w 7946084"/>
                <a:gd name="connsiteY98" fmla="*/ 249072 h 1069750"/>
                <a:gd name="connsiteX99" fmla="*/ 3206255 w 7946084"/>
                <a:gd name="connsiteY99" fmla="*/ 249900 h 1069750"/>
                <a:gd name="connsiteX100" fmla="*/ 3200625 w 7946084"/>
                <a:gd name="connsiteY100" fmla="*/ 206346 h 1069750"/>
                <a:gd name="connsiteX101" fmla="*/ 3227122 w 7946084"/>
                <a:gd name="connsiteY101" fmla="*/ 250728 h 1069750"/>
                <a:gd name="connsiteX102" fmla="*/ 3232918 w 7946084"/>
                <a:gd name="connsiteY102" fmla="*/ 250894 h 1069750"/>
                <a:gd name="connsiteX103" fmla="*/ 3261237 w 7946084"/>
                <a:gd name="connsiteY103" fmla="*/ 161467 h 1069750"/>
                <a:gd name="connsiteX104" fmla="*/ 3294524 w 7946084"/>
                <a:gd name="connsiteY104" fmla="*/ 253047 h 1069750"/>
                <a:gd name="connsiteX105" fmla="*/ 3294855 w 7946084"/>
                <a:gd name="connsiteY105" fmla="*/ 253378 h 1069750"/>
                <a:gd name="connsiteX106" fmla="*/ 3321517 w 7946084"/>
                <a:gd name="connsiteY106" fmla="*/ 254372 h 1069750"/>
                <a:gd name="connsiteX107" fmla="*/ 3339403 w 7946084"/>
                <a:gd name="connsiteY107" fmla="*/ 179021 h 1069750"/>
                <a:gd name="connsiteX108" fmla="*/ 3370206 w 7946084"/>
                <a:gd name="connsiteY108" fmla="*/ 256525 h 1069750"/>
                <a:gd name="connsiteX109" fmla="*/ 3418232 w 7946084"/>
                <a:gd name="connsiteY109" fmla="*/ 259009 h 1069750"/>
                <a:gd name="connsiteX110" fmla="*/ 3435124 w 7946084"/>
                <a:gd name="connsiteY110" fmla="*/ 165441 h 1069750"/>
                <a:gd name="connsiteX111" fmla="*/ 3466755 w 7946084"/>
                <a:gd name="connsiteY111" fmla="*/ 261327 h 1069750"/>
                <a:gd name="connsiteX112" fmla="*/ 3513290 w 7946084"/>
                <a:gd name="connsiteY112" fmla="*/ 264308 h 1069750"/>
                <a:gd name="connsiteX113" fmla="*/ 3522895 w 7946084"/>
                <a:gd name="connsiteY113" fmla="*/ 201378 h 1069750"/>
                <a:gd name="connsiteX114" fmla="*/ 3541940 w 7946084"/>
                <a:gd name="connsiteY114" fmla="*/ 266130 h 1069750"/>
                <a:gd name="connsiteX115" fmla="*/ 3544590 w 7946084"/>
                <a:gd name="connsiteY115" fmla="*/ 266295 h 1069750"/>
                <a:gd name="connsiteX116" fmla="*/ 3591291 w 7946084"/>
                <a:gd name="connsiteY116" fmla="*/ 190779 h 1069750"/>
                <a:gd name="connsiteX117" fmla="*/ 3579201 w 7946084"/>
                <a:gd name="connsiteY117" fmla="*/ 268614 h 1069750"/>
                <a:gd name="connsiteX118" fmla="*/ 3601393 w 7946084"/>
                <a:gd name="connsiteY118" fmla="*/ 270104 h 1069750"/>
                <a:gd name="connsiteX119" fmla="*/ 3610832 w 7946084"/>
                <a:gd name="connsiteY119" fmla="*/ 212308 h 1069750"/>
                <a:gd name="connsiteX120" fmla="*/ 3639482 w 7946084"/>
                <a:gd name="connsiteY120" fmla="*/ 272754 h 1069750"/>
                <a:gd name="connsiteX121" fmla="*/ 3693139 w 7946084"/>
                <a:gd name="connsiteY121" fmla="*/ 277060 h 1069750"/>
                <a:gd name="connsiteX122" fmla="*/ 3693304 w 7946084"/>
                <a:gd name="connsiteY122" fmla="*/ 276729 h 1069750"/>
                <a:gd name="connsiteX123" fmla="*/ 3728082 w 7946084"/>
                <a:gd name="connsiteY123" fmla="*/ 179021 h 1069750"/>
                <a:gd name="connsiteX124" fmla="*/ 3741827 w 7946084"/>
                <a:gd name="connsiteY124" fmla="*/ 280703 h 1069750"/>
                <a:gd name="connsiteX125" fmla="*/ 3742159 w 7946084"/>
                <a:gd name="connsiteY125" fmla="*/ 281035 h 1069750"/>
                <a:gd name="connsiteX126" fmla="*/ 3758553 w 7946084"/>
                <a:gd name="connsiteY126" fmla="*/ 282359 h 1069750"/>
                <a:gd name="connsiteX127" fmla="*/ 3770974 w 7946084"/>
                <a:gd name="connsiteY127" fmla="*/ 224066 h 1069750"/>
                <a:gd name="connsiteX128" fmla="*/ 3787204 w 7946084"/>
                <a:gd name="connsiteY128" fmla="*/ 284843 h 1069750"/>
                <a:gd name="connsiteX129" fmla="*/ 3820325 w 7946084"/>
                <a:gd name="connsiteY129" fmla="*/ 287990 h 1069750"/>
                <a:gd name="connsiteX130" fmla="*/ 3835561 w 7946084"/>
                <a:gd name="connsiteY130" fmla="*/ 210983 h 1069750"/>
                <a:gd name="connsiteX131" fmla="*/ 3857917 w 7946084"/>
                <a:gd name="connsiteY131" fmla="*/ 291468 h 1069750"/>
                <a:gd name="connsiteX132" fmla="*/ 3899319 w 7946084"/>
                <a:gd name="connsiteY132" fmla="*/ 295442 h 1069750"/>
                <a:gd name="connsiteX133" fmla="*/ 3905778 w 7946084"/>
                <a:gd name="connsiteY133" fmla="*/ 229862 h 1069750"/>
                <a:gd name="connsiteX134" fmla="*/ 3937740 w 7946084"/>
                <a:gd name="connsiteY134" fmla="*/ 299417 h 1069750"/>
                <a:gd name="connsiteX135" fmla="*/ 3973511 w 7946084"/>
                <a:gd name="connsiteY135" fmla="*/ 303392 h 1069750"/>
                <a:gd name="connsiteX136" fmla="*/ 3966555 w 7946084"/>
                <a:gd name="connsiteY136" fmla="*/ 244435 h 1069750"/>
                <a:gd name="connsiteX137" fmla="*/ 3994709 w 7946084"/>
                <a:gd name="connsiteY137" fmla="*/ 305876 h 1069750"/>
                <a:gd name="connsiteX138" fmla="*/ 4031970 w 7946084"/>
                <a:gd name="connsiteY138" fmla="*/ 309850 h 1069750"/>
                <a:gd name="connsiteX139" fmla="*/ 4060123 w 7946084"/>
                <a:gd name="connsiteY139" fmla="*/ 222079 h 1069750"/>
                <a:gd name="connsiteX140" fmla="*/ 4068569 w 7946084"/>
                <a:gd name="connsiteY140" fmla="*/ 314156 h 1069750"/>
                <a:gd name="connsiteX141" fmla="*/ 4096888 w 7946084"/>
                <a:gd name="connsiteY141" fmla="*/ 317799 h 1069750"/>
                <a:gd name="connsiteX142" fmla="*/ 4105168 w 7946084"/>
                <a:gd name="connsiteY142" fmla="*/ 261162 h 1069750"/>
                <a:gd name="connsiteX143" fmla="*/ 4130672 w 7946084"/>
                <a:gd name="connsiteY143" fmla="*/ 322105 h 1069750"/>
                <a:gd name="connsiteX144" fmla="*/ 4202877 w 7946084"/>
                <a:gd name="connsiteY144" fmla="*/ 331213 h 1069750"/>
                <a:gd name="connsiteX145" fmla="*/ 4222252 w 7946084"/>
                <a:gd name="connsiteY145" fmla="*/ 276729 h 1069750"/>
                <a:gd name="connsiteX146" fmla="*/ 4236991 w 7946084"/>
                <a:gd name="connsiteY146" fmla="*/ 335850 h 1069750"/>
                <a:gd name="connsiteX147" fmla="*/ 4236991 w 7946084"/>
                <a:gd name="connsiteY147" fmla="*/ 336181 h 1069750"/>
                <a:gd name="connsiteX148" fmla="*/ 4268291 w 7946084"/>
                <a:gd name="connsiteY148" fmla="*/ 340653 h 1069750"/>
                <a:gd name="connsiteX149" fmla="*/ 4288661 w 7946084"/>
                <a:gd name="connsiteY149" fmla="*/ 288652 h 1069750"/>
                <a:gd name="connsiteX150" fmla="*/ 4292469 w 7946084"/>
                <a:gd name="connsiteY150" fmla="*/ 344131 h 1069750"/>
                <a:gd name="connsiteX151" fmla="*/ 4303234 w 7946084"/>
                <a:gd name="connsiteY151" fmla="*/ 345621 h 1069750"/>
                <a:gd name="connsiteX152" fmla="*/ 4321947 w 7946084"/>
                <a:gd name="connsiteY152" fmla="*/ 244104 h 1069750"/>
                <a:gd name="connsiteX153" fmla="*/ 4336521 w 7946084"/>
                <a:gd name="connsiteY153" fmla="*/ 350092 h 1069750"/>
                <a:gd name="connsiteX154" fmla="*/ 4383222 w 7946084"/>
                <a:gd name="connsiteY154" fmla="*/ 259174 h 1069750"/>
                <a:gd name="connsiteX155" fmla="*/ 4383222 w 7946084"/>
                <a:gd name="connsiteY155" fmla="*/ 346615 h 1069750"/>
                <a:gd name="connsiteX156" fmla="*/ 4422471 w 7946084"/>
                <a:gd name="connsiteY156" fmla="*/ 295939 h 1069750"/>
                <a:gd name="connsiteX157" fmla="*/ 4406242 w 7946084"/>
                <a:gd name="connsiteY157" fmla="*/ 351252 h 1069750"/>
                <a:gd name="connsiteX158" fmla="*/ 4409388 w 7946084"/>
                <a:gd name="connsiteY158" fmla="*/ 361519 h 1069750"/>
                <a:gd name="connsiteX159" fmla="*/ 4429427 w 7946084"/>
                <a:gd name="connsiteY159" fmla="*/ 364832 h 1069750"/>
                <a:gd name="connsiteX160" fmla="*/ 4468344 w 7946084"/>
                <a:gd name="connsiteY160" fmla="*/ 273582 h 1069750"/>
                <a:gd name="connsiteX161" fmla="*/ 4461057 w 7946084"/>
                <a:gd name="connsiteY161" fmla="*/ 370131 h 1069750"/>
                <a:gd name="connsiteX162" fmla="*/ 4463044 w 7946084"/>
                <a:gd name="connsiteY162" fmla="*/ 370462 h 1069750"/>
                <a:gd name="connsiteX163" fmla="*/ 4479936 w 7946084"/>
                <a:gd name="connsiteY163" fmla="*/ 316640 h 1069750"/>
                <a:gd name="connsiteX164" fmla="*/ 4491530 w 7946084"/>
                <a:gd name="connsiteY164" fmla="*/ 371952 h 1069750"/>
                <a:gd name="connsiteX165" fmla="*/ 4521504 w 7946084"/>
                <a:gd name="connsiteY165" fmla="*/ 311009 h 1069750"/>
                <a:gd name="connsiteX166" fmla="*/ 4514052 w 7946084"/>
                <a:gd name="connsiteY166" fmla="*/ 361188 h 1069750"/>
                <a:gd name="connsiteX167" fmla="*/ 4520013 w 7946084"/>
                <a:gd name="connsiteY167" fmla="*/ 380067 h 1069750"/>
                <a:gd name="connsiteX168" fmla="*/ 4539390 w 7946084"/>
                <a:gd name="connsiteY168" fmla="*/ 383379 h 1069750"/>
                <a:gd name="connsiteX169" fmla="*/ 4544523 w 7946084"/>
                <a:gd name="connsiteY169" fmla="*/ 375430 h 1069750"/>
                <a:gd name="connsiteX170" fmla="*/ 4549326 w 7946084"/>
                <a:gd name="connsiteY170" fmla="*/ 278882 h 1069750"/>
                <a:gd name="connsiteX171" fmla="*/ 4568702 w 7946084"/>
                <a:gd name="connsiteY171" fmla="*/ 378908 h 1069750"/>
                <a:gd name="connsiteX172" fmla="*/ 4591721 w 7946084"/>
                <a:gd name="connsiteY172" fmla="*/ 309850 h 1069750"/>
                <a:gd name="connsiteX173" fmla="*/ 4587249 w 7946084"/>
                <a:gd name="connsiteY173" fmla="*/ 392157 h 1069750"/>
                <a:gd name="connsiteX174" fmla="*/ 4617058 w 7946084"/>
                <a:gd name="connsiteY174" fmla="*/ 397621 h 1069750"/>
                <a:gd name="connsiteX175" fmla="*/ 4651506 w 7946084"/>
                <a:gd name="connsiteY175" fmla="*/ 298257 h 1069750"/>
                <a:gd name="connsiteX176" fmla="*/ 4647199 w 7946084"/>
                <a:gd name="connsiteY176" fmla="*/ 386029 h 1069750"/>
                <a:gd name="connsiteX177" fmla="*/ 4653823 w 7946084"/>
                <a:gd name="connsiteY177" fmla="*/ 345455 h 1069750"/>
                <a:gd name="connsiteX178" fmla="*/ 4661938 w 7946084"/>
                <a:gd name="connsiteY178" fmla="*/ 390335 h 1069750"/>
                <a:gd name="connsiteX179" fmla="*/ 4684461 w 7946084"/>
                <a:gd name="connsiteY179" fmla="*/ 410208 h 1069750"/>
                <a:gd name="connsiteX180" fmla="*/ 4688270 w 7946084"/>
                <a:gd name="connsiteY180" fmla="*/ 411036 h 1069750"/>
                <a:gd name="connsiteX181" fmla="*/ 4733315 w 7946084"/>
                <a:gd name="connsiteY181" fmla="*/ 316640 h 1069750"/>
                <a:gd name="connsiteX182" fmla="*/ 4716091 w 7946084"/>
                <a:gd name="connsiteY182" fmla="*/ 406896 h 1069750"/>
                <a:gd name="connsiteX183" fmla="*/ 4722385 w 7946084"/>
                <a:gd name="connsiteY183" fmla="*/ 417825 h 1069750"/>
                <a:gd name="connsiteX184" fmla="*/ 4745569 w 7946084"/>
                <a:gd name="connsiteY184" fmla="*/ 422628 h 1069750"/>
                <a:gd name="connsiteX185" fmla="*/ 4792106 w 7946084"/>
                <a:gd name="connsiteY185" fmla="*/ 304054 h 1069750"/>
                <a:gd name="connsiteX186" fmla="*/ 4789289 w 7946084"/>
                <a:gd name="connsiteY186" fmla="*/ 431571 h 1069750"/>
                <a:gd name="connsiteX187" fmla="*/ 4804194 w 7946084"/>
                <a:gd name="connsiteY187" fmla="*/ 434718 h 1069750"/>
                <a:gd name="connsiteX188" fmla="*/ 4805850 w 7946084"/>
                <a:gd name="connsiteY188" fmla="*/ 434221 h 1069750"/>
                <a:gd name="connsiteX189" fmla="*/ 4851889 w 7946084"/>
                <a:gd name="connsiteY189" fmla="*/ 298257 h 1069750"/>
                <a:gd name="connsiteX190" fmla="*/ 4844933 w 7946084"/>
                <a:gd name="connsiteY190" fmla="*/ 443163 h 1069750"/>
                <a:gd name="connsiteX191" fmla="*/ 4859342 w 7946084"/>
                <a:gd name="connsiteY191" fmla="*/ 446144 h 1069750"/>
                <a:gd name="connsiteX192" fmla="*/ 4889317 w 7946084"/>
                <a:gd name="connsiteY192" fmla="*/ 452934 h 1069750"/>
                <a:gd name="connsiteX193" fmla="*/ 4911839 w 7946084"/>
                <a:gd name="connsiteY193" fmla="*/ 354729 h 1069750"/>
                <a:gd name="connsiteX194" fmla="*/ 4926412 w 7946084"/>
                <a:gd name="connsiteY194" fmla="*/ 461380 h 1069750"/>
                <a:gd name="connsiteX195" fmla="*/ 4934858 w 7946084"/>
                <a:gd name="connsiteY195" fmla="*/ 463367 h 1069750"/>
                <a:gd name="connsiteX196" fmla="*/ 4930719 w 7946084"/>
                <a:gd name="connsiteY196" fmla="*/ 435380 h 1069750"/>
                <a:gd name="connsiteX197" fmla="*/ 5005241 w 7946084"/>
                <a:gd name="connsiteY197" fmla="*/ 295111 h 1069750"/>
                <a:gd name="connsiteX198" fmla="*/ 4991827 w 7946084"/>
                <a:gd name="connsiteY198" fmla="*/ 462539 h 1069750"/>
                <a:gd name="connsiteX199" fmla="*/ 5025776 w 7946084"/>
                <a:gd name="connsiteY199" fmla="*/ 374271 h 1069750"/>
                <a:gd name="connsiteX200" fmla="*/ 5050782 w 7946084"/>
                <a:gd name="connsiteY200" fmla="*/ 460386 h 1069750"/>
                <a:gd name="connsiteX201" fmla="*/ 5050782 w 7946084"/>
                <a:gd name="connsiteY201" fmla="*/ 344793 h 1069750"/>
                <a:gd name="connsiteX202" fmla="*/ 5089700 w 7946084"/>
                <a:gd name="connsiteY202" fmla="*/ 465520 h 1069750"/>
                <a:gd name="connsiteX203" fmla="*/ 5107420 w 7946084"/>
                <a:gd name="connsiteY203" fmla="*/ 410539 h 1069750"/>
                <a:gd name="connsiteX204" fmla="*/ 5130772 w 7946084"/>
                <a:gd name="connsiteY204" fmla="*/ 510234 h 1069750"/>
                <a:gd name="connsiteX205" fmla="*/ 5132095 w 7946084"/>
                <a:gd name="connsiteY205" fmla="*/ 510565 h 1069750"/>
                <a:gd name="connsiteX206" fmla="*/ 5190389 w 7946084"/>
                <a:gd name="connsiteY206" fmla="*/ 383545 h 1069750"/>
                <a:gd name="connsiteX207" fmla="*/ 5191217 w 7946084"/>
                <a:gd name="connsiteY207" fmla="*/ 505597 h 1069750"/>
                <a:gd name="connsiteX208" fmla="*/ 5241065 w 7946084"/>
                <a:gd name="connsiteY208" fmla="*/ 415010 h 1069750"/>
                <a:gd name="connsiteX209" fmla="*/ 5241065 w 7946084"/>
                <a:gd name="connsiteY209" fmla="*/ 507915 h 1069750"/>
                <a:gd name="connsiteX210" fmla="*/ 5301345 w 7946084"/>
                <a:gd name="connsiteY210" fmla="*/ 383379 h 1069750"/>
                <a:gd name="connsiteX211" fmla="*/ 5301511 w 7946084"/>
                <a:gd name="connsiteY211" fmla="*/ 509572 h 1069750"/>
                <a:gd name="connsiteX212" fmla="*/ 5347550 w 7946084"/>
                <a:gd name="connsiteY212" fmla="*/ 451278 h 1069750"/>
                <a:gd name="connsiteX213" fmla="*/ 5327014 w 7946084"/>
                <a:gd name="connsiteY213" fmla="*/ 532756 h 1069750"/>
                <a:gd name="connsiteX214" fmla="*/ 5343245 w 7946084"/>
                <a:gd name="connsiteY214" fmla="*/ 565878 h 1069750"/>
                <a:gd name="connsiteX215" fmla="*/ 5372556 w 7946084"/>
                <a:gd name="connsiteY215" fmla="*/ 574158 h 1069750"/>
                <a:gd name="connsiteX216" fmla="*/ 5372391 w 7946084"/>
                <a:gd name="connsiteY216" fmla="*/ 546502 h 1069750"/>
                <a:gd name="connsiteX217" fmla="*/ 5431182 w 7946084"/>
                <a:gd name="connsiteY217" fmla="*/ 383545 h 1069750"/>
                <a:gd name="connsiteX218" fmla="*/ 5413130 w 7946084"/>
                <a:gd name="connsiteY218" fmla="*/ 555444 h 1069750"/>
                <a:gd name="connsiteX219" fmla="*/ 5435819 w 7946084"/>
                <a:gd name="connsiteY219" fmla="*/ 496654 h 1069750"/>
                <a:gd name="connsiteX220" fmla="*/ 5453869 w 7946084"/>
                <a:gd name="connsiteY220" fmla="*/ 578133 h 1069750"/>
                <a:gd name="connsiteX221" fmla="*/ 5528559 w 7946084"/>
                <a:gd name="connsiteY221" fmla="*/ 465023 h 1069750"/>
                <a:gd name="connsiteX222" fmla="*/ 5499246 w 7946084"/>
                <a:gd name="connsiteY222" fmla="*/ 587241 h 1069750"/>
                <a:gd name="connsiteX223" fmla="*/ 5578406 w 7946084"/>
                <a:gd name="connsiteY223" fmla="*/ 519342 h 1069750"/>
                <a:gd name="connsiteX224" fmla="*/ 5532698 w 7946084"/>
                <a:gd name="connsiteY224" fmla="*/ 619700 h 1069750"/>
                <a:gd name="connsiteX225" fmla="*/ 5547271 w 7946084"/>
                <a:gd name="connsiteY225" fmla="*/ 623840 h 1069750"/>
                <a:gd name="connsiteX226" fmla="*/ 5555884 w 7946084"/>
                <a:gd name="connsiteY226" fmla="*/ 621190 h 1069750"/>
                <a:gd name="connsiteX227" fmla="*/ 5615832 w 7946084"/>
                <a:gd name="connsiteY227" fmla="*/ 451278 h 1069750"/>
                <a:gd name="connsiteX228" fmla="*/ 5615832 w 7946084"/>
                <a:gd name="connsiteY228" fmla="*/ 605458 h 1069750"/>
                <a:gd name="connsiteX229" fmla="*/ 5621463 w 7946084"/>
                <a:gd name="connsiteY229" fmla="*/ 645700 h 1069750"/>
                <a:gd name="connsiteX230" fmla="*/ 5627591 w 7946084"/>
                <a:gd name="connsiteY230" fmla="*/ 647522 h 1069750"/>
                <a:gd name="connsiteX231" fmla="*/ 5628419 w 7946084"/>
                <a:gd name="connsiteY231" fmla="*/ 639242 h 1069750"/>
                <a:gd name="connsiteX232" fmla="*/ 5712050 w 7946084"/>
                <a:gd name="connsiteY232" fmla="*/ 510400 h 1069750"/>
                <a:gd name="connsiteX233" fmla="*/ 5673629 w 7946084"/>
                <a:gd name="connsiteY233" fmla="*/ 648350 h 1069750"/>
                <a:gd name="connsiteX234" fmla="*/ 5764216 w 7946084"/>
                <a:gd name="connsiteY234" fmla="*/ 582604 h 1069750"/>
                <a:gd name="connsiteX235" fmla="*/ 5737056 w 7946084"/>
                <a:gd name="connsiteY235" fmla="*/ 665408 h 1069750"/>
                <a:gd name="connsiteX236" fmla="*/ 5811911 w 7946084"/>
                <a:gd name="connsiteY236" fmla="*/ 578133 h 1069750"/>
                <a:gd name="connsiteX237" fmla="*/ 5787733 w 7946084"/>
                <a:gd name="connsiteY237" fmla="*/ 659280 h 1069750"/>
                <a:gd name="connsiteX238" fmla="*/ 5753948 w 7946084"/>
                <a:gd name="connsiteY238" fmla="*/ 685777 h 1069750"/>
                <a:gd name="connsiteX239" fmla="*/ 5776140 w 7946084"/>
                <a:gd name="connsiteY239" fmla="*/ 692567 h 1069750"/>
                <a:gd name="connsiteX240" fmla="*/ 5787733 w 7946084"/>
                <a:gd name="connsiteY240" fmla="*/ 689089 h 1069750"/>
                <a:gd name="connsiteX241" fmla="*/ 5895708 w 7946084"/>
                <a:gd name="connsiteY241" fmla="*/ 501125 h 1069750"/>
                <a:gd name="connsiteX242" fmla="*/ 5863911 w 7946084"/>
                <a:gd name="connsiteY242" fmla="*/ 710784 h 1069750"/>
                <a:gd name="connsiteX243" fmla="*/ 5983976 w 7946084"/>
                <a:gd name="connsiteY243" fmla="*/ 627980 h 1069750"/>
                <a:gd name="connsiteX244" fmla="*/ 5940919 w 7946084"/>
                <a:gd name="connsiteY244" fmla="*/ 738937 h 1069750"/>
                <a:gd name="connsiteX245" fmla="*/ 5946549 w 7946084"/>
                <a:gd name="connsiteY245" fmla="*/ 745727 h 1069750"/>
                <a:gd name="connsiteX246" fmla="*/ 6031174 w 7946084"/>
                <a:gd name="connsiteY246" fmla="*/ 772886 h 1069750"/>
                <a:gd name="connsiteX247" fmla="*/ 6072410 w 7946084"/>
                <a:gd name="connsiteY247" fmla="*/ 591712 h 1069750"/>
                <a:gd name="connsiteX248" fmla="*/ 6108678 w 7946084"/>
                <a:gd name="connsiteY248" fmla="*/ 768415 h 1069750"/>
                <a:gd name="connsiteX249" fmla="*/ 6115137 w 7946084"/>
                <a:gd name="connsiteY249" fmla="*/ 766593 h 1069750"/>
                <a:gd name="connsiteX250" fmla="*/ 6195290 w 7946084"/>
                <a:gd name="connsiteY250" fmla="*/ 660108 h 1069750"/>
                <a:gd name="connsiteX251" fmla="*/ 6195456 w 7946084"/>
                <a:gd name="connsiteY251" fmla="*/ 799880 h 1069750"/>
                <a:gd name="connsiteX252" fmla="*/ 6277265 w 7946084"/>
                <a:gd name="connsiteY252" fmla="*/ 680312 h 1069750"/>
                <a:gd name="connsiteX253" fmla="*/ 6223443 w 7946084"/>
                <a:gd name="connsiteY253" fmla="*/ 829855 h 1069750"/>
                <a:gd name="connsiteX254" fmla="*/ 6254246 w 7946084"/>
                <a:gd name="connsiteY254" fmla="*/ 845091 h 1069750"/>
                <a:gd name="connsiteX255" fmla="*/ 6287202 w 7946084"/>
                <a:gd name="connsiteY255" fmla="*/ 855855 h 1069750"/>
                <a:gd name="connsiteX256" fmla="*/ 6395343 w 7946084"/>
                <a:gd name="connsiteY256" fmla="*/ 709790 h 1069750"/>
                <a:gd name="connsiteX257" fmla="*/ 6357088 w 7946084"/>
                <a:gd name="connsiteY257" fmla="*/ 878875 h 1069750"/>
                <a:gd name="connsiteX258" fmla="*/ 6385903 w 7946084"/>
                <a:gd name="connsiteY258" fmla="*/ 888314 h 1069750"/>
                <a:gd name="connsiteX259" fmla="*/ 6464070 w 7946084"/>
                <a:gd name="connsiteY259" fmla="*/ 800046 h 1069750"/>
                <a:gd name="connsiteX260" fmla="*/ 6432604 w 7946084"/>
                <a:gd name="connsiteY260" fmla="*/ 903716 h 1069750"/>
                <a:gd name="connsiteX261" fmla="*/ 6448668 w 7946084"/>
                <a:gd name="connsiteY261" fmla="*/ 909015 h 1069750"/>
                <a:gd name="connsiteX262" fmla="*/ 6513421 w 7946084"/>
                <a:gd name="connsiteY262" fmla="*/ 780008 h 1069750"/>
                <a:gd name="connsiteX263" fmla="*/ 6499841 w 7946084"/>
                <a:gd name="connsiteY263" fmla="*/ 925907 h 1069750"/>
                <a:gd name="connsiteX264" fmla="*/ 6504147 w 7946084"/>
                <a:gd name="connsiteY264" fmla="*/ 927232 h 1069750"/>
                <a:gd name="connsiteX265" fmla="*/ 6553994 w 7946084"/>
                <a:gd name="connsiteY265" fmla="*/ 704656 h 1069750"/>
                <a:gd name="connsiteX266" fmla="*/ 6566912 w 7946084"/>
                <a:gd name="connsiteY266" fmla="*/ 929716 h 1069750"/>
                <a:gd name="connsiteX267" fmla="*/ 6635307 w 7946084"/>
                <a:gd name="connsiteY267" fmla="*/ 835320 h 1069750"/>
                <a:gd name="connsiteX268" fmla="*/ 6626033 w 7946084"/>
                <a:gd name="connsiteY268" fmla="*/ 967309 h 1069750"/>
                <a:gd name="connsiteX269" fmla="*/ 6664785 w 7946084"/>
                <a:gd name="connsiteY269" fmla="*/ 980060 h 1069750"/>
                <a:gd name="connsiteX270" fmla="*/ 6778888 w 7946084"/>
                <a:gd name="connsiteY270" fmla="*/ 800212 h 1069750"/>
                <a:gd name="connsiteX271" fmla="*/ 6752225 w 7946084"/>
                <a:gd name="connsiteY271" fmla="*/ 1008545 h 1069750"/>
                <a:gd name="connsiteX272" fmla="*/ 6763487 w 7946084"/>
                <a:gd name="connsiteY272" fmla="*/ 1012188 h 1069750"/>
                <a:gd name="connsiteX273" fmla="*/ 6830061 w 7946084"/>
                <a:gd name="connsiteY273" fmla="*/ 890798 h 1069750"/>
                <a:gd name="connsiteX274" fmla="*/ 6830061 w 7946084"/>
                <a:gd name="connsiteY274" fmla="*/ 1002417 h 1069750"/>
                <a:gd name="connsiteX275" fmla="*/ 6889513 w 7946084"/>
                <a:gd name="connsiteY275" fmla="*/ 872250 h 1069750"/>
                <a:gd name="connsiteX276" fmla="*/ 6889513 w 7946084"/>
                <a:gd name="connsiteY276" fmla="*/ 1048290 h 1069750"/>
                <a:gd name="connsiteX277" fmla="*/ 6986724 w 7946084"/>
                <a:gd name="connsiteY277" fmla="*/ 877715 h 1069750"/>
                <a:gd name="connsiteX278" fmla="*/ 6999790 w 7946084"/>
                <a:gd name="connsiteY278" fmla="*/ 1056361 h 1069750"/>
                <a:gd name="connsiteX279" fmla="*/ 6994583 w 7946084"/>
                <a:gd name="connsiteY279" fmla="*/ 1069750 h 1069750"/>
                <a:gd name="connsiteX280" fmla="*/ 0 w 7946084"/>
                <a:gd name="connsiteY280" fmla="*/ 1069750 h 1069750"/>
                <a:gd name="connsiteX281" fmla="*/ 0 w 7946084"/>
                <a:gd name="connsiteY281" fmla="*/ 404242 h 1069750"/>
                <a:gd name="connsiteX282" fmla="*/ 41015 w 7946084"/>
                <a:gd name="connsiteY282" fmla="*/ 425278 h 1069750"/>
                <a:gd name="connsiteX283" fmla="*/ 65193 w 7946084"/>
                <a:gd name="connsiteY283" fmla="*/ 146562 h 1069750"/>
                <a:gd name="connsiteX284" fmla="*/ 80760 w 7946084"/>
                <a:gd name="connsiteY284" fmla="*/ 380067 h 1069750"/>
                <a:gd name="connsiteX285" fmla="*/ 117028 w 7946084"/>
                <a:gd name="connsiteY285" fmla="*/ 239798 h 1069750"/>
                <a:gd name="connsiteX286" fmla="*/ 133920 w 7946084"/>
                <a:gd name="connsiteY286" fmla="*/ 373277 h 1069750"/>
                <a:gd name="connsiteX287" fmla="*/ 156277 w 7946084"/>
                <a:gd name="connsiteY287" fmla="*/ 393647 h 1069750"/>
                <a:gd name="connsiteX288" fmla="*/ 178303 w 7946084"/>
                <a:gd name="connsiteY288" fmla="*/ 208996 h 1069750"/>
                <a:gd name="connsiteX289" fmla="*/ 231463 w 7946084"/>
                <a:gd name="connsiteY289" fmla="*/ 381226 h 1069750"/>
                <a:gd name="connsiteX290" fmla="*/ 301680 w 7946084"/>
                <a:gd name="connsiteY290" fmla="*/ 389341 h 1069750"/>
                <a:gd name="connsiteX291" fmla="*/ 286775 w 7946084"/>
                <a:gd name="connsiteY291" fmla="*/ 234996 h 1069750"/>
                <a:gd name="connsiteX292" fmla="*/ 321387 w 7946084"/>
                <a:gd name="connsiteY292" fmla="*/ 372615 h 1069750"/>
                <a:gd name="connsiteX293" fmla="*/ 359973 w 7946084"/>
                <a:gd name="connsiteY293" fmla="*/ 442170 h 1069750"/>
                <a:gd name="connsiteX294" fmla="*/ 368916 w 7946084"/>
                <a:gd name="connsiteY294" fmla="*/ 441011 h 1069750"/>
                <a:gd name="connsiteX295" fmla="*/ 360636 w 7946084"/>
                <a:gd name="connsiteY295" fmla="*/ 413188 h 1069750"/>
                <a:gd name="connsiteX296" fmla="*/ 405350 w 7946084"/>
                <a:gd name="connsiteY296" fmla="*/ 228371 h 1069750"/>
                <a:gd name="connsiteX297" fmla="*/ 422407 w 7946084"/>
                <a:gd name="connsiteY297" fmla="*/ 362679 h 1069750"/>
                <a:gd name="connsiteX298" fmla="*/ 500077 w 7946084"/>
                <a:gd name="connsiteY298" fmla="*/ 213467 h 1069750"/>
                <a:gd name="connsiteX299" fmla="*/ 485338 w 7946084"/>
                <a:gd name="connsiteY299" fmla="*/ 388679 h 1069750"/>
                <a:gd name="connsiteX300" fmla="*/ 559529 w 7946084"/>
                <a:gd name="connsiteY300" fmla="*/ 415341 h 1069750"/>
                <a:gd name="connsiteX301" fmla="*/ 584205 w 7946084"/>
                <a:gd name="connsiteY301" fmla="*/ 412195 h 1069750"/>
                <a:gd name="connsiteX302" fmla="*/ 582880 w 7946084"/>
                <a:gd name="connsiteY302" fmla="*/ 373609 h 1069750"/>
                <a:gd name="connsiteX303" fmla="*/ 595797 w 7946084"/>
                <a:gd name="connsiteY303" fmla="*/ 138778 h 1069750"/>
                <a:gd name="connsiteX304" fmla="*/ 656244 w 7946084"/>
                <a:gd name="connsiteY304" fmla="*/ 335850 h 1069750"/>
                <a:gd name="connsiteX305" fmla="*/ 724308 w 7946084"/>
                <a:gd name="connsiteY305" fmla="*/ 394309 h 1069750"/>
                <a:gd name="connsiteX306" fmla="*/ 738385 w 7946084"/>
                <a:gd name="connsiteY306" fmla="*/ 392488 h 1069750"/>
                <a:gd name="connsiteX307" fmla="*/ 750474 w 7946084"/>
                <a:gd name="connsiteY307" fmla="*/ 215785 h 1069750"/>
                <a:gd name="connsiteX308" fmla="*/ 834602 w 7946084"/>
                <a:gd name="connsiteY308" fmla="*/ 364335 h 1069750"/>
                <a:gd name="connsiteX309" fmla="*/ 887762 w 7946084"/>
                <a:gd name="connsiteY309" fmla="*/ 90421 h 1069750"/>
                <a:gd name="connsiteX310" fmla="*/ 933138 w 7946084"/>
                <a:gd name="connsiteY310" fmla="*/ 327404 h 1069750"/>
                <a:gd name="connsiteX311" fmla="*/ 923367 w 7946084"/>
                <a:gd name="connsiteY311" fmla="*/ 370131 h 1069750"/>
                <a:gd name="connsiteX312" fmla="*/ 973215 w 7946084"/>
                <a:gd name="connsiteY312" fmla="*/ 364169 h 1069750"/>
                <a:gd name="connsiteX313" fmla="*/ 1028031 w 7946084"/>
                <a:gd name="connsiteY313" fmla="*/ 186308 h 1069750"/>
                <a:gd name="connsiteX314" fmla="*/ 1030680 w 7946084"/>
                <a:gd name="connsiteY314" fmla="*/ 357711 h 1069750"/>
                <a:gd name="connsiteX315" fmla="*/ 1107522 w 7946084"/>
                <a:gd name="connsiteY315" fmla="*/ 349099 h 1069750"/>
                <a:gd name="connsiteX316" fmla="*/ 1142134 w 7946084"/>
                <a:gd name="connsiteY316" fmla="*/ 188792 h 1069750"/>
                <a:gd name="connsiteX317" fmla="*/ 1161675 w 7946084"/>
                <a:gd name="connsiteY317" fmla="*/ 342640 h 1069750"/>
                <a:gd name="connsiteX318" fmla="*/ 1162503 w 7946084"/>
                <a:gd name="connsiteY318" fmla="*/ 343137 h 1069750"/>
                <a:gd name="connsiteX319" fmla="*/ 1221294 w 7946084"/>
                <a:gd name="connsiteY319" fmla="*/ 336844 h 1069750"/>
                <a:gd name="connsiteX320" fmla="*/ 1262198 w 7946084"/>
                <a:gd name="connsiteY320" fmla="*/ 105326 h 1069750"/>
                <a:gd name="connsiteX321" fmla="*/ 1300619 w 7946084"/>
                <a:gd name="connsiteY321" fmla="*/ 328729 h 1069750"/>
                <a:gd name="connsiteX322" fmla="*/ 1375805 w 7946084"/>
                <a:gd name="connsiteY322" fmla="*/ 321111 h 1069750"/>
                <a:gd name="connsiteX323" fmla="*/ 1392200 w 7946084"/>
                <a:gd name="connsiteY323" fmla="*/ 256525 h 1069750"/>
                <a:gd name="connsiteX324" fmla="*/ 1410748 w 7946084"/>
                <a:gd name="connsiteY324" fmla="*/ 317965 h 1069750"/>
                <a:gd name="connsiteX325" fmla="*/ 1467054 w 7946084"/>
                <a:gd name="connsiteY325" fmla="*/ 312666 h 1069750"/>
                <a:gd name="connsiteX326" fmla="*/ 1492889 w 7946084"/>
                <a:gd name="connsiteY326" fmla="*/ 220919 h 1069750"/>
                <a:gd name="connsiteX327" fmla="*/ 1509946 w 7946084"/>
                <a:gd name="connsiteY327" fmla="*/ 308691 h 1069750"/>
                <a:gd name="connsiteX328" fmla="*/ 1578673 w 7946084"/>
                <a:gd name="connsiteY328" fmla="*/ 302563 h 1069750"/>
                <a:gd name="connsiteX329" fmla="*/ 1464735 w 7946084"/>
                <a:gd name="connsiteY329" fmla="*/ 0 h 106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</a:cxnLst>
              <a:rect l="l" t="t" r="r" b="b"/>
              <a:pathLst>
                <a:path w="7946084" h="1069750">
                  <a:moveTo>
                    <a:pt x="7946084" y="1053424"/>
                  </a:moveTo>
                  <a:lnTo>
                    <a:pt x="7936711" y="1069750"/>
                  </a:lnTo>
                  <a:lnTo>
                    <a:pt x="7930609" y="1069750"/>
                  </a:lnTo>
                  <a:lnTo>
                    <a:pt x="7938639" y="1061097"/>
                  </a:lnTo>
                  <a:cubicBezTo>
                    <a:pt x="7942565" y="1056977"/>
                    <a:pt x="7945173" y="1054335"/>
                    <a:pt x="7946084" y="1053424"/>
                  </a:cubicBezTo>
                  <a:close/>
                  <a:moveTo>
                    <a:pt x="7732286" y="1053424"/>
                  </a:moveTo>
                  <a:lnTo>
                    <a:pt x="7743981" y="1069750"/>
                  </a:lnTo>
                  <a:lnTo>
                    <a:pt x="7734991" y="1069750"/>
                  </a:lnTo>
                  <a:lnTo>
                    <a:pt x="7734087" y="1062961"/>
                  </a:lnTo>
                  <a:cubicBezTo>
                    <a:pt x="7733210" y="1057753"/>
                    <a:pt x="7732493" y="1054418"/>
                    <a:pt x="7732286" y="1053424"/>
                  </a:cubicBezTo>
                  <a:close/>
                  <a:moveTo>
                    <a:pt x="7245071" y="1018978"/>
                  </a:moveTo>
                  <a:cubicBezTo>
                    <a:pt x="7245071" y="1018978"/>
                    <a:pt x="7245195" y="1024909"/>
                    <a:pt x="7245658" y="1034685"/>
                  </a:cubicBezTo>
                  <a:lnTo>
                    <a:pt x="7248029" y="1069750"/>
                  </a:lnTo>
                  <a:lnTo>
                    <a:pt x="7214630" y="1069750"/>
                  </a:lnTo>
                  <a:lnTo>
                    <a:pt x="7218657" y="1060773"/>
                  </a:lnTo>
                  <a:cubicBezTo>
                    <a:pt x="7231988" y="1036119"/>
                    <a:pt x="7245071" y="1018978"/>
                    <a:pt x="7245071" y="1018978"/>
                  </a:cubicBezTo>
                  <a:close/>
                  <a:moveTo>
                    <a:pt x="7313135" y="1003245"/>
                  </a:moveTo>
                  <a:cubicBezTo>
                    <a:pt x="7333671" y="1018771"/>
                    <a:pt x="7348513" y="1039068"/>
                    <a:pt x="7359226" y="1060781"/>
                  </a:cubicBezTo>
                  <a:lnTo>
                    <a:pt x="7362121" y="1069750"/>
                  </a:lnTo>
                  <a:lnTo>
                    <a:pt x="7332988" y="1069750"/>
                  </a:lnTo>
                  <a:lnTo>
                    <a:pt x="7321444" y="1026474"/>
                  </a:lnTo>
                  <a:cubicBezTo>
                    <a:pt x="7317141" y="1013337"/>
                    <a:pt x="7313674" y="1004653"/>
                    <a:pt x="7313135" y="1003245"/>
                  </a:cubicBezTo>
                  <a:close/>
                  <a:moveTo>
                    <a:pt x="7541672" y="990162"/>
                  </a:moveTo>
                  <a:cubicBezTo>
                    <a:pt x="7513105" y="1011194"/>
                    <a:pt x="7493729" y="1035187"/>
                    <a:pt x="7480854" y="1059743"/>
                  </a:cubicBezTo>
                  <a:lnTo>
                    <a:pt x="7477861" y="1069750"/>
                  </a:lnTo>
                  <a:lnTo>
                    <a:pt x="7456057" y="1069750"/>
                  </a:lnTo>
                  <a:lnTo>
                    <a:pt x="7469033" y="1052389"/>
                  </a:lnTo>
                  <a:cubicBezTo>
                    <a:pt x="7502672" y="1016121"/>
                    <a:pt x="7534634" y="994717"/>
                    <a:pt x="7541672" y="990162"/>
                  </a:cubicBezTo>
                  <a:close/>
                  <a:moveTo>
                    <a:pt x="7215759" y="921767"/>
                  </a:moveTo>
                  <a:cubicBezTo>
                    <a:pt x="7180816" y="967806"/>
                    <a:pt x="7168851" y="1013844"/>
                    <a:pt x="7167464" y="1053279"/>
                  </a:cubicBezTo>
                  <a:lnTo>
                    <a:pt x="7168792" y="1069750"/>
                  </a:lnTo>
                  <a:lnTo>
                    <a:pt x="7089893" y="1069750"/>
                  </a:lnTo>
                  <a:lnTo>
                    <a:pt x="7119065" y="1019602"/>
                  </a:lnTo>
                  <a:cubicBezTo>
                    <a:pt x="7165828" y="953874"/>
                    <a:pt x="7212032" y="924127"/>
                    <a:pt x="7215759" y="921767"/>
                  </a:cubicBezTo>
                  <a:close/>
                  <a:moveTo>
                    <a:pt x="7050317" y="799880"/>
                  </a:moveTo>
                  <a:cubicBezTo>
                    <a:pt x="7123475" y="873037"/>
                    <a:pt x="7109346" y="981593"/>
                    <a:pt x="7090723" y="1048066"/>
                  </a:cubicBezTo>
                  <a:lnTo>
                    <a:pt x="7083855" y="1069750"/>
                  </a:lnTo>
                  <a:lnTo>
                    <a:pt x="7002935" y="1069750"/>
                  </a:lnTo>
                  <a:lnTo>
                    <a:pt x="7012502" y="1058521"/>
                  </a:lnTo>
                  <a:cubicBezTo>
                    <a:pt x="7057164" y="980433"/>
                    <a:pt x="7050317" y="799880"/>
                    <a:pt x="7050317" y="799880"/>
                  </a:cubicBezTo>
                  <a:close/>
                  <a:moveTo>
                    <a:pt x="1464735" y="0"/>
                  </a:moveTo>
                  <a:cubicBezTo>
                    <a:pt x="1538265" y="44051"/>
                    <a:pt x="1580826" y="133810"/>
                    <a:pt x="1604839" y="211314"/>
                  </a:cubicBezTo>
                  <a:cubicBezTo>
                    <a:pt x="1604342" y="152689"/>
                    <a:pt x="1613947" y="72039"/>
                    <a:pt x="1664788" y="34115"/>
                  </a:cubicBezTo>
                  <a:cubicBezTo>
                    <a:pt x="1664788" y="34115"/>
                    <a:pt x="1632495" y="231849"/>
                    <a:pt x="1731031" y="288487"/>
                  </a:cubicBezTo>
                  <a:cubicBezTo>
                    <a:pt x="1731031" y="288487"/>
                    <a:pt x="1717782" y="201875"/>
                    <a:pt x="1769452" y="141097"/>
                  </a:cubicBezTo>
                  <a:cubicBezTo>
                    <a:pt x="1769452" y="141097"/>
                    <a:pt x="1747260" y="209658"/>
                    <a:pt x="1808700" y="258512"/>
                  </a:cubicBezTo>
                  <a:cubicBezTo>
                    <a:pt x="1870141" y="307366"/>
                    <a:pt x="1876765" y="173390"/>
                    <a:pt x="1876765" y="173390"/>
                  </a:cubicBezTo>
                  <a:cubicBezTo>
                    <a:pt x="1876765" y="173390"/>
                    <a:pt x="1906077" y="237314"/>
                    <a:pt x="1911873" y="276894"/>
                  </a:cubicBezTo>
                  <a:cubicBezTo>
                    <a:pt x="1927109" y="275901"/>
                    <a:pt x="1942345" y="274907"/>
                    <a:pt x="1957747" y="273913"/>
                  </a:cubicBezTo>
                  <a:cubicBezTo>
                    <a:pt x="1967683" y="264971"/>
                    <a:pt x="1975466" y="257850"/>
                    <a:pt x="1975466" y="257850"/>
                  </a:cubicBezTo>
                  <a:cubicBezTo>
                    <a:pt x="1975466" y="257850"/>
                    <a:pt x="2019683" y="208002"/>
                    <a:pt x="1963046" y="94727"/>
                  </a:cubicBezTo>
                  <a:cubicBezTo>
                    <a:pt x="1963046" y="94727"/>
                    <a:pt x="2039059" y="169581"/>
                    <a:pt x="2013722" y="270436"/>
                  </a:cubicBezTo>
                  <a:cubicBezTo>
                    <a:pt x="2031773" y="269442"/>
                    <a:pt x="2049989" y="268117"/>
                    <a:pt x="2068041" y="267124"/>
                  </a:cubicBezTo>
                  <a:lnTo>
                    <a:pt x="2073506" y="185479"/>
                  </a:lnTo>
                  <a:cubicBezTo>
                    <a:pt x="2073506" y="185479"/>
                    <a:pt x="2105965" y="232180"/>
                    <a:pt x="2113417" y="264639"/>
                  </a:cubicBezTo>
                  <a:cubicBezTo>
                    <a:pt x="2123850" y="264142"/>
                    <a:pt x="2134283" y="263646"/>
                    <a:pt x="2144716" y="262984"/>
                  </a:cubicBezTo>
                  <a:cubicBezTo>
                    <a:pt x="2143392" y="234830"/>
                    <a:pt x="2145876" y="173887"/>
                    <a:pt x="2183965" y="133645"/>
                  </a:cubicBezTo>
                  <a:cubicBezTo>
                    <a:pt x="2182475" y="138778"/>
                    <a:pt x="2163761" y="201875"/>
                    <a:pt x="2184959" y="260996"/>
                  </a:cubicBezTo>
                  <a:cubicBezTo>
                    <a:pt x="2187443" y="260831"/>
                    <a:pt x="2189927" y="260665"/>
                    <a:pt x="2192411" y="260665"/>
                  </a:cubicBezTo>
                  <a:cubicBezTo>
                    <a:pt x="2187774" y="213798"/>
                    <a:pt x="2185290" y="108306"/>
                    <a:pt x="2249049" y="54484"/>
                  </a:cubicBezTo>
                  <a:cubicBezTo>
                    <a:pt x="2249049" y="54484"/>
                    <a:pt x="2210131" y="182498"/>
                    <a:pt x="2239112" y="258347"/>
                  </a:cubicBezTo>
                  <a:cubicBezTo>
                    <a:pt x="2255011" y="257684"/>
                    <a:pt x="2271074" y="257021"/>
                    <a:pt x="2286973" y="256359"/>
                  </a:cubicBezTo>
                  <a:lnTo>
                    <a:pt x="2284820" y="159148"/>
                  </a:lnTo>
                  <a:cubicBezTo>
                    <a:pt x="2284820" y="159148"/>
                    <a:pt x="2308667" y="209823"/>
                    <a:pt x="2318769" y="255034"/>
                  </a:cubicBezTo>
                  <a:cubicBezTo>
                    <a:pt x="2335164" y="254372"/>
                    <a:pt x="2351559" y="253544"/>
                    <a:pt x="2367954" y="253047"/>
                  </a:cubicBezTo>
                  <a:cubicBezTo>
                    <a:pt x="2375407" y="203696"/>
                    <a:pt x="2380540" y="107644"/>
                    <a:pt x="2320260" y="60943"/>
                  </a:cubicBezTo>
                  <a:cubicBezTo>
                    <a:pt x="2338145" y="72867"/>
                    <a:pt x="2440656" y="147059"/>
                    <a:pt x="2427738" y="251060"/>
                  </a:cubicBezTo>
                  <a:cubicBezTo>
                    <a:pt x="2437343" y="250728"/>
                    <a:pt x="2446949" y="250397"/>
                    <a:pt x="2456554" y="250231"/>
                  </a:cubicBezTo>
                  <a:cubicBezTo>
                    <a:pt x="2472452" y="230193"/>
                    <a:pt x="2488019" y="197403"/>
                    <a:pt x="2488185" y="144243"/>
                  </a:cubicBezTo>
                  <a:cubicBezTo>
                    <a:pt x="2488185" y="144243"/>
                    <a:pt x="2509879" y="202537"/>
                    <a:pt x="2507229" y="248575"/>
                  </a:cubicBezTo>
                  <a:cubicBezTo>
                    <a:pt x="2523459" y="248078"/>
                    <a:pt x="2539688" y="247913"/>
                    <a:pt x="2555918" y="247582"/>
                  </a:cubicBezTo>
                  <a:cubicBezTo>
                    <a:pt x="2556415" y="230524"/>
                    <a:pt x="2558899" y="211314"/>
                    <a:pt x="2565689" y="194753"/>
                  </a:cubicBezTo>
                  <a:cubicBezTo>
                    <a:pt x="2565689" y="194753"/>
                    <a:pt x="2567510" y="222079"/>
                    <a:pt x="2576950" y="247085"/>
                  </a:cubicBezTo>
                  <a:lnTo>
                    <a:pt x="2601294" y="246588"/>
                  </a:lnTo>
                  <a:cubicBezTo>
                    <a:pt x="2602122" y="212308"/>
                    <a:pt x="2608746" y="162294"/>
                    <a:pt x="2638556" y="137785"/>
                  </a:cubicBezTo>
                  <a:cubicBezTo>
                    <a:pt x="2638556" y="137785"/>
                    <a:pt x="2630275" y="197238"/>
                    <a:pt x="2637231" y="245926"/>
                  </a:cubicBezTo>
                  <a:cubicBezTo>
                    <a:pt x="2654951" y="245594"/>
                    <a:pt x="2672671" y="245429"/>
                    <a:pt x="2690390" y="245263"/>
                  </a:cubicBezTo>
                  <a:cubicBezTo>
                    <a:pt x="2690225" y="222410"/>
                    <a:pt x="2695524" y="189619"/>
                    <a:pt x="2721359" y="162460"/>
                  </a:cubicBezTo>
                  <a:cubicBezTo>
                    <a:pt x="2721359" y="162460"/>
                    <a:pt x="2714900" y="209161"/>
                    <a:pt x="2730798" y="244767"/>
                  </a:cubicBezTo>
                  <a:cubicBezTo>
                    <a:pt x="2752990" y="244601"/>
                    <a:pt x="2775181" y="244270"/>
                    <a:pt x="2797207" y="244270"/>
                  </a:cubicBezTo>
                  <a:cubicBezTo>
                    <a:pt x="2799028" y="228040"/>
                    <a:pt x="2797704" y="212805"/>
                    <a:pt x="2797704" y="212805"/>
                  </a:cubicBezTo>
                  <a:cubicBezTo>
                    <a:pt x="2797704" y="212805"/>
                    <a:pt x="2809130" y="225390"/>
                    <a:pt x="2817576" y="244270"/>
                  </a:cubicBezTo>
                  <a:lnTo>
                    <a:pt x="2826519" y="244270"/>
                  </a:lnTo>
                  <a:cubicBezTo>
                    <a:pt x="2830825" y="207339"/>
                    <a:pt x="2846226" y="138116"/>
                    <a:pt x="2903692" y="108804"/>
                  </a:cubicBezTo>
                  <a:cubicBezTo>
                    <a:pt x="2903692" y="108804"/>
                    <a:pt x="2859640" y="187467"/>
                    <a:pt x="2886303" y="244435"/>
                  </a:cubicBezTo>
                  <a:lnTo>
                    <a:pt x="2903029" y="244435"/>
                  </a:lnTo>
                  <a:cubicBezTo>
                    <a:pt x="2903361" y="221085"/>
                    <a:pt x="2906673" y="187135"/>
                    <a:pt x="2921246" y="171237"/>
                  </a:cubicBezTo>
                  <a:cubicBezTo>
                    <a:pt x="2921246" y="171237"/>
                    <a:pt x="2923399" y="215289"/>
                    <a:pt x="2935488" y="244601"/>
                  </a:cubicBezTo>
                  <a:cubicBezTo>
                    <a:pt x="2949068" y="244601"/>
                    <a:pt x="2962648" y="244932"/>
                    <a:pt x="2976062" y="245098"/>
                  </a:cubicBezTo>
                  <a:cubicBezTo>
                    <a:pt x="2981196" y="221250"/>
                    <a:pt x="2979871" y="188626"/>
                    <a:pt x="2979871" y="188626"/>
                  </a:cubicBezTo>
                  <a:cubicBezTo>
                    <a:pt x="2979871" y="188626"/>
                    <a:pt x="2996432" y="217110"/>
                    <a:pt x="3000572" y="245429"/>
                  </a:cubicBezTo>
                  <a:cubicBezTo>
                    <a:pt x="3007858" y="245594"/>
                    <a:pt x="3015145" y="245594"/>
                    <a:pt x="3022432" y="245760"/>
                  </a:cubicBezTo>
                  <a:cubicBezTo>
                    <a:pt x="3029056" y="231849"/>
                    <a:pt x="3033859" y="214295"/>
                    <a:pt x="3030712" y="193760"/>
                  </a:cubicBezTo>
                  <a:cubicBezTo>
                    <a:pt x="3030712" y="193760"/>
                    <a:pt x="3045286" y="220919"/>
                    <a:pt x="3051082" y="246091"/>
                  </a:cubicBezTo>
                  <a:cubicBezTo>
                    <a:pt x="3069133" y="246423"/>
                    <a:pt x="3087018" y="246920"/>
                    <a:pt x="3105070" y="247251"/>
                  </a:cubicBezTo>
                  <a:cubicBezTo>
                    <a:pt x="3110866" y="220422"/>
                    <a:pt x="3117987" y="164613"/>
                    <a:pt x="3089337" y="124370"/>
                  </a:cubicBezTo>
                  <a:cubicBezTo>
                    <a:pt x="3089337" y="124370"/>
                    <a:pt x="3139516" y="174549"/>
                    <a:pt x="3146968" y="227047"/>
                  </a:cubicBezTo>
                  <a:cubicBezTo>
                    <a:pt x="3151274" y="203696"/>
                    <a:pt x="3161707" y="175212"/>
                    <a:pt x="3186879" y="161467"/>
                  </a:cubicBezTo>
                  <a:cubicBezTo>
                    <a:pt x="3186879" y="161467"/>
                    <a:pt x="3162866" y="214295"/>
                    <a:pt x="3176612" y="249072"/>
                  </a:cubicBezTo>
                  <a:cubicBezTo>
                    <a:pt x="3186382" y="249404"/>
                    <a:pt x="3196319" y="249569"/>
                    <a:pt x="3206255" y="249900"/>
                  </a:cubicBezTo>
                  <a:cubicBezTo>
                    <a:pt x="3205924" y="231021"/>
                    <a:pt x="3200625" y="206346"/>
                    <a:pt x="3200625" y="206346"/>
                  </a:cubicBezTo>
                  <a:lnTo>
                    <a:pt x="3227122" y="250728"/>
                  </a:lnTo>
                  <a:cubicBezTo>
                    <a:pt x="3229109" y="250728"/>
                    <a:pt x="3231096" y="250728"/>
                    <a:pt x="3232918" y="250894"/>
                  </a:cubicBezTo>
                  <a:cubicBezTo>
                    <a:pt x="3229275" y="226881"/>
                    <a:pt x="3226625" y="178855"/>
                    <a:pt x="3261237" y="161467"/>
                  </a:cubicBezTo>
                  <a:cubicBezTo>
                    <a:pt x="3261237" y="161467"/>
                    <a:pt x="3251631" y="217607"/>
                    <a:pt x="3294524" y="253047"/>
                  </a:cubicBezTo>
                  <a:lnTo>
                    <a:pt x="3294855" y="253378"/>
                  </a:lnTo>
                  <a:cubicBezTo>
                    <a:pt x="3303632" y="253710"/>
                    <a:pt x="3312575" y="254041"/>
                    <a:pt x="3321517" y="254372"/>
                  </a:cubicBezTo>
                  <a:cubicBezTo>
                    <a:pt x="3338244" y="235990"/>
                    <a:pt x="3339403" y="179021"/>
                    <a:pt x="3339403" y="179021"/>
                  </a:cubicBezTo>
                  <a:cubicBezTo>
                    <a:pt x="3339403" y="179021"/>
                    <a:pt x="3365072" y="223237"/>
                    <a:pt x="3370206" y="256525"/>
                  </a:cubicBezTo>
                  <a:cubicBezTo>
                    <a:pt x="3386104" y="257187"/>
                    <a:pt x="3402168" y="258181"/>
                    <a:pt x="3418232" y="259009"/>
                  </a:cubicBezTo>
                  <a:cubicBezTo>
                    <a:pt x="3428334" y="242614"/>
                    <a:pt x="3441251" y="211645"/>
                    <a:pt x="3435124" y="165441"/>
                  </a:cubicBezTo>
                  <a:cubicBezTo>
                    <a:pt x="3435124" y="165441"/>
                    <a:pt x="3488615" y="207008"/>
                    <a:pt x="3466755" y="261327"/>
                  </a:cubicBezTo>
                  <a:cubicBezTo>
                    <a:pt x="3482156" y="262487"/>
                    <a:pt x="3497723" y="263315"/>
                    <a:pt x="3513290" y="264308"/>
                  </a:cubicBezTo>
                  <a:cubicBezTo>
                    <a:pt x="3513290" y="264308"/>
                    <a:pt x="3522895" y="201378"/>
                    <a:pt x="3522895" y="201378"/>
                  </a:cubicBezTo>
                  <a:lnTo>
                    <a:pt x="3541940" y="266130"/>
                  </a:lnTo>
                  <a:cubicBezTo>
                    <a:pt x="3542768" y="266130"/>
                    <a:pt x="3543596" y="266295"/>
                    <a:pt x="3544590" y="266295"/>
                  </a:cubicBezTo>
                  <a:cubicBezTo>
                    <a:pt x="3545418" y="248244"/>
                    <a:pt x="3551876" y="206015"/>
                    <a:pt x="3591291" y="190779"/>
                  </a:cubicBezTo>
                  <a:cubicBezTo>
                    <a:pt x="3591291" y="190779"/>
                    <a:pt x="3571749" y="237646"/>
                    <a:pt x="3579201" y="268614"/>
                  </a:cubicBezTo>
                  <a:cubicBezTo>
                    <a:pt x="3586654" y="269111"/>
                    <a:pt x="3593940" y="269608"/>
                    <a:pt x="3601393" y="270104"/>
                  </a:cubicBezTo>
                  <a:cubicBezTo>
                    <a:pt x="3607189" y="256525"/>
                    <a:pt x="3612985" y="236486"/>
                    <a:pt x="3610832" y="212308"/>
                  </a:cubicBezTo>
                  <a:cubicBezTo>
                    <a:pt x="3610832" y="212308"/>
                    <a:pt x="3630374" y="242614"/>
                    <a:pt x="3639482" y="272754"/>
                  </a:cubicBezTo>
                  <a:cubicBezTo>
                    <a:pt x="3657368" y="274079"/>
                    <a:pt x="3675253" y="275569"/>
                    <a:pt x="3693139" y="277060"/>
                  </a:cubicBezTo>
                  <a:cubicBezTo>
                    <a:pt x="3693139" y="277060"/>
                    <a:pt x="3693304" y="276729"/>
                    <a:pt x="3693304" y="276729"/>
                  </a:cubicBezTo>
                  <a:cubicBezTo>
                    <a:pt x="3693304" y="276729"/>
                    <a:pt x="3675253" y="218104"/>
                    <a:pt x="3728082" y="179021"/>
                  </a:cubicBezTo>
                  <a:cubicBezTo>
                    <a:pt x="3728082" y="179021"/>
                    <a:pt x="3716655" y="251557"/>
                    <a:pt x="3741827" y="280703"/>
                  </a:cubicBezTo>
                  <a:lnTo>
                    <a:pt x="3742159" y="281035"/>
                  </a:lnTo>
                  <a:cubicBezTo>
                    <a:pt x="3747623" y="281366"/>
                    <a:pt x="3753088" y="281862"/>
                    <a:pt x="3758553" y="282359"/>
                  </a:cubicBezTo>
                  <a:cubicBezTo>
                    <a:pt x="3768987" y="268117"/>
                    <a:pt x="3770974" y="224066"/>
                    <a:pt x="3770974" y="224066"/>
                  </a:cubicBezTo>
                  <a:cubicBezTo>
                    <a:pt x="3770974" y="224066"/>
                    <a:pt x="3792006" y="258015"/>
                    <a:pt x="3787204" y="284843"/>
                  </a:cubicBezTo>
                  <a:cubicBezTo>
                    <a:pt x="3798299" y="285837"/>
                    <a:pt x="3809229" y="286831"/>
                    <a:pt x="3820325" y="287990"/>
                  </a:cubicBezTo>
                  <a:cubicBezTo>
                    <a:pt x="3822974" y="282359"/>
                    <a:pt x="3840860" y="243938"/>
                    <a:pt x="3835561" y="210983"/>
                  </a:cubicBezTo>
                  <a:cubicBezTo>
                    <a:pt x="3835561" y="210983"/>
                    <a:pt x="3861561" y="256690"/>
                    <a:pt x="3857917" y="291468"/>
                  </a:cubicBezTo>
                  <a:cubicBezTo>
                    <a:pt x="3871663" y="292793"/>
                    <a:pt x="3885574" y="294117"/>
                    <a:pt x="3899319" y="295442"/>
                  </a:cubicBezTo>
                  <a:cubicBezTo>
                    <a:pt x="3895345" y="280041"/>
                    <a:pt x="3893357" y="256194"/>
                    <a:pt x="3905778" y="229862"/>
                  </a:cubicBezTo>
                  <a:cubicBezTo>
                    <a:pt x="3905778" y="229862"/>
                    <a:pt x="3916873" y="274741"/>
                    <a:pt x="3937740" y="299417"/>
                  </a:cubicBezTo>
                  <a:lnTo>
                    <a:pt x="3973511" y="303392"/>
                  </a:lnTo>
                  <a:cubicBezTo>
                    <a:pt x="3977485" y="284346"/>
                    <a:pt x="3967549" y="248244"/>
                    <a:pt x="3966555" y="244435"/>
                  </a:cubicBezTo>
                  <a:cubicBezTo>
                    <a:pt x="3969040" y="246754"/>
                    <a:pt x="3996365" y="273913"/>
                    <a:pt x="3994709" y="305876"/>
                  </a:cubicBezTo>
                  <a:lnTo>
                    <a:pt x="4031970" y="309850"/>
                  </a:lnTo>
                  <a:cubicBezTo>
                    <a:pt x="4029321" y="280206"/>
                    <a:pt x="4032633" y="243110"/>
                    <a:pt x="4060123" y="222079"/>
                  </a:cubicBezTo>
                  <a:cubicBezTo>
                    <a:pt x="4060123" y="222079"/>
                    <a:pt x="4053002" y="284512"/>
                    <a:pt x="4068569" y="314156"/>
                  </a:cubicBezTo>
                  <a:cubicBezTo>
                    <a:pt x="4078009" y="315315"/>
                    <a:pt x="4087449" y="316640"/>
                    <a:pt x="4096888" y="317799"/>
                  </a:cubicBezTo>
                  <a:cubicBezTo>
                    <a:pt x="4105003" y="298754"/>
                    <a:pt x="4105168" y="261162"/>
                    <a:pt x="4105168" y="261162"/>
                  </a:cubicBezTo>
                  <a:cubicBezTo>
                    <a:pt x="4105168" y="261162"/>
                    <a:pt x="4128188" y="296933"/>
                    <a:pt x="4130672" y="322105"/>
                  </a:cubicBezTo>
                  <a:cubicBezTo>
                    <a:pt x="4154685" y="325086"/>
                    <a:pt x="4178863" y="328067"/>
                    <a:pt x="4202877" y="331213"/>
                  </a:cubicBezTo>
                  <a:cubicBezTo>
                    <a:pt x="4210825" y="316640"/>
                    <a:pt x="4219437" y="296933"/>
                    <a:pt x="4222252" y="276729"/>
                  </a:cubicBezTo>
                  <a:cubicBezTo>
                    <a:pt x="4222252" y="276729"/>
                    <a:pt x="4245769" y="303226"/>
                    <a:pt x="4236991" y="335850"/>
                  </a:cubicBezTo>
                  <a:lnTo>
                    <a:pt x="4236991" y="336181"/>
                  </a:lnTo>
                  <a:lnTo>
                    <a:pt x="4268291" y="340653"/>
                  </a:lnTo>
                  <a:cubicBezTo>
                    <a:pt x="4268291" y="328067"/>
                    <a:pt x="4272100" y="309187"/>
                    <a:pt x="4288661" y="288652"/>
                  </a:cubicBezTo>
                  <a:cubicBezTo>
                    <a:pt x="4288661" y="288652"/>
                    <a:pt x="4277896" y="318296"/>
                    <a:pt x="4292469" y="344131"/>
                  </a:cubicBezTo>
                  <a:cubicBezTo>
                    <a:pt x="4296113" y="344627"/>
                    <a:pt x="4299592" y="345124"/>
                    <a:pt x="4303234" y="345621"/>
                  </a:cubicBezTo>
                  <a:cubicBezTo>
                    <a:pt x="4301744" y="322767"/>
                    <a:pt x="4301744" y="274907"/>
                    <a:pt x="4321947" y="244104"/>
                  </a:cubicBezTo>
                  <a:cubicBezTo>
                    <a:pt x="4321947" y="244104"/>
                    <a:pt x="4313998" y="306372"/>
                    <a:pt x="4336521" y="350092"/>
                  </a:cubicBezTo>
                  <a:cubicBezTo>
                    <a:pt x="4367986" y="327735"/>
                    <a:pt x="4383222" y="259174"/>
                    <a:pt x="4383222" y="259174"/>
                  </a:cubicBezTo>
                  <a:cubicBezTo>
                    <a:pt x="4397133" y="300576"/>
                    <a:pt x="4383222" y="346615"/>
                    <a:pt x="4383222" y="346615"/>
                  </a:cubicBezTo>
                  <a:cubicBezTo>
                    <a:pt x="4404089" y="348933"/>
                    <a:pt x="4422471" y="295939"/>
                    <a:pt x="4422471" y="295939"/>
                  </a:cubicBezTo>
                  <a:cubicBezTo>
                    <a:pt x="4429261" y="327073"/>
                    <a:pt x="4406242" y="351252"/>
                    <a:pt x="4406242" y="351252"/>
                  </a:cubicBezTo>
                  <a:cubicBezTo>
                    <a:pt x="4406242" y="351252"/>
                    <a:pt x="4407566" y="355392"/>
                    <a:pt x="4409388" y="361519"/>
                  </a:cubicBezTo>
                  <a:cubicBezTo>
                    <a:pt x="4416012" y="362679"/>
                    <a:pt x="4422636" y="363838"/>
                    <a:pt x="4429427" y="364832"/>
                  </a:cubicBezTo>
                  <a:cubicBezTo>
                    <a:pt x="4433898" y="319124"/>
                    <a:pt x="4461554" y="281862"/>
                    <a:pt x="4468344" y="273582"/>
                  </a:cubicBezTo>
                  <a:cubicBezTo>
                    <a:pt x="4439363" y="314984"/>
                    <a:pt x="4454267" y="356054"/>
                    <a:pt x="4461057" y="370131"/>
                  </a:cubicBezTo>
                  <a:cubicBezTo>
                    <a:pt x="4461719" y="370296"/>
                    <a:pt x="4462382" y="370462"/>
                    <a:pt x="4463044" y="370462"/>
                  </a:cubicBezTo>
                  <a:cubicBezTo>
                    <a:pt x="4457745" y="342475"/>
                    <a:pt x="4479936" y="316640"/>
                    <a:pt x="4479936" y="316640"/>
                  </a:cubicBezTo>
                  <a:cubicBezTo>
                    <a:pt x="4469669" y="351252"/>
                    <a:pt x="4491530" y="371952"/>
                    <a:pt x="4491530" y="371952"/>
                  </a:cubicBezTo>
                  <a:cubicBezTo>
                    <a:pt x="4492688" y="331710"/>
                    <a:pt x="4521504" y="311009"/>
                    <a:pt x="4521504" y="311009"/>
                  </a:cubicBezTo>
                  <a:cubicBezTo>
                    <a:pt x="4507594" y="335188"/>
                    <a:pt x="4514052" y="361188"/>
                    <a:pt x="4514052" y="361188"/>
                  </a:cubicBezTo>
                  <a:cubicBezTo>
                    <a:pt x="4514052" y="361188"/>
                    <a:pt x="4516038" y="371787"/>
                    <a:pt x="4520013" y="380067"/>
                  </a:cubicBezTo>
                  <a:cubicBezTo>
                    <a:pt x="4526472" y="381226"/>
                    <a:pt x="4532932" y="382220"/>
                    <a:pt x="4539390" y="383379"/>
                  </a:cubicBezTo>
                  <a:cubicBezTo>
                    <a:pt x="4541045" y="381226"/>
                    <a:pt x="4542702" y="378742"/>
                    <a:pt x="4544523" y="375430"/>
                  </a:cubicBezTo>
                  <a:cubicBezTo>
                    <a:pt x="4564396" y="337838"/>
                    <a:pt x="4550319" y="283022"/>
                    <a:pt x="4549326" y="278882"/>
                  </a:cubicBezTo>
                  <a:cubicBezTo>
                    <a:pt x="4576650" y="306703"/>
                    <a:pt x="4568702" y="378908"/>
                    <a:pt x="4568702" y="378908"/>
                  </a:cubicBezTo>
                  <a:cubicBezTo>
                    <a:pt x="4585925" y="367316"/>
                    <a:pt x="4591721" y="309850"/>
                    <a:pt x="4591721" y="309850"/>
                  </a:cubicBezTo>
                  <a:cubicBezTo>
                    <a:pt x="4600498" y="343965"/>
                    <a:pt x="4594040" y="373609"/>
                    <a:pt x="4587249" y="392157"/>
                  </a:cubicBezTo>
                  <a:cubicBezTo>
                    <a:pt x="4597186" y="393978"/>
                    <a:pt x="4607122" y="395800"/>
                    <a:pt x="4617058" y="397621"/>
                  </a:cubicBezTo>
                  <a:cubicBezTo>
                    <a:pt x="4609606" y="330717"/>
                    <a:pt x="4651506" y="298257"/>
                    <a:pt x="4651506" y="298257"/>
                  </a:cubicBezTo>
                  <a:cubicBezTo>
                    <a:pt x="4615899" y="353570"/>
                    <a:pt x="4647199" y="386029"/>
                    <a:pt x="4647199" y="386029"/>
                  </a:cubicBezTo>
                  <a:lnTo>
                    <a:pt x="4653823" y="345455"/>
                  </a:lnTo>
                  <a:lnTo>
                    <a:pt x="4661938" y="390335"/>
                  </a:lnTo>
                  <a:lnTo>
                    <a:pt x="4684461" y="410208"/>
                  </a:lnTo>
                  <a:cubicBezTo>
                    <a:pt x="4685785" y="410539"/>
                    <a:pt x="4686945" y="410704"/>
                    <a:pt x="4688270" y="411036"/>
                  </a:cubicBezTo>
                  <a:cubicBezTo>
                    <a:pt x="4691251" y="353736"/>
                    <a:pt x="4733315" y="316640"/>
                    <a:pt x="4733315" y="316640"/>
                  </a:cubicBezTo>
                  <a:cubicBezTo>
                    <a:pt x="4703340" y="354729"/>
                    <a:pt x="4716091" y="406896"/>
                    <a:pt x="4716091" y="406896"/>
                  </a:cubicBezTo>
                  <a:cubicBezTo>
                    <a:pt x="4716091" y="406896"/>
                    <a:pt x="4718576" y="411533"/>
                    <a:pt x="4722385" y="417825"/>
                  </a:cubicBezTo>
                  <a:cubicBezTo>
                    <a:pt x="4730168" y="419316"/>
                    <a:pt x="4737786" y="420972"/>
                    <a:pt x="4745569" y="422628"/>
                  </a:cubicBezTo>
                  <a:cubicBezTo>
                    <a:pt x="4742093" y="369137"/>
                    <a:pt x="4792106" y="304054"/>
                    <a:pt x="4792106" y="304054"/>
                  </a:cubicBezTo>
                  <a:cubicBezTo>
                    <a:pt x="4792106" y="304054"/>
                    <a:pt x="4770410" y="408717"/>
                    <a:pt x="4789289" y="431571"/>
                  </a:cubicBezTo>
                  <a:cubicBezTo>
                    <a:pt x="4794258" y="432730"/>
                    <a:pt x="4799226" y="433724"/>
                    <a:pt x="4804194" y="434718"/>
                  </a:cubicBezTo>
                  <a:cubicBezTo>
                    <a:pt x="4804856" y="434552"/>
                    <a:pt x="4805353" y="434386"/>
                    <a:pt x="4805850" y="434221"/>
                  </a:cubicBezTo>
                  <a:cubicBezTo>
                    <a:pt x="4850730" y="413354"/>
                    <a:pt x="4851889" y="298257"/>
                    <a:pt x="4851889" y="298257"/>
                  </a:cubicBezTo>
                  <a:cubicBezTo>
                    <a:pt x="4872424" y="363838"/>
                    <a:pt x="4860667" y="412030"/>
                    <a:pt x="4844933" y="443163"/>
                  </a:cubicBezTo>
                  <a:cubicBezTo>
                    <a:pt x="4849736" y="444157"/>
                    <a:pt x="4854539" y="445151"/>
                    <a:pt x="4859342" y="446144"/>
                  </a:cubicBezTo>
                  <a:cubicBezTo>
                    <a:pt x="4869443" y="448297"/>
                    <a:pt x="4879379" y="450616"/>
                    <a:pt x="4889317" y="452934"/>
                  </a:cubicBezTo>
                  <a:cubicBezTo>
                    <a:pt x="4888653" y="397125"/>
                    <a:pt x="4911839" y="354729"/>
                    <a:pt x="4911839" y="354729"/>
                  </a:cubicBezTo>
                  <a:cubicBezTo>
                    <a:pt x="4893788" y="397787"/>
                    <a:pt x="4912501" y="439355"/>
                    <a:pt x="4926412" y="461380"/>
                  </a:cubicBezTo>
                  <a:cubicBezTo>
                    <a:pt x="4929228" y="462043"/>
                    <a:pt x="4932043" y="462705"/>
                    <a:pt x="4934858" y="463367"/>
                  </a:cubicBezTo>
                  <a:cubicBezTo>
                    <a:pt x="4932208" y="453431"/>
                    <a:pt x="4930719" y="443991"/>
                    <a:pt x="4930719" y="435380"/>
                  </a:cubicBezTo>
                  <a:cubicBezTo>
                    <a:pt x="4930719" y="367316"/>
                    <a:pt x="5000769" y="299417"/>
                    <a:pt x="5005241" y="295111"/>
                  </a:cubicBezTo>
                  <a:cubicBezTo>
                    <a:pt x="4955559" y="378908"/>
                    <a:pt x="4991827" y="462539"/>
                    <a:pt x="4991827" y="462539"/>
                  </a:cubicBezTo>
                  <a:lnTo>
                    <a:pt x="5025776" y="374271"/>
                  </a:lnTo>
                  <a:cubicBezTo>
                    <a:pt x="5025776" y="374271"/>
                    <a:pt x="5016667" y="494336"/>
                    <a:pt x="5050782" y="460386"/>
                  </a:cubicBezTo>
                  <a:cubicBezTo>
                    <a:pt x="5084732" y="426437"/>
                    <a:pt x="5050782" y="344793"/>
                    <a:pt x="5050782" y="344793"/>
                  </a:cubicBezTo>
                  <a:cubicBezTo>
                    <a:pt x="5108910" y="375927"/>
                    <a:pt x="5092681" y="452934"/>
                    <a:pt x="5089700" y="465520"/>
                  </a:cubicBezTo>
                  <a:lnTo>
                    <a:pt x="5107420" y="410539"/>
                  </a:lnTo>
                  <a:lnTo>
                    <a:pt x="5130772" y="510234"/>
                  </a:lnTo>
                  <a:cubicBezTo>
                    <a:pt x="5130772" y="510234"/>
                    <a:pt x="5131599" y="510400"/>
                    <a:pt x="5132095" y="510565"/>
                  </a:cubicBezTo>
                  <a:cubicBezTo>
                    <a:pt x="5129942" y="450781"/>
                    <a:pt x="5186911" y="387354"/>
                    <a:pt x="5190389" y="383545"/>
                  </a:cubicBezTo>
                  <a:cubicBezTo>
                    <a:pt x="5156110" y="460386"/>
                    <a:pt x="5191217" y="505597"/>
                    <a:pt x="5191217" y="505597"/>
                  </a:cubicBezTo>
                  <a:cubicBezTo>
                    <a:pt x="5184427" y="458068"/>
                    <a:pt x="5241065" y="415010"/>
                    <a:pt x="5241065" y="415010"/>
                  </a:cubicBezTo>
                  <a:cubicBezTo>
                    <a:pt x="5241065" y="415010"/>
                    <a:pt x="5193370" y="517024"/>
                    <a:pt x="5241065" y="507915"/>
                  </a:cubicBezTo>
                  <a:cubicBezTo>
                    <a:pt x="5288594" y="498807"/>
                    <a:pt x="5301345" y="383379"/>
                    <a:pt x="5301345" y="383379"/>
                  </a:cubicBezTo>
                  <a:cubicBezTo>
                    <a:pt x="5322212" y="437698"/>
                    <a:pt x="5303168" y="504107"/>
                    <a:pt x="5301511" y="509572"/>
                  </a:cubicBezTo>
                  <a:lnTo>
                    <a:pt x="5347550" y="451278"/>
                  </a:lnTo>
                  <a:lnTo>
                    <a:pt x="5327014" y="532756"/>
                  </a:lnTo>
                  <a:cubicBezTo>
                    <a:pt x="5327014" y="532756"/>
                    <a:pt x="5334467" y="550145"/>
                    <a:pt x="5343245" y="565878"/>
                  </a:cubicBezTo>
                  <a:cubicBezTo>
                    <a:pt x="5353015" y="568693"/>
                    <a:pt x="5362785" y="571508"/>
                    <a:pt x="5372556" y="574158"/>
                  </a:cubicBezTo>
                  <a:cubicBezTo>
                    <a:pt x="5373219" y="567368"/>
                    <a:pt x="5373219" y="558260"/>
                    <a:pt x="5372391" y="546502"/>
                  </a:cubicBezTo>
                  <a:cubicBezTo>
                    <a:pt x="5365767" y="441011"/>
                    <a:pt x="5427538" y="386692"/>
                    <a:pt x="5431182" y="383545"/>
                  </a:cubicBezTo>
                  <a:cubicBezTo>
                    <a:pt x="5379181" y="471813"/>
                    <a:pt x="5413130" y="555444"/>
                    <a:pt x="5413130" y="555444"/>
                  </a:cubicBezTo>
                  <a:lnTo>
                    <a:pt x="5435819" y="496654"/>
                  </a:lnTo>
                  <a:lnTo>
                    <a:pt x="5453869" y="578133"/>
                  </a:lnTo>
                  <a:cubicBezTo>
                    <a:pt x="5456188" y="519011"/>
                    <a:pt x="5524252" y="468170"/>
                    <a:pt x="5528559" y="465023"/>
                  </a:cubicBezTo>
                  <a:cubicBezTo>
                    <a:pt x="5481194" y="519342"/>
                    <a:pt x="5499246" y="587241"/>
                    <a:pt x="5499246" y="587241"/>
                  </a:cubicBezTo>
                  <a:cubicBezTo>
                    <a:pt x="5518953" y="543356"/>
                    <a:pt x="5574927" y="520667"/>
                    <a:pt x="5578406" y="519342"/>
                  </a:cubicBezTo>
                  <a:cubicBezTo>
                    <a:pt x="5575424" y="523814"/>
                    <a:pt x="5524583" y="599331"/>
                    <a:pt x="5532698" y="619700"/>
                  </a:cubicBezTo>
                  <a:cubicBezTo>
                    <a:pt x="5537666" y="621025"/>
                    <a:pt x="5542469" y="622515"/>
                    <a:pt x="5547271" y="623840"/>
                  </a:cubicBezTo>
                  <a:cubicBezTo>
                    <a:pt x="5549921" y="623343"/>
                    <a:pt x="5552572" y="622515"/>
                    <a:pt x="5555884" y="621190"/>
                  </a:cubicBezTo>
                  <a:cubicBezTo>
                    <a:pt x="5621629" y="594031"/>
                    <a:pt x="5615832" y="451278"/>
                    <a:pt x="5615832" y="451278"/>
                  </a:cubicBezTo>
                  <a:cubicBezTo>
                    <a:pt x="5664356" y="503444"/>
                    <a:pt x="5615832" y="605458"/>
                    <a:pt x="5615832" y="605458"/>
                  </a:cubicBezTo>
                  <a:cubicBezTo>
                    <a:pt x="5615832" y="605458"/>
                    <a:pt x="5618648" y="623675"/>
                    <a:pt x="5621463" y="645700"/>
                  </a:cubicBezTo>
                  <a:cubicBezTo>
                    <a:pt x="5623451" y="646197"/>
                    <a:pt x="5625603" y="646860"/>
                    <a:pt x="5627591" y="647522"/>
                  </a:cubicBezTo>
                  <a:cubicBezTo>
                    <a:pt x="5627923" y="644707"/>
                    <a:pt x="5628088" y="642223"/>
                    <a:pt x="5628419" y="639242"/>
                  </a:cubicBezTo>
                  <a:cubicBezTo>
                    <a:pt x="5635043" y="560247"/>
                    <a:pt x="5707413" y="513215"/>
                    <a:pt x="5712050" y="510400"/>
                  </a:cubicBezTo>
                  <a:cubicBezTo>
                    <a:pt x="5648788" y="582770"/>
                    <a:pt x="5673629" y="648350"/>
                    <a:pt x="5673629" y="648350"/>
                  </a:cubicBezTo>
                  <a:cubicBezTo>
                    <a:pt x="5703108" y="598502"/>
                    <a:pt x="5764216" y="582604"/>
                    <a:pt x="5764216" y="582604"/>
                  </a:cubicBezTo>
                  <a:cubicBezTo>
                    <a:pt x="5764216" y="582604"/>
                    <a:pt x="5696317" y="659611"/>
                    <a:pt x="5737056" y="665408"/>
                  </a:cubicBezTo>
                  <a:cubicBezTo>
                    <a:pt x="5777961" y="671204"/>
                    <a:pt x="5811911" y="578133"/>
                    <a:pt x="5811911" y="578133"/>
                  </a:cubicBezTo>
                  <a:cubicBezTo>
                    <a:pt x="5814063" y="630299"/>
                    <a:pt x="5787733" y="659280"/>
                    <a:pt x="5787733" y="659280"/>
                  </a:cubicBezTo>
                  <a:cubicBezTo>
                    <a:pt x="5787733" y="659280"/>
                    <a:pt x="5764216" y="674847"/>
                    <a:pt x="5753948" y="685777"/>
                  </a:cubicBezTo>
                  <a:cubicBezTo>
                    <a:pt x="5761235" y="688096"/>
                    <a:pt x="5768687" y="690249"/>
                    <a:pt x="5776140" y="692567"/>
                  </a:cubicBezTo>
                  <a:cubicBezTo>
                    <a:pt x="5779618" y="691573"/>
                    <a:pt x="5783426" y="690580"/>
                    <a:pt x="5787733" y="689089"/>
                  </a:cubicBezTo>
                  <a:cubicBezTo>
                    <a:pt x="5874676" y="661930"/>
                    <a:pt x="5895708" y="501125"/>
                    <a:pt x="5895708" y="501125"/>
                  </a:cubicBezTo>
                  <a:cubicBezTo>
                    <a:pt x="5956816" y="634770"/>
                    <a:pt x="5863911" y="710784"/>
                    <a:pt x="5863911" y="710784"/>
                  </a:cubicBezTo>
                  <a:cubicBezTo>
                    <a:pt x="5943237" y="711943"/>
                    <a:pt x="5983976" y="627980"/>
                    <a:pt x="5983976" y="627980"/>
                  </a:cubicBezTo>
                  <a:cubicBezTo>
                    <a:pt x="5983976" y="714096"/>
                    <a:pt x="5940919" y="738937"/>
                    <a:pt x="5940919" y="738937"/>
                  </a:cubicBezTo>
                  <a:cubicBezTo>
                    <a:pt x="5940919" y="738937"/>
                    <a:pt x="5943071" y="741587"/>
                    <a:pt x="5946549" y="745727"/>
                  </a:cubicBezTo>
                  <a:cubicBezTo>
                    <a:pt x="5974702" y="754835"/>
                    <a:pt x="6003021" y="763944"/>
                    <a:pt x="6031174" y="772886"/>
                  </a:cubicBezTo>
                  <a:cubicBezTo>
                    <a:pt x="6012958" y="675013"/>
                    <a:pt x="6072410" y="591712"/>
                    <a:pt x="6072410" y="591712"/>
                  </a:cubicBezTo>
                  <a:cubicBezTo>
                    <a:pt x="6042932" y="686936"/>
                    <a:pt x="6108678" y="768415"/>
                    <a:pt x="6108678" y="768415"/>
                  </a:cubicBezTo>
                  <a:lnTo>
                    <a:pt x="6115137" y="766593"/>
                  </a:lnTo>
                  <a:cubicBezTo>
                    <a:pt x="6134016" y="704988"/>
                    <a:pt x="6191647" y="662592"/>
                    <a:pt x="6195290" y="660108"/>
                  </a:cubicBezTo>
                  <a:cubicBezTo>
                    <a:pt x="6191978" y="666898"/>
                    <a:pt x="6112984" y="827371"/>
                    <a:pt x="6195456" y="799880"/>
                  </a:cubicBezTo>
                  <a:cubicBezTo>
                    <a:pt x="6279749" y="771727"/>
                    <a:pt x="6277265" y="680312"/>
                    <a:pt x="6277265" y="680312"/>
                  </a:cubicBezTo>
                  <a:cubicBezTo>
                    <a:pt x="6303100" y="772555"/>
                    <a:pt x="6223443" y="829855"/>
                    <a:pt x="6223443" y="829855"/>
                  </a:cubicBezTo>
                  <a:cubicBezTo>
                    <a:pt x="6223443" y="829855"/>
                    <a:pt x="6235036" y="834658"/>
                    <a:pt x="6254246" y="845091"/>
                  </a:cubicBezTo>
                  <a:cubicBezTo>
                    <a:pt x="6265176" y="848734"/>
                    <a:pt x="6276272" y="852378"/>
                    <a:pt x="6287202" y="855855"/>
                  </a:cubicBezTo>
                  <a:cubicBezTo>
                    <a:pt x="6303597" y="771065"/>
                    <a:pt x="6395343" y="709790"/>
                    <a:pt x="6395343" y="709790"/>
                  </a:cubicBezTo>
                  <a:cubicBezTo>
                    <a:pt x="6343011" y="766428"/>
                    <a:pt x="6345330" y="832339"/>
                    <a:pt x="6357088" y="878875"/>
                  </a:cubicBezTo>
                  <a:lnTo>
                    <a:pt x="6385903" y="888314"/>
                  </a:lnTo>
                  <a:cubicBezTo>
                    <a:pt x="6404451" y="833167"/>
                    <a:pt x="6460592" y="801867"/>
                    <a:pt x="6464070" y="800046"/>
                  </a:cubicBezTo>
                  <a:cubicBezTo>
                    <a:pt x="6462248" y="804517"/>
                    <a:pt x="6433267" y="876059"/>
                    <a:pt x="6432604" y="903716"/>
                  </a:cubicBezTo>
                  <a:cubicBezTo>
                    <a:pt x="6437904" y="905537"/>
                    <a:pt x="6443369" y="907193"/>
                    <a:pt x="6448668" y="909015"/>
                  </a:cubicBezTo>
                  <a:cubicBezTo>
                    <a:pt x="6480465" y="882518"/>
                    <a:pt x="6513421" y="780008"/>
                    <a:pt x="6513421" y="780008"/>
                  </a:cubicBezTo>
                  <a:cubicBezTo>
                    <a:pt x="6519714" y="821906"/>
                    <a:pt x="6504147" y="904213"/>
                    <a:pt x="6499841" y="925907"/>
                  </a:cubicBezTo>
                  <a:cubicBezTo>
                    <a:pt x="6501331" y="926238"/>
                    <a:pt x="6502822" y="926735"/>
                    <a:pt x="6504147" y="927232"/>
                  </a:cubicBezTo>
                  <a:cubicBezTo>
                    <a:pt x="6557472" y="882352"/>
                    <a:pt x="6553994" y="704656"/>
                    <a:pt x="6553994" y="704656"/>
                  </a:cubicBezTo>
                  <a:cubicBezTo>
                    <a:pt x="6606988" y="772389"/>
                    <a:pt x="6584135" y="876225"/>
                    <a:pt x="6566912" y="929716"/>
                  </a:cubicBezTo>
                  <a:cubicBezTo>
                    <a:pt x="6590428" y="882518"/>
                    <a:pt x="6635307" y="835320"/>
                    <a:pt x="6635307" y="835320"/>
                  </a:cubicBezTo>
                  <a:cubicBezTo>
                    <a:pt x="6611460" y="876556"/>
                    <a:pt x="6614938" y="928557"/>
                    <a:pt x="6626033" y="967309"/>
                  </a:cubicBezTo>
                  <a:cubicBezTo>
                    <a:pt x="6638950" y="971614"/>
                    <a:pt x="6651868" y="975754"/>
                    <a:pt x="6664785" y="980060"/>
                  </a:cubicBezTo>
                  <a:cubicBezTo>
                    <a:pt x="6669422" y="894607"/>
                    <a:pt x="6772429" y="805676"/>
                    <a:pt x="6778888" y="800212"/>
                  </a:cubicBezTo>
                  <a:cubicBezTo>
                    <a:pt x="6698403" y="885002"/>
                    <a:pt x="6731359" y="971449"/>
                    <a:pt x="6752225" y="1008545"/>
                  </a:cubicBezTo>
                  <a:cubicBezTo>
                    <a:pt x="6756034" y="1009704"/>
                    <a:pt x="6759678" y="1011029"/>
                    <a:pt x="6763487" y="1012188"/>
                  </a:cubicBezTo>
                  <a:cubicBezTo>
                    <a:pt x="6764149" y="949920"/>
                    <a:pt x="6826086" y="894276"/>
                    <a:pt x="6830061" y="890798"/>
                  </a:cubicBezTo>
                  <a:cubicBezTo>
                    <a:pt x="6827577" y="896263"/>
                    <a:pt x="6765805" y="1026761"/>
                    <a:pt x="6830061" y="1002417"/>
                  </a:cubicBezTo>
                  <a:cubicBezTo>
                    <a:pt x="6895972" y="977576"/>
                    <a:pt x="6889513" y="872250"/>
                    <a:pt x="6889513" y="872250"/>
                  </a:cubicBezTo>
                  <a:cubicBezTo>
                    <a:pt x="6941017" y="968137"/>
                    <a:pt x="6889513" y="1048290"/>
                    <a:pt x="6889513" y="1048290"/>
                  </a:cubicBezTo>
                  <a:cubicBezTo>
                    <a:pt x="6977285" y="1014175"/>
                    <a:pt x="6986724" y="877715"/>
                    <a:pt x="6986724" y="877715"/>
                  </a:cubicBezTo>
                  <a:cubicBezTo>
                    <a:pt x="7029948" y="941060"/>
                    <a:pt x="7014112" y="1015583"/>
                    <a:pt x="6999790" y="1056361"/>
                  </a:cubicBezTo>
                  <a:lnTo>
                    <a:pt x="6994583" y="1069750"/>
                  </a:lnTo>
                  <a:lnTo>
                    <a:pt x="0" y="1069750"/>
                  </a:lnTo>
                  <a:lnTo>
                    <a:pt x="0" y="404242"/>
                  </a:lnTo>
                  <a:lnTo>
                    <a:pt x="41015" y="425278"/>
                  </a:lnTo>
                  <a:cubicBezTo>
                    <a:pt x="-14463" y="301570"/>
                    <a:pt x="65193" y="146562"/>
                    <a:pt x="65193" y="146562"/>
                  </a:cubicBezTo>
                  <a:cubicBezTo>
                    <a:pt x="65193" y="146562"/>
                    <a:pt x="17499" y="396959"/>
                    <a:pt x="80760" y="380067"/>
                  </a:cubicBezTo>
                  <a:cubicBezTo>
                    <a:pt x="142035" y="363506"/>
                    <a:pt x="118353" y="246423"/>
                    <a:pt x="117028" y="239798"/>
                  </a:cubicBezTo>
                  <a:cubicBezTo>
                    <a:pt x="172507" y="320614"/>
                    <a:pt x="133920" y="373277"/>
                    <a:pt x="133920" y="373277"/>
                  </a:cubicBezTo>
                  <a:cubicBezTo>
                    <a:pt x="133920" y="373277"/>
                    <a:pt x="90366" y="433227"/>
                    <a:pt x="156277" y="393647"/>
                  </a:cubicBezTo>
                  <a:cubicBezTo>
                    <a:pt x="222354" y="353901"/>
                    <a:pt x="178303" y="208996"/>
                    <a:pt x="178303" y="208996"/>
                  </a:cubicBezTo>
                  <a:cubicBezTo>
                    <a:pt x="251170" y="267952"/>
                    <a:pt x="231463" y="381226"/>
                    <a:pt x="231463" y="381226"/>
                  </a:cubicBezTo>
                  <a:cubicBezTo>
                    <a:pt x="231463" y="381226"/>
                    <a:pt x="369082" y="452934"/>
                    <a:pt x="301680" y="389341"/>
                  </a:cubicBezTo>
                  <a:cubicBezTo>
                    <a:pt x="234278" y="325914"/>
                    <a:pt x="286775" y="234996"/>
                    <a:pt x="286775" y="234996"/>
                  </a:cubicBezTo>
                  <a:cubicBezTo>
                    <a:pt x="283463" y="343302"/>
                    <a:pt x="321387" y="372615"/>
                    <a:pt x="321387" y="372615"/>
                  </a:cubicBezTo>
                  <a:cubicBezTo>
                    <a:pt x="321387" y="372615"/>
                    <a:pt x="345566" y="420310"/>
                    <a:pt x="359973" y="442170"/>
                  </a:cubicBezTo>
                  <a:cubicBezTo>
                    <a:pt x="362954" y="441839"/>
                    <a:pt x="365935" y="441342"/>
                    <a:pt x="368916" y="441011"/>
                  </a:cubicBezTo>
                  <a:cubicBezTo>
                    <a:pt x="367426" y="434552"/>
                    <a:pt x="364776" y="425609"/>
                    <a:pt x="360636" y="413188"/>
                  </a:cubicBezTo>
                  <a:cubicBezTo>
                    <a:pt x="324037" y="304054"/>
                    <a:pt x="405350" y="228371"/>
                    <a:pt x="405350" y="228371"/>
                  </a:cubicBezTo>
                  <a:cubicBezTo>
                    <a:pt x="405350" y="228371"/>
                    <a:pt x="355005" y="391163"/>
                    <a:pt x="422407" y="362679"/>
                  </a:cubicBezTo>
                  <a:cubicBezTo>
                    <a:pt x="489809" y="334194"/>
                    <a:pt x="500077" y="213467"/>
                    <a:pt x="500077" y="213467"/>
                  </a:cubicBezTo>
                  <a:cubicBezTo>
                    <a:pt x="533198" y="317302"/>
                    <a:pt x="485338" y="388679"/>
                    <a:pt x="485338" y="388679"/>
                  </a:cubicBezTo>
                  <a:cubicBezTo>
                    <a:pt x="485338" y="388679"/>
                    <a:pt x="528561" y="411036"/>
                    <a:pt x="559529" y="415341"/>
                  </a:cubicBezTo>
                  <a:cubicBezTo>
                    <a:pt x="567810" y="414348"/>
                    <a:pt x="575924" y="413354"/>
                    <a:pt x="584205" y="412195"/>
                  </a:cubicBezTo>
                  <a:cubicBezTo>
                    <a:pt x="591491" y="406730"/>
                    <a:pt x="592816" y="395137"/>
                    <a:pt x="582880" y="373609"/>
                  </a:cubicBezTo>
                  <a:cubicBezTo>
                    <a:pt x="543631" y="287659"/>
                    <a:pt x="595797" y="138778"/>
                    <a:pt x="595797" y="138778"/>
                  </a:cubicBezTo>
                  <a:cubicBezTo>
                    <a:pt x="584039" y="271098"/>
                    <a:pt x="656244" y="335850"/>
                    <a:pt x="656244" y="335850"/>
                  </a:cubicBezTo>
                  <a:cubicBezTo>
                    <a:pt x="656244" y="335850"/>
                    <a:pt x="693671" y="368640"/>
                    <a:pt x="724308" y="394309"/>
                  </a:cubicBezTo>
                  <a:cubicBezTo>
                    <a:pt x="728945" y="393647"/>
                    <a:pt x="733582" y="393150"/>
                    <a:pt x="738385" y="392488"/>
                  </a:cubicBezTo>
                  <a:cubicBezTo>
                    <a:pt x="694996" y="324423"/>
                    <a:pt x="750474" y="215785"/>
                    <a:pt x="750474" y="215785"/>
                  </a:cubicBezTo>
                  <a:cubicBezTo>
                    <a:pt x="750474" y="215785"/>
                    <a:pt x="741365" y="413023"/>
                    <a:pt x="834602" y="364335"/>
                  </a:cubicBezTo>
                  <a:cubicBezTo>
                    <a:pt x="928004" y="315481"/>
                    <a:pt x="887762" y="90421"/>
                    <a:pt x="887762" y="90421"/>
                  </a:cubicBezTo>
                  <a:cubicBezTo>
                    <a:pt x="975368" y="178689"/>
                    <a:pt x="933138" y="327404"/>
                    <a:pt x="933138" y="327404"/>
                  </a:cubicBezTo>
                  <a:cubicBezTo>
                    <a:pt x="933138" y="327404"/>
                    <a:pt x="921049" y="353901"/>
                    <a:pt x="923367" y="370131"/>
                  </a:cubicBezTo>
                  <a:cubicBezTo>
                    <a:pt x="939928" y="368143"/>
                    <a:pt x="956489" y="366156"/>
                    <a:pt x="973215" y="364169"/>
                  </a:cubicBezTo>
                  <a:cubicBezTo>
                    <a:pt x="1015610" y="317799"/>
                    <a:pt x="1028031" y="186308"/>
                    <a:pt x="1028031" y="186308"/>
                  </a:cubicBezTo>
                  <a:cubicBezTo>
                    <a:pt x="1062974" y="269276"/>
                    <a:pt x="1044260" y="329888"/>
                    <a:pt x="1030680" y="357711"/>
                  </a:cubicBezTo>
                  <a:cubicBezTo>
                    <a:pt x="1056349" y="354729"/>
                    <a:pt x="1081853" y="351914"/>
                    <a:pt x="1107522" y="349099"/>
                  </a:cubicBezTo>
                  <a:cubicBezTo>
                    <a:pt x="1084834" y="269111"/>
                    <a:pt x="1142134" y="188792"/>
                    <a:pt x="1142134" y="188792"/>
                  </a:cubicBezTo>
                  <a:cubicBezTo>
                    <a:pt x="1115305" y="268945"/>
                    <a:pt x="1161675" y="342640"/>
                    <a:pt x="1161675" y="342640"/>
                  </a:cubicBezTo>
                  <a:lnTo>
                    <a:pt x="1162503" y="343137"/>
                  </a:lnTo>
                  <a:cubicBezTo>
                    <a:pt x="1182210" y="340984"/>
                    <a:pt x="1201752" y="338831"/>
                    <a:pt x="1221294" y="336844"/>
                  </a:cubicBezTo>
                  <a:cubicBezTo>
                    <a:pt x="1187675" y="214295"/>
                    <a:pt x="1262198" y="105326"/>
                    <a:pt x="1262198" y="105326"/>
                  </a:cubicBezTo>
                  <a:cubicBezTo>
                    <a:pt x="1238517" y="217110"/>
                    <a:pt x="1265345" y="287162"/>
                    <a:pt x="1300619" y="328729"/>
                  </a:cubicBezTo>
                  <a:cubicBezTo>
                    <a:pt x="1325791" y="326245"/>
                    <a:pt x="1350798" y="323595"/>
                    <a:pt x="1375805" y="321111"/>
                  </a:cubicBezTo>
                  <a:cubicBezTo>
                    <a:pt x="1378951" y="289315"/>
                    <a:pt x="1392200" y="256525"/>
                    <a:pt x="1392200" y="256525"/>
                  </a:cubicBezTo>
                  <a:cubicBezTo>
                    <a:pt x="1392200" y="256525"/>
                    <a:pt x="1399818" y="289977"/>
                    <a:pt x="1410748" y="317965"/>
                  </a:cubicBezTo>
                  <a:cubicBezTo>
                    <a:pt x="1429627" y="316143"/>
                    <a:pt x="1448340" y="314321"/>
                    <a:pt x="1467054" y="312666"/>
                  </a:cubicBezTo>
                  <a:cubicBezTo>
                    <a:pt x="1482124" y="273251"/>
                    <a:pt x="1492889" y="220919"/>
                    <a:pt x="1492889" y="220919"/>
                  </a:cubicBezTo>
                  <a:cubicBezTo>
                    <a:pt x="1508621" y="249404"/>
                    <a:pt x="1510774" y="284678"/>
                    <a:pt x="1509946" y="308691"/>
                  </a:cubicBezTo>
                  <a:cubicBezTo>
                    <a:pt x="1532800" y="306538"/>
                    <a:pt x="1555819" y="304550"/>
                    <a:pt x="1578673" y="302563"/>
                  </a:cubicBezTo>
                  <a:cubicBezTo>
                    <a:pt x="1569896" y="184486"/>
                    <a:pt x="1464735" y="0"/>
                    <a:pt x="1464735" y="0"/>
                  </a:cubicBezTo>
                  <a:close/>
                </a:path>
              </a:pathLst>
            </a:custGeom>
            <a:gradFill>
              <a:gsLst>
                <a:gs pos="0">
                  <a:srgbClr val="7F905A"/>
                </a:gs>
                <a:gs pos="100000">
                  <a:srgbClr val="BDD377"/>
                </a:gs>
              </a:gsLst>
              <a:lin ang="21101917" scaled="1"/>
            </a:gradFill>
            <a:ln w="165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ED5A6D82-2927-E832-E190-D05F0EE35899}"/>
                </a:ext>
              </a:extLst>
            </p:cNvPr>
            <p:cNvSpPr/>
            <p:nvPr/>
          </p:nvSpPr>
          <p:spPr>
            <a:xfrm>
              <a:off x="1" y="6051319"/>
              <a:ext cx="5800153" cy="806681"/>
            </a:xfrm>
            <a:custGeom>
              <a:avLst/>
              <a:gdLst>
                <a:gd name="connsiteX0" fmla="*/ 5800153 w 5800153"/>
                <a:gd name="connsiteY0" fmla="*/ 767090 h 806681"/>
                <a:gd name="connsiteX1" fmla="*/ 5792381 w 5800153"/>
                <a:gd name="connsiteY1" fmla="*/ 806681 h 806681"/>
                <a:gd name="connsiteX2" fmla="*/ 5777318 w 5800153"/>
                <a:gd name="connsiteY2" fmla="*/ 806681 h 806681"/>
                <a:gd name="connsiteX3" fmla="*/ 5783973 w 5800153"/>
                <a:gd name="connsiteY3" fmla="*/ 793590 h 806681"/>
                <a:gd name="connsiteX4" fmla="*/ 5800153 w 5800153"/>
                <a:gd name="connsiteY4" fmla="*/ 767090 h 806681"/>
                <a:gd name="connsiteX5" fmla="*/ 5310619 w 5800153"/>
                <a:gd name="connsiteY5" fmla="*/ 752351 h 806681"/>
                <a:gd name="connsiteX6" fmla="*/ 5292923 w 5800153"/>
                <a:gd name="connsiteY6" fmla="*/ 773992 h 806681"/>
                <a:gd name="connsiteX7" fmla="*/ 5270502 w 5800153"/>
                <a:gd name="connsiteY7" fmla="*/ 806681 h 806681"/>
                <a:gd name="connsiteX8" fmla="*/ 5209825 w 5800153"/>
                <a:gd name="connsiteY8" fmla="*/ 806681 h 806681"/>
                <a:gd name="connsiteX9" fmla="*/ 5254086 w 5800153"/>
                <a:gd name="connsiteY9" fmla="*/ 776012 h 806681"/>
                <a:gd name="connsiteX10" fmla="*/ 5310619 w 5800153"/>
                <a:gd name="connsiteY10" fmla="*/ 752351 h 806681"/>
                <a:gd name="connsiteX11" fmla="*/ 5386467 w 5800153"/>
                <a:gd name="connsiteY11" fmla="*/ 745230 h 806681"/>
                <a:gd name="connsiteX12" fmla="*/ 5381957 w 5800153"/>
                <a:gd name="connsiteY12" fmla="*/ 800294 h 806681"/>
                <a:gd name="connsiteX13" fmla="*/ 5379853 w 5800153"/>
                <a:gd name="connsiteY13" fmla="*/ 806681 h 806681"/>
                <a:gd name="connsiteX14" fmla="*/ 5357221 w 5800153"/>
                <a:gd name="connsiteY14" fmla="*/ 806681 h 806681"/>
                <a:gd name="connsiteX15" fmla="*/ 5377041 w 5800153"/>
                <a:gd name="connsiteY15" fmla="*/ 768169 h 806681"/>
                <a:gd name="connsiteX16" fmla="*/ 5386467 w 5800153"/>
                <a:gd name="connsiteY16" fmla="*/ 745230 h 806681"/>
                <a:gd name="connsiteX17" fmla="*/ 5227982 w 5800153"/>
                <a:gd name="connsiteY17" fmla="*/ 637586 h 806681"/>
                <a:gd name="connsiteX18" fmla="*/ 5159732 w 5800153"/>
                <a:gd name="connsiteY18" fmla="*/ 790234 h 806681"/>
                <a:gd name="connsiteX19" fmla="*/ 5159715 w 5800153"/>
                <a:gd name="connsiteY19" fmla="*/ 806681 h 806681"/>
                <a:gd name="connsiteX20" fmla="*/ 5105218 w 5800153"/>
                <a:gd name="connsiteY20" fmla="*/ 806681 h 806681"/>
                <a:gd name="connsiteX21" fmla="*/ 5119202 w 5800153"/>
                <a:gd name="connsiteY21" fmla="*/ 757964 h 806681"/>
                <a:gd name="connsiteX22" fmla="*/ 5227982 w 5800153"/>
                <a:gd name="connsiteY22" fmla="*/ 637586 h 806681"/>
                <a:gd name="connsiteX23" fmla="*/ 5519615 w 5800153"/>
                <a:gd name="connsiteY23" fmla="*/ 622846 h 806681"/>
                <a:gd name="connsiteX24" fmla="*/ 5552665 w 5800153"/>
                <a:gd name="connsiteY24" fmla="*/ 764451 h 806681"/>
                <a:gd name="connsiteX25" fmla="*/ 5547941 w 5800153"/>
                <a:gd name="connsiteY25" fmla="*/ 806681 h 806681"/>
                <a:gd name="connsiteX26" fmla="*/ 5463698 w 5800153"/>
                <a:gd name="connsiteY26" fmla="*/ 806681 h 806681"/>
                <a:gd name="connsiteX27" fmla="*/ 5485708 w 5800153"/>
                <a:gd name="connsiteY27" fmla="*/ 755932 h 806681"/>
                <a:gd name="connsiteX28" fmla="*/ 5519615 w 5800153"/>
                <a:gd name="connsiteY28" fmla="*/ 622846 h 806681"/>
                <a:gd name="connsiteX29" fmla="*/ 5075127 w 5800153"/>
                <a:gd name="connsiteY29" fmla="*/ 543686 h 806681"/>
                <a:gd name="connsiteX30" fmla="*/ 5075127 w 5800153"/>
                <a:gd name="connsiteY30" fmla="*/ 788619 h 806681"/>
                <a:gd name="connsiteX31" fmla="*/ 5075896 w 5800153"/>
                <a:gd name="connsiteY31" fmla="*/ 793670 h 806681"/>
                <a:gd name="connsiteX32" fmla="*/ 5077814 w 5800153"/>
                <a:gd name="connsiteY32" fmla="*/ 806681 h 806681"/>
                <a:gd name="connsiteX33" fmla="*/ 4989752 w 5800153"/>
                <a:gd name="connsiteY33" fmla="*/ 806681 h 806681"/>
                <a:gd name="connsiteX34" fmla="*/ 5013950 w 5800153"/>
                <a:gd name="connsiteY34" fmla="*/ 789617 h 806681"/>
                <a:gd name="connsiteX35" fmla="*/ 5075127 w 5800153"/>
                <a:gd name="connsiteY35" fmla="*/ 543686 h 806681"/>
                <a:gd name="connsiteX36" fmla="*/ 766538 w 5800153"/>
                <a:gd name="connsiteY36" fmla="*/ 0 h 806681"/>
                <a:gd name="connsiteX37" fmla="*/ 739047 w 5800153"/>
                <a:gd name="connsiteY37" fmla="*/ 215289 h 806681"/>
                <a:gd name="connsiteX38" fmla="*/ 765710 w 5800153"/>
                <a:gd name="connsiteY38" fmla="*/ 215289 h 806681"/>
                <a:gd name="connsiteX39" fmla="*/ 794525 w 5800153"/>
                <a:gd name="connsiteY39" fmla="*/ 99032 h 806681"/>
                <a:gd name="connsiteX40" fmla="*/ 817213 w 5800153"/>
                <a:gd name="connsiteY40" fmla="*/ 215454 h 806681"/>
                <a:gd name="connsiteX41" fmla="*/ 881634 w 5800153"/>
                <a:gd name="connsiteY41" fmla="*/ 216282 h 806681"/>
                <a:gd name="connsiteX42" fmla="*/ 887762 w 5800153"/>
                <a:gd name="connsiteY42" fmla="*/ 126523 h 806681"/>
                <a:gd name="connsiteX43" fmla="*/ 920552 w 5800153"/>
                <a:gd name="connsiteY43" fmla="*/ 216779 h 806681"/>
                <a:gd name="connsiteX44" fmla="*/ 955329 w 5800153"/>
                <a:gd name="connsiteY44" fmla="*/ 217276 h 806681"/>
                <a:gd name="connsiteX45" fmla="*/ 968412 w 5800153"/>
                <a:gd name="connsiteY45" fmla="*/ 134804 h 806681"/>
                <a:gd name="connsiteX46" fmla="*/ 1000871 w 5800153"/>
                <a:gd name="connsiteY46" fmla="*/ 217938 h 806681"/>
                <a:gd name="connsiteX47" fmla="*/ 1086655 w 5800153"/>
                <a:gd name="connsiteY47" fmla="*/ 219760 h 806681"/>
                <a:gd name="connsiteX48" fmla="*/ 1061814 w 5800153"/>
                <a:gd name="connsiteY48" fmla="*/ 24675 h 806681"/>
                <a:gd name="connsiteX49" fmla="*/ 1153229 w 5800153"/>
                <a:gd name="connsiteY49" fmla="*/ 187632 h 806681"/>
                <a:gd name="connsiteX50" fmla="*/ 1216491 w 5800153"/>
                <a:gd name="connsiteY50" fmla="*/ 83465 h 806681"/>
                <a:gd name="connsiteX51" fmla="*/ 1200262 w 5800153"/>
                <a:gd name="connsiteY51" fmla="*/ 222575 h 806681"/>
                <a:gd name="connsiteX52" fmla="*/ 1247294 w 5800153"/>
                <a:gd name="connsiteY52" fmla="*/ 223900 h 806681"/>
                <a:gd name="connsiteX53" fmla="*/ 1238517 w 5800153"/>
                <a:gd name="connsiteY53" fmla="*/ 155173 h 806681"/>
                <a:gd name="connsiteX54" fmla="*/ 1280415 w 5800153"/>
                <a:gd name="connsiteY54" fmla="*/ 225225 h 806681"/>
                <a:gd name="connsiteX55" fmla="*/ 1289689 w 5800153"/>
                <a:gd name="connsiteY55" fmla="*/ 225556 h 806681"/>
                <a:gd name="connsiteX56" fmla="*/ 1334734 w 5800153"/>
                <a:gd name="connsiteY56" fmla="*/ 83465 h 806681"/>
                <a:gd name="connsiteX57" fmla="*/ 1387563 w 5800153"/>
                <a:gd name="connsiteY57" fmla="*/ 228868 h 806681"/>
                <a:gd name="connsiteX58" fmla="*/ 1388059 w 5800153"/>
                <a:gd name="connsiteY58" fmla="*/ 229365 h 806681"/>
                <a:gd name="connsiteX59" fmla="*/ 1430455 w 5800153"/>
                <a:gd name="connsiteY59" fmla="*/ 231021 h 806681"/>
                <a:gd name="connsiteX60" fmla="*/ 1458939 w 5800153"/>
                <a:gd name="connsiteY60" fmla="*/ 111288 h 806681"/>
                <a:gd name="connsiteX61" fmla="*/ 1507793 w 5800153"/>
                <a:gd name="connsiteY61" fmla="*/ 234499 h 806681"/>
                <a:gd name="connsiteX62" fmla="*/ 1584138 w 5800153"/>
                <a:gd name="connsiteY62" fmla="*/ 238308 h 806681"/>
                <a:gd name="connsiteX63" fmla="*/ 1610966 w 5800153"/>
                <a:gd name="connsiteY63" fmla="*/ 89758 h 806681"/>
                <a:gd name="connsiteX64" fmla="*/ 1661145 w 5800153"/>
                <a:gd name="connsiteY64" fmla="*/ 242117 h 806681"/>
                <a:gd name="connsiteX65" fmla="*/ 1735171 w 5800153"/>
                <a:gd name="connsiteY65" fmla="*/ 246754 h 806681"/>
                <a:gd name="connsiteX66" fmla="*/ 1750407 w 5800153"/>
                <a:gd name="connsiteY66" fmla="*/ 146893 h 806681"/>
                <a:gd name="connsiteX67" fmla="*/ 1780547 w 5800153"/>
                <a:gd name="connsiteY67" fmla="*/ 249735 h 806681"/>
                <a:gd name="connsiteX68" fmla="*/ 1784853 w 5800153"/>
                <a:gd name="connsiteY68" fmla="*/ 249735 h 806681"/>
                <a:gd name="connsiteX69" fmla="*/ 1859045 w 5800153"/>
                <a:gd name="connsiteY69" fmla="*/ 129836 h 806681"/>
                <a:gd name="connsiteX70" fmla="*/ 1839835 w 5800153"/>
                <a:gd name="connsiteY70" fmla="*/ 253544 h 806681"/>
                <a:gd name="connsiteX71" fmla="*/ 1875109 w 5800153"/>
                <a:gd name="connsiteY71" fmla="*/ 255862 h 806681"/>
                <a:gd name="connsiteX72" fmla="*/ 1890013 w 5800153"/>
                <a:gd name="connsiteY72" fmla="*/ 164116 h 806681"/>
                <a:gd name="connsiteX73" fmla="*/ 1935555 w 5800153"/>
                <a:gd name="connsiteY73" fmla="*/ 260002 h 806681"/>
                <a:gd name="connsiteX74" fmla="*/ 2020843 w 5800153"/>
                <a:gd name="connsiteY74" fmla="*/ 266958 h 806681"/>
                <a:gd name="connsiteX75" fmla="*/ 2021008 w 5800153"/>
                <a:gd name="connsiteY75" fmla="*/ 266295 h 806681"/>
                <a:gd name="connsiteX76" fmla="*/ 2076321 w 5800153"/>
                <a:gd name="connsiteY76" fmla="*/ 111122 h 806681"/>
                <a:gd name="connsiteX77" fmla="*/ 2098181 w 5800153"/>
                <a:gd name="connsiteY77" fmla="*/ 272754 h 806681"/>
                <a:gd name="connsiteX78" fmla="*/ 2098678 w 5800153"/>
                <a:gd name="connsiteY78" fmla="*/ 273251 h 806681"/>
                <a:gd name="connsiteX79" fmla="*/ 2124678 w 5800153"/>
                <a:gd name="connsiteY79" fmla="*/ 275238 h 806681"/>
                <a:gd name="connsiteX80" fmla="*/ 2144385 w 5800153"/>
                <a:gd name="connsiteY80" fmla="*/ 182664 h 806681"/>
                <a:gd name="connsiteX81" fmla="*/ 2170220 w 5800153"/>
                <a:gd name="connsiteY81" fmla="*/ 279213 h 806681"/>
                <a:gd name="connsiteX82" fmla="*/ 2222883 w 5800153"/>
                <a:gd name="connsiteY82" fmla="*/ 284181 h 806681"/>
                <a:gd name="connsiteX83" fmla="*/ 2247062 w 5800153"/>
                <a:gd name="connsiteY83" fmla="*/ 161963 h 806681"/>
                <a:gd name="connsiteX84" fmla="*/ 2282501 w 5800153"/>
                <a:gd name="connsiteY84" fmla="*/ 289812 h 806681"/>
                <a:gd name="connsiteX85" fmla="*/ 2348247 w 5800153"/>
                <a:gd name="connsiteY85" fmla="*/ 296105 h 806681"/>
                <a:gd name="connsiteX86" fmla="*/ 2358515 w 5800153"/>
                <a:gd name="connsiteY86" fmla="*/ 191938 h 806681"/>
                <a:gd name="connsiteX87" fmla="*/ 2409356 w 5800153"/>
                <a:gd name="connsiteY87" fmla="*/ 302397 h 806681"/>
                <a:gd name="connsiteX88" fmla="*/ 2466159 w 5800153"/>
                <a:gd name="connsiteY88" fmla="*/ 308691 h 806681"/>
                <a:gd name="connsiteX89" fmla="*/ 2455063 w 5800153"/>
                <a:gd name="connsiteY89" fmla="*/ 215123 h 806681"/>
                <a:gd name="connsiteX90" fmla="*/ 2499777 w 5800153"/>
                <a:gd name="connsiteY90" fmla="*/ 312665 h 806681"/>
                <a:gd name="connsiteX91" fmla="*/ 2559064 w 5800153"/>
                <a:gd name="connsiteY91" fmla="*/ 318958 h 806681"/>
                <a:gd name="connsiteX92" fmla="*/ 2603778 w 5800153"/>
                <a:gd name="connsiteY92" fmla="*/ 179518 h 806681"/>
                <a:gd name="connsiteX93" fmla="*/ 2617192 w 5800153"/>
                <a:gd name="connsiteY93" fmla="*/ 325748 h 806681"/>
                <a:gd name="connsiteX94" fmla="*/ 2662237 w 5800153"/>
                <a:gd name="connsiteY94" fmla="*/ 331544 h 806681"/>
                <a:gd name="connsiteX95" fmla="*/ 2675320 w 5800153"/>
                <a:gd name="connsiteY95" fmla="*/ 241620 h 806681"/>
                <a:gd name="connsiteX96" fmla="*/ 2715894 w 5800153"/>
                <a:gd name="connsiteY96" fmla="*/ 338500 h 806681"/>
                <a:gd name="connsiteX97" fmla="*/ 2830494 w 5800153"/>
                <a:gd name="connsiteY97" fmla="*/ 352908 h 806681"/>
                <a:gd name="connsiteX98" fmla="*/ 2861297 w 5800153"/>
                <a:gd name="connsiteY98" fmla="*/ 266295 h 806681"/>
                <a:gd name="connsiteX99" fmla="*/ 2884647 w 5800153"/>
                <a:gd name="connsiteY99" fmla="*/ 360360 h 806681"/>
                <a:gd name="connsiteX100" fmla="*/ 2884647 w 5800153"/>
                <a:gd name="connsiteY100" fmla="*/ 360857 h 806681"/>
                <a:gd name="connsiteX101" fmla="*/ 2934495 w 5800153"/>
                <a:gd name="connsiteY101" fmla="*/ 367978 h 806681"/>
                <a:gd name="connsiteX102" fmla="*/ 2966622 w 5800153"/>
                <a:gd name="connsiteY102" fmla="*/ 285506 h 806681"/>
                <a:gd name="connsiteX103" fmla="*/ 2972915 w 5800153"/>
                <a:gd name="connsiteY103" fmla="*/ 373443 h 806681"/>
                <a:gd name="connsiteX104" fmla="*/ 2989973 w 5800153"/>
                <a:gd name="connsiteY104" fmla="*/ 375762 h 806681"/>
                <a:gd name="connsiteX105" fmla="*/ 3019617 w 5800153"/>
                <a:gd name="connsiteY105" fmla="*/ 214626 h 806681"/>
                <a:gd name="connsiteX106" fmla="*/ 3042801 w 5800153"/>
                <a:gd name="connsiteY106" fmla="*/ 382883 h 806681"/>
                <a:gd name="connsiteX107" fmla="*/ 3116993 w 5800153"/>
                <a:gd name="connsiteY107" fmla="*/ 238473 h 806681"/>
                <a:gd name="connsiteX108" fmla="*/ 3116993 w 5800153"/>
                <a:gd name="connsiteY108" fmla="*/ 377417 h 806681"/>
                <a:gd name="connsiteX109" fmla="*/ 3179427 w 5800153"/>
                <a:gd name="connsiteY109" fmla="*/ 296933 h 806681"/>
                <a:gd name="connsiteX110" fmla="*/ 3153592 w 5800153"/>
                <a:gd name="connsiteY110" fmla="*/ 384704 h 806681"/>
                <a:gd name="connsiteX111" fmla="*/ 3158561 w 5800153"/>
                <a:gd name="connsiteY111" fmla="*/ 401099 h 806681"/>
                <a:gd name="connsiteX112" fmla="*/ 3190357 w 5800153"/>
                <a:gd name="connsiteY112" fmla="*/ 406398 h 806681"/>
                <a:gd name="connsiteX113" fmla="*/ 3253784 w 5800153"/>
                <a:gd name="connsiteY113" fmla="*/ 259340 h 806681"/>
                <a:gd name="connsiteX114" fmla="*/ 3240702 w 5800153"/>
                <a:gd name="connsiteY114" fmla="*/ 414679 h 806681"/>
                <a:gd name="connsiteX115" fmla="*/ 3243848 w 5800153"/>
                <a:gd name="connsiteY115" fmla="*/ 415341 h 806681"/>
                <a:gd name="connsiteX116" fmla="*/ 3270676 w 5800153"/>
                <a:gd name="connsiteY116" fmla="*/ 329723 h 806681"/>
                <a:gd name="connsiteX117" fmla="*/ 3289059 w 5800153"/>
                <a:gd name="connsiteY117" fmla="*/ 417660 h 806681"/>
                <a:gd name="connsiteX118" fmla="*/ 3336753 w 5800153"/>
                <a:gd name="connsiteY118" fmla="*/ 320780 h 806681"/>
                <a:gd name="connsiteX119" fmla="*/ 3324830 w 5800153"/>
                <a:gd name="connsiteY119" fmla="*/ 400603 h 806681"/>
                <a:gd name="connsiteX120" fmla="*/ 3334269 w 5800153"/>
                <a:gd name="connsiteY120" fmla="*/ 430577 h 806681"/>
                <a:gd name="connsiteX121" fmla="*/ 3365072 w 5800153"/>
                <a:gd name="connsiteY121" fmla="*/ 435711 h 806681"/>
                <a:gd name="connsiteX122" fmla="*/ 3373187 w 5800153"/>
                <a:gd name="connsiteY122" fmla="*/ 423125 h 806681"/>
                <a:gd name="connsiteX123" fmla="*/ 3380805 w 5800153"/>
                <a:gd name="connsiteY123" fmla="*/ 269773 h 806681"/>
                <a:gd name="connsiteX124" fmla="*/ 3411608 w 5800153"/>
                <a:gd name="connsiteY124" fmla="*/ 428755 h 806681"/>
                <a:gd name="connsiteX125" fmla="*/ 3448207 w 5800153"/>
                <a:gd name="connsiteY125" fmla="*/ 318958 h 806681"/>
                <a:gd name="connsiteX126" fmla="*/ 3441085 w 5800153"/>
                <a:gd name="connsiteY126" fmla="*/ 449788 h 806681"/>
                <a:gd name="connsiteX127" fmla="*/ 3488449 w 5800153"/>
                <a:gd name="connsiteY127" fmla="*/ 458399 h 806681"/>
                <a:gd name="connsiteX128" fmla="*/ 3543265 w 5800153"/>
                <a:gd name="connsiteY128" fmla="*/ 300576 h 806681"/>
                <a:gd name="connsiteX129" fmla="*/ 3536309 w 5800153"/>
                <a:gd name="connsiteY129" fmla="*/ 440017 h 806681"/>
                <a:gd name="connsiteX130" fmla="*/ 3546908 w 5800153"/>
                <a:gd name="connsiteY130" fmla="*/ 375596 h 806681"/>
                <a:gd name="connsiteX131" fmla="*/ 3559825 w 5800153"/>
                <a:gd name="connsiteY131" fmla="*/ 446806 h 806681"/>
                <a:gd name="connsiteX132" fmla="*/ 3595597 w 5800153"/>
                <a:gd name="connsiteY132" fmla="*/ 478437 h 806681"/>
                <a:gd name="connsiteX133" fmla="*/ 3601558 w 5800153"/>
                <a:gd name="connsiteY133" fmla="*/ 479763 h 806681"/>
                <a:gd name="connsiteX134" fmla="*/ 3672438 w 5800153"/>
                <a:gd name="connsiteY134" fmla="*/ 330385 h 806681"/>
                <a:gd name="connsiteX135" fmla="*/ 3645775 w 5800153"/>
                <a:gd name="connsiteY135" fmla="*/ 473138 h 806681"/>
                <a:gd name="connsiteX136" fmla="*/ 3655712 w 5800153"/>
                <a:gd name="connsiteY136" fmla="*/ 490527 h 806681"/>
                <a:gd name="connsiteX137" fmla="*/ 3692642 w 5800153"/>
                <a:gd name="connsiteY137" fmla="*/ 498145 h 806681"/>
                <a:gd name="connsiteX138" fmla="*/ 3766503 w 5800153"/>
                <a:gd name="connsiteY138" fmla="*/ 309850 h 806681"/>
                <a:gd name="connsiteX139" fmla="*/ 3762031 w 5800153"/>
                <a:gd name="connsiteY139" fmla="*/ 512387 h 806681"/>
                <a:gd name="connsiteX140" fmla="*/ 3785713 w 5800153"/>
                <a:gd name="connsiteY140" fmla="*/ 517355 h 806681"/>
                <a:gd name="connsiteX141" fmla="*/ 3788363 w 5800153"/>
                <a:gd name="connsiteY141" fmla="*/ 516527 h 806681"/>
                <a:gd name="connsiteX142" fmla="*/ 3861561 w 5800153"/>
                <a:gd name="connsiteY142" fmla="*/ 300576 h 806681"/>
                <a:gd name="connsiteX143" fmla="*/ 3850465 w 5800153"/>
                <a:gd name="connsiteY143" fmla="*/ 530769 h 806681"/>
                <a:gd name="connsiteX144" fmla="*/ 3873319 w 5800153"/>
                <a:gd name="connsiteY144" fmla="*/ 535572 h 806681"/>
                <a:gd name="connsiteX145" fmla="*/ 3921014 w 5800153"/>
                <a:gd name="connsiteY145" fmla="*/ 546336 h 806681"/>
                <a:gd name="connsiteX146" fmla="*/ 3956453 w 5800153"/>
                <a:gd name="connsiteY146" fmla="*/ 391163 h 806681"/>
                <a:gd name="connsiteX147" fmla="*/ 3979970 w 5800153"/>
                <a:gd name="connsiteY147" fmla="*/ 559750 h 806681"/>
                <a:gd name="connsiteX148" fmla="*/ 3993384 w 5800153"/>
                <a:gd name="connsiteY148" fmla="*/ 562897 h 806681"/>
                <a:gd name="connsiteX149" fmla="*/ 3986759 w 5800153"/>
                <a:gd name="connsiteY149" fmla="*/ 518349 h 806681"/>
                <a:gd name="connsiteX150" fmla="*/ 4105168 w 5800153"/>
                <a:gd name="connsiteY150" fmla="*/ 295608 h 806681"/>
                <a:gd name="connsiteX151" fmla="*/ 4083805 w 5800153"/>
                <a:gd name="connsiteY151" fmla="*/ 561572 h 806681"/>
                <a:gd name="connsiteX152" fmla="*/ 4137793 w 5800153"/>
                <a:gd name="connsiteY152" fmla="*/ 421303 h 806681"/>
                <a:gd name="connsiteX153" fmla="*/ 4177539 w 5800153"/>
                <a:gd name="connsiteY153" fmla="*/ 558094 h 806681"/>
                <a:gd name="connsiteX154" fmla="*/ 4177704 w 5800153"/>
                <a:gd name="connsiteY154" fmla="*/ 374602 h 806681"/>
                <a:gd name="connsiteX155" fmla="*/ 4239310 w 5800153"/>
                <a:gd name="connsiteY155" fmla="*/ 566209 h 806681"/>
                <a:gd name="connsiteX156" fmla="*/ 4267463 w 5800153"/>
                <a:gd name="connsiteY156" fmla="*/ 478934 h 806681"/>
                <a:gd name="connsiteX157" fmla="*/ 4304559 w 5800153"/>
                <a:gd name="connsiteY157" fmla="*/ 637254 h 806681"/>
                <a:gd name="connsiteX158" fmla="*/ 4306546 w 5800153"/>
                <a:gd name="connsiteY158" fmla="*/ 637751 h 806681"/>
                <a:gd name="connsiteX159" fmla="*/ 4399286 w 5800153"/>
                <a:gd name="connsiteY159" fmla="*/ 436042 h 806681"/>
                <a:gd name="connsiteX160" fmla="*/ 4400610 w 5800153"/>
                <a:gd name="connsiteY160" fmla="*/ 629967 h 806681"/>
                <a:gd name="connsiteX161" fmla="*/ 4479605 w 5800153"/>
                <a:gd name="connsiteY161" fmla="*/ 486221 h 806681"/>
                <a:gd name="connsiteX162" fmla="*/ 4479771 w 5800153"/>
                <a:gd name="connsiteY162" fmla="*/ 633611 h 806681"/>
                <a:gd name="connsiteX163" fmla="*/ 4575492 w 5800153"/>
                <a:gd name="connsiteY163" fmla="*/ 435711 h 806681"/>
                <a:gd name="connsiteX164" fmla="*/ 4575823 w 5800153"/>
                <a:gd name="connsiteY164" fmla="*/ 636261 h 806681"/>
                <a:gd name="connsiteX165" fmla="*/ 4648855 w 5800153"/>
                <a:gd name="connsiteY165" fmla="*/ 543686 h 806681"/>
                <a:gd name="connsiteX166" fmla="*/ 4616231 w 5800153"/>
                <a:gd name="connsiteY166" fmla="*/ 673025 h 806681"/>
                <a:gd name="connsiteX167" fmla="*/ 4642065 w 5800153"/>
                <a:gd name="connsiteY167" fmla="*/ 725688 h 806681"/>
                <a:gd name="connsiteX168" fmla="*/ 4688601 w 5800153"/>
                <a:gd name="connsiteY168" fmla="*/ 738771 h 806681"/>
                <a:gd name="connsiteX169" fmla="*/ 4688270 w 5800153"/>
                <a:gd name="connsiteY169" fmla="*/ 694885 h 806681"/>
                <a:gd name="connsiteX170" fmla="*/ 4781672 w 5800153"/>
                <a:gd name="connsiteY170" fmla="*/ 436042 h 806681"/>
                <a:gd name="connsiteX171" fmla="*/ 4753022 w 5800153"/>
                <a:gd name="connsiteY171" fmla="*/ 709127 h 806681"/>
                <a:gd name="connsiteX172" fmla="*/ 4789124 w 5800153"/>
                <a:gd name="connsiteY172" fmla="*/ 615725 h 806681"/>
                <a:gd name="connsiteX173" fmla="*/ 4817774 w 5800153"/>
                <a:gd name="connsiteY173" fmla="*/ 745230 h 806681"/>
                <a:gd name="connsiteX174" fmla="*/ 4936349 w 5800153"/>
                <a:gd name="connsiteY174" fmla="*/ 565547 h 806681"/>
                <a:gd name="connsiteX175" fmla="*/ 4889813 w 5800153"/>
                <a:gd name="connsiteY175" fmla="*/ 759638 h 806681"/>
                <a:gd name="connsiteX176" fmla="*/ 5015674 w 5800153"/>
                <a:gd name="connsiteY176" fmla="*/ 651828 h 806681"/>
                <a:gd name="connsiteX177" fmla="*/ 4942191 w 5800153"/>
                <a:gd name="connsiteY177" fmla="*/ 795316 h 806681"/>
                <a:gd name="connsiteX178" fmla="*/ 4942752 w 5800153"/>
                <a:gd name="connsiteY178" fmla="*/ 806681 h 806681"/>
                <a:gd name="connsiteX179" fmla="*/ 0 w 5800153"/>
                <a:gd name="connsiteY179" fmla="*/ 806681 h 806681"/>
                <a:gd name="connsiteX180" fmla="*/ 0 w 5800153"/>
                <a:gd name="connsiteY180" fmla="*/ 126580 h 806681"/>
                <a:gd name="connsiteX181" fmla="*/ 9860 w 5800153"/>
                <a:gd name="connsiteY181" fmla="*/ 162575 h 806681"/>
                <a:gd name="connsiteX182" fmla="*/ 10709 w 5800153"/>
                <a:gd name="connsiteY182" fmla="*/ 225722 h 806681"/>
                <a:gd name="connsiteX183" fmla="*/ 56416 w 5800153"/>
                <a:gd name="connsiteY183" fmla="*/ 224397 h 806681"/>
                <a:gd name="connsiteX184" fmla="*/ 106595 w 5800153"/>
                <a:gd name="connsiteY184" fmla="*/ 56140 h 806681"/>
                <a:gd name="connsiteX185" fmla="*/ 136901 w 5800153"/>
                <a:gd name="connsiteY185" fmla="*/ 221747 h 806681"/>
                <a:gd name="connsiteX186" fmla="*/ 214239 w 5800153"/>
                <a:gd name="connsiteY186" fmla="*/ 220257 h 806681"/>
                <a:gd name="connsiteX187" fmla="*/ 229806 w 5800153"/>
                <a:gd name="connsiteY187" fmla="*/ 136294 h 806681"/>
                <a:gd name="connsiteX188" fmla="*/ 247692 w 5800153"/>
                <a:gd name="connsiteY188" fmla="*/ 219429 h 806681"/>
                <a:gd name="connsiteX189" fmla="*/ 286278 w 5800153"/>
                <a:gd name="connsiteY189" fmla="*/ 218600 h 806681"/>
                <a:gd name="connsiteX190" fmla="*/ 345566 w 5800153"/>
                <a:gd name="connsiteY190" fmla="*/ 45873 h 806681"/>
                <a:gd name="connsiteX191" fmla="*/ 343413 w 5800153"/>
                <a:gd name="connsiteY191" fmla="*/ 217607 h 806681"/>
                <a:gd name="connsiteX192" fmla="*/ 427872 w 5800153"/>
                <a:gd name="connsiteY192" fmla="*/ 216613 h 806681"/>
                <a:gd name="connsiteX193" fmla="*/ 477057 w 5800153"/>
                <a:gd name="connsiteY193" fmla="*/ 84956 h 806681"/>
                <a:gd name="connsiteX194" fmla="*/ 492127 w 5800153"/>
                <a:gd name="connsiteY194" fmla="*/ 215785 h 806681"/>
                <a:gd name="connsiteX195" fmla="*/ 597619 w 5800153"/>
                <a:gd name="connsiteY195" fmla="*/ 214957 h 806681"/>
                <a:gd name="connsiteX196" fmla="*/ 598281 w 5800153"/>
                <a:gd name="connsiteY196" fmla="*/ 164944 h 806681"/>
                <a:gd name="connsiteX197" fmla="*/ 629912 w 5800153"/>
                <a:gd name="connsiteY197" fmla="*/ 214957 h 806681"/>
                <a:gd name="connsiteX198" fmla="*/ 644154 w 5800153"/>
                <a:gd name="connsiteY198" fmla="*/ 214957 h 806681"/>
                <a:gd name="connsiteX199" fmla="*/ 766538 w 5800153"/>
                <a:gd name="connsiteY199" fmla="*/ 0 h 80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800153" h="806681">
                  <a:moveTo>
                    <a:pt x="5800153" y="767090"/>
                  </a:moveTo>
                  <a:lnTo>
                    <a:pt x="5792381" y="806681"/>
                  </a:lnTo>
                  <a:lnTo>
                    <a:pt x="5777318" y="806681"/>
                  </a:lnTo>
                  <a:lnTo>
                    <a:pt x="5783973" y="793590"/>
                  </a:lnTo>
                  <a:cubicBezTo>
                    <a:pt x="5792515" y="778145"/>
                    <a:pt x="5798953" y="768788"/>
                    <a:pt x="5800153" y="767090"/>
                  </a:cubicBezTo>
                  <a:close/>
                  <a:moveTo>
                    <a:pt x="5310619" y="752351"/>
                  </a:moveTo>
                  <a:cubicBezTo>
                    <a:pt x="5309377" y="753759"/>
                    <a:pt x="5302122" y="762112"/>
                    <a:pt x="5292923" y="773992"/>
                  </a:cubicBezTo>
                  <a:lnTo>
                    <a:pt x="5270502" y="806681"/>
                  </a:lnTo>
                  <a:lnTo>
                    <a:pt x="5209825" y="806681"/>
                  </a:lnTo>
                  <a:lnTo>
                    <a:pt x="5254086" y="776012"/>
                  </a:lnTo>
                  <a:cubicBezTo>
                    <a:pt x="5283709" y="759721"/>
                    <a:pt x="5308218" y="752931"/>
                    <a:pt x="5310619" y="752351"/>
                  </a:cubicBezTo>
                  <a:close/>
                  <a:moveTo>
                    <a:pt x="5386467" y="745230"/>
                  </a:moveTo>
                  <a:cubicBezTo>
                    <a:pt x="5387337" y="765931"/>
                    <a:pt x="5385381" y="784334"/>
                    <a:pt x="5381957" y="800294"/>
                  </a:cubicBezTo>
                  <a:lnTo>
                    <a:pt x="5379853" y="806681"/>
                  </a:lnTo>
                  <a:lnTo>
                    <a:pt x="5357221" y="806681"/>
                  </a:lnTo>
                  <a:lnTo>
                    <a:pt x="5377041" y="768169"/>
                  </a:lnTo>
                  <a:cubicBezTo>
                    <a:pt x="5383103" y="754463"/>
                    <a:pt x="5386467" y="745230"/>
                    <a:pt x="5386467" y="745230"/>
                  </a:cubicBezTo>
                  <a:close/>
                  <a:moveTo>
                    <a:pt x="5227982" y="637586"/>
                  </a:moveTo>
                  <a:cubicBezTo>
                    <a:pt x="5177720" y="695052"/>
                    <a:pt x="5162443" y="749826"/>
                    <a:pt x="5159732" y="790234"/>
                  </a:cubicBezTo>
                  <a:lnTo>
                    <a:pt x="5159715" y="806681"/>
                  </a:lnTo>
                  <a:lnTo>
                    <a:pt x="5105218" y="806681"/>
                  </a:lnTo>
                  <a:lnTo>
                    <a:pt x="5119202" y="757964"/>
                  </a:lnTo>
                  <a:cubicBezTo>
                    <a:pt x="5156347" y="683790"/>
                    <a:pt x="5222393" y="640939"/>
                    <a:pt x="5227982" y="637586"/>
                  </a:cubicBezTo>
                  <a:close/>
                  <a:moveTo>
                    <a:pt x="5519615" y="622846"/>
                  </a:moveTo>
                  <a:cubicBezTo>
                    <a:pt x="5543877" y="675923"/>
                    <a:pt x="5552851" y="723277"/>
                    <a:pt x="5552665" y="764451"/>
                  </a:cubicBezTo>
                  <a:lnTo>
                    <a:pt x="5547941" y="806681"/>
                  </a:lnTo>
                  <a:lnTo>
                    <a:pt x="5463698" y="806681"/>
                  </a:lnTo>
                  <a:lnTo>
                    <a:pt x="5485708" y="755932"/>
                  </a:lnTo>
                  <a:cubicBezTo>
                    <a:pt x="5511294" y="686688"/>
                    <a:pt x="5519615" y="622846"/>
                    <a:pt x="5519615" y="622846"/>
                  </a:cubicBezTo>
                  <a:close/>
                  <a:moveTo>
                    <a:pt x="5075127" y="543686"/>
                  </a:moveTo>
                  <a:cubicBezTo>
                    <a:pt x="5152134" y="626490"/>
                    <a:pt x="5075127" y="788619"/>
                    <a:pt x="5075127" y="788619"/>
                  </a:cubicBezTo>
                  <a:cubicBezTo>
                    <a:pt x="5075127" y="788619"/>
                    <a:pt x="5075407" y="790420"/>
                    <a:pt x="5075896" y="793670"/>
                  </a:cubicBezTo>
                  <a:lnTo>
                    <a:pt x="5077814" y="806681"/>
                  </a:lnTo>
                  <a:lnTo>
                    <a:pt x="4989752" y="806681"/>
                  </a:lnTo>
                  <a:lnTo>
                    <a:pt x="5013950" y="789617"/>
                  </a:lnTo>
                  <a:cubicBezTo>
                    <a:pt x="5082101" y="717266"/>
                    <a:pt x="5075127" y="543686"/>
                    <a:pt x="5075127" y="543686"/>
                  </a:cubicBezTo>
                  <a:close/>
                  <a:moveTo>
                    <a:pt x="766538" y="0"/>
                  </a:moveTo>
                  <a:cubicBezTo>
                    <a:pt x="763391" y="5796"/>
                    <a:pt x="697811" y="126855"/>
                    <a:pt x="739047" y="215289"/>
                  </a:cubicBezTo>
                  <a:lnTo>
                    <a:pt x="765710" y="215289"/>
                  </a:lnTo>
                  <a:cubicBezTo>
                    <a:pt x="766206" y="178192"/>
                    <a:pt x="771506" y="124205"/>
                    <a:pt x="794525" y="99032"/>
                  </a:cubicBezTo>
                  <a:cubicBezTo>
                    <a:pt x="794525" y="99032"/>
                    <a:pt x="798003" y="168918"/>
                    <a:pt x="817213" y="215454"/>
                  </a:cubicBezTo>
                  <a:cubicBezTo>
                    <a:pt x="838742" y="215454"/>
                    <a:pt x="860437" y="215951"/>
                    <a:pt x="881634" y="216282"/>
                  </a:cubicBezTo>
                  <a:cubicBezTo>
                    <a:pt x="889915" y="178358"/>
                    <a:pt x="887762" y="126523"/>
                    <a:pt x="887762" y="126523"/>
                  </a:cubicBezTo>
                  <a:cubicBezTo>
                    <a:pt x="887762" y="126523"/>
                    <a:pt x="914093" y="171900"/>
                    <a:pt x="920552" y="216779"/>
                  </a:cubicBezTo>
                  <a:cubicBezTo>
                    <a:pt x="932144" y="217110"/>
                    <a:pt x="943737" y="217110"/>
                    <a:pt x="955329" y="217276"/>
                  </a:cubicBezTo>
                  <a:cubicBezTo>
                    <a:pt x="965928" y="195250"/>
                    <a:pt x="973546" y="167428"/>
                    <a:pt x="968412" y="134804"/>
                  </a:cubicBezTo>
                  <a:cubicBezTo>
                    <a:pt x="968412" y="134804"/>
                    <a:pt x="991597" y="177861"/>
                    <a:pt x="1000871" y="217938"/>
                  </a:cubicBezTo>
                  <a:cubicBezTo>
                    <a:pt x="1029521" y="218435"/>
                    <a:pt x="1058005" y="219263"/>
                    <a:pt x="1086655" y="219760"/>
                  </a:cubicBezTo>
                  <a:cubicBezTo>
                    <a:pt x="1095764" y="177034"/>
                    <a:pt x="1107191" y="88600"/>
                    <a:pt x="1061814" y="24675"/>
                  </a:cubicBezTo>
                  <a:cubicBezTo>
                    <a:pt x="1066617" y="29478"/>
                    <a:pt x="1141637" y="106816"/>
                    <a:pt x="1153229" y="187632"/>
                  </a:cubicBezTo>
                  <a:cubicBezTo>
                    <a:pt x="1160019" y="150536"/>
                    <a:pt x="1176580" y="105326"/>
                    <a:pt x="1216491" y="83465"/>
                  </a:cubicBezTo>
                  <a:cubicBezTo>
                    <a:pt x="1216491" y="83465"/>
                    <a:pt x="1178402" y="167428"/>
                    <a:pt x="1200262" y="222575"/>
                  </a:cubicBezTo>
                  <a:cubicBezTo>
                    <a:pt x="1215829" y="223072"/>
                    <a:pt x="1231561" y="223403"/>
                    <a:pt x="1247294" y="223900"/>
                  </a:cubicBezTo>
                  <a:cubicBezTo>
                    <a:pt x="1246797" y="195747"/>
                    <a:pt x="1239345" y="159479"/>
                    <a:pt x="1238517" y="155173"/>
                  </a:cubicBezTo>
                  <a:lnTo>
                    <a:pt x="1280415" y="225225"/>
                  </a:lnTo>
                  <a:cubicBezTo>
                    <a:pt x="1283727" y="225225"/>
                    <a:pt x="1286874" y="225225"/>
                    <a:pt x="1289689" y="225556"/>
                  </a:cubicBezTo>
                  <a:cubicBezTo>
                    <a:pt x="1283893" y="187301"/>
                    <a:pt x="1279753" y="111122"/>
                    <a:pt x="1334734" y="83465"/>
                  </a:cubicBezTo>
                  <a:cubicBezTo>
                    <a:pt x="1334734" y="83465"/>
                    <a:pt x="1319498" y="172562"/>
                    <a:pt x="1387563" y="228868"/>
                  </a:cubicBezTo>
                  <a:lnTo>
                    <a:pt x="1388059" y="229365"/>
                  </a:lnTo>
                  <a:cubicBezTo>
                    <a:pt x="1401971" y="230027"/>
                    <a:pt x="1416213" y="230524"/>
                    <a:pt x="1430455" y="231021"/>
                  </a:cubicBezTo>
                  <a:cubicBezTo>
                    <a:pt x="1456952" y="201875"/>
                    <a:pt x="1458939" y="111288"/>
                    <a:pt x="1458939" y="111288"/>
                  </a:cubicBezTo>
                  <a:cubicBezTo>
                    <a:pt x="1458939" y="111288"/>
                    <a:pt x="1499678" y="181505"/>
                    <a:pt x="1507793" y="234499"/>
                  </a:cubicBezTo>
                  <a:cubicBezTo>
                    <a:pt x="1532965" y="235493"/>
                    <a:pt x="1558634" y="237148"/>
                    <a:pt x="1584138" y="238308"/>
                  </a:cubicBezTo>
                  <a:cubicBezTo>
                    <a:pt x="1600202" y="212307"/>
                    <a:pt x="1620571" y="163123"/>
                    <a:pt x="1610966" y="89758"/>
                  </a:cubicBezTo>
                  <a:cubicBezTo>
                    <a:pt x="1610966" y="89758"/>
                    <a:pt x="1695922" y="155836"/>
                    <a:pt x="1661145" y="242117"/>
                  </a:cubicBezTo>
                  <a:cubicBezTo>
                    <a:pt x="1685655" y="243938"/>
                    <a:pt x="1710330" y="245263"/>
                    <a:pt x="1735171" y="246754"/>
                  </a:cubicBezTo>
                  <a:cubicBezTo>
                    <a:pt x="1735171" y="246754"/>
                    <a:pt x="1750407" y="146893"/>
                    <a:pt x="1750407" y="146893"/>
                  </a:cubicBezTo>
                  <a:lnTo>
                    <a:pt x="1780547" y="249735"/>
                  </a:lnTo>
                  <a:cubicBezTo>
                    <a:pt x="1781872" y="249735"/>
                    <a:pt x="1783197" y="249735"/>
                    <a:pt x="1784853" y="249735"/>
                  </a:cubicBezTo>
                  <a:cubicBezTo>
                    <a:pt x="1786178" y="221085"/>
                    <a:pt x="1796446" y="154014"/>
                    <a:pt x="1859045" y="129836"/>
                  </a:cubicBezTo>
                  <a:cubicBezTo>
                    <a:pt x="1859045" y="129836"/>
                    <a:pt x="1827911" y="204359"/>
                    <a:pt x="1839835" y="253544"/>
                  </a:cubicBezTo>
                  <a:cubicBezTo>
                    <a:pt x="1851593" y="254206"/>
                    <a:pt x="1863185" y="255034"/>
                    <a:pt x="1875109" y="255862"/>
                  </a:cubicBezTo>
                  <a:cubicBezTo>
                    <a:pt x="1884217" y="234333"/>
                    <a:pt x="1893491" y="202371"/>
                    <a:pt x="1890013" y="164116"/>
                  </a:cubicBezTo>
                  <a:cubicBezTo>
                    <a:pt x="1890013" y="164116"/>
                    <a:pt x="1921147" y="212142"/>
                    <a:pt x="1935555" y="260002"/>
                  </a:cubicBezTo>
                  <a:cubicBezTo>
                    <a:pt x="1964040" y="262155"/>
                    <a:pt x="1992358" y="264474"/>
                    <a:pt x="2020843" y="266958"/>
                  </a:cubicBezTo>
                  <a:cubicBezTo>
                    <a:pt x="2020843" y="266627"/>
                    <a:pt x="2021008" y="266295"/>
                    <a:pt x="2021008" y="266295"/>
                  </a:cubicBezTo>
                  <a:cubicBezTo>
                    <a:pt x="2021008" y="266295"/>
                    <a:pt x="1992358" y="173224"/>
                    <a:pt x="2076321" y="111122"/>
                  </a:cubicBezTo>
                  <a:cubicBezTo>
                    <a:pt x="2076321" y="111122"/>
                    <a:pt x="2058104" y="226384"/>
                    <a:pt x="2098181" y="272754"/>
                  </a:cubicBezTo>
                  <a:lnTo>
                    <a:pt x="2098678" y="273251"/>
                  </a:lnTo>
                  <a:cubicBezTo>
                    <a:pt x="2107289" y="273748"/>
                    <a:pt x="2116067" y="274576"/>
                    <a:pt x="2124678" y="275238"/>
                  </a:cubicBezTo>
                  <a:cubicBezTo>
                    <a:pt x="2141239" y="252715"/>
                    <a:pt x="2144385" y="182664"/>
                    <a:pt x="2144385" y="182664"/>
                  </a:cubicBezTo>
                  <a:cubicBezTo>
                    <a:pt x="2144385" y="182664"/>
                    <a:pt x="2177838" y="236652"/>
                    <a:pt x="2170220" y="279213"/>
                  </a:cubicBezTo>
                  <a:cubicBezTo>
                    <a:pt x="2187774" y="280869"/>
                    <a:pt x="2205163" y="282359"/>
                    <a:pt x="2222883" y="284181"/>
                  </a:cubicBezTo>
                  <a:cubicBezTo>
                    <a:pt x="2227023" y="275238"/>
                    <a:pt x="2255507" y="214295"/>
                    <a:pt x="2247062" y="161963"/>
                  </a:cubicBezTo>
                  <a:cubicBezTo>
                    <a:pt x="2247062" y="161963"/>
                    <a:pt x="2288297" y="234499"/>
                    <a:pt x="2282501" y="289812"/>
                  </a:cubicBezTo>
                  <a:cubicBezTo>
                    <a:pt x="2304361" y="291965"/>
                    <a:pt x="2326553" y="293952"/>
                    <a:pt x="2348247" y="296105"/>
                  </a:cubicBezTo>
                  <a:cubicBezTo>
                    <a:pt x="2341954" y="271595"/>
                    <a:pt x="2338808" y="233671"/>
                    <a:pt x="2358515" y="191938"/>
                  </a:cubicBezTo>
                  <a:cubicBezTo>
                    <a:pt x="2358515" y="191938"/>
                    <a:pt x="2376235" y="263149"/>
                    <a:pt x="2409356" y="302397"/>
                  </a:cubicBezTo>
                  <a:cubicBezTo>
                    <a:pt x="2428235" y="304550"/>
                    <a:pt x="2447280" y="306703"/>
                    <a:pt x="2466159" y="308691"/>
                  </a:cubicBezTo>
                  <a:cubicBezTo>
                    <a:pt x="2472452" y="278550"/>
                    <a:pt x="2456719" y="221085"/>
                    <a:pt x="2455063" y="215123"/>
                  </a:cubicBezTo>
                  <a:cubicBezTo>
                    <a:pt x="2459038" y="218766"/>
                    <a:pt x="2502427" y="261824"/>
                    <a:pt x="2499777" y="312665"/>
                  </a:cubicBezTo>
                  <a:cubicBezTo>
                    <a:pt x="2519650" y="314818"/>
                    <a:pt x="2539357" y="316806"/>
                    <a:pt x="2559064" y="318958"/>
                  </a:cubicBezTo>
                  <a:cubicBezTo>
                    <a:pt x="2554759" y="271926"/>
                    <a:pt x="2560058" y="212970"/>
                    <a:pt x="2603778" y="179518"/>
                  </a:cubicBezTo>
                  <a:cubicBezTo>
                    <a:pt x="2603778" y="179518"/>
                    <a:pt x="2592517" y="278716"/>
                    <a:pt x="2617192" y="325748"/>
                  </a:cubicBezTo>
                  <a:cubicBezTo>
                    <a:pt x="2632097" y="327735"/>
                    <a:pt x="2647167" y="329723"/>
                    <a:pt x="2662237" y="331544"/>
                  </a:cubicBezTo>
                  <a:cubicBezTo>
                    <a:pt x="2674989" y="301404"/>
                    <a:pt x="2675320" y="241620"/>
                    <a:pt x="2675320" y="241620"/>
                  </a:cubicBezTo>
                  <a:cubicBezTo>
                    <a:pt x="2675320" y="241620"/>
                    <a:pt x="2711919" y="298423"/>
                    <a:pt x="2715894" y="338500"/>
                  </a:cubicBezTo>
                  <a:cubicBezTo>
                    <a:pt x="2753983" y="343137"/>
                    <a:pt x="2792404" y="347939"/>
                    <a:pt x="2830494" y="352908"/>
                  </a:cubicBezTo>
                  <a:cubicBezTo>
                    <a:pt x="2843080" y="329723"/>
                    <a:pt x="2856825" y="298423"/>
                    <a:pt x="2861297" y="266295"/>
                  </a:cubicBezTo>
                  <a:cubicBezTo>
                    <a:pt x="2861297" y="266295"/>
                    <a:pt x="2898724" y="308525"/>
                    <a:pt x="2884647" y="360360"/>
                  </a:cubicBezTo>
                  <a:lnTo>
                    <a:pt x="2884647" y="360857"/>
                  </a:lnTo>
                  <a:cubicBezTo>
                    <a:pt x="2901208" y="363175"/>
                    <a:pt x="2917934" y="365494"/>
                    <a:pt x="2934495" y="367978"/>
                  </a:cubicBezTo>
                  <a:cubicBezTo>
                    <a:pt x="2934495" y="347939"/>
                    <a:pt x="2940457" y="318130"/>
                    <a:pt x="2966622" y="285506"/>
                  </a:cubicBezTo>
                  <a:cubicBezTo>
                    <a:pt x="2965629" y="288818"/>
                    <a:pt x="2950559" y="333863"/>
                    <a:pt x="2972915" y="373443"/>
                  </a:cubicBezTo>
                  <a:cubicBezTo>
                    <a:pt x="2978712" y="374271"/>
                    <a:pt x="2984177" y="375099"/>
                    <a:pt x="2989973" y="375762"/>
                  </a:cubicBezTo>
                  <a:cubicBezTo>
                    <a:pt x="2987654" y="339494"/>
                    <a:pt x="2987654" y="263480"/>
                    <a:pt x="3019617" y="214626"/>
                  </a:cubicBezTo>
                  <a:cubicBezTo>
                    <a:pt x="3019617" y="214626"/>
                    <a:pt x="3007031" y="313493"/>
                    <a:pt x="3042801" y="382883"/>
                  </a:cubicBezTo>
                  <a:cubicBezTo>
                    <a:pt x="3092815" y="347442"/>
                    <a:pt x="3116993" y="238473"/>
                    <a:pt x="3116993" y="238473"/>
                  </a:cubicBezTo>
                  <a:cubicBezTo>
                    <a:pt x="3139185" y="304219"/>
                    <a:pt x="3116993" y="377417"/>
                    <a:pt x="3116993" y="377417"/>
                  </a:cubicBezTo>
                  <a:cubicBezTo>
                    <a:pt x="3150115" y="381061"/>
                    <a:pt x="3179427" y="296933"/>
                    <a:pt x="3179427" y="296933"/>
                  </a:cubicBezTo>
                  <a:cubicBezTo>
                    <a:pt x="3190191" y="346284"/>
                    <a:pt x="3153592" y="384704"/>
                    <a:pt x="3153592" y="384704"/>
                  </a:cubicBezTo>
                  <a:cubicBezTo>
                    <a:pt x="3153592" y="384704"/>
                    <a:pt x="3155745" y="391329"/>
                    <a:pt x="3158561" y="401099"/>
                  </a:cubicBezTo>
                  <a:cubicBezTo>
                    <a:pt x="3169159" y="402921"/>
                    <a:pt x="3179593" y="404743"/>
                    <a:pt x="3190357" y="406398"/>
                  </a:cubicBezTo>
                  <a:cubicBezTo>
                    <a:pt x="3197975" y="329060"/>
                    <a:pt x="3247491" y="266627"/>
                    <a:pt x="3253784" y="259340"/>
                  </a:cubicBezTo>
                  <a:cubicBezTo>
                    <a:pt x="3205593" y="325748"/>
                    <a:pt x="3229937" y="392156"/>
                    <a:pt x="3240702" y="414679"/>
                  </a:cubicBezTo>
                  <a:cubicBezTo>
                    <a:pt x="3241695" y="415010"/>
                    <a:pt x="3242689" y="415341"/>
                    <a:pt x="3243848" y="415341"/>
                  </a:cubicBezTo>
                  <a:cubicBezTo>
                    <a:pt x="3235402" y="370793"/>
                    <a:pt x="3270676" y="329723"/>
                    <a:pt x="3270676" y="329723"/>
                  </a:cubicBezTo>
                  <a:cubicBezTo>
                    <a:pt x="3254281" y="384704"/>
                    <a:pt x="3289059" y="417660"/>
                    <a:pt x="3289059" y="417660"/>
                  </a:cubicBezTo>
                  <a:cubicBezTo>
                    <a:pt x="3290880" y="353736"/>
                    <a:pt x="3336753" y="320780"/>
                    <a:pt x="3336753" y="320780"/>
                  </a:cubicBezTo>
                  <a:cubicBezTo>
                    <a:pt x="3314562" y="359201"/>
                    <a:pt x="3324830" y="400603"/>
                    <a:pt x="3324830" y="400603"/>
                  </a:cubicBezTo>
                  <a:cubicBezTo>
                    <a:pt x="3324830" y="400603"/>
                    <a:pt x="3327976" y="417328"/>
                    <a:pt x="3334269" y="430577"/>
                  </a:cubicBezTo>
                  <a:cubicBezTo>
                    <a:pt x="3344537" y="432399"/>
                    <a:pt x="3354805" y="433889"/>
                    <a:pt x="3365072" y="435711"/>
                  </a:cubicBezTo>
                  <a:cubicBezTo>
                    <a:pt x="3367722" y="432399"/>
                    <a:pt x="3370371" y="428424"/>
                    <a:pt x="3373187" y="423125"/>
                  </a:cubicBezTo>
                  <a:cubicBezTo>
                    <a:pt x="3404818" y="363506"/>
                    <a:pt x="3382461" y="276398"/>
                    <a:pt x="3380805" y="269773"/>
                  </a:cubicBezTo>
                  <a:cubicBezTo>
                    <a:pt x="3424359" y="313990"/>
                    <a:pt x="3411608" y="428755"/>
                    <a:pt x="3411608" y="428755"/>
                  </a:cubicBezTo>
                  <a:cubicBezTo>
                    <a:pt x="3438933" y="410208"/>
                    <a:pt x="3448207" y="318958"/>
                    <a:pt x="3448207" y="318958"/>
                  </a:cubicBezTo>
                  <a:cubicBezTo>
                    <a:pt x="3462118" y="373112"/>
                    <a:pt x="3451850" y="420310"/>
                    <a:pt x="3441085" y="449788"/>
                  </a:cubicBezTo>
                  <a:cubicBezTo>
                    <a:pt x="3456818" y="452603"/>
                    <a:pt x="3472716" y="455584"/>
                    <a:pt x="3488449" y="458399"/>
                  </a:cubicBezTo>
                  <a:cubicBezTo>
                    <a:pt x="3476691" y="352079"/>
                    <a:pt x="3543265" y="300576"/>
                    <a:pt x="3543265" y="300576"/>
                  </a:cubicBezTo>
                  <a:cubicBezTo>
                    <a:pt x="3486627" y="388513"/>
                    <a:pt x="3536309" y="440017"/>
                    <a:pt x="3536309" y="440017"/>
                  </a:cubicBezTo>
                  <a:lnTo>
                    <a:pt x="3546908" y="375596"/>
                  </a:lnTo>
                  <a:lnTo>
                    <a:pt x="3559825" y="446806"/>
                  </a:lnTo>
                  <a:lnTo>
                    <a:pt x="3595597" y="478437"/>
                  </a:lnTo>
                  <a:cubicBezTo>
                    <a:pt x="3597584" y="478934"/>
                    <a:pt x="3599405" y="479266"/>
                    <a:pt x="3601558" y="479763"/>
                  </a:cubicBezTo>
                  <a:cubicBezTo>
                    <a:pt x="3606030" y="394309"/>
                    <a:pt x="3665151" y="337010"/>
                    <a:pt x="3672438" y="330385"/>
                  </a:cubicBezTo>
                  <a:cubicBezTo>
                    <a:pt x="3625737" y="390997"/>
                    <a:pt x="3645775" y="473138"/>
                    <a:pt x="3645775" y="473138"/>
                  </a:cubicBezTo>
                  <a:cubicBezTo>
                    <a:pt x="3645775" y="473138"/>
                    <a:pt x="3649750" y="480590"/>
                    <a:pt x="3655712" y="490527"/>
                  </a:cubicBezTo>
                  <a:cubicBezTo>
                    <a:pt x="3668132" y="492845"/>
                    <a:pt x="3680222" y="495495"/>
                    <a:pt x="3692642" y="498145"/>
                  </a:cubicBezTo>
                  <a:cubicBezTo>
                    <a:pt x="3687011" y="413188"/>
                    <a:pt x="3766503" y="309850"/>
                    <a:pt x="3766503" y="309850"/>
                  </a:cubicBezTo>
                  <a:cubicBezTo>
                    <a:pt x="3766503" y="309850"/>
                    <a:pt x="3732057" y="476119"/>
                    <a:pt x="3762031" y="512387"/>
                  </a:cubicBezTo>
                  <a:cubicBezTo>
                    <a:pt x="3769980" y="514209"/>
                    <a:pt x="3777929" y="515699"/>
                    <a:pt x="3785713" y="517355"/>
                  </a:cubicBezTo>
                  <a:cubicBezTo>
                    <a:pt x="3786872" y="517024"/>
                    <a:pt x="3787535" y="516858"/>
                    <a:pt x="3788363" y="516527"/>
                  </a:cubicBezTo>
                  <a:cubicBezTo>
                    <a:pt x="3859739" y="483406"/>
                    <a:pt x="3861561" y="300576"/>
                    <a:pt x="3861561" y="300576"/>
                  </a:cubicBezTo>
                  <a:cubicBezTo>
                    <a:pt x="3894185" y="404743"/>
                    <a:pt x="3875472" y="481253"/>
                    <a:pt x="3850465" y="530769"/>
                  </a:cubicBezTo>
                  <a:cubicBezTo>
                    <a:pt x="3858083" y="532260"/>
                    <a:pt x="3865701" y="533916"/>
                    <a:pt x="3873319" y="535572"/>
                  </a:cubicBezTo>
                  <a:cubicBezTo>
                    <a:pt x="3889383" y="538884"/>
                    <a:pt x="3905115" y="542527"/>
                    <a:pt x="3921014" y="546336"/>
                  </a:cubicBezTo>
                  <a:cubicBezTo>
                    <a:pt x="3919854" y="463036"/>
                    <a:pt x="3952313" y="398615"/>
                    <a:pt x="3956453" y="391163"/>
                  </a:cubicBezTo>
                  <a:cubicBezTo>
                    <a:pt x="3928300" y="459227"/>
                    <a:pt x="3957944" y="524808"/>
                    <a:pt x="3979970" y="559750"/>
                  </a:cubicBezTo>
                  <a:cubicBezTo>
                    <a:pt x="3984441" y="560744"/>
                    <a:pt x="3988912" y="561738"/>
                    <a:pt x="3993384" y="562897"/>
                  </a:cubicBezTo>
                  <a:cubicBezTo>
                    <a:pt x="3989078" y="546999"/>
                    <a:pt x="3986759" y="532094"/>
                    <a:pt x="3986759" y="518349"/>
                  </a:cubicBezTo>
                  <a:cubicBezTo>
                    <a:pt x="3986759" y="410208"/>
                    <a:pt x="4098047" y="302397"/>
                    <a:pt x="4105168" y="295608"/>
                  </a:cubicBezTo>
                  <a:cubicBezTo>
                    <a:pt x="4026174" y="428755"/>
                    <a:pt x="4083805" y="561572"/>
                    <a:pt x="4083805" y="561572"/>
                  </a:cubicBezTo>
                  <a:lnTo>
                    <a:pt x="4137793" y="421303"/>
                  </a:lnTo>
                  <a:cubicBezTo>
                    <a:pt x="4137793" y="421303"/>
                    <a:pt x="4123219" y="612082"/>
                    <a:pt x="4177539" y="558094"/>
                  </a:cubicBezTo>
                  <a:cubicBezTo>
                    <a:pt x="4230202" y="505431"/>
                    <a:pt x="4179691" y="379736"/>
                    <a:pt x="4177704" y="374602"/>
                  </a:cubicBezTo>
                  <a:cubicBezTo>
                    <a:pt x="4269781" y="424118"/>
                    <a:pt x="4243947" y="546336"/>
                    <a:pt x="4239310" y="566209"/>
                  </a:cubicBezTo>
                  <a:lnTo>
                    <a:pt x="4267463" y="478934"/>
                  </a:lnTo>
                  <a:lnTo>
                    <a:pt x="4304559" y="637254"/>
                  </a:lnTo>
                  <a:cubicBezTo>
                    <a:pt x="4304559" y="637254"/>
                    <a:pt x="4305884" y="637586"/>
                    <a:pt x="4306546" y="637751"/>
                  </a:cubicBezTo>
                  <a:cubicBezTo>
                    <a:pt x="4303234" y="542859"/>
                    <a:pt x="4393656" y="442169"/>
                    <a:pt x="4399286" y="436042"/>
                  </a:cubicBezTo>
                  <a:cubicBezTo>
                    <a:pt x="4344801" y="558094"/>
                    <a:pt x="4400610" y="629967"/>
                    <a:pt x="4400610" y="629967"/>
                  </a:cubicBezTo>
                  <a:cubicBezTo>
                    <a:pt x="4390012" y="556604"/>
                    <a:pt x="4474471" y="490030"/>
                    <a:pt x="4479605" y="486221"/>
                  </a:cubicBezTo>
                  <a:cubicBezTo>
                    <a:pt x="4476624" y="492680"/>
                    <a:pt x="4405579" y="647687"/>
                    <a:pt x="4479771" y="633611"/>
                  </a:cubicBezTo>
                  <a:cubicBezTo>
                    <a:pt x="4555288" y="619203"/>
                    <a:pt x="4575492" y="435711"/>
                    <a:pt x="4575492" y="435711"/>
                  </a:cubicBezTo>
                  <a:cubicBezTo>
                    <a:pt x="4608613" y="522158"/>
                    <a:pt x="4578307" y="627649"/>
                    <a:pt x="4575823" y="636261"/>
                  </a:cubicBezTo>
                  <a:lnTo>
                    <a:pt x="4648855" y="543686"/>
                  </a:lnTo>
                  <a:lnTo>
                    <a:pt x="4616231" y="673025"/>
                  </a:lnTo>
                  <a:cubicBezTo>
                    <a:pt x="4616231" y="673025"/>
                    <a:pt x="4628154" y="700682"/>
                    <a:pt x="4642065" y="725688"/>
                  </a:cubicBezTo>
                  <a:cubicBezTo>
                    <a:pt x="4657632" y="730160"/>
                    <a:pt x="4673034" y="734631"/>
                    <a:pt x="4688601" y="738771"/>
                  </a:cubicBezTo>
                  <a:cubicBezTo>
                    <a:pt x="4689594" y="728007"/>
                    <a:pt x="4689594" y="713599"/>
                    <a:pt x="4688270" y="694885"/>
                  </a:cubicBezTo>
                  <a:cubicBezTo>
                    <a:pt x="4677836" y="527292"/>
                    <a:pt x="4775875" y="441011"/>
                    <a:pt x="4781672" y="436042"/>
                  </a:cubicBezTo>
                  <a:cubicBezTo>
                    <a:pt x="4699200" y="576311"/>
                    <a:pt x="4753022" y="709127"/>
                    <a:pt x="4753022" y="709127"/>
                  </a:cubicBezTo>
                  <a:lnTo>
                    <a:pt x="4789124" y="615725"/>
                  </a:lnTo>
                  <a:lnTo>
                    <a:pt x="4817774" y="745230"/>
                  </a:lnTo>
                  <a:cubicBezTo>
                    <a:pt x="4821417" y="651165"/>
                    <a:pt x="4929558" y="570515"/>
                    <a:pt x="4936349" y="565547"/>
                  </a:cubicBezTo>
                  <a:cubicBezTo>
                    <a:pt x="4861164" y="651828"/>
                    <a:pt x="4889813" y="759638"/>
                    <a:pt x="4889813" y="759638"/>
                  </a:cubicBezTo>
                  <a:cubicBezTo>
                    <a:pt x="4921113" y="689917"/>
                    <a:pt x="5010043" y="653815"/>
                    <a:pt x="5015674" y="651828"/>
                  </a:cubicBezTo>
                  <a:cubicBezTo>
                    <a:pt x="5011472" y="658059"/>
                    <a:pt x="4949072" y="750636"/>
                    <a:pt x="4942191" y="795316"/>
                  </a:cubicBezTo>
                  <a:lnTo>
                    <a:pt x="4942752" y="806681"/>
                  </a:lnTo>
                  <a:lnTo>
                    <a:pt x="0" y="806681"/>
                  </a:lnTo>
                  <a:lnTo>
                    <a:pt x="0" y="126580"/>
                  </a:lnTo>
                  <a:lnTo>
                    <a:pt x="9860" y="162575"/>
                  </a:lnTo>
                  <a:cubicBezTo>
                    <a:pt x="12870" y="182711"/>
                    <a:pt x="13400" y="203800"/>
                    <a:pt x="10709" y="225722"/>
                  </a:cubicBezTo>
                  <a:cubicBezTo>
                    <a:pt x="25945" y="225225"/>
                    <a:pt x="41180" y="224728"/>
                    <a:pt x="56416" y="224397"/>
                  </a:cubicBezTo>
                  <a:cubicBezTo>
                    <a:pt x="81754" y="192601"/>
                    <a:pt x="106429" y="140600"/>
                    <a:pt x="106595" y="56140"/>
                  </a:cubicBezTo>
                  <a:cubicBezTo>
                    <a:pt x="106595" y="56140"/>
                    <a:pt x="141207" y="148714"/>
                    <a:pt x="136901" y="221747"/>
                  </a:cubicBezTo>
                  <a:cubicBezTo>
                    <a:pt x="162736" y="221085"/>
                    <a:pt x="188405" y="220753"/>
                    <a:pt x="214239" y="220257"/>
                  </a:cubicBezTo>
                  <a:cubicBezTo>
                    <a:pt x="215067" y="193097"/>
                    <a:pt x="219042" y="162625"/>
                    <a:pt x="229806" y="136294"/>
                  </a:cubicBezTo>
                  <a:cubicBezTo>
                    <a:pt x="229806" y="136294"/>
                    <a:pt x="232622" y="179683"/>
                    <a:pt x="247692" y="219429"/>
                  </a:cubicBezTo>
                  <a:cubicBezTo>
                    <a:pt x="260609" y="219263"/>
                    <a:pt x="273527" y="218932"/>
                    <a:pt x="286278" y="218600"/>
                  </a:cubicBezTo>
                  <a:cubicBezTo>
                    <a:pt x="287603" y="164281"/>
                    <a:pt x="298202" y="84790"/>
                    <a:pt x="345566" y="45873"/>
                  </a:cubicBezTo>
                  <a:cubicBezTo>
                    <a:pt x="345566" y="45873"/>
                    <a:pt x="332317" y="140269"/>
                    <a:pt x="343413" y="217607"/>
                  </a:cubicBezTo>
                  <a:cubicBezTo>
                    <a:pt x="371566" y="217110"/>
                    <a:pt x="399719" y="216779"/>
                    <a:pt x="427872" y="216613"/>
                  </a:cubicBezTo>
                  <a:cubicBezTo>
                    <a:pt x="427541" y="180180"/>
                    <a:pt x="435987" y="128179"/>
                    <a:pt x="477057" y="84956"/>
                  </a:cubicBezTo>
                  <a:cubicBezTo>
                    <a:pt x="477057" y="84956"/>
                    <a:pt x="466790" y="159148"/>
                    <a:pt x="492127" y="215785"/>
                  </a:cubicBezTo>
                  <a:cubicBezTo>
                    <a:pt x="527402" y="215454"/>
                    <a:pt x="562510" y="214957"/>
                    <a:pt x="597619" y="214957"/>
                  </a:cubicBezTo>
                  <a:cubicBezTo>
                    <a:pt x="600434" y="189123"/>
                    <a:pt x="598281" y="164944"/>
                    <a:pt x="598281" y="164944"/>
                  </a:cubicBezTo>
                  <a:cubicBezTo>
                    <a:pt x="598281" y="164944"/>
                    <a:pt x="616498" y="184982"/>
                    <a:pt x="629912" y="214957"/>
                  </a:cubicBezTo>
                  <a:lnTo>
                    <a:pt x="644154" y="214957"/>
                  </a:lnTo>
                  <a:cubicBezTo>
                    <a:pt x="650944" y="156333"/>
                    <a:pt x="675454" y="46535"/>
                    <a:pt x="766538" y="0"/>
                  </a:cubicBezTo>
                  <a:close/>
                </a:path>
              </a:pathLst>
            </a:custGeom>
            <a:solidFill>
              <a:srgbClr val="B0C571"/>
            </a:solidFill>
            <a:ln w="165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11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lem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3" name="Group 692">
            <a:extLst>
              <a:ext uri="{FF2B5EF4-FFF2-40B4-BE49-F238E27FC236}">
                <a16:creationId xmlns:a16="http://schemas.microsoft.com/office/drawing/2014/main" id="{05946F32-3BCD-AF2F-35D8-A0A39F5AFEF1}"/>
              </a:ext>
            </a:extLst>
          </p:cNvPr>
          <p:cNvGrpSpPr/>
          <p:nvPr userDrawn="1"/>
        </p:nvGrpSpPr>
        <p:grpSpPr>
          <a:xfrm>
            <a:off x="0" y="4813330"/>
            <a:ext cx="11291738" cy="2044670"/>
            <a:chOff x="0" y="4813330"/>
            <a:chExt cx="11291738" cy="2044670"/>
          </a:xfrm>
        </p:grpSpPr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270C142B-5BDC-4BE9-ACC3-CBC0CCFD2F1E}"/>
                </a:ext>
              </a:extLst>
            </p:cNvPr>
            <p:cNvSpPr/>
            <p:nvPr/>
          </p:nvSpPr>
          <p:spPr>
            <a:xfrm>
              <a:off x="0" y="4813330"/>
              <a:ext cx="11291738" cy="2044670"/>
            </a:xfrm>
            <a:custGeom>
              <a:avLst/>
              <a:gdLst>
                <a:gd name="connsiteX0" fmla="*/ 11291738 w 11291738"/>
                <a:gd name="connsiteY0" fmla="*/ 1985293 h 2044670"/>
                <a:gd name="connsiteX1" fmla="*/ 11286803 w 11291738"/>
                <a:gd name="connsiteY1" fmla="*/ 2003645 h 2044670"/>
                <a:gd name="connsiteX2" fmla="*/ 11281028 w 11291738"/>
                <a:gd name="connsiteY2" fmla="*/ 2044670 h 2044670"/>
                <a:gd name="connsiteX3" fmla="*/ 11244308 w 11291738"/>
                <a:gd name="connsiteY3" fmla="*/ 2044670 h 2044670"/>
                <a:gd name="connsiteX4" fmla="*/ 11253977 w 11291738"/>
                <a:gd name="connsiteY4" fmla="*/ 2023328 h 2044670"/>
                <a:gd name="connsiteX5" fmla="*/ 11291738 w 11291738"/>
                <a:gd name="connsiteY5" fmla="*/ 1985293 h 2044670"/>
                <a:gd name="connsiteX6" fmla="*/ 10776536 w 11291738"/>
                <a:gd name="connsiteY6" fmla="*/ 1965089 h 2044670"/>
                <a:gd name="connsiteX7" fmla="*/ 10790964 w 11291738"/>
                <a:gd name="connsiteY7" fmla="*/ 2036900 h 2044670"/>
                <a:gd name="connsiteX8" fmla="*/ 10795084 w 11291738"/>
                <a:gd name="connsiteY8" fmla="*/ 2044670 h 2044670"/>
                <a:gd name="connsiteX9" fmla="*/ 10744640 w 11291738"/>
                <a:gd name="connsiteY9" fmla="*/ 2044670 h 2044670"/>
                <a:gd name="connsiteX10" fmla="*/ 10753356 w 11291738"/>
                <a:gd name="connsiteY10" fmla="*/ 2007334 h 2044670"/>
                <a:gd name="connsiteX11" fmla="*/ 10776536 w 11291738"/>
                <a:gd name="connsiteY11" fmla="*/ 1965089 h 2044670"/>
                <a:gd name="connsiteX12" fmla="*/ 10929059 w 11291738"/>
                <a:gd name="connsiteY12" fmla="*/ 1943229 h 2044670"/>
                <a:gd name="connsiteX13" fmla="*/ 10966052 w 11291738"/>
                <a:gd name="connsiteY13" fmla="*/ 2014378 h 2044670"/>
                <a:gd name="connsiteX14" fmla="*/ 10976602 w 11291738"/>
                <a:gd name="connsiteY14" fmla="*/ 2044670 h 2044670"/>
                <a:gd name="connsiteX15" fmla="*/ 10936499 w 11291738"/>
                <a:gd name="connsiteY15" fmla="*/ 2044670 h 2044670"/>
                <a:gd name="connsiteX16" fmla="*/ 10936905 w 11291738"/>
                <a:gd name="connsiteY16" fmla="*/ 2039198 h 2044670"/>
                <a:gd name="connsiteX17" fmla="*/ 10929059 w 11291738"/>
                <a:gd name="connsiteY17" fmla="*/ 1943229 h 2044670"/>
                <a:gd name="connsiteX18" fmla="*/ 10455756 w 11291738"/>
                <a:gd name="connsiteY18" fmla="*/ 1941242 h 2044670"/>
                <a:gd name="connsiteX19" fmla="*/ 10471056 w 11291738"/>
                <a:gd name="connsiteY19" fmla="*/ 2026547 h 2044670"/>
                <a:gd name="connsiteX20" fmla="*/ 10470474 w 11291738"/>
                <a:gd name="connsiteY20" fmla="*/ 2044670 h 2044670"/>
                <a:gd name="connsiteX21" fmla="*/ 10388523 w 11291738"/>
                <a:gd name="connsiteY21" fmla="*/ 2044670 h 2044670"/>
                <a:gd name="connsiteX22" fmla="*/ 10406425 w 11291738"/>
                <a:gd name="connsiteY22" fmla="*/ 2034188 h 2044670"/>
                <a:gd name="connsiteX23" fmla="*/ 10455756 w 11291738"/>
                <a:gd name="connsiteY23" fmla="*/ 1941242 h 2044670"/>
                <a:gd name="connsiteX24" fmla="*/ 11090857 w 11291738"/>
                <a:gd name="connsiteY24" fmla="*/ 1903483 h 2044670"/>
                <a:gd name="connsiteX25" fmla="*/ 11131224 w 11291738"/>
                <a:gd name="connsiteY25" fmla="*/ 1996844 h 2044670"/>
                <a:gd name="connsiteX26" fmla="*/ 11143409 w 11291738"/>
                <a:gd name="connsiteY26" fmla="*/ 2044670 h 2044670"/>
                <a:gd name="connsiteX27" fmla="*/ 11091677 w 11291738"/>
                <a:gd name="connsiteY27" fmla="*/ 2044670 h 2044670"/>
                <a:gd name="connsiteX28" fmla="*/ 11098387 w 11291738"/>
                <a:gd name="connsiteY28" fmla="*/ 1994898 h 2044670"/>
                <a:gd name="connsiteX29" fmla="*/ 11090857 w 11291738"/>
                <a:gd name="connsiteY29" fmla="*/ 1903483 h 2044670"/>
                <a:gd name="connsiteX30" fmla="*/ 10624343 w 11291738"/>
                <a:gd name="connsiteY30" fmla="*/ 1880795 h 2044670"/>
                <a:gd name="connsiteX31" fmla="*/ 10636639 w 11291738"/>
                <a:gd name="connsiteY31" fmla="*/ 2036246 h 2044670"/>
                <a:gd name="connsiteX32" fmla="*/ 10639945 w 11291738"/>
                <a:gd name="connsiteY32" fmla="*/ 2044670 h 2044670"/>
                <a:gd name="connsiteX33" fmla="*/ 10547267 w 11291738"/>
                <a:gd name="connsiteY33" fmla="*/ 2044670 h 2044670"/>
                <a:gd name="connsiteX34" fmla="*/ 10547095 w 11291738"/>
                <a:gd name="connsiteY34" fmla="*/ 2033640 h 2044670"/>
                <a:gd name="connsiteX35" fmla="*/ 10624343 w 11291738"/>
                <a:gd name="connsiteY35" fmla="*/ 1880795 h 2044670"/>
                <a:gd name="connsiteX36" fmla="*/ 595865 w 11291738"/>
                <a:gd name="connsiteY36" fmla="*/ 0 h 2044670"/>
                <a:gd name="connsiteX37" fmla="*/ 735969 w 11291738"/>
                <a:gd name="connsiteY37" fmla="*/ 211314 h 2044670"/>
                <a:gd name="connsiteX38" fmla="*/ 795918 w 11291738"/>
                <a:gd name="connsiteY38" fmla="*/ 34115 h 2044670"/>
                <a:gd name="connsiteX39" fmla="*/ 862161 w 11291738"/>
                <a:gd name="connsiteY39" fmla="*/ 288487 h 2044670"/>
                <a:gd name="connsiteX40" fmla="*/ 900582 w 11291738"/>
                <a:gd name="connsiteY40" fmla="*/ 141097 h 2044670"/>
                <a:gd name="connsiteX41" fmla="*/ 939830 w 11291738"/>
                <a:gd name="connsiteY41" fmla="*/ 258512 h 2044670"/>
                <a:gd name="connsiteX42" fmla="*/ 1007895 w 11291738"/>
                <a:gd name="connsiteY42" fmla="*/ 173390 h 2044670"/>
                <a:gd name="connsiteX43" fmla="*/ 1043003 w 11291738"/>
                <a:gd name="connsiteY43" fmla="*/ 276894 h 2044670"/>
                <a:gd name="connsiteX44" fmla="*/ 1088877 w 11291738"/>
                <a:gd name="connsiteY44" fmla="*/ 273913 h 2044670"/>
                <a:gd name="connsiteX45" fmla="*/ 1106596 w 11291738"/>
                <a:gd name="connsiteY45" fmla="*/ 257850 h 2044670"/>
                <a:gd name="connsiteX46" fmla="*/ 1094176 w 11291738"/>
                <a:gd name="connsiteY46" fmla="*/ 94727 h 2044670"/>
                <a:gd name="connsiteX47" fmla="*/ 1144852 w 11291738"/>
                <a:gd name="connsiteY47" fmla="*/ 270436 h 2044670"/>
                <a:gd name="connsiteX48" fmla="*/ 1199171 w 11291738"/>
                <a:gd name="connsiteY48" fmla="*/ 267124 h 2044670"/>
                <a:gd name="connsiteX49" fmla="*/ 1204636 w 11291738"/>
                <a:gd name="connsiteY49" fmla="*/ 185479 h 2044670"/>
                <a:gd name="connsiteX50" fmla="*/ 1244547 w 11291738"/>
                <a:gd name="connsiteY50" fmla="*/ 264639 h 2044670"/>
                <a:gd name="connsiteX51" fmla="*/ 1275846 w 11291738"/>
                <a:gd name="connsiteY51" fmla="*/ 262984 h 2044670"/>
                <a:gd name="connsiteX52" fmla="*/ 1315095 w 11291738"/>
                <a:gd name="connsiteY52" fmla="*/ 133645 h 2044670"/>
                <a:gd name="connsiteX53" fmla="*/ 1316089 w 11291738"/>
                <a:gd name="connsiteY53" fmla="*/ 260996 h 2044670"/>
                <a:gd name="connsiteX54" fmla="*/ 1323541 w 11291738"/>
                <a:gd name="connsiteY54" fmla="*/ 260665 h 2044670"/>
                <a:gd name="connsiteX55" fmla="*/ 1380179 w 11291738"/>
                <a:gd name="connsiteY55" fmla="*/ 54484 h 2044670"/>
                <a:gd name="connsiteX56" fmla="*/ 1370242 w 11291738"/>
                <a:gd name="connsiteY56" fmla="*/ 258347 h 2044670"/>
                <a:gd name="connsiteX57" fmla="*/ 1418103 w 11291738"/>
                <a:gd name="connsiteY57" fmla="*/ 256359 h 2044670"/>
                <a:gd name="connsiteX58" fmla="*/ 1415950 w 11291738"/>
                <a:gd name="connsiteY58" fmla="*/ 159148 h 2044670"/>
                <a:gd name="connsiteX59" fmla="*/ 1449899 w 11291738"/>
                <a:gd name="connsiteY59" fmla="*/ 255034 h 2044670"/>
                <a:gd name="connsiteX60" fmla="*/ 1499084 w 11291738"/>
                <a:gd name="connsiteY60" fmla="*/ 253047 h 2044670"/>
                <a:gd name="connsiteX61" fmla="*/ 1451390 w 11291738"/>
                <a:gd name="connsiteY61" fmla="*/ 60943 h 2044670"/>
                <a:gd name="connsiteX62" fmla="*/ 1558868 w 11291738"/>
                <a:gd name="connsiteY62" fmla="*/ 251060 h 2044670"/>
                <a:gd name="connsiteX63" fmla="*/ 1587684 w 11291738"/>
                <a:gd name="connsiteY63" fmla="*/ 250231 h 2044670"/>
                <a:gd name="connsiteX64" fmla="*/ 1619315 w 11291738"/>
                <a:gd name="connsiteY64" fmla="*/ 144243 h 2044670"/>
                <a:gd name="connsiteX65" fmla="*/ 1638359 w 11291738"/>
                <a:gd name="connsiteY65" fmla="*/ 248575 h 2044670"/>
                <a:gd name="connsiteX66" fmla="*/ 1687048 w 11291738"/>
                <a:gd name="connsiteY66" fmla="*/ 247582 h 2044670"/>
                <a:gd name="connsiteX67" fmla="*/ 1696819 w 11291738"/>
                <a:gd name="connsiteY67" fmla="*/ 194753 h 2044670"/>
                <a:gd name="connsiteX68" fmla="*/ 1708080 w 11291738"/>
                <a:gd name="connsiteY68" fmla="*/ 247085 h 2044670"/>
                <a:gd name="connsiteX69" fmla="*/ 1732424 w 11291738"/>
                <a:gd name="connsiteY69" fmla="*/ 246588 h 2044670"/>
                <a:gd name="connsiteX70" fmla="*/ 1769686 w 11291738"/>
                <a:gd name="connsiteY70" fmla="*/ 137785 h 2044670"/>
                <a:gd name="connsiteX71" fmla="*/ 1768361 w 11291738"/>
                <a:gd name="connsiteY71" fmla="*/ 245926 h 2044670"/>
                <a:gd name="connsiteX72" fmla="*/ 1821520 w 11291738"/>
                <a:gd name="connsiteY72" fmla="*/ 245263 h 2044670"/>
                <a:gd name="connsiteX73" fmla="*/ 1852489 w 11291738"/>
                <a:gd name="connsiteY73" fmla="*/ 162460 h 2044670"/>
                <a:gd name="connsiteX74" fmla="*/ 1861928 w 11291738"/>
                <a:gd name="connsiteY74" fmla="*/ 244767 h 2044670"/>
                <a:gd name="connsiteX75" fmla="*/ 1928337 w 11291738"/>
                <a:gd name="connsiteY75" fmla="*/ 244270 h 2044670"/>
                <a:gd name="connsiteX76" fmla="*/ 1928834 w 11291738"/>
                <a:gd name="connsiteY76" fmla="*/ 212805 h 2044670"/>
                <a:gd name="connsiteX77" fmla="*/ 1948706 w 11291738"/>
                <a:gd name="connsiteY77" fmla="*/ 244270 h 2044670"/>
                <a:gd name="connsiteX78" fmla="*/ 1957649 w 11291738"/>
                <a:gd name="connsiteY78" fmla="*/ 244270 h 2044670"/>
                <a:gd name="connsiteX79" fmla="*/ 2034822 w 11291738"/>
                <a:gd name="connsiteY79" fmla="*/ 108804 h 2044670"/>
                <a:gd name="connsiteX80" fmla="*/ 2017433 w 11291738"/>
                <a:gd name="connsiteY80" fmla="*/ 244435 h 2044670"/>
                <a:gd name="connsiteX81" fmla="*/ 2034159 w 11291738"/>
                <a:gd name="connsiteY81" fmla="*/ 244435 h 2044670"/>
                <a:gd name="connsiteX82" fmla="*/ 2052376 w 11291738"/>
                <a:gd name="connsiteY82" fmla="*/ 171237 h 2044670"/>
                <a:gd name="connsiteX83" fmla="*/ 2066618 w 11291738"/>
                <a:gd name="connsiteY83" fmla="*/ 244601 h 2044670"/>
                <a:gd name="connsiteX84" fmla="*/ 2107192 w 11291738"/>
                <a:gd name="connsiteY84" fmla="*/ 245098 h 2044670"/>
                <a:gd name="connsiteX85" fmla="*/ 2111001 w 11291738"/>
                <a:gd name="connsiteY85" fmla="*/ 188626 h 2044670"/>
                <a:gd name="connsiteX86" fmla="*/ 2131702 w 11291738"/>
                <a:gd name="connsiteY86" fmla="*/ 245429 h 2044670"/>
                <a:gd name="connsiteX87" fmla="*/ 2153562 w 11291738"/>
                <a:gd name="connsiteY87" fmla="*/ 245760 h 2044670"/>
                <a:gd name="connsiteX88" fmla="*/ 2161842 w 11291738"/>
                <a:gd name="connsiteY88" fmla="*/ 193760 h 2044670"/>
                <a:gd name="connsiteX89" fmla="*/ 2182212 w 11291738"/>
                <a:gd name="connsiteY89" fmla="*/ 246091 h 2044670"/>
                <a:gd name="connsiteX90" fmla="*/ 2236200 w 11291738"/>
                <a:gd name="connsiteY90" fmla="*/ 247251 h 2044670"/>
                <a:gd name="connsiteX91" fmla="*/ 2220467 w 11291738"/>
                <a:gd name="connsiteY91" fmla="*/ 124370 h 2044670"/>
                <a:gd name="connsiteX92" fmla="*/ 2278098 w 11291738"/>
                <a:gd name="connsiteY92" fmla="*/ 227047 h 2044670"/>
                <a:gd name="connsiteX93" fmla="*/ 2318009 w 11291738"/>
                <a:gd name="connsiteY93" fmla="*/ 161467 h 2044670"/>
                <a:gd name="connsiteX94" fmla="*/ 2307742 w 11291738"/>
                <a:gd name="connsiteY94" fmla="*/ 249072 h 2044670"/>
                <a:gd name="connsiteX95" fmla="*/ 2337385 w 11291738"/>
                <a:gd name="connsiteY95" fmla="*/ 249900 h 2044670"/>
                <a:gd name="connsiteX96" fmla="*/ 2331755 w 11291738"/>
                <a:gd name="connsiteY96" fmla="*/ 206346 h 2044670"/>
                <a:gd name="connsiteX97" fmla="*/ 2358252 w 11291738"/>
                <a:gd name="connsiteY97" fmla="*/ 250728 h 2044670"/>
                <a:gd name="connsiteX98" fmla="*/ 2364048 w 11291738"/>
                <a:gd name="connsiteY98" fmla="*/ 250894 h 2044670"/>
                <a:gd name="connsiteX99" fmla="*/ 2392367 w 11291738"/>
                <a:gd name="connsiteY99" fmla="*/ 161467 h 2044670"/>
                <a:gd name="connsiteX100" fmla="*/ 2425654 w 11291738"/>
                <a:gd name="connsiteY100" fmla="*/ 253047 h 2044670"/>
                <a:gd name="connsiteX101" fmla="*/ 2425985 w 11291738"/>
                <a:gd name="connsiteY101" fmla="*/ 253378 h 2044670"/>
                <a:gd name="connsiteX102" fmla="*/ 2452647 w 11291738"/>
                <a:gd name="connsiteY102" fmla="*/ 254372 h 2044670"/>
                <a:gd name="connsiteX103" fmla="*/ 2470533 w 11291738"/>
                <a:gd name="connsiteY103" fmla="*/ 179021 h 2044670"/>
                <a:gd name="connsiteX104" fmla="*/ 2501336 w 11291738"/>
                <a:gd name="connsiteY104" fmla="*/ 256525 h 2044670"/>
                <a:gd name="connsiteX105" fmla="*/ 2549362 w 11291738"/>
                <a:gd name="connsiteY105" fmla="*/ 259009 h 2044670"/>
                <a:gd name="connsiteX106" fmla="*/ 2566254 w 11291738"/>
                <a:gd name="connsiteY106" fmla="*/ 165441 h 2044670"/>
                <a:gd name="connsiteX107" fmla="*/ 2597885 w 11291738"/>
                <a:gd name="connsiteY107" fmla="*/ 261327 h 2044670"/>
                <a:gd name="connsiteX108" fmla="*/ 2644420 w 11291738"/>
                <a:gd name="connsiteY108" fmla="*/ 264308 h 2044670"/>
                <a:gd name="connsiteX109" fmla="*/ 2654025 w 11291738"/>
                <a:gd name="connsiteY109" fmla="*/ 201378 h 2044670"/>
                <a:gd name="connsiteX110" fmla="*/ 2673070 w 11291738"/>
                <a:gd name="connsiteY110" fmla="*/ 266130 h 2044670"/>
                <a:gd name="connsiteX111" fmla="*/ 2675720 w 11291738"/>
                <a:gd name="connsiteY111" fmla="*/ 266295 h 2044670"/>
                <a:gd name="connsiteX112" fmla="*/ 2722421 w 11291738"/>
                <a:gd name="connsiteY112" fmla="*/ 190779 h 2044670"/>
                <a:gd name="connsiteX113" fmla="*/ 2710331 w 11291738"/>
                <a:gd name="connsiteY113" fmla="*/ 268614 h 2044670"/>
                <a:gd name="connsiteX114" fmla="*/ 2732523 w 11291738"/>
                <a:gd name="connsiteY114" fmla="*/ 270104 h 2044670"/>
                <a:gd name="connsiteX115" fmla="*/ 2741962 w 11291738"/>
                <a:gd name="connsiteY115" fmla="*/ 212308 h 2044670"/>
                <a:gd name="connsiteX116" fmla="*/ 2770612 w 11291738"/>
                <a:gd name="connsiteY116" fmla="*/ 272754 h 2044670"/>
                <a:gd name="connsiteX117" fmla="*/ 2824269 w 11291738"/>
                <a:gd name="connsiteY117" fmla="*/ 277060 h 2044670"/>
                <a:gd name="connsiteX118" fmla="*/ 2824434 w 11291738"/>
                <a:gd name="connsiteY118" fmla="*/ 276729 h 2044670"/>
                <a:gd name="connsiteX119" fmla="*/ 2859212 w 11291738"/>
                <a:gd name="connsiteY119" fmla="*/ 179021 h 2044670"/>
                <a:gd name="connsiteX120" fmla="*/ 2872957 w 11291738"/>
                <a:gd name="connsiteY120" fmla="*/ 280703 h 2044670"/>
                <a:gd name="connsiteX121" fmla="*/ 2873289 w 11291738"/>
                <a:gd name="connsiteY121" fmla="*/ 281035 h 2044670"/>
                <a:gd name="connsiteX122" fmla="*/ 2889683 w 11291738"/>
                <a:gd name="connsiteY122" fmla="*/ 282359 h 2044670"/>
                <a:gd name="connsiteX123" fmla="*/ 2902104 w 11291738"/>
                <a:gd name="connsiteY123" fmla="*/ 224066 h 2044670"/>
                <a:gd name="connsiteX124" fmla="*/ 2918334 w 11291738"/>
                <a:gd name="connsiteY124" fmla="*/ 284843 h 2044670"/>
                <a:gd name="connsiteX125" fmla="*/ 2951455 w 11291738"/>
                <a:gd name="connsiteY125" fmla="*/ 287990 h 2044670"/>
                <a:gd name="connsiteX126" fmla="*/ 2966691 w 11291738"/>
                <a:gd name="connsiteY126" fmla="*/ 210983 h 2044670"/>
                <a:gd name="connsiteX127" fmla="*/ 2989047 w 11291738"/>
                <a:gd name="connsiteY127" fmla="*/ 291468 h 2044670"/>
                <a:gd name="connsiteX128" fmla="*/ 3030449 w 11291738"/>
                <a:gd name="connsiteY128" fmla="*/ 295442 h 2044670"/>
                <a:gd name="connsiteX129" fmla="*/ 3036908 w 11291738"/>
                <a:gd name="connsiteY129" fmla="*/ 229862 h 2044670"/>
                <a:gd name="connsiteX130" fmla="*/ 3068870 w 11291738"/>
                <a:gd name="connsiteY130" fmla="*/ 299417 h 2044670"/>
                <a:gd name="connsiteX131" fmla="*/ 3104641 w 11291738"/>
                <a:gd name="connsiteY131" fmla="*/ 303392 h 2044670"/>
                <a:gd name="connsiteX132" fmla="*/ 3097685 w 11291738"/>
                <a:gd name="connsiteY132" fmla="*/ 244435 h 2044670"/>
                <a:gd name="connsiteX133" fmla="*/ 3125839 w 11291738"/>
                <a:gd name="connsiteY133" fmla="*/ 305876 h 2044670"/>
                <a:gd name="connsiteX134" fmla="*/ 3163100 w 11291738"/>
                <a:gd name="connsiteY134" fmla="*/ 309850 h 2044670"/>
                <a:gd name="connsiteX135" fmla="*/ 3191253 w 11291738"/>
                <a:gd name="connsiteY135" fmla="*/ 222079 h 2044670"/>
                <a:gd name="connsiteX136" fmla="*/ 3199699 w 11291738"/>
                <a:gd name="connsiteY136" fmla="*/ 314156 h 2044670"/>
                <a:gd name="connsiteX137" fmla="*/ 3228018 w 11291738"/>
                <a:gd name="connsiteY137" fmla="*/ 317799 h 2044670"/>
                <a:gd name="connsiteX138" fmla="*/ 3236298 w 11291738"/>
                <a:gd name="connsiteY138" fmla="*/ 261162 h 2044670"/>
                <a:gd name="connsiteX139" fmla="*/ 3261802 w 11291738"/>
                <a:gd name="connsiteY139" fmla="*/ 322105 h 2044670"/>
                <a:gd name="connsiteX140" fmla="*/ 3334007 w 11291738"/>
                <a:gd name="connsiteY140" fmla="*/ 331213 h 2044670"/>
                <a:gd name="connsiteX141" fmla="*/ 3353382 w 11291738"/>
                <a:gd name="connsiteY141" fmla="*/ 276729 h 2044670"/>
                <a:gd name="connsiteX142" fmla="*/ 3368121 w 11291738"/>
                <a:gd name="connsiteY142" fmla="*/ 335850 h 2044670"/>
                <a:gd name="connsiteX143" fmla="*/ 3368121 w 11291738"/>
                <a:gd name="connsiteY143" fmla="*/ 336181 h 2044670"/>
                <a:gd name="connsiteX144" fmla="*/ 3399421 w 11291738"/>
                <a:gd name="connsiteY144" fmla="*/ 340653 h 2044670"/>
                <a:gd name="connsiteX145" fmla="*/ 3419791 w 11291738"/>
                <a:gd name="connsiteY145" fmla="*/ 288652 h 2044670"/>
                <a:gd name="connsiteX146" fmla="*/ 3423599 w 11291738"/>
                <a:gd name="connsiteY146" fmla="*/ 344131 h 2044670"/>
                <a:gd name="connsiteX147" fmla="*/ 3434364 w 11291738"/>
                <a:gd name="connsiteY147" fmla="*/ 345621 h 2044670"/>
                <a:gd name="connsiteX148" fmla="*/ 3453077 w 11291738"/>
                <a:gd name="connsiteY148" fmla="*/ 244104 h 2044670"/>
                <a:gd name="connsiteX149" fmla="*/ 3467651 w 11291738"/>
                <a:gd name="connsiteY149" fmla="*/ 350092 h 2044670"/>
                <a:gd name="connsiteX150" fmla="*/ 3514352 w 11291738"/>
                <a:gd name="connsiteY150" fmla="*/ 259174 h 2044670"/>
                <a:gd name="connsiteX151" fmla="*/ 3514352 w 11291738"/>
                <a:gd name="connsiteY151" fmla="*/ 346615 h 2044670"/>
                <a:gd name="connsiteX152" fmla="*/ 3553601 w 11291738"/>
                <a:gd name="connsiteY152" fmla="*/ 295939 h 2044670"/>
                <a:gd name="connsiteX153" fmla="*/ 3537372 w 11291738"/>
                <a:gd name="connsiteY153" fmla="*/ 351252 h 2044670"/>
                <a:gd name="connsiteX154" fmla="*/ 3540518 w 11291738"/>
                <a:gd name="connsiteY154" fmla="*/ 361519 h 2044670"/>
                <a:gd name="connsiteX155" fmla="*/ 3560556 w 11291738"/>
                <a:gd name="connsiteY155" fmla="*/ 364832 h 2044670"/>
                <a:gd name="connsiteX156" fmla="*/ 3599474 w 11291738"/>
                <a:gd name="connsiteY156" fmla="*/ 273582 h 2044670"/>
                <a:gd name="connsiteX157" fmla="*/ 3592187 w 11291738"/>
                <a:gd name="connsiteY157" fmla="*/ 370131 h 2044670"/>
                <a:gd name="connsiteX158" fmla="*/ 3594174 w 11291738"/>
                <a:gd name="connsiteY158" fmla="*/ 370462 h 2044670"/>
                <a:gd name="connsiteX159" fmla="*/ 3611066 w 11291738"/>
                <a:gd name="connsiteY159" fmla="*/ 316640 h 2044670"/>
                <a:gd name="connsiteX160" fmla="*/ 3622659 w 11291738"/>
                <a:gd name="connsiteY160" fmla="*/ 371952 h 2044670"/>
                <a:gd name="connsiteX161" fmla="*/ 3652634 w 11291738"/>
                <a:gd name="connsiteY161" fmla="*/ 311009 h 2044670"/>
                <a:gd name="connsiteX162" fmla="*/ 3645181 w 11291738"/>
                <a:gd name="connsiteY162" fmla="*/ 361188 h 2044670"/>
                <a:gd name="connsiteX163" fmla="*/ 3651143 w 11291738"/>
                <a:gd name="connsiteY163" fmla="*/ 380067 h 2044670"/>
                <a:gd name="connsiteX164" fmla="*/ 3670519 w 11291738"/>
                <a:gd name="connsiteY164" fmla="*/ 383379 h 2044670"/>
                <a:gd name="connsiteX165" fmla="*/ 3675653 w 11291738"/>
                <a:gd name="connsiteY165" fmla="*/ 375430 h 2044670"/>
                <a:gd name="connsiteX166" fmla="*/ 3680455 w 11291738"/>
                <a:gd name="connsiteY166" fmla="*/ 278882 h 2044670"/>
                <a:gd name="connsiteX167" fmla="*/ 3699832 w 11291738"/>
                <a:gd name="connsiteY167" fmla="*/ 378908 h 2044670"/>
                <a:gd name="connsiteX168" fmla="*/ 3722851 w 11291738"/>
                <a:gd name="connsiteY168" fmla="*/ 309850 h 2044670"/>
                <a:gd name="connsiteX169" fmla="*/ 3718379 w 11291738"/>
                <a:gd name="connsiteY169" fmla="*/ 392157 h 2044670"/>
                <a:gd name="connsiteX170" fmla="*/ 3748188 w 11291738"/>
                <a:gd name="connsiteY170" fmla="*/ 397621 h 2044670"/>
                <a:gd name="connsiteX171" fmla="*/ 3782635 w 11291738"/>
                <a:gd name="connsiteY171" fmla="*/ 298257 h 2044670"/>
                <a:gd name="connsiteX172" fmla="*/ 3778329 w 11291738"/>
                <a:gd name="connsiteY172" fmla="*/ 386029 h 2044670"/>
                <a:gd name="connsiteX173" fmla="*/ 3784953 w 11291738"/>
                <a:gd name="connsiteY173" fmla="*/ 345455 h 2044670"/>
                <a:gd name="connsiteX174" fmla="*/ 3793068 w 11291738"/>
                <a:gd name="connsiteY174" fmla="*/ 390335 h 2044670"/>
                <a:gd name="connsiteX175" fmla="*/ 3815591 w 11291738"/>
                <a:gd name="connsiteY175" fmla="*/ 410208 h 2044670"/>
                <a:gd name="connsiteX176" fmla="*/ 3819400 w 11291738"/>
                <a:gd name="connsiteY176" fmla="*/ 411036 h 2044670"/>
                <a:gd name="connsiteX177" fmla="*/ 3864445 w 11291738"/>
                <a:gd name="connsiteY177" fmla="*/ 316640 h 2044670"/>
                <a:gd name="connsiteX178" fmla="*/ 3847221 w 11291738"/>
                <a:gd name="connsiteY178" fmla="*/ 406896 h 2044670"/>
                <a:gd name="connsiteX179" fmla="*/ 3853515 w 11291738"/>
                <a:gd name="connsiteY179" fmla="*/ 417825 h 2044670"/>
                <a:gd name="connsiteX180" fmla="*/ 3876699 w 11291738"/>
                <a:gd name="connsiteY180" fmla="*/ 422628 h 2044670"/>
                <a:gd name="connsiteX181" fmla="*/ 3923235 w 11291738"/>
                <a:gd name="connsiteY181" fmla="*/ 304054 h 2044670"/>
                <a:gd name="connsiteX182" fmla="*/ 3920419 w 11291738"/>
                <a:gd name="connsiteY182" fmla="*/ 431571 h 2044670"/>
                <a:gd name="connsiteX183" fmla="*/ 3935324 w 11291738"/>
                <a:gd name="connsiteY183" fmla="*/ 434718 h 2044670"/>
                <a:gd name="connsiteX184" fmla="*/ 3936980 w 11291738"/>
                <a:gd name="connsiteY184" fmla="*/ 434221 h 2044670"/>
                <a:gd name="connsiteX185" fmla="*/ 3983019 w 11291738"/>
                <a:gd name="connsiteY185" fmla="*/ 298257 h 2044670"/>
                <a:gd name="connsiteX186" fmla="*/ 3976063 w 11291738"/>
                <a:gd name="connsiteY186" fmla="*/ 443163 h 2044670"/>
                <a:gd name="connsiteX187" fmla="*/ 3990471 w 11291738"/>
                <a:gd name="connsiteY187" fmla="*/ 446144 h 2044670"/>
                <a:gd name="connsiteX188" fmla="*/ 4020446 w 11291738"/>
                <a:gd name="connsiteY188" fmla="*/ 452934 h 2044670"/>
                <a:gd name="connsiteX189" fmla="*/ 4042969 w 11291738"/>
                <a:gd name="connsiteY189" fmla="*/ 354729 h 2044670"/>
                <a:gd name="connsiteX190" fmla="*/ 4057542 w 11291738"/>
                <a:gd name="connsiteY190" fmla="*/ 461380 h 2044670"/>
                <a:gd name="connsiteX191" fmla="*/ 4065988 w 11291738"/>
                <a:gd name="connsiteY191" fmla="*/ 463367 h 2044670"/>
                <a:gd name="connsiteX192" fmla="*/ 4061848 w 11291738"/>
                <a:gd name="connsiteY192" fmla="*/ 435380 h 2044670"/>
                <a:gd name="connsiteX193" fmla="*/ 4136371 w 11291738"/>
                <a:gd name="connsiteY193" fmla="*/ 295111 h 2044670"/>
                <a:gd name="connsiteX194" fmla="*/ 4122956 w 11291738"/>
                <a:gd name="connsiteY194" fmla="*/ 462539 h 2044670"/>
                <a:gd name="connsiteX195" fmla="*/ 4156906 w 11291738"/>
                <a:gd name="connsiteY195" fmla="*/ 374271 h 2044670"/>
                <a:gd name="connsiteX196" fmla="*/ 4181912 w 11291738"/>
                <a:gd name="connsiteY196" fmla="*/ 460386 h 2044670"/>
                <a:gd name="connsiteX197" fmla="*/ 4181912 w 11291738"/>
                <a:gd name="connsiteY197" fmla="*/ 344793 h 2044670"/>
                <a:gd name="connsiteX198" fmla="*/ 4220830 w 11291738"/>
                <a:gd name="connsiteY198" fmla="*/ 465520 h 2044670"/>
                <a:gd name="connsiteX199" fmla="*/ 4238550 w 11291738"/>
                <a:gd name="connsiteY199" fmla="*/ 410539 h 2044670"/>
                <a:gd name="connsiteX200" fmla="*/ 4261901 w 11291738"/>
                <a:gd name="connsiteY200" fmla="*/ 510234 h 2044670"/>
                <a:gd name="connsiteX201" fmla="*/ 4263225 w 11291738"/>
                <a:gd name="connsiteY201" fmla="*/ 510565 h 2044670"/>
                <a:gd name="connsiteX202" fmla="*/ 4321520 w 11291738"/>
                <a:gd name="connsiteY202" fmla="*/ 383545 h 2044670"/>
                <a:gd name="connsiteX203" fmla="*/ 4322347 w 11291738"/>
                <a:gd name="connsiteY203" fmla="*/ 505597 h 2044670"/>
                <a:gd name="connsiteX204" fmla="*/ 4372194 w 11291738"/>
                <a:gd name="connsiteY204" fmla="*/ 415010 h 2044670"/>
                <a:gd name="connsiteX205" fmla="*/ 4372194 w 11291738"/>
                <a:gd name="connsiteY205" fmla="*/ 507915 h 2044670"/>
                <a:gd name="connsiteX206" fmla="*/ 4432475 w 11291738"/>
                <a:gd name="connsiteY206" fmla="*/ 383379 h 2044670"/>
                <a:gd name="connsiteX207" fmla="*/ 4432641 w 11291738"/>
                <a:gd name="connsiteY207" fmla="*/ 509572 h 2044670"/>
                <a:gd name="connsiteX208" fmla="*/ 4478680 w 11291738"/>
                <a:gd name="connsiteY208" fmla="*/ 451278 h 2044670"/>
                <a:gd name="connsiteX209" fmla="*/ 4458144 w 11291738"/>
                <a:gd name="connsiteY209" fmla="*/ 532756 h 2044670"/>
                <a:gd name="connsiteX210" fmla="*/ 4474374 w 11291738"/>
                <a:gd name="connsiteY210" fmla="*/ 565878 h 2044670"/>
                <a:gd name="connsiteX211" fmla="*/ 4503686 w 11291738"/>
                <a:gd name="connsiteY211" fmla="*/ 574158 h 2044670"/>
                <a:gd name="connsiteX212" fmla="*/ 4503521 w 11291738"/>
                <a:gd name="connsiteY212" fmla="*/ 546502 h 2044670"/>
                <a:gd name="connsiteX213" fmla="*/ 4562311 w 11291738"/>
                <a:gd name="connsiteY213" fmla="*/ 383545 h 2044670"/>
                <a:gd name="connsiteX214" fmla="*/ 4544260 w 11291738"/>
                <a:gd name="connsiteY214" fmla="*/ 555444 h 2044670"/>
                <a:gd name="connsiteX215" fmla="*/ 4566948 w 11291738"/>
                <a:gd name="connsiteY215" fmla="*/ 496654 h 2044670"/>
                <a:gd name="connsiteX216" fmla="*/ 4584999 w 11291738"/>
                <a:gd name="connsiteY216" fmla="*/ 578133 h 2044670"/>
                <a:gd name="connsiteX217" fmla="*/ 4659688 w 11291738"/>
                <a:gd name="connsiteY217" fmla="*/ 465023 h 2044670"/>
                <a:gd name="connsiteX218" fmla="*/ 4630376 w 11291738"/>
                <a:gd name="connsiteY218" fmla="*/ 587241 h 2044670"/>
                <a:gd name="connsiteX219" fmla="*/ 4709536 w 11291738"/>
                <a:gd name="connsiteY219" fmla="*/ 519342 h 2044670"/>
                <a:gd name="connsiteX220" fmla="*/ 4663828 w 11291738"/>
                <a:gd name="connsiteY220" fmla="*/ 619700 h 2044670"/>
                <a:gd name="connsiteX221" fmla="*/ 4678401 w 11291738"/>
                <a:gd name="connsiteY221" fmla="*/ 623840 h 2044670"/>
                <a:gd name="connsiteX222" fmla="*/ 4687013 w 11291738"/>
                <a:gd name="connsiteY222" fmla="*/ 621190 h 2044670"/>
                <a:gd name="connsiteX223" fmla="*/ 4746963 w 11291738"/>
                <a:gd name="connsiteY223" fmla="*/ 451278 h 2044670"/>
                <a:gd name="connsiteX224" fmla="*/ 4746963 w 11291738"/>
                <a:gd name="connsiteY224" fmla="*/ 605458 h 2044670"/>
                <a:gd name="connsiteX225" fmla="*/ 4752593 w 11291738"/>
                <a:gd name="connsiteY225" fmla="*/ 645700 h 2044670"/>
                <a:gd name="connsiteX226" fmla="*/ 4758722 w 11291738"/>
                <a:gd name="connsiteY226" fmla="*/ 647522 h 2044670"/>
                <a:gd name="connsiteX227" fmla="*/ 4759549 w 11291738"/>
                <a:gd name="connsiteY227" fmla="*/ 639242 h 2044670"/>
                <a:gd name="connsiteX228" fmla="*/ 4843180 w 11291738"/>
                <a:gd name="connsiteY228" fmla="*/ 510400 h 2044670"/>
                <a:gd name="connsiteX229" fmla="*/ 4804759 w 11291738"/>
                <a:gd name="connsiteY229" fmla="*/ 648350 h 2044670"/>
                <a:gd name="connsiteX230" fmla="*/ 4895347 w 11291738"/>
                <a:gd name="connsiteY230" fmla="*/ 582604 h 2044670"/>
                <a:gd name="connsiteX231" fmla="*/ 4868186 w 11291738"/>
                <a:gd name="connsiteY231" fmla="*/ 665408 h 2044670"/>
                <a:gd name="connsiteX232" fmla="*/ 4943042 w 11291738"/>
                <a:gd name="connsiteY232" fmla="*/ 578133 h 2044670"/>
                <a:gd name="connsiteX233" fmla="*/ 4918863 w 11291738"/>
                <a:gd name="connsiteY233" fmla="*/ 659280 h 2044670"/>
                <a:gd name="connsiteX234" fmla="*/ 4885078 w 11291738"/>
                <a:gd name="connsiteY234" fmla="*/ 685777 h 2044670"/>
                <a:gd name="connsiteX235" fmla="*/ 4907270 w 11291738"/>
                <a:gd name="connsiteY235" fmla="*/ 692567 h 2044670"/>
                <a:gd name="connsiteX236" fmla="*/ 4918863 w 11291738"/>
                <a:gd name="connsiteY236" fmla="*/ 689089 h 2044670"/>
                <a:gd name="connsiteX237" fmla="*/ 5026838 w 11291738"/>
                <a:gd name="connsiteY237" fmla="*/ 501125 h 2044670"/>
                <a:gd name="connsiteX238" fmla="*/ 4995041 w 11291738"/>
                <a:gd name="connsiteY238" fmla="*/ 710784 h 2044670"/>
                <a:gd name="connsiteX239" fmla="*/ 5115106 w 11291738"/>
                <a:gd name="connsiteY239" fmla="*/ 627980 h 2044670"/>
                <a:gd name="connsiteX240" fmla="*/ 5072048 w 11291738"/>
                <a:gd name="connsiteY240" fmla="*/ 738937 h 2044670"/>
                <a:gd name="connsiteX241" fmla="*/ 5077680 w 11291738"/>
                <a:gd name="connsiteY241" fmla="*/ 745727 h 2044670"/>
                <a:gd name="connsiteX242" fmla="*/ 5162304 w 11291738"/>
                <a:gd name="connsiteY242" fmla="*/ 772886 h 2044670"/>
                <a:gd name="connsiteX243" fmla="*/ 5203540 w 11291738"/>
                <a:gd name="connsiteY243" fmla="*/ 591712 h 2044670"/>
                <a:gd name="connsiteX244" fmla="*/ 5239808 w 11291738"/>
                <a:gd name="connsiteY244" fmla="*/ 768415 h 2044670"/>
                <a:gd name="connsiteX245" fmla="*/ 5246267 w 11291738"/>
                <a:gd name="connsiteY245" fmla="*/ 766593 h 2044670"/>
                <a:gd name="connsiteX246" fmla="*/ 5326420 w 11291738"/>
                <a:gd name="connsiteY246" fmla="*/ 660108 h 2044670"/>
                <a:gd name="connsiteX247" fmla="*/ 5326586 w 11291738"/>
                <a:gd name="connsiteY247" fmla="*/ 799880 h 2044670"/>
                <a:gd name="connsiteX248" fmla="*/ 5408396 w 11291738"/>
                <a:gd name="connsiteY248" fmla="*/ 680312 h 2044670"/>
                <a:gd name="connsiteX249" fmla="*/ 5354574 w 11291738"/>
                <a:gd name="connsiteY249" fmla="*/ 829855 h 2044670"/>
                <a:gd name="connsiteX250" fmla="*/ 5385376 w 11291738"/>
                <a:gd name="connsiteY250" fmla="*/ 845091 h 2044670"/>
                <a:gd name="connsiteX251" fmla="*/ 5418332 w 11291738"/>
                <a:gd name="connsiteY251" fmla="*/ 855855 h 2044670"/>
                <a:gd name="connsiteX252" fmla="*/ 5526474 w 11291738"/>
                <a:gd name="connsiteY252" fmla="*/ 709790 h 2044670"/>
                <a:gd name="connsiteX253" fmla="*/ 5488218 w 11291738"/>
                <a:gd name="connsiteY253" fmla="*/ 878875 h 2044670"/>
                <a:gd name="connsiteX254" fmla="*/ 5517033 w 11291738"/>
                <a:gd name="connsiteY254" fmla="*/ 888314 h 2044670"/>
                <a:gd name="connsiteX255" fmla="*/ 5595200 w 11291738"/>
                <a:gd name="connsiteY255" fmla="*/ 800046 h 2044670"/>
                <a:gd name="connsiteX256" fmla="*/ 5563735 w 11291738"/>
                <a:gd name="connsiteY256" fmla="*/ 903716 h 2044670"/>
                <a:gd name="connsiteX257" fmla="*/ 5579798 w 11291738"/>
                <a:gd name="connsiteY257" fmla="*/ 909015 h 2044670"/>
                <a:gd name="connsiteX258" fmla="*/ 5644551 w 11291738"/>
                <a:gd name="connsiteY258" fmla="*/ 780008 h 2044670"/>
                <a:gd name="connsiteX259" fmla="*/ 5630971 w 11291738"/>
                <a:gd name="connsiteY259" fmla="*/ 925907 h 2044670"/>
                <a:gd name="connsiteX260" fmla="*/ 5635277 w 11291738"/>
                <a:gd name="connsiteY260" fmla="*/ 927232 h 2044670"/>
                <a:gd name="connsiteX261" fmla="*/ 5685124 w 11291738"/>
                <a:gd name="connsiteY261" fmla="*/ 704656 h 2044670"/>
                <a:gd name="connsiteX262" fmla="*/ 5698042 w 11291738"/>
                <a:gd name="connsiteY262" fmla="*/ 929716 h 2044670"/>
                <a:gd name="connsiteX263" fmla="*/ 5766437 w 11291738"/>
                <a:gd name="connsiteY263" fmla="*/ 835320 h 2044670"/>
                <a:gd name="connsiteX264" fmla="*/ 5757163 w 11291738"/>
                <a:gd name="connsiteY264" fmla="*/ 967309 h 2044670"/>
                <a:gd name="connsiteX265" fmla="*/ 5795915 w 11291738"/>
                <a:gd name="connsiteY265" fmla="*/ 980060 h 2044670"/>
                <a:gd name="connsiteX266" fmla="*/ 5910018 w 11291738"/>
                <a:gd name="connsiteY266" fmla="*/ 800212 h 2044670"/>
                <a:gd name="connsiteX267" fmla="*/ 5883355 w 11291738"/>
                <a:gd name="connsiteY267" fmla="*/ 1008545 h 2044670"/>
                <a:gd name="connsiteX268" fmla="*/ 5894617 w 11291738"/>
                <a:gd name="connsiteY268" fmla="*/ 1012188 h 2044670"/>
                <a:gd name="connsiteX269" fmla="*/ 5961191 w 11291738"/>
                <a:gd name="connsiteY269" fmla="*/ 890798 h 2044670"/>
                <a:gd name="connsiteX270" fmla="*/ 5961191 w 11291738"/>
                <a:gd name="connsiteY270" fmla="*/ 1002417 h 2044670"/>
                <a:gd name="connsiteX271" fmla="*/ 6020643 w 11291738"/>
                <a:gd name="connsiteY271" fmla="*/ 872250 h 2044670"/>
                <a:gd name="connsiteX272" fmla="*/ 6020643 w 11291738"/>
                <a:gd name="connsiteY272" fmla="*/ 1048290 h 2044670"/>
                <a:gd name="connsiteX273" fmla="*/ 6117854 w 11291738"/>
                <a:gd name="connsiteY273" fmla="*/ 877715 h 2044670"/>
                <a:gd name="connsiteX274" fmla="*/ 6119345 w 11291738"/>
                <a:gd name="connsiteY274" fmla="*/ 1084227 h 2044670"/>
                <a:gd name="connsiteX275" fmla="*/ 6121167 w 11291738"/>
                <a:gd name="connsiteY275" fmla="*/ 1084889 h 2044670"/>
                <a:gd name="connsiteX276" fmla="*/ 6181447 w 11291738"/>
                <a:gd name="connsiteY276" fmla="*/ 799880 h 2044670"/>
                <a:gd name="connsiteX277" fmla="*/ 6204798 w 11291738"/>
                <a:gd name="connsiteY277" fmla="*/ 1097641 h 2044670"/>
                <a:gd name="connsiteX278" fmla="*/ 6346889 w 11291738"/>
                <a:gd name="connsiteY278" fmla="*/ 921767 h 2044670"/>
                <a:gd name="connsiteX279" fmla="*/ 6313767 w 11291738"/>
                <a:gd name="connsiteY279" fmla="*/ 1145170 h 2044670"/>
                <a:gd name="connsiteX280" fmla="*/ 6321882 w 11291738"/>
                <a:gd name="connsiteY280" fmla="*/ 1147654 h 2044670"/>
                <a:gd name="connsiteX281" fmla="*/ 6376201 w 11291738"/>
                <a:gd name="connsiteY281" fmla="*/ 1018978 h 2044670"/>
                <a:gd name="connsiteX282" fmla="*/ 6395908 w 11291738"/>
                <a:gd name="connsiteY282" fmla="*/ 1170177 h 2044670"/>
                <a:gd name="connsiteX283" fmla="*/ 6457348 w 11291738"/>
                <a:gd name="connsiteY283" fmla="*/ 1188725 h 2044670"/>
                <a:gd name="connsiteX284" fmla="*/ 6444265 w 11291738"/>
                <a:gd name="connsiteY284" fmla="*/ 1003245 h 2044670"/>
                <a:gd name="connsiteX285" fmla="*/ 6517463 w 11291738"/>
                <a:gd name="connsiteY285" fmla="*/ 1203795 h 2044670"/>
                <a:gd name="connsiteX286" fmla="*/ 6672802 w 11291738"/>
                <a:gd name="connsiteY286" fmla="*/ 990162 h 2044670"/>
                <a:gd name="connsiteX287" fmla="*/ 6598942 w 11291738"/>
                <a:gd name="connsiteY287" fmla="*/ 1231286 h 2044670"/>
                <a:gd name="connsiteX288" fmla="*/ 6601592 w 11291738"/>
                <a:gd name="connsiteY288" fmla="*/ 1232114 h 2044670"/>
                <a:gd name="connsiteX289" fmla="*/ 6760905 w 11291738"/>
                <a:gd name="connsiteY289" fmla="*/ 1111552 h 2044670"/>
                <a:gd name="connsiteX290" fmla="*/ 6676280 w 11291738"/>
                <a:gd name="connsiteY290" fmla="*/ 1254139 h 2044670"/>
                <a:gd name="connsiteX291" fmla="*/ 6787568 w 11291738"/>
                <a:gd name="connsiteY291" fmla="*/ 1286598 h 2044670"/>
                <a:gd name="connsiteX292" fmla="*/ 6863416 w 11291738"/>
                <a:gd name="connsiteY292" fmla="*/ 1053424 h 2044670"/>
                <a:gd name="connsiteX293" fmla="*/ 6923862 w 11291738"/>
                <a:gd name="connsiteY293" fmla="*/ 1278152 h 2044670"/>
                <a:gd name="connsiteX294" fmla="*/ 7077214 w 11291738"/>
                <a:gd name="connsiteY294" fmla="*/ 1053424 h 2044670"/>
                <a:gd name="connsiteX295" fmla="*/ 7032169 w 11291738"/>
                <a:gd name="connsiteY295" fmla="*/ 1355822 h 2044670"/>
                <a:gd name="connsiteX296" fmla="*/ 7034156 w 11291738"/>
                <a:gd name="connsiteY296" fmla="*/ 1356484 h 2044670"/>
                <a:gd name="connsiteX297" fmla="*/ 7141304 w 11291738"/>
                <a:gd name="connsiteY297" fmla="*/ 1184916 h 2044670"/>
                <a:gd name="connsiteX298" fmla="*/ 7141469 w 11291738"/>
                <a:gd name="connsiteY298" fmla="*/ 1345223 h 2044670"/>
                <a:gd name="connsiteX299" fmla="*/ 7231559 w 11291738"/>
                <a:gd name="connsiteY299" fmla="*/ 1165043 h 2044670"/>
                <a:gd name="connsiteX300" fmla="*/ 7231559 w 11291738"/>
                <a:gd name="connsiteY300" fmla="*/ 1369733 h 2044670"/>
                <a:gd name="connsiteX301" fmla="*/ 7359904 w 11291738"/>
                <a:gd name="connsiteY301" fmla="*/ 1096979 h 2044670"/>
                <a:gd name="connsiteX302" fmla="*/ 7320987 w 11291738"/>
                <a:gd name="connsiteY302" fmla="*/ 1418421 h 2044670"/>
                <a:gd name="connsiteX303" fmla="*/ 7310057 w 11291738"/>
                <a:gd name="connsiteY303" fmla="*/ 1431835 h 2044670"/>
                <a:gd name="connsiteX304" fmla="*/ 7366363 w 11291738"/>
                <a:gd name="connsiteY304" fmla="*/ 1446906 h 2044670"/>
                <a:gd name="connsiteX305" fmla="*/ 7470530 w 11291738"/>
                <a:gd name="connsiteY305" fmla="*/ 1226317 h 2044670"/>
                <a:gd name="connsiteX306" fmla="*/ 7472351 w 11291738"/>
                <a:gd name="connsiteY306" fmla="*/ 1450549 h 2044670"/>
                <a:gd name="connsiteX307" fmla="*/ 7535447 w 11291738"/>
                <a:gd name="connsiteY307" fmla="*/ 1373873 h 2044670"/>
                <a:gd name="connsiteX308" fmla="*/ 7535447 w 11291738"/>
                <a:gd name="connsiteY308" fmla="*/ 1458332 h 2044670"/>
                <a:gd name="connsiteX309" fmla="*/ 7600365 w 11291738"/>
                <a:gd name="connsiteY309" fmla="*/ 1320713 h 2044670"/>
                <a:gd name="connsiteX310" fmla="*/ 7607155 w 11291738"/>
                <a:gd name="connsiteY310" fmla="*/ 1509505 h 2044670"/>
                <a:gd name="connsiteX311" fmla="*/ 7619576 w 11291738"/>
                <a:gd name="connsiteY311" fmla="*/ 1512651 h 2044670"/>
                <a:gd name="connsiteX312" fmla="*/ 7682009 w 11291738"/>
                <a:gd name="connsiteY312" fmla="*/ 1493441 h 2044670"/>
                <a:gd name="connsiteX313" fmla="*/ 7807043 w 11291738"/>
                <a:gd name="connsiteY313" fmla="*/ 1179119 h 2044670"/>
                <a:gd name="connsiteX314" fmla="*/ 7768622 w 11291738"/>
                <a:gd name="connsiteY314" fmla="*/ 1518448 h 2044670"/>
                <a:gd name="connsiteX315" fmla="*/ 7842482 w 11291738"/>
                <a:gd name="connsiteY315" fmla="*/ 1348866 h 2044670"/>
                <a:gd name="connsiteX316" fmla="*/ 7877425 w 11291738"/>
                <a:gd name="connsiteY316" fmla="*/ 1539645 h 2044670"/>
                <a:gd name="connsiteX317" fmla="*/ 7913196 w 11291738"/>
                <a:gd name="connsiteY317" fmla="*/ 1403351 h 2044670"/>
                <a:gd name="connsiteX318" fmla="*/ 7955095 w 11291738"/>
                <a:gd name="connsiteY318" fmla="*/ 1557696 h 2044670"/>
                <a:gd name="connsiteX319" fmla="*/ 7978114 w 11291738"/>
                <a:gd name="connsiteY319" fmla="*/ 1459492 h 2044670"/>
                <a:gd name="connsiteX320" fmla="*/ 8047006 w 11291738"/>
                <a:gd name="connsiteY320" fmla="*/ 1578894 h 2044670"/>
                <a:gd name="connsiteX321" fmla="*/ 8107950 w 11291738"/>
                <a:gd name="connsiteY321" fmla="*/ 1435810 h 2044670"/>
                <a:gd name="connsiteX322" fmla="*/ 8099669 w 11291738"/>
                <a:gd name="connsiteY322" fmla="*/ 1630232 h 2044670"/>
                <a:gd name="connsiteX323" fmla="*/ 8105631 w 11291738"/>
                <a:gd name="connsiteY323" fmla="*/ 1631557 h 2044670"/>
                <a:gd name="connsiteX324" fmla="*/ 8255505 w 11291738"/>
                <a:gd name="connsiteY324" fmla="*/ 1406332 h 2044670"/>
                <a:gd name="connsiteX325" fmla="*/ 8256664 w 11291738"/>
                <a:gd name="connsiteY325" fmla="*/ 1651098 h 2044670"/>
                <a:gd name="connsiteX326" fmla="*/ 8347086 w 11291738"/>
                <a:gd name="connsiteY326" fmla="*/ 1547926 h 2044670"/>
                <a:gd name="connsiteX327" fmla="*/ 8348576 w 11291738"/>
                <a:gd name="connsiteY327" fmla="*/ 1687532 h 2044670"/>
                <a:gd name="connsiteX328" fmla="*/ 8381532 w 11291738"/>
                <a:gd name="connsiteY328" fmla="*/ 1694985 h 2044670"/>
                <a:gd name="connsiteX329" fmla="*/ 8444628 w 11291738"/>
                <a:gd name="connsiteY329" fmla="*/ 1667991 h 2044670"/>
                <a:gd name="connsiteX330" fmla="*/ 8509380 w 11291738"/>
                <a:gd name="connsiteY330" fmla="*/ 1442103 h 2044670"/>
                <a:gd name="connsiteX331" fmla="*/ 8541839 w 11291738"/>
                <a:gd name="connsiteY331" fmla="*/ 1704921 h 2044670"/>
                <a:gd name="connsiteX332" fmla="*/ 8556579 w 11291738"/>
                <a:gd name="connsiteY332" fmla="*/ 1553887 h 2044670"/>
                <a:gd name="connsiteX333" fmla="*/ 8634744 w 11291738"/>
                <a:gd name="connsiteY333" fmla="*/ 1709061 h 2044670"/>
                <a:gd name="connsiteX334" fmla="*/ 8709929 w 11291738"/>
                <a:gd name="connsiteY334" fmla="*/ 1615825 h 2044670"/>
                <a:gd name="connsiteX335" fmla="*/ 8752490 w 11291738"/>
                <a:gd name="connsiteY335" fmla="*/ 1775138 h 2044670"/>
                <a:gd name="connsiteX336" fmla="*/ 8759611 w 11291738"/>
                <a:gd name="connsiteY336" fmla="*/ 1776629 h 2044670"/>
                <a:gd name="connsiteX337" fmla="*/ 8845727 w 11291738"/>
                <a:gd name="connsiteY337" fmla="*/ 1621786 h 2044670"/>
                <a:gd name="connsiteX338" fmla="*/ 8858479 w 11291738"/>
                <a:gd name="connsiteY338" fmla="*/ 1797164 h 2044670"/>
                <a:gd name="connsiteX339" fmla="*/ 8859969 w 11291738"/>
                <a:gd name="connsiteY339" fmla="*/ 1797329 h 2044670"/>
                <a:gd name="connsiteX340" fmla="*/ 8913626 w 11291738"/>
                <a:gd name="connsiteY340" fmla="*/ 1713201 h 2044670"/>
                <a:gd name="connsiteX341" fmla="*/ 8913626 w 11291738"/>
                <a:gd name="connsiteY341" fmla="*/ 1795839 h 2044670"/>
                <a:gd name="connsiteX342" fmla="*/ 8957843 w 11291738"/>
                <a:gd name="connsiteY342" fmla="*/ 1645303 h 2044670"/>
                <a:gd name="connsiteX343" fmla="*/ 8975563 w 11291738"/>
                <a:gd name="connsiteY343" fmla="*/ 1819521 h 2044670"/>
                <a:gd name="connsiteX344" fmla="*/ 9040978 w 11291738"/>
                <a:gd name="connsiteY344" fmla="*/ 1695481 h 2044670"/>
                <a:gd name="connsiteX345" fmla="*/ 9069959 w 11291738"/>
                <a:gd name="connsiteY345" fmla="*/ 1837406 h 2044670"/>
                <a:gd name="connsiteX346" fmla="*/ 9102583 w 11291738"/>
                <a:gd name="connsiteY346" fmla="*/ 1574920 h 2044670"/>
                <a:gd name="connsiteX347" fmla="*/ 9162699 w 11291738"/>
                <a:gd name="connsiteY347" fmla="*/ 1818361 h 2044670"/>
                <a:gd name="connsiteX348" fmla="*/ 9158558 w 11291738"/>
                <a:gd name="connsiteY348" fmla="*/ 1837406 h 2044670"/>
                <a:gd name="connsiteX349" fmla="*/ 9223476 w 11291738"/>
                <a:gd name="connsiteY349" fmla="*/ 1660207 h 2044670"/>
                <a:gd name="connsiteX350" fmla="*/ 9225297 w 11291738"/>
                <a:gd name="connsiteY350" fmla="*/ 1837406 h 2044670"/>
                <a:gd name="connsiteX351" fmla="*/ 9288393 w 11291738"/>
                <a:gd name="connsiteY351" fmla="*/ 1857776 h 2044670"/>
                <a:gd name="connsiteX352" fmla="*/ 9362089 w 11291738"/>
                <a:gd name="connsiteY352" fmla="*/ 1716182 h 2044670"/>
                <a:gd name="connsiteX353" fmla="*/ 9344369 w 11291738"/>
                <a:gd name="connsiteY353" fmla="*/ 1857776 h 2044670"/>
                <a:gd name="connsiteX354" fmla="*/ 9390076 w 11291738"/>
                <a:gd name="connsiteY354" fmla="*/ 1762055 h 2044670"/>
                <a:gd name="connsiteX355" fmla="*/ 9405313 w 11291738"/>
                <a:gd name="connsiteY355" fmla="*/ 1882451 h 2044670"/>
                <a:gd name="connsiteX356" fmla="*/ 9491759 w 11291738"/>
                <a:gd name="connsiteY356" fmla="*/ 1791202 h 2044670"/>
                <a:gd name="connsiteX357" fmla="*/ 9483313 w 11291738"/>
                <a:gd name="connsiteY357" fmla="*/ 1916897 h 2044670"/>
                <a:gd name="connsiteX358" fmla="*/ 9519249 w 11291738"/>
                <a:gd name="connsiteY358" fmla="*/ 1923356 h 2044670"/>
                <a:gd name="connsiteX359" fmla="*/ 9539619 w 11291738"/>
                <a:gd name="connsiteY359" fmla="*/ 1912095 h 2044670"/>
                <a:gd name="connsiteX360" fmla="*/ 9568931 w 11291738"/>
                <a:gd name="connsiteY360" fmla="*/ 1677099 h 2044670"/>
                <a:gd name="connsiteX361" fmla="*/ 9618779 w 11291738"/>
                <a:gd name="connsiteY361" fmla="*/ 1926006 h 2044670"/>
                <a:gd name="connsiteX362" fmla="*/ 9611326 w 11291738"/>
                <a:gd name="connsiteY362" fmla="*/ 1939751 h 2044670"/>
                <a:gd name="connsiteX363" fmla="*/ 9655047 w 11291738"/>
                <a:gd name="connsiteY363" fmla="*/ 1947535 h 2044670"/>
                <a:gd name="connsiteX364" fmla="*/ 9662003 w 11291738"/>
                <a:gd name="connsiteY364" fmla="*/ 1940745 h 2044670"/>
                <a:gd name="connsiteX365" fmla="*/ 9722615 w 11291738"/>
                <a:gd name="connsiteY365" fmla="*/ 1784246 h 2044670"/>
                <a:gd name="connsiteX366" fmla="*/ 9758385 w 11291738"/>
                <a:gd name="connsiteY366" fmla="*/ 1950019 h 2044670"/>
                <a:gd name="connsiteX367" fmla="*/ 9776271 w 11291738"/>
                <a:gd name="connsiteY367" fmla="*/ 1842540 h 2044670"/>
                <a:gd name="connsiteX368" fmla="*/ 9836552 w 11291738"/>
                <a:gd name="connsiteY368" fmla="*/ 1963267 h 2044670"/>
                <a:gd name="connsiteX369" fmla="*/ 9878782 w 11291738"/>
                <a:gd name="connsiteY369" fmla="*/ 1865725 h 2044670"/>
                <a:gd name="connsiteX370" fmla="*/ 9903954 w 11291738"/>
                <a:gd name="connsiteY370" fmla="*/ 1989433 h 2044670"/>
                <a:gd name="connsiteX371" fmla="*/ 9908591 w 11291738"/>
                <a:gd name="connsiteY371" fmla="*/ 1990095 h 2044670"/>
                <a:gd name="connsiteX372" fmla="*/ 9930119 w 11291738"/>
                <a:gd name="connsiteY372" fmla="*/ 1801138 h 2044670"/>
                <a:gd name="connsiteX373" fmla="*/ 9998184 w 11291738"/>
                <a:gd name="connsiteY373" fmla="*/ 1979000 h 2044670"/>
                <a:gd name="connsiteX374" fmla="*/ 10069891 w 11291738"/>
                <a:gd name="connsiteY374" fmla="*/ 1907789 h 2044670"/>
                <a:gd name="connsiteX375" fmla="*/ 10057471 w 11291738"/>
                <a:gd name="connsiteY375" fmla="*/ 2013777 h 2044670"/>
                <a:gd name="connsiteX376" fmla="*/ 10115268 w 11291738"/>
                <a:gd name="connsiteY376" fmla="*/ 2022886 h 2044670"/>
                <a:gd name="connsiteX377" fmla="*/ 10142262 w 11291738"/>
                <a:gd name="connsiteY377" fmla="*/ 1942732 h 2044670"/>
                <a:gd name="connsiteX378" fmla="*/ 10159817 w 11291738"/>
                <a:gd name="connsiteY378" fmla="*/ 2030007 h 2044670"/>
                <a:gd name="connsiteX379" fmla="*/ 10164122 w 11291738"/>
                <a:gd name="connsiteY379" fmla="*/ 2030503 h 2044670"/>
                <a:gd name="connsiteX380" fmla="*/ 10172733 w 11291738"/>
                <a:gd name="connsiteY380" fmla="*/ 1842705 h 2044670"/>
                <a:gd name="connsiteX381" fmla="*/ 10245767 w 11291738"/>
                <a:gd name="connsiteY381" fmla="*/ 2039612 h 2044670"/>
                <a:gd name="connsiteX382" fmla="*/ 10319958 w 11291738"/>
                <a:gd name="connsiteY382" fmla="*/ 1728934 h 2044670"/>
                <a:gd name="connsiteX383" fmla="*/ 10371841 w 11291738"/>
                <a:gd name="connsiteY383" fmla="*/ 2007627 h 2044670"/>
                <a:gd name="connsiteX384" fmla="*/ 10360265 w 11291738"/>
                <a:gd name="connsiteY384" fmla="*/ 2044670 h 2044670"/>
                <a:gd name="connsiteX385" fmla="*/ 0 w 11291738"/>
                <a:gd name="connsiteY385" fmla="*/ 2044670 h 2044670"/>
                <a:gd name="connsiteX386" fmla="*/ 0 w 11291738"/>
                <a:gd name="connsiteY386" fmla="*/ 328095 h 2044670"/>
                <a:gd name="connsiteX387" fmla="*/ 13442 w 11291738"/>
                <a:gd name="connsiteY387" fmla="*/ 300926 h 2044670"/>
                <a:gd name="connsiteX388" fmla="*/ 18892 w 11291738"/>
                <a:gd name="connsiteY388" fmla="*/ 90421 h 2044670"/>
                <a:gd name="connsiteX389" fmla="*/ 64268 w 11291738"/>
                <a:gd name="connsiteY389" fmla="*/ 327404 h 2044670"/>
                <a:gd name="connsiteX390" fmla="*/ 54497 w 11291738"/>
                <a:gd name="connsiteY390" fmla="*/ 370131 h 2044670"/>
                <a:gd name="connsiteX391" fmla="*/ 104345 w 11291738"/>
                <a:gd name="connsiteY391" fmla="*/ 364169 h 2044670"/>
                <a:gd name="connsiteX392" fmla="*/ 159161 w 11291738"/>
                <a:gd name="connsiteY392" fmla="*/ 186308 h 2044670"/>
                <a:gd name="connsiteX393" fmla="*/ 161810 w 11291738"/>
                <a:gd name="connsiteY393" fmla="*/ 357711 h 2044670"/>
                <a:gd name="connsiteX394" fmla="*/ 238652 w 11291738"/>
                <a:gd name="connsiteY394" fmla="*/ 349099 h 2044670"/>
                <a:gd name="connsiteX395" fmla="*/ 273264 w 11291738"/>
                <a:gd name="connsiteY395" fmla="*/ 188792 h 2044670"/>
                <a:gd name="connsiteX396" fmla="*/ 292805 w 11291738"/>
                <a:gd name="connsiteY396" fmla="*/ 342640 h 2044670"/>
                <a:gd name="connsiteX397" fmla="*/ 293633 w 11291738"/>
                <a:gd name="connsiteY397" fmla="*/ 343137 h 2044670"/>
                <a:gd name="connsiteX398" fmla="*/ 352424 w 11291738"/>
                <a:gd name="connsiteY398" fmla="*/ 336844 h 2044670"/>
                <a:gd name="connsiteX399" fmla="*/ 393328 w 11291738"/>
                <a:gd name="connsiteY399" fmla="*/ 105326 h 2044670"/>
                <a:gd name="connsiteX400" fmla="*/ 431749 w 11291738"/>
                <a:gd name="connsiteY400" fmla="*/ 328729 h 2044670"/>
                <a:gd name="connsiteX401" fmla="*/ 506935 w 11291738"/>
                <a:gd name="connsiteY401" fmla="*/ 321111 h 2044670"/>
                <a:gd name="connsiteX402" fmla="*/ 523330 w 11291738"/>
                <a:gd name="connsiteY402" fmla="*/ 256525 h 2044670"/>
                <a:gd name="connsiteX403" fmla="*/ 541878 w 11291738"/>
                <a:gd name="connsiteY403" fmla="*/ 317965 h 2044670"/>
                <a:gd name="connsiteX404" fmla="*/ 598184 w 11291738"/>
                <a:gd name="connsiteY404" fmla="*/ 312666 h 2044670"/>
                <a:gd name="connsiteX405" fmla="*/ 624019 w 11291738"/>
                <a:gd name="connsiteY405" fmla="*/ 220919 h 2044670"/>
                <a:gd name="connsiteX406" fmla="*/ 641076 w 11291738"/>
                <a:gd name="connsiteY406" fmla="*/ 308691 h 2044670"/>
                <a:gd name="connsiteX407" fmla="*/ 709803 w 11291738"/>
                <a:gd name="connsiteY407" fmla="*/ 302563 h 2044670"/>
                <a:gd name="connsiteX408" fmla="*/ 595865 w 11291738"/>
                <a:gd name="connsiteY408" fmla="*/ 0 h 204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</a:cxnLst>
              <a:rect l="l" t="t" r="r" b="b"/>
              <a:pathLst>
                <a:path w="11291738" h="2044670">
                  <a:moveTo>
                    <a:pt x="11291738" y="1985293"/>
                  </a:moveTo>
                  <a:cubicBezTo>
                    <a:pt x="11291738" y="1985293"/>
                    <a:pt x="11289409" y="1992093"/>
                    <a:pt x="11286803" y="2003645"/>
                  </a:cubicBezTo>
                  <a:lnTo>
                    <a:pt x="11281028" y="2044670"/>
                  </a:lnTo>
                  <a:lnTo>
                    <a:pt x="11244308" y="2044670"/>
                  </a:lnTo>
                  <a:lnTo>
                    <a:pt x="11253977" y="2023328"/>
                  </a:lnTo>
                  <a:cubicBezTo>
                    <a:pt x="11263678" y="2008613"/>
                    <a:pt x="11276047" y="1995561"/>
                    <a:pt x="11291738" y="1985293"/>
                  </a:cubicBezTo>
                  <a:close/>
                  <a:moveTo>
                    <a:pt x="10776536" y="1965089"/>
                  </a:moveTo>
                  <a:cubicBezTo>
                    <a:pt x="10776536" y="1965089"/>
                    <a:pt x="10778026" y="1999287"/>
                    <a:pt x="10790964" y="2036900"/>
                  </a:cubicBezTo>
                  <a:lnTo>
                    <a:pt x="10795084" y="2044670"/>
                  </a:lnTo>
                  <a:lnTo>
                    <a:pt x="10744640" y="2044670"/>
                  </a:lnTo>
                  <a:lnTo>
                    <a:pt x="10753356" y="2007334"/>
                  </a:lnTo>
                  <a:cubicBezTo>
                    <a:pt x="10758474" y="1993491"/>
                    <a:pt x="10765896" y="1979290"/>
                    <a:pt x="10776536" y="1965089"/>
                  </a:cubicBezTo>
                  <a:close/>
                  <a:moveTo>
                    <a:pt x="10929059" y="1943229"/>
                  </a:moveTo>
                  <a:cubicBezTo>
                    <a:pt x="10931544" y="1947038"/>
                    <a:pt x="10949388" y="1975812"/>
                    <a:pt x="10966052" y="2014378"/>
                  </a:cubicBezTo>
                  <a:lnTo>
                    <a:pt x="10976602" y="2044670"/>
                  </a:lnTo>
                  <a:lnTo>
                    <a:pt x="10936499" y="2044670"/>
                  </a:lnTo>
                  <a:lnTo>
                    <a:pt x="10936905" y="2039198"/>
                  </a:lnTo>
                  <a:cubicBezTo>
                    <a:pt x="10937712" y="1994153"/>
                    <a:pt x="10929970" y="1948528"/>
                    <a:pt x="10929059" y="1943229"/>
                  </a:cubicBezTo>
                  <a:close/>
                  <a:moveTo>
                    <a:pt x="10455756" y="1941242"/>
                  </a:moveTo>
                  <a:cubicBezTo>
                    <a:pt x="10455756" y="1941242"/>
                    <a:pt x="10468425" y="1979714"/>
                    <a:pt x="10471056" y="2026547"/>
                  </a:cubicBezTo>
                  <a:lnTo>
                    <a:pt x="10470474" y="2044670"/>
                  </a:lnTo>
                  <a:lnTo>
                    <a:pt x="10388523" y="2044670"/>
                  </a:lnTo>
                  <a:lnTo>
                    <a:pt x="10406425" y="2034188"/>
                  </a:lnTo>
                  <a:cubicBezTo>
                    <a:pt x="10428844" y="2016758"/>
                    <a:pt x="10451201" y="1987943"/>
                    <a:pt x="10455756" y="1941242"/>
                  </a:cubicBezTo>
                  <a:close/>
                  <a:moveTo>
                    <a:pt x="11090857" y="1903483"/>
                  </a:moveTo>
                  <a:cubicBezTo>
                    <a:pt x="11090857" y="1903483"/>
                    <a:pt x="11112883" y="1944140"/>
                    <a:pt x="11131224" y="1996844"/>
                  </a:cubicBezTo>
                  <a:lnTo>
                    <a:pt x="11143409" y="2044670"/>
                  </a:lnTo>
                  <a:lnTo>
                    <a:pt x="11091677" y="2044670"/>
                  </a:lnTo>
                  <a:lnTo>
                    <a:pt x="11098387" y="1994898"/>
                  </a:lnTo>
                  <a:cubicBezTo>
                    <a:pt x="11099013" y="1968204"/>
                    <a:pt x="11096819" y="1937888"/>
                    <a:pt x="11090857" y="1903483"/>
                  </a:cubicBezTo>
                  <a:close/>
                  <a:moveTo>
                    <a:pt x="10624343" y="1880795"/>
                  </a:moveTo>
                  <a:cubicBezTo>
                    <a:pt x="10624343" y="1880795"/>
                    <a:pt x="10619406" y="1963888"/>
                    <a:pt x="10636639" y="2036246"/>
                  </a:cubicBezTo>
                  <a:lnTo>
                    <a:pt x="10639945" y="2044670"/>
                  </a:lnTo>
                  <a:lnTo>
                    <a:pt x="10547267" y="2044670"/>
                  </a:lnTo>
                  <a:lnTo>
                    <a:pt x="10547095" y="2033640"/>
                  </a:lnTo>
                  <a:cubicBezTo>
                    <a:pt x="10548332" y="1983355"/>
                    <a:pt x="10561723" y="1911018"/>
                    <a:pt x="10624343" y="1880795"/>
                  </a:cubicBezTo>
                  <a:close/>
                  <a:moveTo>
                    <a:pt x="595865" y="0"/>
                  </a:moveTo>
                  <a:cubicBezTo>
                    <a:pt x="669395" y="44051"/>
                    <a:pt x="711956" y="133810"/>
                    <a:pt x="735969" y="211314"/>
                  </a:cubicBezTo>
                  <a:cubicBezTo>
                    <a:pt x="735472" y="152689"/>
                    <a:pt x="745077" y="72039"/>
                    <a:pt x="795918" y="34115"/>
                  </a:cubicBezTo>
                  <a:cubicBezTo>
                    <a:pt x="795918" y="34115"/>
                    <a:pt x="763625" y="231849"/>
                    <a:pt x="862161" y="288487"/>
                  </a:cubicBezTo>
                  <a:cubicBezTo>
                    <a:pt x="862161" y="288487"/>
                    <a:pt x="848912" y="201875"/>
                    <a:pt x="900582" y="141097"/>
                  </a:cubicBezTo>
                  <a:cubicBezTo>
                    <a:pt x="900582" y="141097"/>
                    <a:pt x="878390" y="209658"/>
                    <a:pt x="939830" y="258512"/>
                  </a:cubicBezTo>
                  <a:cubicBezTo>
                    <a:pt x="1001271" y="307366"/>
                    <a:pt x="1007895" y="173390"/>
                    <a:pt x="1007895" y="173390"/>
                  </a:cubicBezTo>
                  <a:cubicBezTo>
                    <a:pt x="1007895" y="173390"/>
                    <a:pt x="1037207" y="237314"/>
                    <a:pt x="1043003" y="276894"/>
                  </a:cubicBezTo>
                  <a:cubicBezTo>
                    <a:pt x="1058239" y="275901"/>
                    <a:pt x="1073475" y="274907"/>
                    <a:pt x="1088877" y="273913"/>
                  </a:cubicBezTo>
                  <a:cubicBezTo>
                    <a:pt x="1098813" y="264971"/>
                    <a:pt x="1106596" y="257850"/>
                    <a:pt x="1106596" y="257850"/>
                  </a:cubicBezTo>
                  <a:cubicBezTo>
                    <a:pt x="1106596" y="257850"/>
                    <a:pt x="1150813" y="208002"/>
                    <a:pt x="1094176" y="94727"/>
                  </a:cubicBezTo>
                  <a:cubicBezTo>
                    <a:pt x="1094176" y="94727"/>
                    <a:pt x="1170189" y="169581"/>
                    <a:pt x="1144852" y="270436"/>
                  </a:cubicBezTo>
                  <a:cubicBezTo>
                    <a:pt x="1162903" y="269442"/>
                    <a:pt x="1181119" y="268117"/>
                    <a:pt x="1199171" y="267124"/>
                  </a:cubicBezTo>
                  <a:lnTo>
                    <a:pt x="1204636" y="185479"/>
                  </a:lnTo>
                  <a:cubicBezTo>
                    <a:pt x="1204636" y="185479"/>
                    <a:pt x="1237095" y="232180"/>
                    <a:pt x="1244547" y="264639"/>
                  </a:cubicBezTo>
                  <a:cubicBezTo>
                    <a:pt x="1254980" y="264142"/>
                    <a:pt x="1265413" y="263646"/>
                    <a:pt x="1275846" y="262984"/>
                  </a:cubicBezTo>
                  <a:cubicBezTo>
                    <a:pt x="1274522" y="234830"/>
                    <a:pt x="1277006" y="173887"/>
                    <a:pt x="1315095" y="133645"/>
                  </a:cubicBezTo>
                  <a:cubicBezTo>
                    <a:pt x="1313605" y="138778"/>
                    <a:pt x="1294891" y="201875"/>
                    <a:pt x="1316089" y="260996"/>
                  </a:cubicBezTo>
                  <a:cubicBezTo>
                    <a:pt x="1318573" y="260831"/>
                    <a:pt x="1321057" y="260665"/>
                    <a:pt x="1323541" y="260665"/>
                  </a:cubicBezTo>
                  <a:cubicBezTo>
                    <a:pt x="1318904" y="213798"/>
                    <a:pt x="1316420" y="108306"/>
                    <a:pt x="1380179" y="54484"/>
                  </a:cubicBezTo>
                  <a:cubicBezTo>
                    <a:pt x="1380179" y="54484"/>
                    <a:pt x="1341261" y="182498"/>
                    <a:pt x="1370242" y="258347"/>
                  </a:cubicBezTo>
                  <a:cubicBezTo>
                    <a:pt x="1386141" y="257684"/>
                    <a:pt x="1402204" y="257021"/>
                    <a:pt x="1418103" y="256359"/>
                  </a:cubicBezTo>
                  <a:lnTo>
                    <a:pt x="1415950" y="159148"/>
                  </a:lnTo>
                  <a:cubicBezTo>
                    <a:pt x="1415950" y="159148"/>
                    <a:pt x="1439797" y="209823"/>
                    <a:pt x="1449899" y="255034"/>
                  </a:cubicBezTo>
                  <a:cubicBezTo>
                    <a:pt x="1466294" y="254372"/>
                    <a:pt x="1482689" y="253544"/>
                    <a:pt x="1499084" y="253047"/>
                  </a:cubicBezTo>
                  <a:cubicBezTo>
                    <a:pt x="1506537" y="203696"/>
                    <a:pt x="1511670" y="107644"/>
                    <a:pt x="1451390" y="60943"/>
                  </a:cubicBezTo>
                  <a:cubicBezTo>
                    <a:pt x="1469275" y="72867"/>
                    <a:pt x="1571786" y="147059"/>
                    <a:pt x="1558868" y="251060"/>
                  </a:cubicBezTo>
                  <a:cubicBezTo>
                    <a:pt x="1568473" y="250728"/>
                    <a:pt x="1578079" y="250397"/>
                    <a:pt x="1587684" y="250231"/>
                  </a:cubicBezTo>
                  <a:cubicBezTo>
                    <a:pt x="1603582" y="230193"/>
                    <a:pt x="1619149" y="197403"/>
                    <a:pt x="1619315" y="144243"/>
                  </a:cubicBezTo>
                  <a:cubicBezTo>
                    <a:pt x="1619315" y="144243"/>
                    <a:pt x="1641009" y="202537"/>
                    <a:pt x="1638359" y="248575"/>
                  </a:cubicBezTo>
                  <a:cubicBezTo>
                    <a:pt x="1654589" y="248078"/>
                    <a:pt x="1670818" y="247913"/>
                    <a:pt x="1687048" y="247582"/>
                  </a:cubicBezTo>
                  <a:cubicBezTo>
                    <a:pt x="1687545" y="230524"/>
                    <a:pt x="1690029" y="211314"/>
                    <a:pt x="1696819" y="194753"/>
                  </a:cubicBezTo>
                  <a:cubicBezTo>
                    <a:pt x="1696819" y="194753"/>
                    <a:pt x="1698640" y="222079"/>
                    <a:pt x="1708080" y="247085"/>
                  </a:cubicBezTo>
                  <a:lnTo>
                    <a:pt x="1732424" y="246588"/>
                  </a:lnTo>
                  <a:cubicBezTo>
                    <a:pt x="1733252" y="212308"/>
                    <a:pt x="1739876" y="162294"/>
                    <a:pt x="1769686" y="137785"/>
                  </a:cubicBezTo>
                  <a:cubicBezTo>
                    <a:pt x="1769686" y="137785"/>
                    <a:pt x="1761405" y="197238"/>
                    <a:pt x="1768361" y="245926"/>
                  </a:cubicBezTo>
                  <a:cubicBezTo>
                    <a:pt x="1786081" y="245594"/>
                    <a:pt x="1803801" y="245429"/>
                    <a:pt x="1821520" y="245263"/>
                  </a:cubicBezTo>
                  <a:cubicBezTo>
                    <a:pt x="1821355" y="222410"/>
                    <a:pt x="1826654" y="189619"/>
                    <a:pt x="1852489" y="162460"/>
                  </a:cubicBezTo>
                  <a:cubicBezTo>
                    <a:pt x="1852489" y="162460"/>
                    <a:pt x="1846030" y="209161"/>
                    <a:pt x="1861928" y="244767"/>
                  </a:cubicBezTo>
                  <a:cubicBezTo>
                    <a:pt x="1884120" y="244601"/>
                    <a:pt x="1906311" y="244270"/>
                    <a:pt x="1928337" y="244270"/>
                  </a:cubicBezTo>
                  <a:cubicBezTo>
                    <a:pt x="1930158" y="228040"/>
                    <a:pt x="1928834" y="212805"/>
                    <a:pt x="1928834" y="212805"/>
                  </a:cubicBezTo>
                  <a:cubicBezTo>
                    <a:pt x="1928834" y="212805"/>
                    <a:pt x="1940260" y="225390"/>
                    <a:pt x="1948706" y="244270"/>
                  </a:cubicBezTo>
                  <a:lnTo>
                    <a:pt x="1957649" y="244270"/>
                  </a:lnTo>
                  <a:cubicBezTo>
                    <a:pt x="1961955" y="207339"/>
                    <a:pt x="1977356" y="138116"/>
                    <a:pt x="2034822" y="108804"/>
                  </a:cubicBezTo>
                  <a:cubicBezTo>
                    <a:pt x="2034822" y="108804"/>
                    <a:pt x="1990770" y="187467"/>
                    <a:pt x="2017433" y="244435"/>
                  </a:cubicBezTo>
                  <a:lnTo>
                    <a:pt x="2034159" y="244435"/>
                  </a:lnTo>
                  <a:cubicBezTo>
                    <a:pt x="2034491" y="221085"/>
                    <a:pt x="2037803" y="187135"/>
                    <a:pt x="2052376" y="171237"/>
                  </a:cubicBezTo>
                  <a:cubicBezTo>
                    <a:pt x="2052376" y="171237"/>
                    <a:pt x="2054529" y="215289"/>
                    <a:pt x="2066618" y="244601"/>
                  </a:cubicBezTo>
                  <a:cubicBezTo>
                    <a:pt x="2080198" y="244601"/>
                    <a:pt x="2093778" y="244932"/>
                    <a:pt x="2107192" y="245098"/>
                  </a:cubicBezTo>
                  <a:cubicBezTo>
                    <a:pt x="2112326" y="221250"/>
                    <a:pt x="2111001" y="188626"/>
                    <a:pt x="2111001" y="188626"/>
                  </a:cubicBezTo>
                  <a:cubicBezTo>
                    <a:pt x="2111001" y="188626"/>
                    <a:pt x="2127562" y="217110"/>
                    <a:pt x="2131702" y="245429"/>
                  </a:cubicBezTo>
                  <a:cubicBezTo>
                    <a:pt x="2138988" y="245594"/>
                    <a:pt x="2146275" y="245594"/>
                    <a:pt x="2153562" y="245760"/>
                  </a:cubicBezTo>
                  <a:cubicBezTo>
                    <a:pt x="2160186" y="231849"/>
                    <a:pt x="2164989" y="214295"/>
                    <a:pt x="2161842" y="193760"/>
                  </a:cubicBezTo>
                  <a:cubicBezTo>
                    <a:pt x="2161842" y="193760"/>
                    <a:pt x="2176416" y="220919"/>
                    <a:pt x="2182212" y="246091"/>
                  </a:cubicBezTo>
                  <a:cubicBezTo>
                    <a:pt x="2200263" y="246423"/>
                    <a:pt x="2218148" y="246920"/>
                    <a:pt x="2236200" y="247251"/>
                  </a:cubicBezTo>
                  <a:cubicBezTo>
                    <a:pt x="2241996" y="220422"/>
                    <a:pt x="2249117" y="164613"/>
                    <a:pt x="2220467" y="124370"/>
                  </a:cubicBezTo>
                  <a:cubicBezTo>
                    <a:pt x="2220467" y="124370"/>
                    <a:pt x="2270646" y="174549"/>
                    <a:pt x="2278098" y="227047"/>
                  </a:cubicBezTo>
                  <a:cubicBezTo>
                    <a:pt x="2282404" y="203696"/>
                    <a:pt x="2292837" y="175212"/>
                    <a:pt x="2318009" y="161467"/>
                  </a:cubicBezTo>
                  <a:cubicBezTo>
                    <a:pt x="2318009" y="161467"/>
                    <a:pt x="2293996" y="214295"/>
                    <a:pt x="2307742" y="249072"/>
                  </a:cubicBezTo>
                  <a:cubicBezTo>
                    <a:pt x="2317512" y="249404"/>
                    <a:pt x="2327449" y="249569"/>
                    <a:pt x="2337385" y="249900"/>
                  </a:cubicBezTo>
                  <a:cubicBezTo>
                    <a:pt x="2337054" y="231021"/>
                    <a:pt x="2331755" y="206346"/>
                    <a:pt x="2331755" y="206346"/>
                  </a:cubicBezTo>
                  <a:lnTo>
                    <a:pt x="2358252" y="250728"/>
                  </a:lnTo>
                  <a:cubicBezTo>
                    <a:pt x="2360239" y="250728"/>
                    <a:pt x="2362226" y="250728"/>
                    <a:pt x="2364048" y="250894"/>
                  </a:cubicBezTo>
                  <a:cubicBezTo>
                    <a:pt x="2360405" y="226881"/>
                    <a:pt x="2357755" y="178855"/>
                    <a:pt x="2392367" y="161467"/>
                  </a:cubicBezTo>
                  <a:cubicBezTo>
                    <a:pt x="2392367" y="161467"/>
                    <a:pt x="2382761" y="217607"/>
                    <a:pt x="2425654" y="253047"/>
                  </a:cubicBezTo>
                  <a:lnTo>
                    <a:pt x="2425985" y="253378"/>
                  </a:lnTo>
                  <a:cubicBezTo>
                    <a:pt x="2434762" y="253710"/>
                    <a:pt x="2443705" y="254041"/>
                    <a:pt x="2452647" y="254372"/>
                  </a:cubicBezTo>
                  <a:cubicBezTo>
                    <a:pt x="2469374" y="235990"/>
                    <a:pt x="2470533" y="179021"/>
                    <a:pt x="2470533" y="179021"/>
                  </a:cubicBezTo>
                  <a:cubicBezTo>
                    <a:pt x="2470533" y="179021"/>
                    <a:pt x="2496202" y="223237"/>
                    <a:pt x="2501336" y="256525"/>
                  </a:cubicBezTo>
                  <a:cubicBezTo>
                    <a:pt x="2517234" y="257187"/>
                    <a:pt x="2533298" y="258181"/>
                    <a:pt x="2549362" y="259009"/>
                  </a:cubicBezTo>
                  <a:cubicBezTo>
                    <a:pt x="2559464" y="242614"/>
                    <a:pt x="2572381" y="211645"/>
                    <a:pt x="2566254" y="165441"/>
                  </a:cubicBezTo>
                  <a:cubicBezTo>
                    <a:pt x="2566254" y="165441"/>
                    <a:pt x="2619745" y="207008"/>
                    <a:pt x="2597885" y="261327"/>
                  </a:cubicBezTo>
                  <a:cubicBezTo>
                    <a:pt x="2613286" y="262487"/>
                    <a:pt x="2628853" y="263315"/>
                    <a:pt x="2644420" y="264308"/>
                  </a:cubicBezTo>
                  <a:cubicBezTo>
                    <a:pt x="2644420" y="264308"/>
                    <a:pt x="2654025" y="201378"/>
                    <a:pt x="2654025" y="201378"/>
                  </a:cubicBezTo>
                  <a:lnTo>
                    <a:pt x="2673070" y="266130"/>
                  </a:lnTo>
                  <a:cubicBezTo>
                    <a:pt x="2673898" y="266130"/>
                    <a:pt x="2674726" y="266295"/>
                    <a:pt x="2675720" y="266295"/>
                  </a:cubicBezTo>
                  <a:cubicBezTo>
                    <a:pt x="2676548" y="248244"/>
                    <a:pt x="2683006" y="206015"/>
                    <a:pt x="2722421" y="190779"/>
                  </a:cubicBezTo>
                  <a:cubicBezTo>
                    <a:pt x="2722421" y="190779"/>
                    <a:pt x="2702879" y="237646"/>
                    <a:pt x="2710331" y="268614"/>
                  </a:cubicBezTo>
                  <a:cubicBezTo>
                    <a:pt x="2717784" y="269111"/>
                    <a:pt x="2725070" y="269608"/>
                    <a:pt x="2732523" y="270104"/>
                  </a:cubicBezTo>
                  <a:cubicBezTo>
                    <a:pt x="2738319" y="256525"/>
                    <a:pt x="2744115" y="236486"/>
                    <a:pt x="2741962" y="212308"/>
                  </a:cubicBezTo>
                  <a:cubicBezTo>
                    <a:pt x="2741962" y="212308"/>
                    <a:pt x="2761504" y="242614"/>
                    <a:pt x="2770612" y="272754"/>
                  </a:cubicBezTo>
                  <a:cubicBezTo>
                    <a:pt x="2788498" y="274079"/>
                    <a:pt x="2806383" y="275569"/>
                    <a:pt x="2824269" y="277060"/>
                  </a:cubicBezTo>
                  <a:cubicBezTo>
                    <a:pt x="2824269" y="277060"/>
                    <a:pt x="2824434" y="276729"/>
                    <a:pt x="2824434" y="276729"/>
                  </a:cubicBezTo>
                  <a:cubicBezTo>
                    <a:pt x="2824434" y="276729"/>
                    <a:pt x="2806383" y="218104"/>
                    <a:pt x="2859212" y="179021"/>
                  </a:cubicBezTo>
                  <a:cubicBezTo>
                    <a:pt x="2859212" y="179021"/>
                    <a:pt x="2847785" y="251557"/>
                    <a:pt x="2872957" y="280703"/>
                  </a:cubicBezTo>
                  <a:lnTo>
                    <a:pt x="2873289" y="281035"/>
                  </a:lnTo>
                  <a:cubicBezTo>
                    <a:pt x="2878753" y="281366"/>
                    <a:pt x="2884218" y="281862"/>
                    <a:pt x="2889683" y="282359"/>
                  </a:cubicBezTo>
                  <a:cubicBezTo>
                    <a:pt x="2900117" y="268117"/>
                    <a:pt x="2902104" y="224066"/>
                    <a:pt x="2902104" y="224066"/>
                  </a:cubicBezTo>
                  <a:cubicBezTo>
                    <a:pt x="2902104" y="224066"/>
                    <a:pt x="2923136" y="258015"/>
                    <a:pt x="2918334" y="284843"/>
                  </a:cubicBezTo>
                  <a:cubicBezTo>
                    <a:pt x="2929429" y="285837"/>
                    <a:pt x="2940359" y="286831"/>
                    <a:pt x="2951455" y="287990"/>
                  </a:cubicBezTo>
                  <a:cubicBezTo>
                    <a:pt x="2954104" y="282359"/>
                    <a:pt x="2971990" y="243938"/>
                    <a:pt x="2966691" y="210983"/>
                  </a:cubicBezTo>
                  <a:cubicBezTo>
                    <a:pt x="2966691" y="210983"/>
                    <a:pt x="2992691" y="256690"/>
                    <a:pt x="2989047" y="291468"/>
                  </a:cubicBezTo>
                  <a:cubicBezTo>
                    <a:pt x="3002793" y="292793"/>
                    <a:pt x="3016704" y="294117"/>
                    <a:pt x="3030449" y="295442"/>
                  </a:cubicBezTo>
                  <a:cubicBezTo>
                    <a:pt x="3026475" y="280041"/>
                    <a:pt x="3024487" y="256194"/>
                    <a:pt x="3036908" y="229862"/>
                  </a:cubicBezTo>
                  <a:cubicBezTo>
                    <a:pt x="3036908" y="229862"/>
                    <a:pt x="3048003" y="274741"/>
                    <a:pt x="3068870" y="299417"/>
                  </a:cubicBezTo>
                  <a:lnTo>
                    <a:pt x="3104641" y="303392"/>
                  </a:lnTo>
                  <a:cubicBezTo>
                    <a:pt x="3108615" y="284346"/>
                    <a:pt x="3098679" y="248244"/>
                    <a:pt x="3097685" y="244435"/>
                  </a:cubicBezTo>
                  <a:cubicBezTo>
                    <a:pt x="3100170" y="246754"/>
                    <a:pt x="3127495" y="273913"/>
                    <a:pt x="3125839" y="305876"/>
                  </a:cubicBezTo>
                  <a:lnTo>
                    <a:pt x="3163100" y="309850"/>
                  </a:lnTo>
                  <a:cubicBezTo>
                    <a:pt x="3160451" y="280206"/>
                    <a:pt x="3163763" y="243110"/>
                    <a:pt x="3191253" y="222079"/>
                  </a:cubicBezTo>
                  <a:cubicBezTo>
                    <a:pt x="3191253" y="222079"/>
                    <a:pt x="3184132" y="284512"/>
                    <a:pt x="3199699" y="314156"/>
                  </a:cubicBezTo>
                  <a:cubicBezTo>
                    <a:pt x="3209139" y="315315"/>
                    <a:pt x="3218579" y="316640"/>
                    <a:pt x="3228018" y="317799"/>
                  </a:cubicBezTo>
                  <a:cubicBezTo>
                    <a:pt x="3236133" y="298754"/>
                    <a:pt x="3236298" y="261162"/>
                    <a:pt x="3236298" y="261162"/>
                  </a:cubicBezTo>
                  <a:cubicBezTo>
                    <a:pt x="3236298" y="261162"/>
                    <a:pt x="3259318" y="296933"/>
                    <a:pt x="3261802" y="322105"/>
                  </a:cubicBezTo>
                  <a:cubicBezTo>
                    <a:pt x="3285815" y="325086"/>
                    <a:pt x="3309993" y="328067"/>
                    <a:pt x="3334007" y="331213"/>
                  </a:cubicBezTo>
                  <a:cubicBezTo>
                    <a:pt x="3341955" y="316640"/>
                    <a:pt x="3350567" y="296933"/>
                    <a:pt x="3353382" y="276729"/>
                  </a:cubicBezTo>
                  <a:cubicBezTo>
                    <a:pt x="3353382" y="276729"/>
                    <a:pt x="3376899" y="303226"/>
                    <a:pt x="3368121" y="335850"/>
                  </a:cubicBezTo>
                  <a:lnTo>
                    <a:pt x="3368121" y="336181"/>
                  </a:lnTo>
                  <a:lnTo>
                    <a:pt x="3399421" y="340653"/>
                  </a:lnTo>
                  <a:cubicBezTo>
                    <a:pt x="3399421" y="328067"/>
                    <a:pt x="3403230" y="309187"/>
                    <a:pt x="3419791" y="288652"/>
                  </a:cubicBezTo>
                  <a:cubicBezTo>
                    <a:pt x="3419791" y="288652"/>
                    <a:pt x="3409026" y="318296"/>
                    <a:pt x="3423599" y="344131"/>
                  </a:cubicBezTo>
                  <a:cubicBezTo>
                    <a:pt x="3427243" y="344627"/>
                    <a:pt x="3430721" y="345124"/>
                    <a:pt x="3434364" y="345621"/>
                  </a:cubicBezTo>
                  <a:cubicBezTo>
                    <a:pt x="3432874" y="322767"/>
                    <a:pt x="3432874" y="274907"/>
                    <a:pt x="3453077" y="244104"/>
                  </a:cubicBezTo>
                  <a:cubicBezTo>
                    <a:pt x="3453077" y="244104"/>
                    <a:pt x="3445128" y="306372"/>
                    <a:pt x="3467651" y="350092"/>
                  </a:cubicBezTo>
                  <a:cubicBezTo>
                    <a:pt x="3499116" y="327735"/>
                    <a:pt x="3514352" y="259174"/>
                    <a:pt x="3514352" y="259174"/>
                  </a:cubicBezTo>
                  <a:cubicBezTo>
                    <a:pt x="3528263" y="300576"/>
                    <a:pt x="3514352" y="346615"/>
                    <a:pt x="3514352" y="346615"/>
                  </a:cubicBezTo>
                  <a:cubicBezTo>
                    <a:pt x="3535219" y="348933"/>
                    <a:pt x="3553601" y="295939"/>
                    <a:pt x="3553601" y="295939"/>
                  </a:cubicBezTo>
                  <a:cubicBezTo>
                    <a:pt x="3560391" y="327073"/>
                    <a:pt x="3537372" y="351252"/>
                    <a:pt x="3537372" y="351252"/>
                  </a:cubicBezTo>
                  <a:cubicBezTo>
                    <a:pt x="3537372" y="351252"/>
                    <a:pt x="3538696" y="355392"/>
                    <a:pt x="3540518" y="361519"/>
                  </a:cubicBezTo>
                  <a:cubicBezTo>
                    <a:pt x="3547142" y="362679"/>
                    <a:pt x="3553766" y="363838"/>
                    <a:pt x="3560556" y="364832"/>
                  </a:cubicBezTo>
                  <a:cubicBezTo>
                    <a:pt x="3565028" y="319124"/>
                    <a:pt x="3592684" y="281862"/>
                    <a:pt x="3599474" y="273582"/>
                  </a:cubicBezTo>
                  <a:cubicBezTo>
                    <a:pt x="3570493" y="314984"/>
                    <a:pt x="3585397" y="356054"/>
                    <a:pt x="3592187" y="370131"/>
                  </a:cubicBezTo>
                  <a:cubicBezTo>
                    <a:pt x="3592849" y="370296"/>
                    <a:pt x="3593512" y="370462"/>
                    <a:pt x="3594174" y="370462"/>
                  </a:cubicBezTo>
                  <a:cubicBezTo>
                    <a:pt x="3588875" y="342475"/>
                    <a:pt x="3611066" y="316640"/>
                    <a:pt x="3611066" y="316640"/>
                  </a:cubicBezTo>
                  <a:cubicBezTo>
                    <a:pt x="3600799" y="351252"/>
                    <a:pt x="3622659" y="371952"/>
                    <a:pt x="3622659" y="371952"/>
                  </a:cubicBezTo>
                  <a:cubicBezTo>
                    <a:pt x="3623818" y="331710"/>
                    <a:pt x="3652634" y="311009"/>
                    <a:pt x="3652634" y="311009"/>
                  </a:cubicBezTo>
                  <a:cubicBezTo>
                    <a:pt x="3638723" y="335188"/>
                    <a:pt x="3645181" y="361188"/>
                    <a:pt x="3645181" y="361188"/>
                  </a:cubicBezTo>
                  <a:cubicBezTo>
                    <a:pt x="3645181" y="361188"/>
                    <a:pt x="3647168" y="371787"/>
                    <a:pt x="3651143" y="380067"/>
                  </a:cubicBezTo>
                  <a:cubicBezTo>
                    <a:pt x="3657602" y="381226"/>
                    <a:pt x="3664061" y="382220"/>
                    <a:pt x="3670519" y="383379"/>
                  </a:cubicBezTo>
                  <a:cubicBezTo>
                    <a:pt x="3672175" y="381226"/>
                    <a:pt x="3673831" y="378742"/>
                    <a:pt x="3675653" y="375430"/>
                  </a:cubicBezTo>
                  <a:cubicBezTo>
                    <a:pt x="3695526" y="337838"/>
                    <a:pt x="3681449" y="283022"/>
                    <a:pt x="3680455" y="278882"/>
                  </a:cubicBezTo>
                  <a:cubicBezTo>
                    <a:pt x="3707780" y="306703"/>
                    <a:pt x="3699832" y="378908"/>
                    <a:pt x="3699832" y="378908"/>
                  </a:cubicBezTo>
                  <a:cubicBezTo>
                    <a:pt x="3717054" y="367316"/>
                    <a:pt x="3722851" y="309850"/>
                    <a:pt x="3722851" y="309850"/>
                  </a:cubicBezTo>
                  <a:cubicBezTo>
                    <a:pt x="3731628" y="343965"/>
                    <a:pt x="3725169" y="373609"/>
                    <a:pt x="3718379" y="392157"/>
                  </a:cubicBezTo>
                  <a:cubicBezTo>
                    <a:pt x="3728316" y="393978"/>
                    <a:pt x="3738252" y="395800"/>
                    <a:pt x="3748188" y="397621"/>
                  </a:cubicBezTo>
                  <a:cubicBezTo>
                    <a:pt x="3740736" y="330717"/>
                    <a:pt x="3782635" y="298257"/>
                    <a:pt x="3782635" y="298257"/>
                  </a:cubicBezTo>
                  <a:cubicBezTo>
                    <a:pt x="3747029" y="353570"/>
                    <a:pt x="3778329" y="386029"/>
                    <a:pt x="3778329" y="386029"/>
                  </a:cubicBezTo>
                  <a:lnTo>
                    <a:pt x="3784953" y="345455"/>
                  </a:lnTo>
                  <a:lnTo>
                    <a:pt x="3793068" y="390335"/>
                  </a:lnTo>
                  <a:lnTo>
                    <a:pt x="3815591" y="410208"/>
                  </a:lnTo>
                  <a:cubicBezTo>
                    <a:pt x="3816915" y="410539"/>
                    <a:pt x="3818075" y="410704"/>
                    <a:pt x="3819400" y="411036"/>
                  </a:cubicBezTo>
                  <a:cubicBezTo>
                    <a:pt x="3822380" y="353736"/>
                    <a:pt x="3864445" y="316640"/>
                    <a:pt x="3864445" y="316640"/>
                  </a:cubicBezTo>
                  <a:cubicBezTo>
                    <a:pt x="3834470" y="354729"/>
                    <a:pt x="3847221" y="406896"/>
                    <a:pt x="3847221" y="406896"/>
                  </a:cubicBezTo>
                  <a:cubicBezTo>
                    <a:pt x="3847221" y="406896"/>
                    <a:pt x="3849705" y="411533"/>
                    <a:pt x="3853515" y="417825"/>
                  </a:cubicBezTo>
                  <a:cubicBezTo>
                    <a:pt x="3861298" y="419316"/>
                    <a:pt x="3868916" y="420972"/>
                    <a:pt x="3876699" y="422628"/>
                  </a:cubicBezTo>
                  <a:cubicBezTo>
                    <a:pt x="3873222" y="369137"/>
                    <a:pt x="3923235" y="304054"/>
                    <a:pt x="3923235" y="304054"/>
                  </a:cubicBezTo>
                  <a:cubicBezTo>
                    <a:pt x="3923235" y="304054"/>
                    <a:pt x="3901540" y="408717"/>
                    <a:pt x="3920419" y="431571"/>
                  </a:cubicBezTo>
                  <a:cubicBezTo>
                    <a:pt x="3925388" y="432730"/>
                    <a:pt x="3930356" y="433724"/>
                    <a:pt x="3935324" y="434718"/>
                  </a:cubicBezTo>
                  <a:cubicBezTo>
                    <a:pt x="3935986" y="434552"/>
                    <a:pt x="3936483" y="434386"/>
                    <a:pt x="3936980" y="434221"/>
                  </a:cubicBezTo>
                  <a:cubicBezTo>
                    <a:pt x="3981860" y="413354"/>
                    <a:pt x="3983019" y="298257"/>
                    <a:pt x="3983019" y="298257"/>
                  </a:cubicBezTo>
                  <a:cubicBezTo>
                    <a:pt x="4003554" y="363838"/>
                    <a:pt x="3991796" y="412030"/>
                    <a:pt x="3976063" y="443163"/>
                  </a:cubicBezTo>
                  <a:cubicBezTo>
                    <a:pt x="3980866" y="444157"/>
                    <a:pt x="3985668" y="445151"/>
                    <a:pt x="3990471" y="446144"/>
                  </a:cubicBezTo>
                  <a:cubicBezTo>
                    <a:pt x="4000573" y="448297"/>
                    <a:pt x="4010509" y="450616"/>
                    <a:pt x="4020446" y="452934"/>
                  </a:cubicBezTo>
                  <a:cubicBezTo>
                    <a:pt x="4019783" y="397125"/>
                    <a:pt x="4042969" y="354729"/>
                    <a:pt x="4042969" y="354729"/>
                  </a:cubicBezTo>
                  <a:cubicBezTo>
                    <a:pt x="4024918" y="397787"/>
                    <a:pt x="4043631" y="439355"/>
                    <a:pt x="4057542" y="461380"/>
                  </a:cubicBezTo>
                  <a:cubicBezTo>
                    <a:pt x="4060357" y="462043"/>
                    <a:pt x="4063173" y="462705"/>
                    <a:pt x="4065988" y="463367"/>
                  </a:cubicBezTo>
                  <a:cubicBezTo>
                    <a:pt x="4063338" y="453431"/>
                    <a:pt x="4061848" y="443991"/>
                    <a:pt x="4061848" y="435380"/>
                  </a:cubicBezTo>
                  <a:cubicBezTo>
                    <a:pt x="4061848" y="367316"/>
                    <a:pt x="4131899" y="299417"/>
                    <a:pt x="4136371" y="295111"/>
                  </a:cubicBezTo>
                  <a:cubicBezTo>
                    <a:pt x="4086689" y="378908"/>
                    <a:pt x="4122956" y="462539"/>
                    <a:pt x="4122956" y="462539"/>
                  </a:cubicBezTo>
                  <a:lnTo>
                    <a:pt x="4156906" y="374271"/>
                  </a:lnTo>
                  <a:cubicBezTo>
                    <a:pt x="4156906" y="374271"/>
                    <a:pt x="4147797" y="494336"/>
                    <a:pt x="4181912" y="460386"/>
                  </a:cubicBezTo>
                  <a:cubicBezTo>
                    <a:pt x="4215863" y="426437"/>
                    <a:pt x="4181912" y="344793"/>
                    <a:pt x="4181912" y="344793"/>
                  </a:cubicBezTo>
                  <a:cubicBezTo>
                    <a:pt x="4240041" y="375927"/>
                    <a:pt x="4223811" y="452934"/>
                    <a:pt x="4220830" y="465520"/>
                  </a:cubicBezTo>
                  <a:lnTo>
                    <a:pt x="4238550" y="410539"/>
                  </a:lnTo>
                  <a:lnTo>
                    <a:pt x="4261901" y="510234"/>
                  </a:lnTo>
                  <a:cubicBezTo>
                    <a:pt x="4261901" y="510234"/>
                    <a:pt x="4262729" y="510400"/>
                    <a:pt x="4263225" y="510565"/>
                  </a:cubicBezTo>
                  <a:cubicBezTo>
                    <a:pt x="4261072" y="450781"/>
                    <a:pt x="4318042" y="387354"/>
                    <a:pt x="4321520" y="383545"/>
                  </a:cubicBezTo>
                  <a:cubicBezTo>
                    <a:pt x="4287239" y="460386"/>
                    <a:pt x="4322347" y="505597"/>
                    <a:pt x="4322347" y="505597"/>
                  </a:cubicBezTo>
                  <a:cubicBezTo>
                    <a:pt x="4315557" y="458068"/>
                    <a:pt x="4372194" y="415010"/>
                    <a:pt x="4372194" y="415010"/>
                  </a:cubicBezTo>
                  <a:cubicBezTo>
                    <a:pt x="4372194" y="415010"/>
                    <a:pt x="4324500" y="517024"/>
                    <a:pt x="4372194" y="507915"/>
                  </a:cubicBezTo>
                  <a:cubicBezTo>
                    <a:pt x="4419724" y="498807"/>
                    <a:pt x="4432475" y="383379"/>
                    <a:pt x="4432475" y="383379"/>
                  </a:cubicBezTo>
                  <a:cubicBezTo>
                    <a:pt x="4453342" y="437698"/>
                    <a:pt x="4434297" y="504107"/>
                    <a:pt x="4432641" y="509572"/>
                  </a:cubicBezTo>
                  <a:lnTo>
                    <a:pt x="4478680" y="451278"/>
                  </a:lnTo>
                  <a:lnTo>
                    <a:pt x="4458144" y="532756"/>
                  </a:lnTo>
                  <a:cubicBezTo>
                    <a:pt x="4458144" y="532756"/>
                    <a:pt x="4465597" y="550145"/>
                    <a:pt x="4474374" y="565878"/>
                  </a:cubicBezTo>
                  <a:cubicBezTo>
                    <a:pt x="4484145" y="568693"/>
                    <a:pt x="4493915" y="571508"/>
                    <a:pt x="4503686" y="574158"/>
                  </a:cubicBezTo>
                  <a:cubicBezTo>
                    <a:pt x="4504349" y="567368"/>
                    <a:pt x="4504349" y="558260"/>
                    <a:pt x="4503521" y="546502"/>
                  </a:cubicBezTo>
                  <a:cubicBezTo>
                    <a:pt x="4496898" y="441011"/>
                    <a:pt x="4558668" y="386692"/>
                    <a:pt x="4562311" y="383545"/>
                  </a:cubicBezTo>
                  <a:cubicBezTo>
                    <a:pt x="4510311" y="471813"/>
                    <a:pt x="4544260" y="555444"/>
                    <a:pt x="4544260" y="555444"/>
                  </a:cubicBezTo>
                  <a:lnTo>
                    <a:pt x="4566948" y="496654"/>
                  </a:lnTo>
                  <a:lnTo>
                    <a:pt x="4584999" y="578133"/>
                  </a:lnTo>
                  <a:cubicBezTo>
                    <a:pt x="4587318" y="519011"/>
                    <a:pt x="4655382" y="468170"/>
                    <a:pt x="4659688" y="465023"/>
                  </a:cubicBezTo>
                  <a:cubicBezTo>
                    <a:pt x="4612325" y="519342"/>
                    <a:pt x="4630376" y="587241"/>
                    <a:pt x="4630376" y="587241"/>
                  </a:cubicBezTo>
                  <a:cubicBezTo>
                    <a:pt x="4650083" y="543356"/>
                    <a:pt x="4706057" y="520667"/>
                    <a:pt x="4709536" y="519342"/>
                  </a:cubicBezTo>
                  <a:cubicBezTo>
                    <a:pt x="4706554" y="523814"/>
                    <a:pt x="4655714" y="599331"/>
                    <a:pt x="4663828" y="619700"/>
                  </a:cubicBezTo>
                  <a:cubicBezTo>
                    <a:pt x="4668796" y="621025"/>
                    <a:pt x="4673599" y="622515"/>
                    <a:pt x="4678401" y="623840"/>
                  </a:cubicBezTo>
                  <a:cubicBezTo>
                    <a:pt x="4681051" y="623343"/>
                    <a:pt x="4683701" y="622515"/>
                    <a:pt x="4687013" y="621190"/>
                  </a:cubicBezTo>
                  <a:cubicBezTo>
                    <a:pt x="4752759" y="594031"/>
                    <a:pt x="4746963" y="451278"/>
                    <a:pt x="4746963" y="451278"/>
                  </a:cubicBezTo>
                  <a:cubicBezTo>
                    <a:pt x="4795485" y="503444"/>
                    <a:pt x="4746963" y="605458"/>
                    <a:pt x="4746963" y="605458"/>
                  </a:cubicBezTo>
                  <a:cubicBezTo>
                    <a:pt x="4746963" y="605458"/>
                    <a:pt x="4749778" y="623675"/>
                    <a:pt x="4752593" y="645700"/>
                  </a:cubicBezTo>
                  <a:cubicBezTo>
                    <a:pt x="4754582" y="646197"/>
                    <a:pt x="4756733" y="646860"/>
                    <a:pt x="4758722" y="647522"/>
                  </a:cubicBezTo>
                  <a:cubicBezTo>
                    <a:pt x="4759052" y="644707"/>
                    <a:pt x="4759218" y="642223"/>
                    <a:pt x="4759549" y="639242"/>
                  </a:cubicBezTo>
                  <a:cubicBezTo>
                    <a:pt x="4766173" y="560247"/>
                    <a:pt x="4838543" y="513215"/>
                    <a:pt x="4843180" y="510400"/>
                  </a:cubicBezTo>
                  <a:cubicBezTo>
                    <a:pt x="4779918" y="582770"/>
                    <a:pt x="4804759" y="648350"/>
                    <a:pt x="4804759" y="648350"/>
                  </a:cubicBezTo>
                  <a:cubicBezTo>
                    <a:pt x="4834237" y="598502"/>
                    <a:pt x="4895347" y="582604"/>
                    <a:pt x="4895347" y="582604"/>
                  </a:cubicBezTo>
                  <a:cubicBezTo>
                    <a:pt x="4895347" y="582604"/>
                    <a:pt x="4827447" y="659611"/>
                    <a:pt x="4868186" y="665408"/>
                  </a:cubicBezTo>
                  <a:cubicBezTo>
                    <a:pt x="4909092" y="671204"/>
                    <a:pt x="4943042" y="578133"/>
                    <a:pt x="4943042" y="578133"/>
                  </a:cubicBezTo>
                  <a:cubicBezTo>
                    <a:pt x="4945193" y="630299"/>
                    <a:pt x="4918863" y="659280"/>
                    <a:pt x="4918863" y="659280"/>
                  </a:cubicBezTo>
                  <a:cubicBezTo>
                    <a:pt x="4918863" y="659280"/>
                    <a:pt x="4895347" y="674847"/>
                    <a:pt x="4885078" y="685777"/>
                  </a:cubicBezTo>
                  <a:cubicBezTo>
                    <a:pt x="4892365" y="688096"/>
                    <a:pt x="4899817" y="690249"/>
                    <a:pt x="4907270" y="692567"/>
                  </a:cubicBezTo>
                  <a:cubicBezTo>
                    <a:pt x="4910748" y="691573"/>
                    <a:pt x="4914556" y="690580"/>
                    <a:pt x="4918863" y="689089"/>
                  </a:cubicBezTo>
                  <a:cubicBezTo>
                    <a:pt x="5005807" y="661930"/>
                    <a:pt x="5026838" y="501125"/>
                    <a:pt x="5026838" y="501125"/>
                  </a:cubicBezTo>
                  <a:cubicBezTo>
                    <a:pt x="5087947" y="634770"/>
                    <a:pt x="4995041" y="710784"/>
                    <a:pt x="4995041" y="710784"/>
                  </a:cubicBezTo>
                  <a:cubicBezTo>
                    <a:pt x="5074367" y="711943"/>
                    <a:pt x="5115106" y="627980"/>
                    <a:pt x="5115106" y="627980"/>
                  </a:cubicBezTo>
                  <a:cubicBezTo>
                    <a:pt x="5115106" y="714096"/>
                    <a:pt x="5072048" y="738937"/>
                    <a:pt x="5072048" y="738937"/>
                  </a:cubicBezTo>
                  <a:cubicBezTo>
                    <a:pt x="5072048" y="738937"/>
                    <a:pt x="5074202" y="741587"/>
                    <a:pt x="5077680" y="745727"/>
                  </a:cubicBezTo>
                  <a:cubicBezTo>
                    <a:pt x="5105832" y="754835"/>
                    <a:pt x="5134151" y="763944"/>
                    <a:pt x="5162304" y="772886"/>
                  </a:cubicBezTo>
                  <a:cubicBezTo>
                    <a:pt x="5144087" y="675013"/>
                    <a:pt x="5203540" y="591712"/>
                    <a:pt x="5203540" y="591712"/>
                  </a:cubicBezTo>
                  <a:cubicBezTo>
                    <a:pt x="5174062" y="686936"/>
                    <a:pt x="5239808" y="768415"/>
                    <a:pt x="5239808" y="768415"/>
                  </a:cubicBezTo>
                  <a:lnTo>
                    <a:pt x="5246267" y="766593"/>
                  </a:lnTo>
                  <a:cubicBezTo>
                    <a:pt x="5265146" y="704988"/>
                    <a:pt x="5322778" y="662592"/>
                    <a:pt x="5326420" y="660108"/>
                  </a:cubicBezTo>
                  <a:cubicBezTo>
                    <a:pt x="5323108" y="666898"/>
                    <a:pt x="5244115" y="827371"/>
                    <a:pt x="5326586" y="799880"/>
                  </a:cubicBezTo>
                  <a:cubicBezTo>
                    <a:pt x="5410879" y="771727"/>
                    <a:pt x="5408396" y="680312"/>
                    <a:pt x="5408396" y="680312"/>
                  </a:cubicBezTo>
                  <a:cubicBezTo>
                    <a:pt x="5434230" y="772555"/>
                    <a:pt x="5354574" y="829855"/>
                    <a:pt x="5354574" y="829855"/>
                  </a:cubicBezTo>
                  <a:cubicBezTo>
                    <a:pt x="5354574" y="829855"/>
                    <a:pt x="5366166" y="834658"/>
                    <a:pt x="5385376" y="845091"/>
                  </a:cubicBezTo>
                  <a:cubicBezTo>
                    <a:pt x="5396306" y="848734"/>
                    <a:pt x="5407402" y="852378"/>
                    <a:pt x="5418332" y="855855"/>
                  </a:cubicBezTo>
                  <a:cubicBezTo>
                    <a:pt x="5434728" y="771065"/>
                    <a:pt x="5526474" y="709790"/>
                    <a:pt x="5526474" y="709790"/>
                  </a:cubicBezTo>
                  <a:cubicBezTo>
                    <a:pt x="5474141" y="766428"/>
                    <a:pt x="5476460" y="832339"/>
                    <a:pt x="5488218" y="878875"/>
                  </a:cubicBezTo>
                  <a:lnTo>
                    <a:pt x="5517033" y="888314"/>
                  </a:lnTo>
                  <a:cubicBezTo>
                    <a:pt x="5535581" y="833167"/>
                    <a:pt x="5591722" y="801867"/>
                    <a:pt x="5595200" y="800046"/>
                  </a:cubicBezTo>
                  <a:cubicBezTo>
                    <a:pt x="5593378" y="804517"/>
                    <a:pt x="5564397" y="876059"/>
                    <a:pt x="5563735" y="903716"/>
                  </a:cubicBezTo>
                  <a:cubicBezTo>
                    <a:pt x="5569034" y="905537"/>
                    <a:pt x="5574499" y="907193"/>
                    <a:pt x="5579798" y="909015"/>
                  </a:cubicBezTo>
                  <a:cubicBezTo>
                    <a:pt x="5611595" y="882518"/>
                    <a:pt x="5644551" y="780008"/>
                    <a:pt x="5644551" y="780008"/>
                  </a:cubicBezTo>
                  <a:cubicBezTo>
                    <a:pt x="5650844" y="821906"/>
                    <a:pt x="5635277" y="904213"/>
                    <a:pt x="5630971" y="925907"/>
                  </a:cubicBezTo>
                  <a:cubicBezTo>
                    <a:pt x="5632461" y="926238"/>
                    <a:pt x="5633952" y="926735"/>
                    <a:pt x="5635277" y="927232"/>
                  </a:cubicBezTo>
                  <a:cubicBezTo>
                    <a:pt x="5688602" y="882352"/>
                    <a:pt x="5685124" y="704656"/>
                    <a:pt x="5685124" y="704656"/>
                  </a:cubicBezTo>
                  <a:cubicBezTo>
                    <a:pt x="5738118" y="772389"/>
                    <a:pt x="5715265" y="876225"/>
                    <a:pt x="5698042" y="929716"/>
                  </a:cubicBezTo>
                  <a:cubicBezTo>
                    <a:pt x="5721558" y="882518"/>
                    <a:pt x="5766437" y="835320"/>
                    <a:pt x="5766437" y="835320"/>
                  </a:cubicBezTo>
                  <a:cubicBezTo>
                    <a:pt x="5742590" y="876556"/>
                    <a:pt x="5746068" y="928557"/>
                    <a:pt x="5757163" y="967309"/>
                  </a:cubicBezTo>
                  <a:cubicBezTo>
                    <a:pt x="5770080" y="971614"/>
                    <a:pt x="5782998" y="975754"/>
                    <a:pt x="5795915" y="980060"/>
                  </a:cubicBezTo>
                  <a:cubicBezTo>
                    <a:pt x="5800552" y="894607"/>
                    <a:pt x="5903559" y="805676"/>
                    <a:pt x="5910018" y="800212"/>
                  </a:cubicBezTo>
                  <a:cubicBezTo>
                    <a:pt x="5829533" y="885002"/>
                    <a:pt x="5862489" y="971449"/>
                    <a:pt x="5883355" y="1008545"/>
                  </a:cubicBezTo>
                  <a:cubicBezTo>
                    <a:pt x="5887164" y="1009704"/>
                    <a:pt x="5890808" y="1011029"/>
                    <a:pt x="5894617" y="1012188"/>
                  </a:cubicBezTo>
                  <a:cubicBezTo>
                    <a:pt x="5895279" y="949920"/>
                    <a:pt x="5957216" y="894276"/>
                    <a:pt x="5961191" y="890798"/>
                  </a:cubicBezTo>
                  <a:cubicBezTo>
                    <a:pt x="5958707" y="896263"/>
                    <a:pt x="5896935" y="1026761"/>
                    <a:pt x="5961191" y="1002417"/>
                  </a:cubicBezTo>
                  <a:cubicBezTo>
                    <a:pt x="6027102" y="977576"/>
                    <a:pt x="6020643" y="872250"/>
                    <a:pt x="6020643" y="872250"/>
                  </a:cubicBezTo>
                  <a:cubicBezTo>
                    <a:pt x="6072147" y="968137"/>
                    <a:pt x="6020643" y="1048290"/>
                    <a:pt x="6020643" y="1048290"/>
                  </a:cubicBezTo>
                  <a:cubicBezTo>
                    <a:pt x="6108415" y="1014175"/>
                    <a:pt x="6117854" y="877715"/>
                    <a:pt x="6117854" y="877715"/>
                  </a:cubicBezTo>
                  <a:cubicBezTo>
                    <a:pt x="6175486" y="962175"/>
                    <a:pt x="6128122" y="1066507"/>
                    <a:pt x="6119345" y="1084227"/>
                  </a:cubicBezTo>
                  <a:cubicBezTo>
                    <a:pt x="6120007" y="1084227"/>
                    <a:pt x="6120670" y="1084724"/>
                    <a:pt x="6121167" y="1084889"/>
                  </a:cubicBezTo>
                  <a:cubicBezTo>
                    <a:pt x="6190390" y="1035704"/>
                    <a:pt x="6181447" y="799880"/>
                    <a:pt x="6181447" y="799880"/>
                  </a:cubicBezTo>
                  <a:cubicBezTo>
                    <a:pt x="6278990" y="897423"/>
                    <a:pt x="6221358" y="1057896"/>
                    <a:pt x="6204798" y="1097641"/>
                  </a:cubicBezTo>
                  <a:cubicBezTo>
                    <a:pt x="6261435" y="976748"/>
                    <a:pt x="6341920" y="924913"/>
                    <a:pt x="6346889" y="921767"/>
                  </a:cubicBezTo>
                  <a:cubicBezTo>
                    <a:pt x="6277003" y="1013844"/>
                    <a:pt x="6299028" y="1105921"/>
                    <a:pt x="6313767" y="1145170"/>
                  </a:cubicBezTo>
                  <a:cubicBezTo>
                    <a:pt x="6316582" y="1145998"/>
                    <a:pt x="6319232" y="1146826"/>
                    <a:pt x="6321882" y="1147654"/>
                  </a:cubicBezTo>
                  <a:cubicBezTo>
                    <a:pt x="6323869" y="1087539"/>
                    <a:pt x="6376201" y="1018978"/>
                    <a:pt x="6376201" y="1018978"/>
                  </a:cubicBezTo>
                  <a:cubicBezTo>
                    <a:pt x="6376201" y="1018978"/>
                    <a:pt x="6378188" y="1113870"/>
                    <a:pt x="6395908" y="1170177"/>
                  </a:cubicBezTo>
                  <a:cubicBezTo>
                    <a:pt x="6416443" y="1176304"/>
                    <a:pt x="6436979" y="1182597"/>
                    <a:pt x="6457348" y="1188725"/>
                  </a:cubicBezTo>
                  <a:cubicBezTo>
                    <a:pt x="6495438" y="1130928"/>
                    <a:pt x="6446418" y="1008876"/>
                    <a:pt x="6444265" y="1003245"/>
                  </a:cubicBezTo>
                  <a:cubicBezTo>
                    <a:pt x="6526406" y="1065348"/>
                    <a:pt x="6517463" y="1203795"/>
                    <a:pt x="6517463" y="1203795"/>
                  </a:cubicBezTo>
                  <a:cubicBezTo>
                    <a:pt x="6544954" y="1075781"/>
                    <a:pt x="6658726" y="999271"/>
                    <a:pt x="6672802" y="990162"/>
                  </a:cubicBezTo>
                  <a:cubicBezTo>
                    <a:pt x="6558534" y="1074291"/>
                    <a:pt x="6591324" y="1205782"/>
                    <a:pt x="6598942" y="1231286"/>
                  </a:cubicBezTo>
                  <a:cubicBezTo>
                    <a:pt x="6599936" y="1231617"/>
                    <a:pt x="6600763" y="1231783"/>
                    <a:pt x="6601592" y="1232114"/>
                  </a:cubicBezTo>
                  <a:cubicBezTo>
                    <a:pt x="6632891" y="1116520"/>
                    <a:pt x="6760905" y="1111552"/>
                    <a:pt x="6760905" y="1111552"/>
                  </a:cubicBezTo>
                  <a:cubicBezTo>
                    <a:pt x="6760905" y="1111552"/>
                    <a:pt x="6696153" y="1194686"/>
                    <a:pt x="6676280" y="1254139"/>
                  </a:cubicBezTo>
                  <a:cubicBezTo>
                    <a:pt x="6713376" y="1264904"/>
                    <a:pt x="6750472" y="1275834"/>
                    <a:pt x="6787568" y="1286598"/>
                  </a:cubicBezTo>
                  <a:cubicBezTo>
                    <a:pt x="6899352" y="1219196"/>
                    <a:pt x="6865072" y="1061373"/>
                    <a:pt x="6863416" y="1053424"/>
                  </a:cubicBezTo>
                  <a:cubicBezTo>
                    <a:pt x="6930486" y="1117348"/>
                    <a:pt x="6930321" y="1220356"/>
                    <a:pt x="6923862" y="1278152"/>
                  </a:cubicBezTo>
                  <a:cubicBezTo>
                    <a:pt x="6954003" y="1178788"/>
                    <a:pt x="7069927" y="1060711"/>
                    <a:pt x="7077214" y="1053424"/>
                  </a:cubicBezTo>
                  <a:cubicBezTo>
                    <a:pt x="6980499" y="1194190"/>
                    <a:pt x="7023060" y="1330981"/>
                    <a:pt x="7032169" y="1355822"/>
                  </a:cubicBezTo>
                  <a:cubicBezTo>
                    <a:pt x="7032831" y="1356153"/>
                    <a:pt x="7033494" y="1356319"/>
                    <a:pt x="7034156" y="1356484"/>
                  </a:cubicBezTo>
                  <a:cubicBezTo>
                    <a:pt x="7041608" y="1281133"/>
                    <a:pt x="7136335" y="1189387"/>
                    <a:pt x="7141304" y="1184916"/>
                  </a:cubicBezTo>
                  <a:cubicBezTo>
                    <a:pt x="7138488" y="1192865"/>
                    <a:pt x="7069265" y="1383478"/>
                    <a:pt x="7141469" y="1345223"/>
                  </a:cubicBezTo>
                  <a:cubicBezTo>
                    <a:pt x="7215330" y="1306306"/>
                    <a:pt x="7231559" y="1165043"/>
                    <a:pt x="7231559" y="1165043"/>
                  </a:cubicBezTo>
                  <a:cubicBezTo>
                    <a:pt x="7288363" y="1286929"/>
                    <a:pt x="7231559" y="1369733"/>
                    <a:pt x="7231559" y="1369733"/>
                  </a:cubicBezTo>
                  <a:cubicBezTo>
                    <a:pt x="7337051" y="1311274"/>
                    <a:pt x="7359904" y="1096979"/>
                    <a:pt x="7359904" y="1096979"/>
                  </a:cubicBezTo>
                  <a:cubicBezTo>
                    <a:pt x="7442708" y="1286929"/>
                    <a:pt x="7320987" y="1418421"/>
                    <a:pt x="7320987" y="1418421"/>
                  </a:cubicBezTo>
                  <a:lnTo>
                    <a:pt x="7310057" y="1431835"/>
                  </a:lnTo>
                  <a:cubicBezTo>
                    <a:pt x="7328936" y="1436803"/>
                    <a:pt x="7347649" y="1441938"/>
                    <a:pt x="7366363" y="1446906"/>
                  </a:cubicBezTo>
                  <a:cubicBezTo>
                    <a:pt x="7389217" y="1429186"/>
                    <a:pt x="7486263" y="1346216"/>
                    <a:pt x="7470530" y="1226317"/>
                  </a:cubicBezTo>
                  <a:cubicBezTo>
                    <a:pt x="7470530" y="1226317"/>
                    <a:pt x="7529982" y="1344395"/>
                    <a:pt x="7472351" y="1450549"/>
                  </a:cubicBezTo>
                  <a:lnTo>
                    <a:pt x="7535447" y="1373873"/>
                  </a:lnTo>
                  <a:lnTo>
                    <a:pt x="7535447" y="1458332"/>
                  </a:lnTo>
                  <a:cubicBezTo>
                    <a:pt x="7535447" y="1458332"/>
                    <a:pt x="7600365" y="1430014"/>
                    <a:pt x="7600365" y="1320713"/>
                  </a:cubicBezTo>
                  <a:cubicBezTo>
                    <a:pt x="7600365" y="1320713"/>
                    <a:pt x="7645410" y="1450715"/>
                    <a:pt x="7607155" y="1509505"/>
                  </a:cubicBezTo>
                  <a:cubicBezTo>
                    <a:pt x="7611295" y="1510498"/>
                    <a:pt x="7615436" y="1511492"/>
                    <a:pt x="7619576" y="1512651"/>
                  </a:cubicBezTo>
                  <a:lnTo>
                    <a:pt x="7682009" y="1493441"/>
                  </a:lnTo>
                  <a:cubicBezTo>
                    <a:pt x="7682009" y="1493441"/>
                    <a:pt x="7644747" y="1273515"/>
                    <a:pt x="7807043" y="1179119"/>
                  </a:cubicBezTo>
                  <a:cubicBezTo>
                    <a:pt x="7807043" y="1179119"/>
                    <a:pt x="7685984" y="1406332"/>
                    <a:pt x="7768622" y="1518448"/>
                  </a:cubicBezTo>
                  <a:cubicBezTo>
                    <a:pt x="7768622" y="1518448"/>
                    <a:pt x="7762660" y="1400536"/>
                    <a:pt x="7842482" y="1348866"/>
                  </a:cubicBezTo>
                  <a:cubicBezTo>
                    <a:pt x="7842482" y="1348866"/>
                    <a:pt x="7809360" y="1469428"/>
                    <a:pt x="7877425" y="1539645"/>
                  </a:cubicBezTo>
                  <a:lnTo>
                    <a:pt x="7913196" y="1403351"/>
                  </a:lnTo>
                  <a:lnTo>
                    <a:pt x="7955095" y="1557696"/>
                  </a:lnTo>
                  <a:lnTo>
                    <a:pt x="7978114" y="1459492"/>
                  </a:lnTo>
                  <a:cubicBezTo>
                    <a:pt x="7978114" y="1459492"/>
                    <a:pt x="8009745" y="1553722"/>
                    <a:pt x="8047006" y="1578894"/>
                  </a:cubicBezTo>
                  <a:cubicBezTo>
                    <a:pt x="8047006" y="1578894"/>
                    <a:pt x="8113911" y="1542129"/>
                    <a:pt x="8107950" y="1435810"/>
                  </a:cubicBezTo>
                  <a:cubicBezTo>
                    <a:pt x="8107950" y="1435810"/>
                    <a:pt x="8158625" y="1577238"/>
                    <a:pt x="8099669" y="1630232"/>
                  </a:cubicBezTo>
                  <a:cubicBezTo>
                    <a:pt x="8101656" y="1630563"/>
                    <a:pt x="8103644" y="1631060"/>
                    <a:pt x="8105631" y="1631557"/>
                  </a:cubicBezTo>
                  <a:cubicBezTo>
                    <a:pt x="8141567" y="1622614"/>
                    <a:pt x="8268257" y="1578728"/>
                    <a:pt x="8255505" y="1406332"/>
                  </a:cubicBezTo>
                  <a:cubicBezTo>
                    <a:pt x="8255505" y="1406332"/>
                    <a:pt x="8316117" y="1580053"/>
                    <a:pt x="8256664" y="1651098"/>
                  </a:cubicBezTo>
                  <a:cubicBezTo>
                    <a:pt x="8260638" y="1649939"/>
                    <a:pt x="8324066" y="1627914"/>
                    <a:pt x="8347086" y="1547926"/>
                  </a:cubicBezTo>
                  <a:cubicBezTo>
                    <a:pt x="8347086" y="1547926"/>
                    <a:pt x="8386996" y="1642321"/>
                    <a:pt x="8348576" y="1687532"/>
                  </a:cubicBezTo>
                  <a:cubicBezTo>
                    <a:pt x="8359672" y="1690016"/>
                    <a:pt x="8370602" y="1692500"/>
                    <a:pt x="8381532" y="1694985"/>
                  </a:cubicBezTo>
                  <a:cubicBezTo>
                    <a:pt x="8410844" y="1683889"/>
                    <a:pt x="8444628" y="1667991"/>
                    <a:pt x="8444628" y="1667991"/>
                  </a:cubicBezTo>
                  <a:cubicBezTo>
                    <a:pt x="8444628" y="1667991"/>
                    <a:pt x="8397099" y="1516129"/>
                    <a:pt x="8509380" y="1442103"/>
                  </a:cubicBezTo>
                  <a:cubicBezTo>
                    <a:pt x="8509380" y="1442103"/>
                    <a:pt x="8456220" y="1634703"/>
                    <a:pt x="8541839" y="1704921"/>
                  </a:cubicBezTo>
                  <a:cubicBezTo>
                    <a:pt x="8541839" y="1704921"/>
                    <a:pt x="8506399" y="1607047"/>
                    <a:pt x="8556579" y="1553887"/>
                  </a:cubicBezTo>
                  <a:cubicBezTo>
                    <a:pt x="8556579" y="1553887"/>
                    <a:pt x="8568502" y="1660538"/>
                    <a:pt x="8634744" y="1709061"/>
                  </a:cubicBezTo>
                  <a:cubicBezTo>
                    <a:pt x="8701153" y="1757584"/>
                    <a:pt x="8709929" y="1615825"/>
                    <a:pt x="8709929" y="1615825"/>
                  </a:cubicBezTo>
                  <a:cubicBezTo>
                    <a:pt x="8709929" y="1615825"/>
                    <a:pt x="8765077" y="1712704"/>
                    <a:pt x="8752490" y="1775138"/>
                  </a:cubicBezTo>
                  <a:cubicBezTo>
                    <a:pt x="8754809" y="1775635"/>
                    <a:pt x="8757128" y="1776132"/>
                    <a:pt x="8759611" y="1776629"/>
                  </a:cubicBezTo>
                  <a:cubicBezTo>
                    <a:pt x="8783293" y="1762386"/>
                    <a:pt x="8850530" y="1714194"/>
                    <a:pt x="8845727" y="1621786"/>
                  </a:cubicBezTo>
                  <a:cubicBezTo>
                    <a:pt x="8845727" y="1621786"/>
                    <a:pt x="8880174" y="1735392"/>
                    <a:pt x="8858479" y="1797164"/>
                  </a:cubicBezTo>
                  <a:cubicBezTo>
                    <a:pt x="8858975" y="1797164"/>
                    <a:pt x="8859473" y="1797329"/>
                    <a:pt x="8859969" y="1797329"/>
                  </a:cubicBezTo>
                  <a:lnTo>
                    <a:pt x="8913626" y="1713201"/>
                  </a:lnTo>
                  <a:lnTo>
                    <a:pt x="8913626" y="1795839"/>
                  </a:lnTo>
                  <a:lnTo>
                    <a:pt x="8957843" y="1645303"/>
                  </a:lnTo>
                  <a:lnTo>
                    <a:pt x="8975563" y="1819521"/>
                  </a:lnTo>
                  <a:cubicBezTo>
                    <a:pt x="8975563" y="1819521"/>
                    <a:pt x="9000073" y="1733902"/>
                    <a:pt x="9040978" y="1695481"/>
                  </a:cubicBezTo>
                  <a:cubicBezTo>
                    <a:pt x="9040978" y="1695481"/>
                    <a:pt x="9028722" y="1796170"/>
                    <a:pt x="9069959" y="1837406"/>
                  </a:cubicBezTo>
                  <a:cubicBezTo>
                    <a:pt x="9069959" y="1837406"/>
                    <a:pt x="9152431" y="1772323"/>
                    <a:pt x="9102583" y="1574920"/>
                  </a:cubicBezTo>
                  <a:cubicBezTo>
                    <a:pt x="9106889" y="1581047"/>
                    <a:pt x="9184725" y="1695978"/>
                    <a:pt x="9162699" y="1818361"/>
                  </a:cubicBezTo>
                  <a:cubicBezTo>
                    <a:pt x="9161539" y="1824654"/>
                    <a:pt x="9160214" y="1830947"/>
                    <a:pt x="9158558" y="1837406"/>
                  </a:cubicBezTo>
                  <a:cubicBezTo>
                    <a:pt x="9158558" y="1837406"/>
                    <a:pt x="9238215" y="1763380"/>
                    <a:pt x="9223476" y="1660207"/>
                  </a:cubicBezTo>
                  <a:cubicBezTo>
                    <a:pt x="9223476" y="1660207"/>
                    <a:pt x="9274317" y="1763711"/>
                    <a:pt x="9225297" y="1837406"/>
                  </a:cubicBezTo>
                  <a:lnTo>
                    <a:pt x="9288393" y="1857776"/>
                  </a:lnTo>
                  <a:cubicBezTo>
                    <a:pt x="9288393" y="1857776"/>
                    <a:pt x="9294190" y="1757584"/>
                    <a:pt x="9362089" y="1716182"/>
                  </a:cubicBezTo>
                  <a:cubicBezTo>
                    <a:pt x="9362089" y="1716182"/>
                    <a:pt x="9320853" y="1807597"/>
                    <a:pt x="9344369" y="1857776"/>
                  </a:cubicBezTo>
                  <a:cubicBezTo>
                    <a:pt x="9344369" y="1857776"/>
                    <a:pt x="9355961" y="1795011"/>
                    <a:pt x="9390076" y="1762055"/>
                  </a:cubicBezTo>
                  <a:cubicBezTo>
                    <a:pt x="9384280" y="1773151"/>
                    <a:pt x="9390739" y="1844362"/>
                    <a:pt x="9405313" y="1882451"/>
                  </a:cubicBezTo>
                  <a:cubicBezTo>
                    <a:pt x="9433631" y="1875993"/>
                    <a:pt x="9491759" y="1854795"/>
                    <a:pt x="9491759" y="1791202"/>
                  </a:cubicBezTo>
                  <a:cubicBezTo>
                    <a:pt x="9491759" y="1791202"/>
                    <a:pt x="9506001" y="1873343"/>
                    <a:pt x="9483313" y="1916897"/>
                  </a:cubicBezTo>
                  <a:cubicBezTo>
                    <a:pt x="9495402" y="1919050"/>
                    <a:pt x="9507326" y="1921203"/>
                    <a:pt x="9519249" y="1923356"/>
                  </a:cubicBezTo>
                  <a:cubicBezTo>
                    <a:pt x="9530676" y="1917228"/>
                    <a:pt x="9539619" y="1912095"/>
                    <a:pt x="9539619" y="1912095"/>
                  </a:cubicBezTo>
                  <a:cubicBezTo>
                    <a:pt x="9539619" y="1912095"/>
                    <a:pt x="9636333" y="1821508"/>
                    <a:pt x="9568931" y="1677099"/>
                  </a:cubicBezTo>
                  <a:cubicBezTo>
                    <a:pt x="9574562" y="1682564"/>
                    <a:pt x="9690155" y="1798157"/>
                    <a:pt x="9618779" y="1926006"/>
                  </a:cubicBezTo>
                  <a:cubicBezTo>
                    <a:pt x="9615964" y="1930974"/>
                    <a:pt x="9613479" y="1935445"/>
                    <a:pt x="9611326" y="1939751"/>
                  </a:cubicBezTo>
                  <a:cubicBezTo>
                    <a:pt x="9625900" y="1942235"/>
                    <a:pt x="9640473" y="1944885"/>
                    <a:pt x="9655047" y="1947535"/>
                  </a:cubicBezTo>
                  <a:cubicBezTo>
                    <a:pt x="9659353" y="1943395"/>
                    <a:pt x="9662003" y="1940745"/>
                    <a:pt x="9662003" y="1940745"/>
                  </a:cubicBezTo>
                  <a:cubicBezTo>
                    <a:pt x="9662003" y="1940745"/>
                    <a:pt x="9652728" y="1833100"/>
                    <a:pt x="9722615" y="1784246"/>
                  </a:cubicBezTo>
                  <a:cubicBezTo>
                    <a:pt x="9722615" y="1784246"/>
                    <a:pt x="9703073" y="1905967"/>
                    <a:pt x="9758385" y="1950019"/>
                  </a:cubicBezTo>
                  <a:cubicBezTo>
                    <a:pt x="9758385" y="1950019"/>
                    <a:pt x="9745965" y="1886757"/>
                    <a:pt x="9776271" y="1842540"/>
                  </a:cubicBezTo>
                  <a:cubicBezTo>
                    <a:pt x="9776271" y="1842540"/>
                    <a:pt x="9787202" y="1939420"/>
                    <a:pt x="9836552" y="1963267"/>
                  </a:cubicBezTo>
                  <a:cubicBezTo>
                    <a:pt x="9885737" y="1986949"/>
                    <a:pt x="9878782" y="1865725"/>
                    <a:pt x="9878782" y="1865725"/>
                  </a:cubicBezTo>
                  <a:cubicBezTo>
                    <a:pt x="9878782" y="1865725"/>
                    <a:pt x="9919190" y="1944719"/>
                    <a:pt x="9903954" y="1989433"/>
                  </a:cubicBezTo>
                  <a:cubicBezTo>
                    <a:pt x="9905610" y="1989433"/>
                    <a:pt x="9907101" y="1989930"/>
                    <a:pt x="9908591" y="1990095"/>
                  </a:cubicBezTo>
                  <a:cubicBezTo>
                    <a:pt x="9925979" y="1970720"/>
                    <a:pt x="9960757" y="1915075"/>
                    <a:pt x="9930119" y="1801138"/>
                  </a:cubicBezTo>
                  <a:cubicBezTo>
                    <a:pt x="9930119" y="1801138"/>
                    <a:pt x="10015241" y="1887916"/>
                    <a:pt x="9998184" y="1979000"/>
                  </a:cubicBezTo>
                  <a:cubicBezTo>
                    <a:pt x="10006133" y="1956809"/>
                    <a:pt x="10025343" y="1921534"/>
                    <a:pt x="10069891" y="1907789"/>
                  </a:cubicBezTo>
                  <a:cubicBezTo>
                    <a:pt x="10069891" y="1907789"/>
                    <a:pt x="10038427" y="1963930"/>
                    <a:pt x="10057471" y="2013777"/>
                  </a:cubicBezTo>
                  <a:cubicBezTo>
                    <a:pt x="10076848" y="2016758"/>
                    <a:pt x="10096058" y="2019905"/>
                    <a:pt x="10115268" y="2022886"/>
                  </a:cubicBezTo>
                  <a:cubicBezTo>
                    <a:pt x="10131994" y="1991917"/>
                    <a:pt x="10142262" y="1942732"/>
                    <a:pt x="10142262" y="1942732"/>
                  </a:cubicBezTo>
                  <a:cubicBezTo>
                    <a:pt x="10142262" y="1942732"/>
                    <a:pt x="10164785" y="1998045"/>
                    <a:pt x="10159817" y="2030007"/>
                  </a:cubicBezTo>
                  <a:cubicBezTo>
                    <a:pt x="10161307" y="2030172"/>
                    <a:pt x="10162797" y="2030338"/>
                    <a:pt x="10164122" y="2030503"/>
                  </a:cubicBezTo>
                  <a:cubicBezTo>
                    <a:pt x="10181676" y="2012618"/>
                    <a:pt x="10231193" y="1948197"/>
                    <a:pt x="10172733" y="1842705"/>
                  </a:cubicBezTo>
                  <a:cubicBezTo>
                    <a:pt x="10177701" y="1846680"/>
                    <a:pt x="10262824" y="1917228"/>
                    <a:pt x="10245767" y="2039612"/>
                  </a:cubicBezTo>
                  <a:cubicBezTo>
                    <a:pt x="10284518" y="2004006"/>
                    <a:pt x="10361691" y="1907292"/>
                    <a:pt x="10319958" y="1728934"/>
                  </a:cubicBezTo>
                  <a:cubicBezTo>
                    <a:pt x="10323871" y="1736759"/>
                    <a:pt x="10394602" y="1884055"/>
                    <a:pt x="10371841" y="2007627"/>
                  </a:cubicBezTo>
                  <a:lnTo>
                    <a:pt x="10360265" y="2044670"/>
                  </a:lnTo>
                  <a:lnTo>
                    <a:pt x="0" y="2044670"/>
                  </a:lnTo>
                  <a:lnTo>
                    <a:pt x="0" y="328095"/>
                  </a:lnTo>
                  <a:lnTo>
                    <a:pt x="13442" y="300926"/>
                  </a:lnTo>
                  <a:cubicBezTo>
                    <a:pt x="41528" y="217017"/>
                    <a:pt x="18892" y="90421"/>
                    <a:pt x="18892" y="90421"/>
                  </a:cubicBezTo>
                  <a:cubicBezTo>
                    <a:pt x="106498" y="178689"/>
                    <a:pt x="64268" y="327404"/>
                    <a:pt x="64268" y="327404"/>
                  </a:cubicBezTo>
                  <a:cubicBezTo>
                    <a:pt x="64268" y="327404"/>
                    <a:pt x="52179" y="353901"/>
                    <a:pt x="54497" y="370131"/>
                  </a:cubicBezTo>
                  <a:cubicBezTo>
                    <a:pt x="71058" y="368143"/>
                    <a:pt x="87619" y="366156"/>
                    <a:pt x="104345" y="364169"/>
                  </a:cubicBezTo>
                  <a:cubicBezTo>
                    <a:pt x="146740" y="317799"/>
                    <a:pt x="159161" y="186308"/>
                    <a:pt x="159161" y="186308"/>
                  </a:cubicBezTo>
                  <a:cubicBezTo>
                    <a:pt x="194104" y="269276"/>
                    <a:pt x="175390" y="329888"/>
                    <a:pt x="161810" y="357711"/>
                  </a:cubicBezTo>
                  <a:cubicBezTo>
                    <a:pt x="187479" y="354729"/>
                    <a:pt x="212983" y="351914"/>
                    <a:pt x="238652" y="349099"/>
                  </a:cubicBezTo>
                  <a:cubicBezTo>
                    <a:pt x="215964" y="269111"/>
                    <a:pt x="273264" y="188792"/>
                    <a:pt x="273264" y="188792"/>
                  </a:cubicBezTo>
                  <a:cubicBezTo>
                    <a:pt x="246435" y="268945"/>
                    <a:pt x="292805" y="342640"/>
                    <a:pt x="292805" y="342640"/>
                  </a:cubicBezTo>
                  <a:lnTo>
                    <a:pt x="293633" y="343137"/>
                  </a:lnTo>
                  <a:cubicBezTo>
                    <a:pt x="313340" y="340984"/>
                    <a:pt x="332882" y="338831"/>
                    <a:pt x="352424" y="336844"/>
                  </a:cubicBezTo>
                  <a:cubicBezTo>
                    <a:pt x="318805" y="214295"/>
                    <a:pt x="393328" y="105326"/>
                    <a:pt x="393328" y="105326"/>
                  </a:cubicBezTo>
                  <a:cubicBezTo>
                    <a:pt x="369647" y="217110"/>
                    <a:pt x="396475" y="287162"/>
                    <a:pt x="431749" y="328729"/>
                  </a:cubicBezTo>
                  <a:cubicBezTo>
                    <a:pt x="456921" y="326245"/>
                    <a:pt x="481928" y="323595"/>
                    <a:pt x="506935" y="321111"/>
                  </a:cubicBezTo>
                  <a:cubicBezTo>
                    <a:pt x="510081" y="289315"/>
                    <a:pt x="523330" y="256525"/>
                    <a:pt x="523330" y="256525"/>
                  </a:cubicBezTo>
                  <a:cubicBezTo>
                    <a:pt x="523330" y="256525"/>
                    <a:pt x="530948" y="289977"/>
                    <a:pt x="541878" y="317965"/>
                  </a:cubicBezTo>
                  <a:cubicBezTo>
                    <a:pt x="560757" y="316143"/>
                    <a:pt x="579470" y="314321"/>
                    <a:pt x="598184" y="312666"/>
                  </a:cubicBezTo>
                  <a:cubicBezTo>
                    <a:pt x="613254" y="273251"/>
                    <a:pt x="624019" y="220919"/>
                    <a:pt x="624019" y="220919"/>
                  </a:cubicBezTo>
                  <a:cubicBezTo>
                    <a:pt x="639751" y="249404"/>
                    <a:pt x="641904" y="284678"/>
                    <a:pt x="641076" y="308691"/>
                  </a:cubicBezTo>
                  <a:cubicBezTo>
                    <a:pt x="663930" y="306538"/>
                    <a:pt x="686949" y="304550"/>
                    <a:pt x="709803" y="302563"/>
                  </a:cubicBezTo>
                  <a:cubicBezTo>
                    <a:pt x="701026" y="184486"/>
                    <a:pt x="595865" y="0"/>
                    <a:pt x="595865" y="0"/>
                  </a:cubicBezTo>
                  <a:close/>
                </a:path>
              </a:pathLst>
            </a:custGeom>
            <a:gradFill>
              <a:gsLst>
                <a:gs pos="0">
                  <a:srgbClr val="7F905A"/>
                </a:gs>
                <a:gs pos="100000">
                  <a:srgbClr val="BDD377"/>
                </a:gs>
              </a:gsLst>
              <a:lin ang="21101917" scaled="1"/>
            </a:gradFill>
            <a:ln w="165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72237C57-BADA-A32E-1EF3-F1C537E576A2}"/>
                </a:ext>
              </a:extLst>
            </p:cNvPr>
            <p:cNvSpPr/>
            <p:nvPr/>
          </p:nvSpPr>
          <p:spPr>
            <a:xfrm>
              <a:off x="0" y="5560102"/>
              <a:ext cx="7653182" cy="1297898"/>
            </a:xfrm>
            <a:custGeom>
              <a:avLst/>
              <a:gdLst>
                <a:gd name="connsiteX0" fmla="*/ 7653182 w 7653182"/>
                <a:gd name="connsiteY0" fmla="*/ 1291070 h 1297898"/>
                <a:gd name="connsiteX1" fmla="*/ 7648798 w 7653182"/>
                <a:gd name="connsiteY1" fmla="*/ 1297898 h 1297898"/>
                <a:gd name="connsiteX2" fmla="*/ 7643130 w 7653182"/>
                <a:gd name="connsiteY2" fmla="*/ 1297898 h 1297898"/>
                <a:gd name="connsiteX3" fmla="*/ 7644778 w 7653182"/>
                <a:gd name="connsiteY3" fmla="*/ 1296669 h 1297898"/>
                <a:gd name="connsiteX4" fmla="*/ 7653182 w 7653182"/>
                <a:gd name="connsiteY4" fmla="*/ 1291070 h 1297898"/>
                <a:gd name="connsiteX5" fmla="*/ 7040438 w 7653182"/>
                <a:gd name="connsiteY5" fmla="*/ 1241884 h 1297898"/>
                <a:gd name="connsiteX6" fmla="*/ 7024392 w 7653182"/>
                <a:gd name="connsiteY6" fmla="*/ 1278654 h 1297898"/>
                <a:gd name="connsiteX7" fmla="*/ 7017086 w 7653182"/>
                <a:gd name="connsiteY7" fmla="*/ 1297898 h 1297898"/>
                <a:gd name="connsiteX8" fmla="*/ 6990068 w 7653182"/>
                <a:gd name="connsiteY8" fmla="*/ 1297898 h 1297898"/>
                <a:gd name="connsiteX9" fmla="*/ 7021411 w 7653182"/>
                <a:gd name="connsiteY9" fmla="*/ 1260406 h 1297898"/>
                <a:gd name="connsiteX10" fmla="*/ 7040438 w 7653182"/>
                <a:gd name="connsiteY10" fmla="*/ 1241884 h 1297898"/>
                <a:gd name="connsiteX11" fmla="*/ 7289344 w 7653182"/>
                <a:gd name="connsiteY11" fmla="*/ 1221018 h 1297898"/>
                <a:gd name="connsiteX12" fmla="*/ 7316315 w 7653182"/>
                <a:gd name="connsiteY12" fmla="*/ 1272473 h 1297898"/>
                <a:gd name="connsiteX13" fmla="*/ 7323106 w 7653182"/>
                <a:gd name="connsiteY13" fmla="*/ 1297898 h 1297898"/>
                <a:gd name="connsiteX14" fmla="*/ 7275682 w 7653182"/>
                <a:gd name="connsiteY14" fmla="*/ 1297898 h 1297898"/>
                <a:gd name="connsiteX15" fmla="*/ 7277275 w 7653182"/>
                <a:gd name="connsiteY15" fmla="*/ 1292464 h 1297898"/>
                <a:gd name="connsiteX16" fmla="*/ 7289344 w 7653182"/>
                <a:gd name="connsiteY16" fmla="*/ 1221018 h 1297898"/>
                <a:gd name="connsiteX17" fmla="*/ 7134999 w 7653182"/>
                <a:gd name="connsiteY17" fmla="*/ 1212406 h 1297898"/>
                <a:gd name="connsiteX18" fmla="*/ 7158488 w 7653182"/>
                <a:gd name="connsiteY18" fmla="*/ 1268162 h 1297898"/>
                <a:gd name="connsiteX19" fmla="*/ 7164768 w 7653182"/>
                <a:gd name="connsiteY19" fmla="*/ 1297898 h 1297898"/>
                <a:gd name="connsiteX20" fmla="*/ 7127550 w 7653182"/>
                <a:gd name="connsiteY20" fmla="*/ 1297898 h 1297898"/>
                <a:gd name="connsiteX21" fmla="*/ 7132720 w 7653182"/>
                <a:gd name="connsiteY21" fmla="*/ 1267408 h 1297898"/>
                <a:gd name="connsiteX22" fmla="*/ 7134999 w 7653182"/>
                <a:gd name="connsiteY22" fmla="*/ 1212406 h 1297898"/>
                <a:gd name="connsiteX23" fmla="*/ 6730919 w 7653182"/>
                <a:gd name="connsiteY23" fmla="*/ 1153947 h 1297898"/>
                <a:gd name="connsiteX24" fmla="*/ 6702828 w 7653182"/>
                <a:gd name="connsiteY24" fmla="*/ 1260122 h 1297898"/>
                <a:gd name="connsiteX25" fmla="*/ 6704941 w 7653182"/>
                <a:gd name="connsiteY25" fmla="*/ 1297898 h 1297898"/>
                <a:gd name="connsiteX26" fmla="*/ 6625849 w 7653182"/>
                <a:gd name="connsiteY26" fmla="*/ 1297898 h 1297898"/>
                <a:gd name="connsiteX27" fmla="*/ 6654021 w 7653182"/>
                <a:gd name="connsiteY27" fmla="*/ 1250222 h 1297898"/>
                <a:gd name="connsiteX28" fmla="*/ 6730919 w 7653182"/>
                <a:gd name="connsiteY28" fmla="*/ 1153947 h 1297898"/>
                <a:gd name="connsiteX29" fmla="*/ 6959125 w 7653182"/>
                <a:gd name="connsiteY29" fmla="*/ 1097972 h 1297898"/>
                <a:gd name="connsiteX30" fmla="*/ 6877564 w 7653182"/>
                <a:gd name="connsiteY30" fmla="*/ 1291794 h 1297898"/>
                <a:gd name="connsiteX31" fmla="*/ 6878627 w 7653182"/>
                <a:gd name="connsiteY31" fmla="*/ 1297898 h 1297898"/>
                <a:gd name="connsiteX32" fmla="*/ 6801652 w 7653182"/>
                <a:gd name="connsiteY32" fmla="*/ 1297898 h 1297898"/>
                <a:gd name="connsiteX33" fmla="*/ 6807820 w 7653182"/>
                <a:gd name="connsiteY33" fmla="*/ 1282929 h 1297898"/>
                <a:gd name="connsiteX34" fmla="*/ 6959125 w 7653182"/>
                <a:gd name="connsiteY34" fmla="*/ 1097972 h 1297898"/>
                <a:gd name="connsiteX35" fmla="*/ 7390364 w 7653182"/>
                <a:gd name="connsiteY35" fmla="*/ 1097475 h 1297898"/>
                <a:gd name="connsiteX36" fmla="*/ 7466003 w 7653182"/>
                <a:gd name="connsiteY36" fmla="*/ 1230701 h 1297898"/>
                <a:gd name="connsiteX37" fmla="*/ 7476638 w 7653182"/>
                <a:gd name="connsiteY37" fmla="*/ 1297898 h 1297898"/>
                <a:gd name="connsiteX38" fmla="*/ 7383290 w 7653182"/>
                <a:gd name="connsiteY38" fmla="*/ 1297898 h 1297898"/>
                <a:gd name="connsiteX39" fmla="*/ 7383740 w 7653182"/>
                <a:gd name="connsiteY39" fmla="*/ 1294548 h 1297898"/>
                <a:gd name="connsiteX40" fmla="*/ 7390364 w 7653182"/>
                <a:gd name="connsiteY40" fmla="*/ 1097475 h 1297898"/>
                <a:gd name="connsiteX41" fmla="*/ 6601911 w 7653182"/>
                <a:gd name="connsiteY41" fmla="*/ 946111 h 1297898"/>
                <a:gd name="connsiteX42" fmla="*/ 6642596 w 7653182"/>
                <a:gd name="connsiteY42" fmla="*/ 1227086 h 1297898"/>
                <a:gd name="connsiteX43" fmla="*/ 6623962 w 7653182"/>
                <a:gd name="connsiteY43" fmla="*/ 1297898 h 1297898"/>
                <a:gd name="connsiteX44" fmla="*/ 6524137 w 7653182"/>
                <a:gd name="connsiteY44" fmla="*/ 1297898 h 1297898"/>
                <a:gd name="connsiteX45" fmla="*/ 6550449 w 7653182"/>
                <a:gd name="connsiteY45" fmla="*/ 1264043 h 1297898"/>
                <a:gd name="connsiteX46" fmla="*/ 6601911 w 7653182"/>
                <a:gd name="connsiteY46" fmla="*/ 946111 h 1297898"/>
                <a:gd name="connsiteX47" fmla="*/ 803028 w 7653182"/>
                <a:gd name="connsiteY47" fmla="*/ 0 h 1297898"/>
                <a:gd name="connsiteX48" fmla="*/ 775537 w 7653182"/>
                <a:gd name="connsiteY48" fmla="*/ 215289 h 1297898"/>
                <a:gd name="connsiteX49" fmla="*/ 802200 w 7653182"/>
                <a:gd name="connsiteY49" fmla="*/ 215289 h 1297898"/>
                <a:gd name="connsiteX50" fmla="*/ 831015 w 7653182"/>
                <a:gd name="connsiteY50" fmla="*/ 99032 h 1297898"/>
                <a:gd name="connsiteX51" fmla="*/ 853703 w 7653182"/>
                <a:gd name="connsiteY51" fmla="*/ 215454 h 1297898"/>
                <a:gd name="connsiteX52" fmla="*/ 918124 w 7653182"/>
                <a:gd name="connsiteY52" fmla="*/ 216282 h 1297898"/>
                <a:gd name="connsiteX53" fmla="*/ 924252 w 7653182"/>
                <a:gd name="connsiteY53" fmla="*/ 126523 h 1297898"/>
                <a:gd name="connsiteX54" fmla="*/ 957042 w 7653182"/>
                <a:gd name="connsiteY54" fmla="*/ 216779 h 1297898"/>
                <a:gd name="connsiteX55" fmla="*/ 991819 w 7653182"/>
                <a:gd name="connsiteY55" fmla="*/ 217276 h 1297898"/>
                <a:gd name="connsiteX56" fmla="*/ 1004902 w 7653182"/>
                <a:gd name="connsiteY56" fmla="*/ 134804 h 1297898"/>
                <a:gd name="connsiteX57" fmla="*/ 1037361 w 7653182"/>
                <a:gd name="connsiteY57" fmla="*/ 217938 h 1297898"/>
                <a:gd name="connsiteX58" fmla="*/ 1123145 w 7653182"/>
                <a:gd name="connsiteY58" fmla="*/ 219760 h 1297898"/>
                <a:gd name="connsiteX59" fmla="*/ 1098304 w 7653182"/>
                <a:gd name="connsiteY59" fmla="*/ 24675 h 1297898"/>
                <a:gd name="connsiteX60" fmla="*/ 1189719 w 7653182"/>
                <a:gd name="connsiteY60" fmla="*/ 187632 h 1297898"/>
                <a:gd name="connsiteX61" fmla="*/ 1252981 w 7653182"/>
                <a:gd name="connsiteY61" fmla="*/ 83465 h 1297898"/>
                <a:gd name="connsiteX62" fmla="*/ 1236752 w 7653182"/>
                <a:gd name="connsiteY62" fmla="*/ 222575 h 1297898"/>
                <a:gd name="connsiteX63" fmla="*/ 1283784 w 7653182"/>
                <a:gd name="connsiteY63" fmla="*/ 223900 h 1297898"/>
                <a:gd name="connsiteX64" fmla="*/ 1275007 w 7653182"/>
                <a:gd name="connsiteY64" fmla="*/ 155173 h 1297898"/>
                <a:gd name="connsiteX65" fmla="*/ 1316905 w 7653182"/>
                <a:gd name="connsiteY65" fmla="*/ 225225 h 1297898"/>
                <a:gd name="connsiteX66" fmla="*/ 1326179 w 7653182"/>
                <a:gd name="connsiteY66" fmla="*/ 225556 h 1297898"/>
                <a:gd name="connsiteX67" fmla="*/ 1371224 w 7653182"/>
                <a:gd name="connsiteY67" fmla="*/ 83465 h 1297898"/>
                <a:gd name="connsiteX68" fmla="*/ 1424053 w 7653182"/>
                <a:gd name="connsiteY68" fmla="*/ 228868 h 1297898"/>
                <a:gd name="connsiteX69" fmla="*/ 1424549 w 7653182"/>
                <a:gd name="connsiteY69" fmla="*/ 229365 h 1297898"/>
                <a:gd name="connsiteX70" fmla="*/ 1466945 w 7653182"/>
                <a:gd name="connsiteY70" fmla="*/ 231021 h 1297898"/>
                <a:gd name="connsiteX71" fmla="*/ 1495429 w 7653182"/>
                <a:gd name="connsiteY71" fmla="*/ 111288 h 1297898"/>
                <a:gd name="connsiteX72" fmla="*/ 1544283 w 7653182"/>
                <a:gd name="connsiteY72" fmla="*/ 234499 h 1297898"/>
                <a:gd name="connsiteX73" fmla="*/ 1620628 w 7653182"/>
                <a:gd name="connsiteY73" fmla="*/ 238308 h 1297898"/>
                <a:gd name="connsiteX74" fmla="*/ 1647456 w 7653182"/>
                <a:gd name="connsiteY74" fmla="*/ 89758 h 1297898"/>
                <a:gd name="connsiteX75" fmla="*/ 1697635 w 7653182"/>
                <a:gd name="connsiteY75" fmla="*/ 242117 h 1297898"/>
                <a:gd name="connsiteX76" fmla="*/ 1771661 w 7653182"/>
                <a:gd name="connsiteY76" fmla="*/ 246754 h 1297898"/>
                <a:gd name="connsiteX77" fmla="*/ 1786897 w 7653182"/>
                <a:gd name="connsiteY77" fmla="*/ 146893 h 1297898"/>
                <a:gd name="connsiteX78" fmla="*/ 1817037 w 7653182"/>
                <a:gd name="connsiteY78" fmla="*/ 249735 h 1297898"/>
                <a:gd name="connsiteX79" fmla="*/ 1821343 w 7653182"/>
                <a:gd name="connsiteY79" fmla="*/ 249735 h 1297898"/>
                <a:gd name="connsiteX80" fmla="*/ 1895535 w 7653182"/>
                <a:gd name="connsiteY80" fmla="*/ 129836 h 1297898"/>
                <a:gd name="connsiteX81" fmla="*/ 1876325 w 7653182"/>
                <a:gd name="connsiteY81" fmla="*/ 253544 h 1297898"/>
                <a:gd name="connsiteX82" fmla="*/ 1911599 w 7653182"/>
                <a:gd name="connsiteY82" fmla="*/ 255862 h 1297898"/>
                <a:gd name="connsiteX83" fmla="*/ 1926503 w 7653182"/>
                <a:gd name="connsiteY83" fmla="*/ 164116 h 1297898"/>
                <a:gd name="connsiteX84" fmla="*/ 1972045 w 7653182"/>
                <a:gd name="connsiteY84" fmla="*/ 260002 h 1297898"/>
                <a:gd name="connsiteX85" fmla="*/ 2057333 w 7653182"/>
                <a:gd name="connsiteY85" fmla="*/ 266958 h 1297898"/>
                <a:gd name="connsiteX86" fmla="*/ 2057498 w 7653182"/>
                <a:gd name="connsiteY86" fmla="*/ 266295 h 1297898"/>
                <a:gd name="connsiteX87" fmla="*/ 2112811 w 7653182"/>
                <a:gd name="connsiteY87" fmla="*/ 111122 h 1297898"/>
                <a:gd name="connsiteX88" fmla="*/ 2134671 w 7653182"/>
                <a:gd name="connsiteY88" fmla="*/ 272754 h 1297898"/>
                <a:gd name="connsiteX89" fmla="*/ 2135168 w 7653182"/>
                <a:gd name="connsiteY89" fmla="*/ 273251 h 1297898"/>
                <a:gd name="connsiteX90" fmla="*/ 2161168 w 7653182"/>
                <a:gd name="connsiteY90" fmla="*/ 275238 h 1297898"/>
                <a:gd name="connsiteX91" fmla="*/ 2180875 w 7653182"/>
                <a:gd name="connsiteY91" fmla="*/ 182664 h 1297898"/>
                <a:gd name="connsiteX92" fmla="*/ 2206710 w 7653182"/>
                <a:gd name="connsiteY92" fmla="*/ 279213 h 1297898"/>
                <a:gd name="connsiteX93" fmla="*/ 2259373 w 7653182"/>
                <a:gd name="connsiteY93" fmla="*/ 284181 h 1297898"/>
                <a:gd name="connsiteX94" fmla="*/ 2283552 w 7653182"/>
                <a:gd name="connsiteY94" fmla="*/ 161963 h 1297898"/>
                <a:gd name="connsiteX95" fmla="*/ 2318991 w 7653182"/>
                <a:gd name="connsiteY95" fmla="*/ 289812 h 1297898"/>
                <a:gd name="connsiteX96" fmla="*/ 2384737 w 7653182"/>
                <a:gd name="connsiteY96" fmla="*/ 296105 h 1297898"/>
                <a:gd name="connsiteX97" fmla="*/ 2395005 w 7653182"/>
                <a:gd name="connsiteY97" fmla="*/ 191938 h 1297898"/>
                <a:gd name="connsiteX98" fmla="*/ 2445846 w 7653182"/>
                <a:gd name="connsiteY98" fmla="*/ 302397 h 1297898"/>
                <a:gd name="connsiteX99" fmla="*/ 2502649 w 7653182"/>
                <a:gd name="connsiteY99" fmla="*/ 308691 h 1297898"/>
                <a:gd name="connsiteX100" fmla="*/ 2491553 w 7653182"/>
                <a:gd name="connsiteY100" fmla="*/ 215123 h 1297898"/>
                <a:gd name="connsiteX101" fmla="*/ 2536267 w 7653182"/>
                <a:gd name="connsiteY101" fmla="*/ 312665 h 1297898"/>
                <a:gd name="connsiteX102" fmla="*/ 2595554 w 7653182"/>
                <a:gd name="connsiteY102" fmla="*/ 318958 h 1297898"/>
                <a:gd name="connsiteX103" fmla="*/ 2640268 w 7653182"/>
                <a:gd name="connsiteY103" fmla="*/ 179518 h 1297898"/>
                <a:gd name="connsiteX104" fmla="*/ 2653682 w 7653182"/>
                <a:gd name="connsiteY104" fmla="*/ 325748 h 1297898"/>
                <a:gd name="connsiteX105" fmla="*/ 2698727 w 7653182"/>
                <a:gd name="connsiteY105" fmla="*/ 331544 h 1297898"/>
                <a:gd name="connsiteX106" fmla="*/ 2711810 w 7653182"/>
                <a:gd name="connsiteY106" fmla="*/ 241620 h 1297898"/>
                <a:gd name="connsiteX107" fmla="*/ 2752384 w 7653182"/>
                <a:gd name="connsiteY107" fmla="*/ 338500 h 1297898"/>
                <a:gd name="connsiteX108" fmla="*/ 2866984 w 7653182"/>
                <a:gd name="connsiteY108" fmla="*/ 352908 h 1297898"/>
                <a:gd name="connsiteX109" fmla="*/ 2897787 w 7653182"/>
                <a:gd name="connsiteY109" fmla="*/ 266295 h 1297898"/>
                <a:gd name="connsiteX110" fmla="*/ 2921137 w 7653182"/>
                <a:gd name="connsiteY110" fmla="*/ 360360 h 1297898"/>
                <a:gd name="connsiteX111" fmla="*/ 2921137 w 7653182"/>
                <a:gd name="connsiteY111" fmla="*/ 360857 h 1297898"/>
                <a:gd name="connsiteX112" fmla="*/ 2970985 w 7653182"/>
                <a:gd name="connsiteY112" fmla="*/ 367978 h 1297898"/>
                <a:gd name="connsiteX113" fmla="*/ 3003112 w 7653182"/>
                <a:gd name="connsiteY113" fmla="*/ 285506 h 1297898"/>
                <a:gd name="connsiteX114" fmla="*/ 3009405 w 7653182"/>
                <a:gd name="connsiteY114" fmla="*/ 373443 h 1297898"/>
                <a:gd name="connsiteX115" fmla="*/ 3026463 w 7653182"/>
                <a:gd name="connsiteY115" fmla="*/ 375762 h 1297898"/>
                <a:gd name="connsiteX116" fmla="*/ 3056107 w 7653182"/>
                <a:gd name="connsiteY116" fmla="*/ 214626 h 1297898"/>
                <a:gd name="connsiteX117" fmla="*/ 3079291 w 7653182"/>
                <a:gd name="connsiteY117" fmla="*/ 382883 h 1297898"/>
                <a:gd name="connsiteX118" fmla="*/ 3153483 w 7653182"/>
                <a:gd name="connsiteY118" fmla="*/ 238473 h 1297898"/>
                <a:gd name="connsiteX119" fmla="*/ 3153483 w 7653182"/>
                <a:gd name="connsiteY119" fmla="*/ 377417 h 1297898"/>
                <a:gd name="connsiteX120" fmla="*/ 3215917 w 7653182"/>
                <a:gd name="connsiteY120" fmla="*/ 296933 h 1297898"/>
                <a:gd name="connsiteX121" fmla="*/ 3190082 w 7653182"/>
                <a:gd name="connsiteY121" fmla="*/ 384704 h 1297898"/>
                <a:gd name="connsiteX122" fmla="*/ 3195051 w 7653182"/>
                <a:gd name="connsiteY122" fmla="*/ 401099 h 1297898"/>
                <a:gd name="connsiteX123" fmla="*/ 3226847 w 7653182"/>
                <a:gd name="connsiteY123" fmla="*/ 406398 h 1297898"/>
                <a:gd name="connsiteX124" fmla="*/ 3290274 w 7653182"/>
                <a:gd name="connsiteY124" fmla="*/ 259340 h 1297898"/>
                <a:gd name="connsiteX125" fmla="*/ 3277192 w 7653182"/>
                <a:gd name="connsiteY125" fmla="*/ 414679 h 1297898"/>
                <a:gd name="connsiteX126" fmla="*/ 3280338 w 7653182"/>
                <a:gd name="connsiteY126" fmla="*/ 415341 h 1297898"/>
                <a:gd name="connsiteX127" fmla="*/ 3307166 w 7653182"/>
                <a:gd name="connsiteY127" fmla="*/ 329723 h 1297898"/>
                <a:gd name="connsiteX128" fmla="*/ 3325549 w 7653182"/>
                <a:gd name="connsiteY128" fmla="*/ 417660 h 1297898"/>
                <a:gd name="connsiteX129" fmla="*/ 3373243 w 7653182"/>
                <a:gd name="connsiteY129" fmla="*/ 320780 h 1297898"/>
                <a:gd name="connsiteX130" fmla="*/ 3361320 w 7653182"/>
                <a:gd name="connsiteY130" fmla="*/ 400603 h 1297898"/>
                <a:gd name="connsiteX131" fmla="*/ 3370759 w 7653182"/>
                <a:gd name="connsiteY131" fmla="*/ 430577 h 1297898"/>
                <a:gd name="connsiteX132" fmla="*/ 3401562 w 7653182"/>
                <a:gd name="connsiteY132" fmla="*/ 435711 h 1297898"/>
                <a:gd name="connsiteX133" fmla="*/ 3409677 w 7653182"/>
                <a:gd name="connsiteY133" fmla="*/ 423125 h 1297898"/>
                <a:gd name="connsiteX134" fmla="*/ 3417295 w 7653182"/>
                <a:gd name="connsiteY134" fmla="*/ 269773 h 1297898"/>
                <a:gd name="connsiteX135" fmla="*/ 3448098 w 7653182"/>
                <a:gd name="connsiteY135" fmla="*/ 428755 h 1297898"/>
                <a:gd name="connsiteX136" fmla="*/ 3484697 w 7653182"/>
                <a:gd name="connsiteY136" fmla="*/ 318958 h 1297898"/>
                <a:gd name="connsiteX137" fmla="*/ 3477575 w 7653182"/>
                <a:gd name="connsiteY137" fmla="*/ 449788 h 1297898"/>
                <a:gd name="connsiteX138" fmla="*/ 3524939 w 7653182"/>
                <a:gd name="connsiteY138" fmla="*/ 458399 h 1297898"/>
                <a:gd name="connsiteX139" fmla="*/ 3579755 w 7653182"/>
                <a:gd name="connsiteY139" fmla="*/ 300576 h 1297898"/>
                <a:gd name="connsiteX140" fmla="*/ 3572799 w 7653182"/>
                <a:gd name="connsiteY140" fmla="*/ 440017 h 1297898"/>
                <a:gd name="connsiteX141" fmla="*/ 3583398 w 7653182"/>
                <a:gd name="connsiteY141" fmla="*/ 375596 h 1297898"/>
                <a:gd name="connsiteX142" fmla="*/ 3596315 w 7653182"/>
                <a:gd name="connsiteY142" fmla="*/ 446806 h 1297898"/>
                <a:gd name="connsiteX143" fmla="*/ 3632087 w 7653182"/>
                <a:gd name="connsiteY143" fmla="*/ 478437 h 1297898"/>
                <a:gd name="connsiteX144" fmla="*/ 3638048 w 7653182"/>
                <a:gd name="connsiteY144" fmla="*/ 479763 h 1297898"/>
                <a:gd name="connsiteX145" fmla="*/ 3708928 w 7653182"/>
                <a:gd name="connsiteY145" fmla="*/ 330385 h 1297898"/>
                <a:gd name="connsiteX146" fmla="*/ 3682265 w 7653182"/>
                <a:gd name="connsiteY146" fmla="*/ 473138 h 1297898"/>
                <a:gd name="connsiteX147" fmla="*/ 3692202 w 7653182"/>
                <a:gd name="connsiteY147" fmla="*/ 490527 h 1297898"/>
                <a:gd name="connsiteX148" fmla="*/ 3729132 w 7653182"/>
                <a:gd name="connsiteY148" fmla="*/ 498145 h 1297898"/>
                <a:gd name="connsiteX149" fmla="*/ 3802993 w 7653182"/>
                <a:gd name="connsiteY149" fmla="*/ 309850 h 1297898"/>
                <a:gd name="connsiteX150" fmla="*/ 3798521 w 7653182"/>
                <a:gd name="connsiteY150" fmla="*/ 512387 h 1297898"/>
                <a:gd name="connsiteX151" fmla="*/ 3822203 w 7653182"/>
                <a:gd name="connsiteY151" fmla="*/ 517355 h 1297898"/>
                <a:gd name="connsiteX152" fmla="*/ 3824853 w 7653182"/>
                <a:gd name="connsiteY152" fmla="*/ 516527 h 1297898"/>
                <a:gd name="connsiteX153" fmla="*/ 3898051 w 7653182"/>
                <a:gd name="connsiteY153" fmla="*/ 300576 h 1297898"/>
                <a:gd name="connsiteX154" fmla="*/ 3886955 w 7653182"/>
                <a:gd name="connsiteY154" fmla="*/ 530769 h 1297898"/>
                <a:gd name="connsiteX155" fmla="*/ 3909809 w 7653182"/>
                <a:gd name="connsiteY155" fmla="*/ 535572 h 1297898"/>
                <a:gd name="connsiteX156" fmla="*/ 3957504 w 7653182"/>
                <a:gd name="connsiteY156" fmla="*/ 546336 h 1297898"/>
                <a:gd name="connsiteX157" fmla="*/ 3992943 w 7653182"/>
                <a:gd name="connsiteY157" fmla="*/ 391163 h 1297898"/>
                <a:gd name="connsiteX158" fmla="*/ 4016460 w 7653182"/>
                <a:gd name="connsiteY158" fmla="*/ 559750 h 1297898"/>
                <a:gd name="connsiteX159" fmla="*/ 4029874 w 7653182"/>
                <a:gd name="connsiteY159" fmla="*/ 562897 h 1297898"/>
                <a:gd name="connsiteX160" fmla="*/ 4023249 w 7653182"/>
                <a:gd name="connsiteY160" fmla="*/ 518349 h 1297898"/>
                <a:gd name="connsiteX161" fmla="*/ 4141658 w 7653182"/>
                <a:gd name="connsiteY161" fmla="*/ 295608 h 1297898"/>
                <a:gd name="connsiteX162" fmla="*/ 4120295 w 7653182"/>
                <a:gd name="connsiteY162" fmla="*/ 561572 h 1297898"/>
                <a:gd name="connsiteX163" fmla="*/ 4174283 w 7653182"/>
                <a:gd name="connsiteY163" fmla="*/ 421303 h 1297898"/>
                <a:gd name="connsiteX164" fmla="*/ 4214029 w 7653182"/>
                <a:gd name="connsiteY164" fmla="*/ 558094 h 1297898"/>
                <a:gd name="connsiteX165" fmla="*/ 4214194 w 7653182"/>
                <a:gd name="connsiteY165" fmla="*/ 374602 h 1297898"/>
                <a:gd name="connsiteX166" fmla="*/ 4275800 w 7653182"/>
                <a:gd name="connsiteY166" fmla="*/ 566209 h 1297898"/>
                <a:gd name="connsiteX167" fmla="*/ 4303953 w 7653182"/>
                <a:gd name="connsiteY167" fmla="*/ 478934 h 1297898"/>
                <a:gd name="connsiteX168" fmla="*/ 4341049 w 7653182"/>
                <a:gd name="connsiteY168" fmla="*/ 637254 h 1297898"/>
                <a:gd name="connsiteX169" fmla="*/ 4343036 w 7653182"/>
                <a:gd name="connsiteY169" fmla="*/ 637751 h 1297898"/>
                <a:gd name="connsiteX170" fmla="*/ 4435776 w 7653182"/>
                <a:gd name="connsiteY170" fmla="*/ 436042 h 1297898"/>
                <a:gd name="connsiteX171" fmla="*/ 4437100 w 7653182"/>
                <a:gd name="connsiteY171" fmla="*/ 629967 h 1297898"/>
                <a:gd name="connsiteX172" fmla="*/ 4516095 w 7653182"/>
                <a:gd name="connsiteY172" fmla="*/ 486221 h 1297898"/>
                <a:gd name="connsiteX173" fmla="*/ 4516261 w 7653182"/>
                <a:gd name="connsiteY173" fmla="*/ 633611 h 1297898"/>
                <a:gd name="connsiteX174" fmla="*/ 4611983 w 7653182"/>
                <a:gd name="connsiteY174" fmla="*/ 435711 h 1297898"/>
                <a:gd name="connsiteX175" fmla="*/ 4612313 w 7653182"/>
                <a:gd name="connsiteY175" fmla="*/ 636261 h 1297898"/>
                <a:gd name="connsiteX176" fmla="*/ 4685345 w 7653182"/>
                <a:gd name="connsiteY176" fmla="*/ 543686 h 1297898"/>
                <a:gd name="connsiteX177" fmla="*/ 4652721 w 7653182"/>
                <a:gd name="connsiteY177" fmla="*/ 673025 h 1297898"/>
                <a:gd name="connsiteX178" fmla="*/ 4678555 w 7653182"/>
                <a:gd name="connsiteY178" fmla="*/ 725688 h 1297898"/>
                <a:gd name="connsiteX179" fmla="*/ 4725091 w 7653182"/>
                <a:gd name="connsiteY179" fmla="*/ 738771 h 1297898"/>
                <a:gd name="connsiteX180" fmla="*/ 4724761 w 7653182"/>
                <a:gd name="connsiteY180" fmla="*/ 694885 h 1297898"/>
                <a:gd name="connsiteX181" fmla="*/ 4818162 w 7653182"/>
                <a:gd name="connsiteY181" fmla="*/ 436042 h 1297898"/>
                <a:gd name="connsiteX182" fmla="*/ 4789512 w 7653182"/>
                <a:gd name="connsiteY182" fmla="*/ 709127 h 1297898"/>
                <a:gd name="connsiteX183" fmla="*/ 4825614 w 7653182"/>
                <a:gd name="connsiteY183" fmla="*/ 615725 h 1297898"/>
                <a:gd name="connsiteX184" fmla="*/ 4854264 w 7653182"/>
                <a:gd name="connsiteY184" fmla="*/ 745230 h 1297898"/>
                <a:gd name="connsiteX185" fmla="*/ 4972838 w 7653182"/>
                <a:gd name="connsiteY185" fmla="*/ 565547 h 1297898"/>
                <a:gd name="connsiteX186" fmla="*/ 4926303 w 7653182"/>
                <a:gd name="connsiteY186" fmla="*/ 759638 h 1297898"/>
                <a:gd name="connsiteX187" fmla="*/ 5052164 w 7653182"/>
                <a:gd name="connsiteY187" fmla="*/ 651828 h 1297898"/>
                <a:gd name="connsiteX188" fmla="*/ 4979462 w 7653182"/>
                <a:gd name="connsiteY188" fmla="*/ 811141 h 1297898"/>
                <a:gd name="connsiteX189" fmla="*/ 5002648 w 7653182"/>
                <a:gd name="connsiteY189" fmla="*/ 817766 h 1297898"/>
                <a:gd name="connsiteX190" fmla="*/ 5016393 w 7653182"/>
                <a:gd name="connsiteY190" fmla="*/ 813626 h 1297898"/>
                <a:gd name="connsiteX191" fmla="*/ 5111617 w 7653182"/>
                <a:gd name="connsiteY191" fmla="*/ 543686 h 1297898"/>
                <a:gd name="connsiteX192" fmla="*/ 5111617 w 7653182"/>
                <a:gd name="connsiteY192" fmla="*/ 788619 h 1297898"/>
                <a:gd name="connsiteX193" fmla="*/ 5120559 w 7653182"/>
                <a:gd name="connsiteY193" fmla="*/ 852543 h 1297898"/>
                <a:gd name="connsiteX194" fmla="*/ 5130164 w 7653182"/>
                <a:gd name="connsiteY194" fmla="*/ 855358 h 1297898"/>
                <a:gd name="connsiteX195" fmla="*/ 5131490 w 7653182"/>
                <a:gd name="connsiteY195" fmla="*/ 842275 h 1297898"/>
                <a:gd name="connsiteX196" fmla="*/ 5264473 w 7653182"/>
                <a:gd name="connsiteY196" fmla="*/ 637586 h 1297898"/>
                <a:gd name="connsiteX197" fmla="*/ 5203363 w 7653182"/>
                <a:gd name="connsiteY197" fmla="*/ 856683 h 1297898"/>
                <a:gd name="connsiteX198" fmla="*/ 5347110 w 7653182"/>
                <a:gd name="connsiteY198" fmla="*/ 752351 h 1297898"/>
                <a:gd name="connsiteX199" fmla="*/ 5304051 w 7653182"/>
                <a:gd name="connsiteY199" fmla="*/ 883843 h 1297898"/>
                <a:gd name="connsiteX200" fmla="*/ 5422957 w 7653182"/>
                <a:gd name="connsiteY200" fmla="*/ 745230 h 1297898"/>
                <a:gd name="connsiteX201" fmla="*/ 5384702 w 7653182"/>
                <a:gd name="connsiteY201" fmla="*/ 874072 h 1297898"/>
                <a:gd name="connsiteX202" fmla="*/ 5330881 w 7653182"/>
                <a:gd name="connsiteY202" fmla="*/ 916136 h 1297898"/>
                <a:gd name="connsiteX203" fmla="*/ 5366154 w 7653182"/>
                <a:gd name="connsiteY203" fmla="*/ 926901 h 1297898"/>
                <a:gd name="connsiteX204" fmla="*/ 5384702 w 7653182"/>
                <a:gd name="connsiteY204" fmla="*/ 921435 h 1297898"/>
                <a:gd name="connsiteX205" fmla="*/ 5556105 w 7653182"/>
                <a:gd name="connsiteY205" fmla="*/ 622846 h 1297898"/>
                <a:gd name="connsiteX206" fmla="*/ 5505595 w 7653182"/>
                <a:gd name="connsiteY206" fmla="*/ 955882 h 1297898"/>
                <a:gd name="connsiteX207" fmla="*/ 5696374 w 7653182"/>
                <a:gd name="connsiteY207" fmla="*/ 824390 h 1297898"/>
                <a:gd name="connsiteX208" fmla="*/ 5627978 w 7653182"/>
                <a:gd name="connsiteY208" fmla="*/ 1000595 h 1297898"/>
                <a:gd name="connsiteX209" fmla="*/ 5636921 w 7653182"/>
                <a:gd name="connsiteY209" fmla="*/ 1011360 h 1297898"/>
                <a:gd name="connsiteX210" fmla="*/ 5771394 w 7653182"/>
                <a:gd name="connsiteY210" fmla="*/ 1054583 h 1297898"/>
                <a:gd name="connsiteX211" fmla="*/ 5836643 w 7653182"/>
                <a:gd name="connsiteY211" fmla="*/ 767090 h 1297898"/>
                <a:gd name="connsiteX212" fmla="*/ 5894440 w 7653182"/>
                <a:gd name="connsiteY212" fmla="*/ 1047462 h 1297898"/>
                <a:gd name="connsiteX213" fmla="*/ 5904707 w 7653182"/>
                <a:gd name="connsiteY213" fmla="*/ 1044481 h 1297898"/>
                <a:gd name="connsiteX214" fmla="*/ 6032059 w 7653182"/>
                <a:gd name="connsiteY214" fmla="*/ 875397 h 1297898"/>
                <a:gd name="connsiteX215" fmla="*/ 6032390 w 7653182"/>
                <a:gd name="connsiteY215" fmla="*/ 1097475 h 1297898"/>
                <a:gd name="connsiteX216" fmla="*/ 6162225 w 7653182"/>
                <a:gd name="connsiteY216" fmla="*/ 907524 h 1297898"/>
                <a:gd name="connsiteX217" fmla="*/ 6076772 w 7653182"/>
                <a:gd name="connsiteY217" fmla="*/ 1145004 h 1297898"/>
                <a:gd name="connsiteX218" fmla="*/ 6125626 w 7653182"/>
                <a:gd name="connsiteY218" fmla="*/ 1169183 h 1297898"/>
                <a:gd name="connsiteX219" fmla="*/ 6178123 w 7653182"/>
                <a:gd name="connsiteY219" fmla="*/ 1186406 h 1297898"/>
                <a:gd name="connsiteX220" fmla="*/ 6349857 w 7653182"/>
                <a:gd name="connsiteY220" fmla="*/ 954226 h 1297898"/>
                <a:gd name="connsiteX221" fmla="*/ 6289080 w 7653182"/>
                <a:gd name="connsiteY221" fmla="*/ 1222840 h 1297898"/>
                <a:gd name="connsiteX222" fmla="*/ 6334788 w 7653182"/>
                <a:gd name="connsiteY222" fmla="*/ 1237910 h 1297898"/>
                <a:gd name="connsiteX223" fmla="*/ 6458993 w 7653182"/>
                <a:gd name="connsiteY223" fmla="*/ 1097641 h 1297898"/>
                <a:gd name="connsiteX224" fmla="*/ 6408979 w 7653182"/>
                <a:gd name="connsiteY224" fmla="*/ 1262419 h 1297898"/>
                <a:gd name="connsiteX225" fmla="*/ 6434483 w 7653182"/>
                <a:gd name="connsiteY225" fmla="*/ 1270866 h 1297898"/>
                <a:gd name="connsiteX226" fmla="*/ 6537490 w 7653182"/>
                <a:gd name="connsiteY226" fmla="*/ 1065844 h 1297898"/>
                <a:gd name="connsiteX227" fmla="*/ 6515796 w 7653182"/>
                <a:gd name="connsiteY227" fmla="*/ 1297694 h 1297898"/>
                <a:gd name="connsiteX228" fmla="*/ 6516510 w 7653182"/>
                <a:gd name="connsiteY228" fmla="*/ 1297898 h 1297898"/>
                <a:gd name="connsiteX229" fmla="*/ 0 w 7653182"/>
                <a:gd name="connsiteY229" fmla="*/ 1297898 h 1297898"/>
                <a:gd name="connsiteX230" fmla="*/ 0 w 7653182"/>
                <a:gd name="connsiteY230" fmla="*/ 48084 h 1297898"/>
                <a:gd name="connsiteX231" fmla="*/ 4462 w 7653182"/>
                <a:gd name="connsiteY231" fmla="*/ 54168 h 1297898"/>
                <a:gd name="connsiteX232" fmla="*/ 47199 w 7653182"/>
                <a:gd name="connsiteY232" fmla="*/ 225722 h 1297898"/>
                <a:gd name="connsiteX233" fmla="*/ 92906 w 7653182"/>
                <a:gd name="connsiteY233" fmla="*/ 224397 h 1297898"/>
                <a:gd name="connsiteX234" fmla="*/ 143085 w 7653182"/>
                <a:gd name="connsiteY234" fmla="*/ 56140 h 1297898"/>
                <a:gd name="connsiteX235" fmla="*/ 173391 w 7653182"/>
                <a:gd name="connsiteY235" fmla="*/ 221747 h 1297898"/>
                <a:gd name="connsiteX236" fmla="*/ 250729 w 7653182"/>
                <a:gd name="connsiteY236" fmla="*/ 220257 h 1297898"/>
                <a:gd name="connsiteX237" fmla="*/ 266296 w 7653182"/>
                <a:gd name="connsiteY237" fmla="*/ 136294 h 1297898"/>
                <a:gd name="connsiteX238" fmla="*/ 284182 w 7653182"/>
                <a:gd name="connsiteY238" fmla="*/ 219429 h 1297898"/>
                <a:gd name="connsiteX239" fmla="*/ 322768 w 7653182"/>
                <a:gd name="connsiteY239" fmla="*/ 218600 h 1297898"/>
                <a:gd name="connsiteX240" fmla="*/ 382056 w 7653182"/>
                <a:gd name="connsiteY240" fmla="*/ 45873 h 1297898"/>
                <a:gd name="connsiteX241" fmla="*/ 379903 w 7653182"/>
                <a:gd name="connsiteY241" fmla="*/ 217607 h 1297898"/>
                <a:gd name="connsiteX242" fmla="*/ 464362 w 7653182"/>
                <a:gd name="connsiteY242" fmla="*/ 216613 h 1297898"/>
                <a:gd name="connsiteX243" fmla="*/ 513547 w 7653182"/>
                <a:gd name="connsiteY243" fmla="*/ 84956 h 1297898"/>
                <a:gd name="connsiteX244" fmla="*/ 528617 w 7653182"/>
                <a:gd name="connsiteY244" fmla="*/ 215785 h 1297898"/>
                <a:gd name="connsiteX245" fmla="*/ 634109 w 7653182"/>
                <a:gd name="connsiteY245" fmla="*/ 214957 h 1297898"/>
                <a:gd name="connsiteX246" fmla="*/ 634771 w 7653182"/>
                <a:gd name="connsiteY246" fmla="*/ 164944 h 1297898"/>
                <a:gd name="connsiteX247" fmla="*/ 666402 w 7653182"/>
                <a:gd name="connsiteY247" fmla="*/ 214957 h 1297898"/>
                <a:gd name="connsiteX248" fmla="*/ 680644 w 7653182"/>
                <a:gd name="connsiteY248" fmla="*/ 214957 h 1297898"/>
                <a:gd name="connsiteX249" fmla="*/ 803028 w 7653182"/>
                <a:gd name="connsiteY249" fmla="*/ 0 h 129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</a:cxnLst>
              <a:rect l="l" t="t" r="r" b="b"/>
              <a:pathLst>
                <a:path w="7653182" h="1297898">
                  <a:moveTo>
                    <a:pt x="7653182" y="1291070"/>
                  </a:moveTo>
                  <a:lnTo>
                    <a:pt x="7648798" y="1297898"/>
                  </a:lnTo>
                  <a:lnTo>
                    <a:pt x="7643130" y="1297898"/>
                  </a:lnTo>
                  <a:lnTo>
                    <a:pt x="7644778" y="1296669"/>
                  </a:lnTo>
                  <a:cubicBezTo>
                    <a:pt x="7649262" y="1293536"/>
                    <a:pt x="7652168" y="1291691"/>
                    <a:pt x="7653182" y="1291070"/>
                  </a:cubicBezTo>
                  <a:close/>
                  <a:moveTo>
                    <a:pt x="7040438" y="1241884"/>
                  </a:moveTo>
                  <a:cubicBezTo>
                    <a:pt x="7039445" y="1244037"/>
                    <a:pt x="7032561" y="1258611"/>
                    <a:pt x="7024392" y="1278654"/>
                  </a:cubicBezTo>
                  <a:lnTo>
                    <a:pt x="7017086" y="1297898"/>
                  </a:lnTo>
                  <a:lnTo>
                    <a:pt x="6990068" y="1297898"/>
                  </a:lnTo>
                  <a:lnTo>
                    <a:pt x="7021411" y="1260406"/>
                  </a:lnTo>
                  <a:cubicBezTo>
                    <a:pt x="7031537" y="1249802"/>
                    <a:pt x="7038865" y="1243250"/>
                    <a:pt x="7040438" y="1241884"/>
                  </a:cubicBezTo>
                  <a:close/>
                  <a:moveTo>
                    <a:pt x="7289344" y="1221018"/>
                  </a:moveTo>
                  <a:cubicBezTo>
                    <a:pt x="7300792" y="1237786"/>
                    <a:pt x="7309634" y="1255048"/>
                    <a:pt x="7316315" y="1272473"/>
                  </a:cubicBezTo>
                  <a:lnTo>
                    <a:pt x="7323106" y="1297898"/>
                  </a:lnTo>
                  <a:lnTo>
                    <a:pt x="7275682" y="1297898"/>
                  </a:lnTo>
                  <a:lnTo>
                    <a:pt x="7277275" y="1292464"/>
                  </a:lnTo>
                  <a:cubicBezTo>
                    <a:pt x="7287248" y="1251503"/>
                    <a:pt x="7289344" y="1221018"/>
                    <a:pt x="7289344" y="1221018"/>
                  </a:cubicBezTo>
                  <a:close/>
                  <a:moveTo>
                    <a:pt x="7134999" y="1212406"/>
                  </a:moveTo>
                  <a:cubicBezTo>
                    <a:pt x="7145225" y="1231451"/>
                    <a:pt x="7152895" y="1250103"/>
                    <a:pt x="7158488" y="1268162"/>
                  </a:cubicBezTo>
                  <a:lnTo>
                    <a:pt x="7164768" y="1297898"/>
                  </a:lnTo>
                  <a:lnTo>
                    <a:pt x="7127550" y="1297898"/>
                  </a:lnTo>
                  <a:lnTo>
                    <a:pt x="7132720" y="1267408"/>
                  </a:lnTo>
                  <a:cubicBezTo>
                    <a:pt x="7136443" y="1235928"/>
                    <a:pt x="7134999" y="1212406"/>
                    <a:pt x="7134999" y="1212406"/>
                  </a:cubicBezTo>
                  <a:close/>
                  <a:moveTo>
                    <a:pt x="6730919" y="1153947"/>
                  </a:moveTo>
                  <a:cubicBezTo>
                    <a:pt x="6712040" y="1186655"/>
                    <a:pt x="6703967" y="1223627"/>
                    <a:pt x="6702828" y="1260122"/>
                  </a:cubicBezTo>
                  <a:lnTo>
                    <a:pt x="6704941" y="1297898"/>
                  </a:lnTo>
                  <a:lnTo>
                    <a:pt x="6625849" y="1297898"/>
                  </a:lnTo>
                  <a:lnTo>
                    <a:pt x="6654021" y="1250222"/>
                  </a:lnTo>
                  <a:cubicBezTo>
                    <a:pt x="6688596" y="1198940"/>
                    <a:pt x="6727690" y="1157301"/>
                    <a:pt x="6730919" y="1153947"/>
                  </a:cubicBezTo>
                  <a:close/>
                  <a:moveTo>
                    <a:pt x="6959125" y="1097972"/>
                  </a:moveTo>
                  <a:cubicBezTo>
                    <a:pt x="6895201" y="1165291"/>
                    <a:pt x="6876322" y="1233273"/>
                    <a:pt x="6877564" y="1291794"/>
                  </a:cubicBezTo>
                  <a:lnTo>
                    <a:pt x="6878627" y="1297898"/>
                  </a:lnTo>
                  <a:lnTo>
                    <a:pt x="6801652" y="1297898"/>
                  </a:lnTo>
                  <a:lnTo>
                    <a:pt x="6807820" y="1282929"/>
                  </a:lnTo>
                  <a:cubicBezTo>
                    <a:pt x="6857463" y="1185505"/>
                    <a:pt x="6951424" y="1104430"/>
                    <a:pt x="6959125" y="1097972"/>
                  </a:cubicBezTo>
                  <a:close/>
                  <a:moveTo>
                    <a:pt x="7390364" y="1097475"/>
                  </a:moveTo>
                  <a:cubicBezTo>
                    <a:pt x="7429903" y="1137014"/>
                    <a:pt x="7453388" y="1183032"/>
                    <a:pt x="7466003" y="1230701"/>
                  </a:cubicBezTo>
                  <a:lnTo>
                    <a:pt x="7476638" y="1297898"/>
                  </a:lnTo>
                  <a:lnTo>
                    <a:pt x="7383290" y="1297898"/>
                  </a:lnTo>
                  <a:lnTo>
                    <a:pt x="7383740" y="1294548"/>
                  </a:lnTo>
                  <a:cubicBezTo>
                    <a:pt x="7393925" y="1191126"/>
                    <a:pt x="7390364" y="1097475"/>
                    <a:pt x="7390364" y="1097475"/>
                  </a:cubicBezTo>
                  <a:close/>
                  <a:moveTo>
                    <a:pt x="6601911" y="946111"/>
                  </a:moveTo>
                  <a:cubicBezTo>
                    <a:pt x="6665007" y="1026844"/>
                    <a:pt x="6660381" y="1139809"/>
                    <a:pt x="6642596" y="1227086"/>
                  </a:cubicBezTo>
                  <a:lnTo>
                    <a:pt x="6623962" y="1297898"/>
                  </a:lnTo>
                  <a:lnTo>
                    <a:pt x="6524137" y="1297898"/>
                  </a:lnTo>
                  <a:lnTo>
                    <a:pt x="6550449" y="1264043"/>
                  </a:lnTo>
                  <a:cubicBezTo>
                    <a:pt x="6606095" y="1162292"/>
                    <a:pt x="6601911" y="946111"/>
                    <a:pt x="6601911" y="946111"/>
                  </a:cubicBezTo>
                  <a:close/>
                  <a:moveTo>
                    <a:pt x="803028" y="0"/>
                  </a:moveTo>
                  <a:cubicBezTo>
                    <a:pt x="799881" y="5796"/>
                    <a:pt x="734301" y="126855"/>
                    <a:pt x="775537" y="215289"/>
                  </a:cubicBezTo>
                  <a:lnTo>
                    <a:pt x="802200" y="215289"/>
                  </a:lnTo>
                  <a:cubicBezTo>
                    <a:pt x="802696" y="178192"/>
                    <a:pt x="807996" y="124205"/>
                    <a:pt x="831015" y="99032"/>
                  </a:cubicBezTo>
                  <a:cubicBezTo>
                    <a:pt x="831015" y="99032"/>
                    <a:pt x="834493" y="168918"/>
                    <a:pt x="853703" y="215454"/>
                  </a:cubicBezTo>
                  <a:cubicBezTo>
                    <a:pt x="875232" y="215454"/>
                    <a:pt x="896927" y="215951"/>
                    <a:pt x="918124" y="216282"/>
                  </a:cubicBezTo>
                  <a:cubicBezTo>
                    <a:pt x="926405" y="178358"/>
                    <a:pt x="924252" y="126523"/>
                    <a:pt x="924252" y="126523"/>
                  </a:cubicBezTo>
                  <a:cubicBezTo>
                    <a:pt x="924252" y="126523"/>
                    <a:pt x="950583" y="171900"/>
                    <a:pt x="957042" y="216779"/>
                  </a:cubicBezTo>
                  <a:cubicBezTo>
                    <a:pt x="968634" y="217110"/>
                    <a:pt x="980227" y="217110"/>
                    <a:pt x="991819" y="217276"/>
                  </a:cubicBezTo>
                  <a:cubicBezTo>
                    <a:pt x="1002418" y="195250"/>
                    <a:pt x="1010036" y="167428"/>
                    <a:pt x="1004902" y="134804"/>
                  </a:cubicBezTo>
                  <a:cubicBezTo>
                    <a:pt x="1004902" y="134804"/>
                    <a:pt x="1028087" y="177861"/>
                    <a:pt x="1037361" y="217938"/>
                  </a:cubicBezTo>
                  <a:cubicBezTo>
                    <a:pt x="1066011" y="218435"/>
                    <a:pt x="1094495" y="219263"/>
                    <a:pt x="1123145" y="219760"/>
                  </a:cubicBezTo>
                  <a:cubicBezTo>
                    <a:pt x="1132254" y="177034"/>
                    <a:pt x="1143681" y="88600"/>
                    <a:pt x="1098304" y="24675"/>
                  </a:cubicBezTo>
                  <a:cubicBezTo>
                    <a:pt x="1103107" y="29478"/>
                    <a:pt x="1178127" y="106816"/>
                    <a:pt x="1189719" y="187632"/>
                  </a:cubicBezTo>
                  <a:cubicBezTo>
                    <a:pt x="1196509" y="150536"/>
                    <a:pt x="1213070" y="105326"/>
                    <a:pt x="1252981" y="83465"/>
                  </a:cubicBezTo>
                  <a:cubicBezTo>
                    <a:pt x="1252981" y="83465"/>
                    <a:pt x="1214892" y="167428"/>
                    <a:pt x="1236752" y="222575"/>
                  </a:cubicBezTo>
                  <a:cubicBezTo>
                    <a:pt x="1252319" y="223072"/>
                    <a:pt x="1268051" y="223403"/>
                    <a:pt x="1283784" y="223900"/>
                  </a:cubicBezTo>
                  <a:cubicBezTo>
                    <a:pt x="1283287" y="195747"/>
                    <a:pt x="1275835" y="159479"/>
                    <a:pt x="1275007" y="155173"/>
                  </a:cubicBezTo>
                  <a:lnTo>
                    <a:pt x="1316905" y="225225"/>
                  </a:lnTo>
                  <a:cubicBezTo>
                    <a:pt x="1320217" y="225225"/>
                    <a:pt x="1323364" y="225225"/>
                    <a:pt x="1326179" y="225556"/>
                  </a:cubicBezTo>
                  <a:cubicBezTo>
                    <a:pt x="1320383" y="187301"/>
                    <a:pt x="1316243" y="111122"/>
                    <a:pt x="1371224" y="83465"/>
                  </a:cubicBezTo>
                  <a:cubicBezTo>
                    <a:pt x="1371224" y="83465"/>
                    <a:pt x="1355988" y="172562"/>
                    <a:pt x="1424053" y="228868"/>
                  </a:cubicBezTo>
                  <a:lnTo>
                    <a:pt x="1424549" y="229365"/>
                  </a:lnTo>
                  <a:cubicBezTo>
                    <a:pt x="1438461" y="230027"/>
                    <a:pt x="1452703" y="230524"/>
                    <a:pt x="1466945" y="231021"/>
                  </a:cubicBezTo>
                  <a:cubicBezTo>
                    <a:pt x="1493442" y="201875"/>
                    <a:pt x="1495429" y="111288"/>
                    <a:pt x="1495429" y="111288"/>
                  </a:cubicBezTo>
                  <a:cubicBezTo>
                    <a:pt x="1495429" y="111288"/>
                    <a:pt x="1536168" y="181505"/>
                    <a:pt x="1544283" y="234499"/>
                  </a:cubicBezTo>
                  <a:cubicBezTo>
                    <a:pt x="1569455" y="235493"/>
                    <a:pt x="1595124" y="237148"/>
                    <a:pt x="1620628" y="238308"/>
                  </a:cubicBezTo>
                  <a:cubicBezTo>
                    <a:pt x="1636692" y="212307"/>
                    <a:pt x="1657061" y="163123"/>
                    <a:pt x="1647456" y="89758"/>
                  </a:cubicBezTo>
                  <a:cubicBezTo>
                    <a:pt x="1647456" y="89758"/>
                    <a:pt x="1732412" y="155836"/>
                    <a:pt x="1697635" y="242117"/>
                  </a:cubicBezTo>
                  <a:cubicBezTo>
                    <a:pt x="1722145" y="243938"/>
                    <a:pt x="1746820" y="245263"/>
                    <a:pt x="1771661" y="246754"/>
                  </a:cubicBezTo>
                  <a:cubicBezTo>
                    <a:pt x="1771661" y="246754"/>
                    <a:pt x="1786897" y="146893"/>
                    <a:pt x="1786897" y="146893"/>
                  </a:cubicBezTo>
                  <a:lnTo>
                    <a:pt x="1817037" y="249735"/>
                  </a:lnTo>
                  <a:cubicBezTo>
                    <a:pt x="1818362" y="249735"/>
                    <a:pt x="1819687" y="249735"/>
                    <a:pt x="1821343" y="249735"/>
                  </a:cubicBezTo>
                  <a:cubicBezTo>
                    <a:pt x="1822668" y="221085"/>
                    <a:pt x="1832936" y="154014"/>
                    <a:pt x="1895535" y="129836"/>
                  </a:cubicBezTo>
                  <a:cubicBezTo>
                    <a:pt x="1895535" y="129836"/>
                    <a:pt x="1864401" y="204359"/>
                    <a:pt x="1876325" y="253544"/>
                  </a:cubicBezTo>
                  <a:cubicBezTo>
                    <a:pt x="1888083" y="254206"/>
                    <a:pt x="1899675" y="255034"/>
                    <a:pt x="1911599" y="255862"/>
                  </a:cubicBezTo>
                  <a:cubicBezTo>
                    <a:pt x="1920707" y="234333"/>
                    <a:pt x="1929981" y="202371"/>
                    <a:pt x="1926503" y="164116"/>
                  </a:cubicBezTo>
                  <a:cubicBezTo>
                    <a:pt x="1926503" y="164116"/>
                    <a:pt x="1957637" y="212142"/>
                    <a:pt x="1972045" y="260002"/>
                  </a:cubicBezTo>
                  <a:cubicBezTo>
                    <a:pt x="2000530" y="262155"/>
                    <a:pt x="2028848" y="264474"/>
                    <a:pt x="2057333" y="266958"/>
                  </a:cubicBezTo>
                  <a:cubicBezTo>
                    <a:pt x="2057333" y="266627"/>
                    <a:pt x="2057498" y="266295"/>
                    <a:pt x="2057498" y="266295"/>
                  </a:cubicBezTo>
                  <a:cubicBezTo>
                    <a:pt x="2057498" y="266295"/>
                    <a:pt x="2028848" y="173224"/>
                    <a:pt x="2112811" y="111122"/>
                  </a:cubicBezTo>
                  <a:cubicBezTo>
                    <a:pt x="2112811" y="111122"/>
                    <a:pt x="2094594" y="226384"/>
                    <a:pt x="2134671" y="272754"/>
                  </a:cubicBezTo>
                  <a:lnTo>
                    <a:pt x="2135168" y="273251"/>
                  </a:lnTo>
                  <a:cubicBezTo>
                    <a:pt x="2143779" y="273748"/>
                    <a:pt x="2152557" y="274576"/>
                    <a:pt x="2161168" y="275238"/>
                  </a:cubicBezTo>
                  <a:cubicBezTo>
                    <a:pt x="2177729" y="252715"/>
                    <a:pt x="2180875" y="182664"/>
                    <a:pt x="2180875" y="182664"/>
                  </a:cubicBezTo>
                  <a:cubicBezTo>
                    <a:pt x="2180875" y="182664"/>
                    <a:pt x="2214328" y="236652"/>
                    <a:pt x="2206710" y="279213"/>
                  </a:cubicBezTo>
                  <a:cubicBezTo>
                    <a:pt x="2224264" y="280869"/>
                    <a:pt x="2241653" y="282359"/>
                    <a:pt x="2259373" y="284181"/>
                  </a:cubicBezTo>
                  <a:cubicBezTo>
                    <a:pt x="2263513" y="275238"/>
                    <a:pt x="2291997" y="214295"/>
                    <a:pt x="2283552" y="161963"/>
                  </a:cubicBezTo>
                  <a:cubicBezTo>
                    <a:pt x="2283552" y="161963"/>
                    <a:pt x="2324787" y="234499"/>
                    <a:pt x="2318991" y="289812"/>
                  </a:cubicBezTo>
                  <a:cubicBezTo>
                    <a:pt x="2340851" y="291965"/>
                    <a:pt x="2363043" y="293952"/>
                    <a:pt x="2384737" y="296105"/>
                  </a:cubicBezTo>
                  <a:cubicBezTo>
                    <a:pt x="2378444" y="271595"/>
                    <a:pt x="2375298" y="233671"/>
                    <a:pt x="2395005" y="191938"/>
                  </a:cubicBezTo>
                  <a:cubicBezTo>
                    <a:pt x="2395005" y="191938"/>
                    <a:pt x="2412725" y="263149"/>
                    <a:pt x="2445846" y="302397"/>
                  </a:cubicBezTo>
                  <a:cubicBezTo>
                    <a:pt x="2464725" y="304550"/>
                    <a:pt x="2483770" y="306703"/>
                    <a:pt x="2502649" y="308691"/>
                  </a:cubicBezTo>
                  <a:cubicBezTo>
                    <a:pt x="2508942" y="278550"/>
                    <a:pt x="2493209" y="221085"/>
                    <a:pt x="2491553" y="215123"/>
                  </a:cubicBezTo>
                  <a:cubicBezTo>
                    <a:pt x="2495528" y="218766"/>
                    <a:pt x="2538917" y="261824"/>
                    <a:pt x="2536267" y="312665"/>
                  </a:cubicBezTo>
                  <a:cubicBezTo>
                    <a:pt x="2556140" y="314818"/>
                    <a:pt x="2575847" y="316806"/>
                    <a:pt x="2595554" y="318958"/>
                  </a:cubicBezTo>
                  <a:cubicBezTo>
                    <a:pt x="2591249" y="271926"/>
                    <a:pt x="2596548" y="212970"/>
                    <a:pt x="2640268" y="179518"/>
                  </a:cubicBezTo>
                  <a:cubicBezTo>
                    <a:pt x="2640268" y="179518"/>
                    <a:pt x="2629007" y="278716"/>
                    <a:pt x="2653682" y="325748"/>
                  </a:cubicBezTo>
                  <a:cubicBezTo>
                    <a:pt x="2668587" y="327735"/>
                    <a:pt x="2683657" y="329723"/>
                    <a:pt x="2698727" y="331544"/>
                  </a:cubicBezTo>
                  <a:cubicBezTo>
                    <a:pt x="2711479" y="301404"/>
                    <a:pt x="2711810" y="241620"/>
                    <a:pt x="2711810" y="241620"/>
                  </a:cubicBezTo>
                  <a:cubicBezTo>
                    <a:pt x="2711810" y="241620"/>
                    <a:pt x="2748409" y="298423"/>
                    <a:pt x="2752384" y="338500"/>
                  </a:cubicBezTo>
                  <a:cubicBezTo>
                    <a:pt x="2790473" y="343137"/>
                    <a:pt x="2828894" y="347939"/>
                    <a:pt x="2866984" y="352908"/>
                  </a:cubicBezTo>
                  <a:cubicBezTo>
                    <a:pt x="2879570" y="329723"/>
                    <a:pt x="2893315" y="298423"/>
                    <a:pt x="2897787" y="266295"/>
                  </a:cubicBezTo>
                  <a:cubicBezTo>
                    <a:pt x="2897787" y="266295"/>
                    <a:pt x="2935214" y="308525"/>
                    <a:pt x="2921137" y="360360"/>
                  </a:cubicBezTo>
                  <a:lnTo>
                    <a:pt x="2921137" y="360857"/>
                  </a:lnTo>
                  <a:cubicBezTo>
                    <a:pt x="2937698" y="363175"/>
                    <a:pt x="2954424" y="365494"/>
                    <a:pt x="2970985" y="367978"/>
                  </a:cubicBezTo>
                  <a:cubicBezTo>
                    <a:pt x="2970985" y="347939"/>
                    <a:pt x="2976947" y="318130"/>
                    <a:pt x="3003112" y="285506"/>
                  </a:cubicBezTo>
                  <a:cubicBezTo>
                    <a:pt x="3002119" y="288818"/>
                    <a:pt x="2987049" y="333863"/>
                    <a:pt x="3009405" y="373443"/>
                  </a:cubicBezTo>
                  <a:cubicBezTo>
                    <a:pt x="3015202" y="374271"/>
                    <a:pt x="3020667" y="375099"/>
                    <a:pt x="3026463" y="375762"/>
                  </a:cubicBezTo>
                  <a:cubicBezTo>
                    <a:pt x="3024144" y="339494"/>
                    <a:pt x="3024144" y="263480"/>
                    <a:pt x="3056107" y="214626"/>
                  </a:cubicBezTo>
                  <a:cubicBezTo>
                    <a:pt x="3056107" y="214626"/>
                    <a:pt x="3043521" y="313493"/>
                    <a:pt x="3079291" y="382883"/>
                  </a:cubicBezTo>
                  <a:cubicBezTo>
                    <a:pt x="3129305" y="347442"/>
                    <a:pt x="3153483" y="238473"/>
                    <a:pt x="3153483" y="238473"/>
                  </a:cubicBezTo>
                  <a:cubicBezTo>
                    <a:pt x="3175675" y="304219"/>
                    <a:pt x="3153483" y="377417"/>
                    <a:pt x="3153483" y="377417"/>
                  </a:cubicBezTo>
                  <a:cubicBezTo>
                    <a:pt x="3186605" y="381061"/>
                    <a:pt x="3215917" y="296933"/>
                    <a:pt x="3215917" y="296933"/>
                  </a:cubicBezTo>
                  <a:cubicBezTo>
                    <a:pt x="3226681" y="346284"/>
                    <a:pt x="3190082" y="384704"/>
                    <a:pt x="3190082" y="384704"/>
                  </a:cubicBezTo>
                  <a:cubicBezTo>
                    <a:pt x="3190082" y="384704"/>
                    <a:pt x="3192235" y="391329"/>
                    <a:pt x="3195051" y="401099"/>
                  </a:cubicBezTo>
                  <a:cubicBezTo>
                    <a:pt x="3205649" y="402921"/>
                    <a:pt x="3216083" y="404743"/>
                    <a:pt x="3226847" y="406398"/>
                  </a:cubicBezTo>
                  <a:cubicBezTo>
                    <a:pt x="3234465" y="329060"/>
                    <a:pt x="3283981" y="266627"/>
                    <a:pt x="3290274" y="259340"/>
                  </a:cubicBezTo>
                  <a:cubicBezTo>
                    <a:pt x="3242083" y="325748"/>
                    <a:pt x="3266427" y="392156"/>
                    <a:pt x="3277192" y="414679"/>
                  </a:cubicBezTo>
                  <a:cubicBezTo>
                    <a:pt x="3278185" y="415010"/>
                    <a:pt x="3279179" y="415341"/>
                    <a:pt x="3280338" y="415341"/>
                  </a:cubicBezTo>
                  <a:cubicBezTo>
                    <a:pt x="3271892" y="370793"/>
                    <a:pt x="3307166" y="329723"/>
                    <a:pt x="3307166" y="329723"/>
                  </a:cubicBezTo>
                  <a:cubicBezTo>
                    <a:pt x="3290771" y="384704"/>
                    <a:pt x="3325549" y="417660"/>
                    <a:pt x="3325549" y="417660"/>
                  </a:cubicBezTo>
                  <a:cubicBezTo>
                    <a:pt x="3327370" y="353736"/>
                    <a:pt x="3373243" y="320780"/>
                    <a:pt x="3373243" y="320780"/>
                  </a:cubicBezTo>
                  <a:cubicBezTo>
                    <a:pt x="3351052" y="359201"/>
                    <a:pt x="3361320" y="400603"/>
                    <a:pt x="3361320" y="400603"/>
                  </a:cubicBezTo>
                  <a:cubicBezTo>
                    <a:pt x="3361320" y="400603"/>
                    <a:pt x="3364466" y="417328"/>
                    <a:pt x="3370759" y="430577"/>
                  </a:cubicBezTo>
                  <a:cubicBezTo>
                    <a:pt x="3381027" y="432399"/>
                    <a:pt x="3391295" y="433889"/>
                    <a:pt x="3401562" y="435711"/>
                  </a:cubicBezTo>
                  <a:cubicBezTo>
                    <a:pt x="3404212" y="432399"/>
                    <a:pt x="3406861" y="428424"/>
                    <a:pt x="3409677" y="423125"/>
                  </a:cubicBezTo>
                  <a:cubicBezTo>
                    <a:pt x="3441308" y="363506"/>
                    <a:pt x="3418951" y="276398"/>
                    <a:pt x="3417295" y="269773"/>
                  </a:cubicBezTo>
                  <a:cubicBezTo>
                    <a:pt x="3460849" y="313990"/>
                    <a:pt x="3448098" y="428755"/>
                    <a:pt x="3448098" y="428755"/>
                  </a:cubicBezTo>
                  <a:cubicBezTo>
                    <a:pt x="3475423" y="410208"/>
                    <a:pt x="3484697" y="318958"/>
                    <a:pt x="3484697" y="318958"/>
                  </a:cubicBezTo>
                  <a:cubicBezTo>
                    <a:pt x="3498608" y="373112"/>
                    <a:pt x="3488340" y="420310"/>
                    <a:pt x="3477575" y="449788"/>
                  </a:cubicBezTo>
                  <a:cubicBezTo>
                    <a:pt x="3493308" y="452603"/>
                    <a:pt x="3509206" y="455584"/>
                    <a:pt x="3524939" y="458399"/>
                  </a:cubicBezTo>
                  <a:cubicBezTo>
                    <a:pt x="3513181" y="352079"/>
                    <a:pt x="3579755" y="300576"/>
                    <a:pt x="3579755" y="300576"/>
                  </a:cubicBezTo>
                  <a:cubicBezTo>
                    <a:pt x="3523117" y="388513"/>
                    <a:pt x="3572799" y="440017"/>
                    <a:pt x="3572799" y="440017"/>
                  </a:cubicBezTo>
                  <a:lnTo>
                    <a:pt x="3583398" y="375596"/>
                  </a:lnTo>
                  <a:lnTo>
                    <a:pt x="3596315" y="446806"/>
                  </a:lnTo>
                  <a:lnTo>
                    <a:pt x="3632087" y="478437"/>
                  </a:lnTo>
                  <a:cubicBezTo>
                    <a:pt x="3634074" y="478934"/>
                    <a:pt x="3635895" y="479266"/>
                    <a:pt x="3638048" y="479763"/>
                  </a:cubicBezTo>
                  <a:cubicBezTo>
                    <a:pt x="3642520" y="394309"/>
                    <a:pt x="3701641" y="337010"/>
                    <a:pt x="3708928" y="330385"/>
                  </a:cubicBezTo>
                  <a:cubicBezTo>
                    <a:pt x="3662227" y="390997"/>
                    <a:pt x="3682265" y="473138"/>
                    <a:pt x="3682265" y="473138"/>
                  </a:cubicBezTo>
                  <a:cubicBezTo>
                    <a:pt x="3682265" y="473138"/>
                    <a:pt x="3686240" y="480590"/>
                    <a:pt x="3692202" y="490527"/>
                  </a:cubicBezTo>
                  <a:cubicBezTo>
                    <a:pt x="3704622" y="492845"/>
                    <a:pt x="3716712" y="495495"/>
                    <a:pt x="3729132" y="498145"/>
                  </a:cubicBezTo>
                  <a:cubicBezTo>
                    <a:pt x="3723501" y="413188"/>
                    <a:pt x="3802993" y="309850"/>
                    <a:pt x="3802993" y="309850"/>
                  </a:cubicBezTo>
                  <a:cubicBezTo>
                    <a:pt x="3802993" y="309850"/>
                    <a:pt x="3768547" y="476119"/>
                    <a:pt x="3798521" y="512387"/>
                  </a:cubicBezTo>
                  <a:cubicBezTo>
                    <a:pt x="3806470" y="514209"/>
                    <a:pt x="3814419" y="515699"/>
                    <a:pt x="3822203" y="517355"/>
                  </a:cubicBezTo>
                  <a:cubicBezTo>
                    <a:pt x="3823362" y="517024"/>
                    <a:pt x="3824025" y="516858"/>
                    <a:pt x="3824853" y="516527"/>
                  </a:cubicBezTo>
                  <a:cubicBezTo>
                    <a:pt x="3896229" y="483406"/>
                    <a:pt x="3898051" y="300576"/>
                    <a:pt x="3898051" y="300576"/>
                  </a:cubicBezTo>
                  <a:cubicBezTo>
                    <a:pt x="3930675" y="404743"/>
                    <a:pt x="3911962" y="481253"/>
                    <a:pt x="3886955" y="530769"/>
                  </a:cubicBezTo>
                  <a:cubicBezTo>
                    <a:pt x="3894573" y="532260"/>
                    <a:pt x="3902191" y="533916"/>
                    <a:pt x="3909809" y="535572"/>
                  </a:cubicBezTo>
                  <a:cubicBezTo>
                    <a:pt x="3925873" y="538884"/>
                    <a:pt x="3941605" y="542527"/>
                    <a:pt x="3957504" y="546336"/>
                  </a:cubicBezTo>
                  <a:cubicBezTo>
                    <a:pt x="3956344" y="463036"/>
                    <a:pt x="3988803" y="398615"/>
                    <a:pt x="3992943" y="391163"/>
                  </a:cubicBezTo>
                  <a:cubicBezTo>
                    <a:pt x="3964790" y="459227"/>
                    <a:pt x="3994434" y="524808"/>
                    <a:pt x="4016460" y="559750"/>
                  </a:cubicBezTo>
                  <a:cubicBezTo>
                    <a:pt x="4020931" y="560744"/>
                    <a:pt x="4025402" y="561738"/>
                    <a:pt x="4029874" y="562897"/>
                  </a:cubicBezTo>
                  <a:cubicBezTo>
                    <a:pt x="4025568" y="546999"/>
                    <a:pt x="4023249" y="532094"/>
                    <a:pt x="4023249" y="518349"/>
                  </a:cubicBezTo>
                  <a:cubicBezTo>
                    <a:pt x="4023249" y="410208"/>
                    <a:pt x="4134537" y="302397"/>
                    <a:pt x="4141658" y="295608"/>
                  </a:cubicBezTo>
                  <a:cubicBezTo>
                    <a:pt x="4062664" y="428755"/>
                    <a:pt x="4120295" y="561572"/>
                    <a:pt x="4120295" y="561572"/>
                  </a:cubicBezTo>
                  <a:lnTo>
                    <a:pt x="4174283" y="421303"/>
                  </a:lnTo>
                  <a:cubicBezTo>
                    <a:pt x="4174283" y="421303"/>
                    <a:pt x="4159709" y="612082"/>
                    <a:pt x="4214029" y="558094"/>
                  </a:cubicBezTo>
                  <a:cubicBezTo>
                    <a:pt x="4266692" y="505431"/>
                    <a:pt x="4216181" y="379736"/>
                    <a:pt x="4214194" y="374602"/>
                  </a:cubicBezTo>
                  <a:cubicBezTo>
                    <a:pt x="4306271" y="424118"/>
                    <a:pt x="4280437" y="546336"/>
                    <a:pt x="4275800" y="566209"/>
                  </a:cubicBezTo>
                  <a:lnTo>
                    <a:pt x="4303953" y="478934"/>
                  </a:lnTo>
                  <a:lnTo>
                    <a:pt x="4341049" y="637254"/>
                  </a:lnTo>
                  <a:cubicBezTo>
                    <a:pt x="4341049" y="637254"/>
                    <a:pt x="4342375" y="637586"/>
                    <a:pt x="4343036" y="637751"/>
                  </a:cubicBezTo>
                  <a:cubicBezTo>
                    <a:pt x="4339724" y="542859"/>
                    <a:pt x="4430145" y="442169"/>
                    <a:pt x="4435776" y="436042"/>
                  </a:cubicBezTo>
                  <a:cubicBezTo>
                    <a:pt x="4381291" y="558094"/>
                    <a:pt x="4437100" y="629967"/>
                    <a:pt x="4437100" y="629967"/>
                  </a:cubicBezTo>
                  <a:cubicBezTo>
                    <a:pt x="4426502" y="556604"/>
                    <a:pt x="4510961" y="490030"/>
                    <a:pt x="4516095" y="486221"/>
                  </a:cubicBezTo>
                  <a:cubicBezTo>
                    <a:pt x="4513114" y="492680"/>
                    <a:pt x="4442069" y="647687"/>
                    <a:pt x="4516261" y="633611"/>
                  </a:cubicBezTo>
                  <a:cubicBezTo>
                    <a:pt x="4591778" y="619203"/>
                    <a:pt x="4611983" y="435711"/>
                    <a:pt x="4611983" y="435711"/>
                  </a:cubicBezTo>
                  <a:cubicBezTo>
                    <a:pt x="4645103" y="522158"/>
                    <a:pt x="4614797" y="627649"/>
                    <a:pt x="4612313" y="636261"/>
                  </a:cubicBezTo>
                  <a:lnTo>
                    <a:pt x="4685345" y="543686"/>
                  </a:lnTo>
                  <a:lnTo>
                    <a:pt x="4652721" y="673025"/>
                  </a:lnTo>
                  <a:cubicBezTo>
                    <a:pt x="4652721" y="673025"/>
                    <a:pt x="4664644" y="700682"/>
                    <a:pt x="4678555" y="725688"/>
                  </a:cubicBezTo>
                  <a:cubicBezTo>
                    <a:pt x="4694122" y="730160"/>
                    <a:pt x="4709524" y="734631"/>
                    <a:pt x="4725091" y="738771"/>
                  </a:cubicBezTo>
                  <a:cubicBezTo>
                    <a:pt x="4726085" y="728007"/>
                    <a:pt x="4726085" y="713599"/>
                    <a:pt x="4724761" y="694885"/>
                  </a:cubicBezTo>
                  <a:cubicBezTo>
                    <a:pt x="4714326" y="527292"/>
                    <a:pt x="4812365" y="441011"/>
                    <a:pt x="4818162" y="436042"/>
                  </a:cubicBezTo>
                  <a:cubicBezTo>
                    <a:pt x="4735690" y="576311"/>
                    <a:pt x="4789512" y="709127"/>
                    <a:pt x="4789512" y="709127"/>
                  </a:cubicBezTo>
                  <a:lnTo>
                    <a:pt x="4825614" y="615725"/>
                  </a:lnTo>
                  <a:lnTo>
                    <a:pt x="4854264" y="745230"/>
                  </a:lnTo>
                  <a:cubicBezTo>
                    <a:pt x="4857907" y="651165"/>
                    <a:pt x="4966048" y="570515"/>
                    <a:pt x="4972838" y="565547"/>
                  </a:cubicBezTo>
                  <a:cubicBezTo>
                    <a:pt x="4897653" y="651828"/>
                    <a:pt x="4926303" y="759638"/>
                    <a:pt x="4926303" y="759638"/>
                  </a:cubicBezTo>
                  <a:cubicBezTo>
                    <a:pt x="4957604" y="689917"/>
                    <a:pt x="5046533" y="653815"/>
                    <a:pt x="5052164" y="651828"/>
                  </a:cubicBezTo>
                  <a:cubicBezTo>
                    <a:pt x="5047361" y="658949"/>
                    <a:pt x="4966546" y="778848"/>
                    <a:pt x="4979462" y="811141"/>
                  </a:cubicBezTo>
                  <a:cubicBezTo>
                    <a:pt x="4987412" y="813294"/>
                    <a:pt x="4995029" y="815613"/>
                    <a:pt x="5002648" y="817766"/>
                  </a:cubicBezTo>
                  <a:cubicBezTo>
                    <a:pt x="5006788" y="816938"/>
                    <a:pt x="5011094" y="815613"/>
                    <a:pt x="5016393" y="813626"/>
                  </a:cubicBezTo>
                  <a:cubicBezTo>
                    <a:pt x="5120726" y="770402"/>
                    <a:pt x="5111617" y="543686"/>
                    <a:pt x="5111617" y="543686"/>
                  </a:cubicBezTo>
                  <a:cubicBezTo>
                    <a:pt x="5188624" y="626490"/>
                    <a:pt x="5111617" y="788619"/>
                    <a:pt x="5111617" y="788619"/>
                  </a:cubicBezTo>
                  <a:cubicBezTo>
                    <a:pt x="5111617" y="788619"/>
                    <a:pt x="5116088" y="817434"/>
                    <a:pt x="5120559" y="852543"/>
                  </a:cubicBezTo>
                  <a:cubicBezTo>
                    <a:pt x="5123706" y="853205"/>
                    <a:pt x="5127018" y="854365"/>
                    <a:pt x="5130164" y="855358"/>
                  </a:cubicBezTo>
                  <a:cubicBezTo>
                    <a:pt x="5130827" y="850887"/>
                    <a:pt x="5130994" y="846912"/>
                    <a:pt x="5131490" y="842275"/>
                  </a:cubicBezTo>
                  <a:cubicBezTo>
                    <a:pt x="5142088" y="716746"/>
                    <a:pt x="5257019" y="642057"/>
                    <a:pt x="5264473" y="637586"/>
                  </a:cubicBezTo>
                  <a:cubicBezTo>
                    <a:pt x="5163948" y="752517"/>
                    <a:pt x="5203363" y="856683"/>
                    <a:pt x="5203363" y="856683"/>
                  </a:cubicBezTo>
                  <a:cubicBezTo>
                    <a:pt x="5249070" y="779510"/>
                    <a:pt x="5342307" y="753510"/>
                    <a:pt x="5347110" y="752351"/>
                  </a:cubicBezTo>
                  <a:cubicBezTo>
                    <a:pt x="5342141" y="757982"/>
                    <a:pt x="5240955" y="874734"/>
                    <a:pt x="5304051" y="883843"/>
                  </a:cubicBezTo>
                  <a:cubicBezTo>
                    <a:pt x="5369135" y="892951"/>
                    <a:pt x="5422957" y="745230"/>
                    <a:pt x="5422957" y="745230"/>
                  </a:cubicBezTo>
                  <a:cubicBezTo>
                    <a:pt x="5426436" y="828033"/>
                    <a:pt x="5384702" y="874072"/>
                    <a:pt x="5384702" y="874072"/>
                  </a:cubicBezTo>
                  <a:cubicBezTo>
                    <a:pt x="5384702" y="874072"/>
                    <a:pt x="5347275" y="898747"/>
                    <a:pt x="5330881" y="916136"/>
                  </a:cubicBezTo>
                  <a:cubicBezTo>
                    <a:pt x="5342473" y="919779"/>
                    <a:pt x="5354396" y="923257"/>
                    <a:pt x="5366154" y="926901"/>
                  </a:cubicBezTo>
                  <a:cubicBezTo>
                    <a:pt x="5371785" y="925410"/>
                    <a:pt x="5377747" y="923754"/>
                    <a:pt x="5384702" y="921435"/>
                  </a:cubicBezTo>
                  <a:cubicBezTo>
                    <a:pt x="5522818" y="878212"/>
                    <a:pt x="5556105" y="622846"/>
                    <a:pt x="5556105" y="622846"/>
                  </a:cubicBezTo>
                  <a:cubicBezTo>
                    <a:pt x="5653151" y="835154"/>
                    <a:pt x="5505595" y="955882"/>
                    <a:pt x="5505595" y="955882"/>
                  </a:cubicBezTo>
                  <a:cubicBezTo>
                    <a:pt x="5631621" y="957703"/>
                    <a:pt x="5696374" y="824390"/>
                    <a:pt x="5696374" y="824390"/>
                  </a:cubicBezTo>
                  <a:cubicBezTo>
                    <a:pt x="5696374" y="961181"/>
                    <a:pt x="5627978" y="1000595"/>
                    <a:pt x="5627978" y="1000595"/>
                  </a:cubicBezTo>
                  <a:cubicBezTo>
                    <a:pt x="5627978" y="1000595"/>
                    <a:pt x="5631456" y="1004735"/>
                    <a:pt x="5636921" y="1011360"/>
                  </a:cubicBezTo>
                  <a:cubicBezTo>
                    <a:pt x="5681635" y="1025933"/>
                    <a:pt x="5726680" y="1040341"/>
                    <a:pt x="5771394" y="1054583"/>
                  </a:cubicBezTo>
                  <a:cubicBezTo>
                    <a:pt x="5743241" y="903218"/>
                    <a:pt x="5831840" y="773880"/>
                    <a:pt x="5836643" y="767090"/>
                  </a:cubicBezTo>
                  <a:cubicBezTo>
                    <a:pt x="5790108" y="918123"/>
                    <a:pt x="5894440" y="1047462"/>
                    <a:pt x="5894440" y="1047462"/>
                  </a:cubicBezTo>
                  <a:lnTo>
                    <a:pt x="5904707" y="1044481"/>
                  </a:lnTo>
                  <a:cubicBezTo>
                    <a:pt x="5934682" y="946608"/>
                    <a:pt x="6026262" y="879372"/>
                    <a:pt x="6032059" y="875397"/>
                  </a:cubicBezTo>
                  <a:cubicBezTo>
                    <a:pt x="6026760" y="886161"/>
                    <a:pt x="5901229" y="1141030"/>
                    <a:pt x="6032390" y="1097475"/>
                  </a:cubicBezTo>
                  <a:cubicBezTo>
                    <a:pt x="6166200" y="1052761"/>
                    <a:pt x="6162225" y="907524"/>
                    <a:pt x="6162225" y="907524"/>
                  </a:cubicBezTo>
                  <a:cubicBezTo>
                    <a:pt x="6203296" y="1054086"/>
                    <a:pt x="6076772" y="1145004"/>
                    <a:pt x="6076772" y="1145004"/>
                  </a:cubicBezTo>
                  <a:cubicBezTo>
                    <a:pt x="6076772" y="1145004"/>
                    <a:pt x="6095155" y="1152623"/>
                    <a:pt x="6125626" y="1169183"/>
                  </a:cubicBezTo>
                  <a:cubicBezTo>
                    <a:pt x="6143015" y="1174979"/>
                    <a:pt x="6160735" y="1180775"/>
                    <a:pt x="6178123" y="1186406"/>
                  </a:cubicBezTo>
                  <a:cubicBezTo>
                    <a:pt x="6204124" y="1051602"/>
                    <a:pt x="6349857" y="954226"/>
                    <a:pt x="6349857" y="954226"/>
                  </a:cubicBezTo>
                  <a:cubicBezTo>
                    <a:pt x="6266723" y="1044316"/>
                    <a:pt x="6270366" y="1148979"/>
                    <a:pt x="6289080" y="1222840"/>
                  </a:cubicBezTo>
                  <a:cubicBezTo>
                    <a:pt x="6304316" y="1227973"/>
                    <a:pt x="6319552" y="1232941"/>
                    <a:pt x="6334788" y="1237910"/>
                  </a:cubicBezTo>
                  <a:cubicBezTo>
                    <a:pt x="6364266" y="1150304"/>
                    <a:pt x="6453527" y="1100622"/>
                    <a:pt x="6458993" y="1097641"/>
                  </a:cubicBezTo>
                  <a:cubicBezTo>
                    <a:pt x="6456177" y="1104762"/>
                    <a:pt x="6410139" y="1218368"/>
                    <a:pt x="6408979" y="1262419"/>
                  </a:cubicBezTo>
                  <a:cubicBezTo>
                    <a:pt x="6417425" y="1265235"/>
                    <a:pt x="6426202" y="1267885"/>
                    <a:pt x="6434483" y="1270866"/>
                  </a:cubicBezTo>
                  <a:cubicBezTo>
                    <a:pt x="6484993" y="1228636"/>
                    <a:pt x="6537490" y="1065844"/>
                    <a:pt x="6537490" y="1065844"/>
                  </a:cubicBezTo>
                  <a:cubicBezTo>
                    <a:pt x="6547427" y="1132419"/>
                    <a:pt x="6522751" y="1263082"/>
                    <a:pt x="6515796" y="1297694"/>
                  </a:cubicBezTo>
                  <a:lnTo>
                    <a:pt x="6516510" y="1297898"/>
                  </a:lnTo>
                  <a:lnTo>
                    <a:pt x="0" y="1297898"/>
                  </a:lnTo>
                  <a:lnTo>
                    <a:pt x="0" y="48084"/>
                  </a:lnTo>
                  <a:lnTo>
                    <a:pt x="4462" y="54168"/>
                  </a:lnTo>
                  <a:cubicBezTo>
                    <a:pt x="34352" y="101688"/>
                    <a:pt x="55273" y="159955"/>
                    <a:pt x="47199" y="225722"/>
                  </a:cubicBezTo>
                  <a:cubicBezTo>
                    <a:pt x="62435" y="225225"/>
                    <a:pt x="77670" y="224728"/>
                    <a:pt x="92906" y="224397"/>
                  </a:cubicBezTo>
                  <a:cubicBezTo>
                    <a:pt x="118244" y="192601"/>
                    <a:pt x="142919" y="140600"/>
                    <a:pt x="143085" y="56140"/>
                  </a:cubicBezTo>
                  <a:cubicBezTo>
                    <a:pt x="143085" y="56140"/>
                    <a:pt x="177697" y="148714"/>
                    <a:pt x="173391" y="221747"/>
                  </a:cubicBezTo>
                  <a:cubicBezTo>
                    <a:pt x="199226" y="221085"/>
                    <a:pt x="224895" y="220753"/>
                    <a:pt x="250729" y="220257"/>
                  </a:cubicBezTo>
                  <a:cubicBezTo>
                    <a:pt x="251557" y="193097"/>
                    <a:pt x="255532" y="162625"/>
                    <a:pt x="266296" y="136294"/>
                  </a:cubicBezTo>
                  <a:cubicBezTo>
                    <a:pt x="266296" y="136294"/>
                    <a:pt x="269112" y="179683"/>
                    <a:pt x="284182" y="219429"/>
                  </a:cubicBezTo>
                  <a:cubicBezTo>
                    <a:pt x="297099" y="219263"/>
                    <a:pt x="310017" y="218932"/>
                    <a:pt x="322768" y="218600"/>
                  </a:cubicBezTo>
                  <a:cubicBezTo>
                    <a:pt x="324093" y="164281"/>
                    <a:pt x="334692" y="84790"/>
                    <a:pt x="382056" y="45873"/>
                  </a:cubicBezTo>
                  <a:cubicBezTo>
                    <a:pt x="382056" y="45873"/>
                    <a:pt x="368807" y="140269"/>
                    <a:pt x="379903" y="217607"/>
                  </a:cubicBezTo>
                  <a:cubicBezTo>
                    <a:pt x="408056" y="217110"/>
                    <a:pt x="436209" y="216779"/>
                    <a:pt x="464362" y="216613"/>
                  </a:cubicBezTo>
                  <a:cubicBezTo>
                    <a:pt x="464031" y="180180"/>
                    <a:pt x="472477" y="128179"/>
                    <a:pt x="513547" y="84956"/>
                  </a:cubicBezTo>
                  <a:cubicBezTo>
                    <a:pt x="513547" y="84956"/>
                    <a:pt x="503280" y="159148"/>
                    <a:pt x="528617" y="215785"/>
                  </a:cubicBezTo>
                  <a:cubicBezTo>
                    <a:pt x="563892" y="215454"/>
                    <a:pt x="599000" y="214957"/>
                    <a:pt x="634109" y="214957"/>
                  </a:cubicBezTo>
                  <a:cubicBezTo>
                    <a:pt x="636924" y="189123"/>
                    <a:pt x="634771" y="164944"/>
                    <a:pt x="634771" y="164944"/>
                  </a:cubicBezTo>
                  <a:cubicBezTo>
                    <a:pt x="634771" y="164944"/>
                    <a:pt x="652988" y="184982"/>
                    <a:pt x="666402" y="214957"/>
                  </a:cubicBezTo>
                  <a:lnTo>
                    <a:pt x="680644" y="214957"/>
                  </a:lnTo>
                  <a:cubicBezTo>
                    <a:pt x="687434" y="156333"/>
                    <a:pt x="711944" y="46535"/>
                    <a:pt x="803028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65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E8C1294F-F07C-8FFE-7786-CD84E3A1A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2789" y="506460"/>
            <a:ext cx="6299212" cy="840230"/>
          </a:xfrm>
        </p:spPr>
        <p:txBody>
          <a:bodyPr wrap="square">
            <a:spAutoFit/>
          </a:bodyPr>
          <a:lstStyle>
            <a:lvl1pPr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  <a:latin typeface="Questrial" pitchFamily="2" charset="0"/>
              </a:defRPr>
            </a:lvl1pPr>
          </a:lstStyle>
          <a:p>
            <a:r>
              <a:rPr lang="en-US" dirty="0"/>
              <a:t>Slide Headline</a:t>
            </a:r>
          </a:p>
        </p:txBody>
      </p:sp>
    </p:spTree>
    <p:extLst>
      <p:ext uri="{BB962C8B-B14F-4D97-AF65-F5344CB8AC3E}">
        <p14:creationId xmlns:p14="http://schemas.microsoft.com/office/powerpoint/2010/main" val="1606446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lem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Freeform: Shape 516">
            <a:extLst>
              <a:ext uri="{FF2B5EF4-FFF2-40B4-BE49-F238E27FC236}">
                <a16:creationId xmlns:a16="http://schemas.microsoft.com/office/drawing/2014/main" id="{283E662E-A224-91A5-4129-7CC1DA4663A3}"/>
              </a:ext>
            </a:extLst>
          </p:cNvPr>
          <p:cNvSpPr/>
          <p:nvPr/>
        </p:nvSpPr>
        <p:spPr>
          <a:xfrm>
            <a:off x="9466418" y="5859335"/>
            <a:ext cx="2725582" cy="998665"/>
          </a:xfrm>
          <a:custGeom>
            <a:avLst/>
            <a:gdLst>
              <a:gd name="connsiteX0" fmla="*/ 60910 w 2725582"/>
              <a:gd name="connsiteY0" fmla="*/ 984035 h 998665"/>
              <a:gd name="connsiteX1" fmla="*/ 71627 w 2725582"/>
              <a:gd name="connsiteY1" fmla="*/ 998665 h 998665"/>
              <a:gd name="connsiteX2" fmla="*/ 62601 w 2725582"/>
              <a:gd name="connsiteY2" fmla="*/ 998665 h 998665"/>
              <a:gd name="connsiteX3" fmla="*/ 62607 w 2725582"/>
              <a:gd name="connsiteY3" fmla="*/ 995338 h 998665"/>
              <a:gd name="connsiteX4" fmla="*/ 60910 w 2725582"/>
              <a:gd name="connsiteY4" fmla="*/ 984035 h 998665"/>
              <a:gd name="connsiteX5" fmla="*/ 13547 w 2725582"/>
              <a:gd name="connsiteY5" fmla="*/ 976914 h 998665"/>
              <a:gd name="connsiteX6" fmla="*/ 13464 w 2725582"/>
              <a:gd name="connsiteY6" fmla="*/ 993413 h 998665"/>
              <a:gd name="connsiteX7" fmla="*/ 17623 w 2725582"/>
              <a:gd name="connsiteY7" fmla="*/ 998665 h 998665"/>
              <a:gd name="connsiteX8" fmla="*/ 0 w 2725582"/>
              <a:gd name="connsiteY8" fmla="*/ 998665 h 998665"/>
              <a:gd name="connsiteX9" fmla="*/ 430 w 2725582"/>
              <a:gd name="connsiteY9" fmla="*/ 996854 h 998665"/>
              <a:gd name="connsiteX10" fmla="*/ 13547 w 2725582"/>
              <a:gd name="connsiteY10" fmla="*/ 976914 h 998665"/>
              <a:gd name="connsiteX11" fmla="*/ 2706642 w 2725582"/>
              <a:gd name="connsiteY11" fmla="*/ 0 h 998665"/>
              <a:gd name="connsiteX12" fmla="*/ 2714858 w 2725582"/>
              <a:gd name="connsiteY12" fmla="*/ 8255 h 998665"/>
              <a:gd name="connsiteX13" fmla="*/ 2725582 w 2725582"/>
              <a:gd name="connsiteY13" fmla="*/ 21243 h 998665"/>
              <a:gd name="connsiteX14" fmla="*/ 2725582 w 2725582"/>
              <a:gd name="connsiteY14" fmla="*/ 998665 h 998665"/>
              <a:gd name="connsiteX15" fmla="*/ 88159 w 2725582"/>
              <a:gd name="connsiteY15" fmla="*/ 998665 h 998665"/>
              <a:gd name="connsiteX16" fmla="*/ 90347 w 2725582"/>
              <a:gd name="connsiteY16" fmla="*/ 995089 h 998665"/>
              <a:gd name="connsiteX17" fmla="*/ 91050 w 2725582"/>
              <a:gd name="connsiteY17" fmla="*/ 951079 h 998665"/>
              <a:gd name="connsiteX18" fmla="*/ 110261 w 2725582"/>
              <a:gd name="connsiteY18" fmla="*/ 998442 h 998665"/>
              <a:gd name="connsiteX19" fmla="*/ 136924 w 2725582"/>
              <a:gd name="connsiteY19" fmla="*/ 988009 h 998665"/>
              <a:gd name="connsiteX20" fmla="*/ 136924 w 2725582"/>
              <a:gd name="connsiteY20" fmla="*/ 943792 h 998665"/>
              <a:gd name="connsiteX21" fmla="*/ 156961 w 2725582"/>
              <a:gd name="connsiteY21" fmla="*/ 980226 h 998665"/>
              <a:gd name="connsiteX22" fmla="*/ 157127 w 2725582"/>
              <a:gd name="connsiteY22" fmla="*/ 980226 h 998665"/>
              <a:gd name="connsiteX23" fmla="*/ 168720 w 2725582"/>
              <a:gd name="connsiteY23" fmla="*/ 919779 h 998665"/>
              <a:gd name="connsiteX24" fmla="*/ 188261 w 2725582"/>
              <a:gd name="connsiteY24" fmla="*/ 968137 h 998665"/>
              <a:gd name="connsiteX25" fmla="*/ 218568 w 2725582"/>
              <a:gd name="connsiteY25" fmla="*/ 956378 h 998665"/>
              <a:gd name="connsiteX26" fmla="*/ 224529 w 2725582"/>
              <a:gd name="connsiteY26" fmla="*/ 906531 h 998665"/>
              <a:gd name="connsiteX27" fmla="*/ 245892 w 2725582"/>
              <a:gd name="connsiteY27" fmla="*/ 945614 h 998665"/>
              <a:gd name="connsiteX28" fmla="*/ 267918 w 2725582"/>
              <a:gd name="connsiteY28" fmla="*/ 937168 h 998665"/>
              <a:gd name="connsiteX29" fmla="*/ 253179 w 2725582"/>
              <a:gd name="connsiteY29" fmla="*/ 899409 h 998665"/>
              <a:gd name="connsiteX30" fmla="*/ 282989 w 2725582"/>
              <a:gd name="connsiteY30" fmla="*/ 931372 h 998665"/>
              <a:gd name="connsiteX31" fmla="*/ 293587 w 2725582"/>
              <a:gd name="connsiteY31" fmla="*/ 927232 h 998665"/>
              <a:gd name="connsiteX32" fmla="*/ 282989 w 2725582"/>
              <a:gd name="connsiteY32" fmla="*/ 867779 h 998665"/>
              <a:gd name="connsiteX33" fmla="*/ 325550 w 2725582"/>
              <a:gd name="connsiteY33" fmla="*/ 914811 h 998665"/>
              <a:gd name="connsiteX34" fmla="*/ 333333 w 2725582"/>
              <a:gd name="connsiteY34" fmla="*/ 911665 h 998665"/>
              <a:gd name="connsiteX35" fmla="*/ 346416 w 2725582"/>
              <a:gd name="connsiteY35" fmla="*/ 886492 h 998665"/>
              <a:gd name="connsiteX36" fmla="*/ 360989 w 2725582"/>
              <a:gd name="connsiteY36" fmla="*/ 900900 h 998665"/>
              <a:gd name="connsiteX37" fmla="*/ 367945 w 2725582"/>
              <a:gd name="connsiteY37" fmla="*/ 898251 h 998665"/>
              <a:gd name="connsiteX38" fmla="*/ 367945 w 2725582"/>
              <a:gd name="connsiteY38" fmla="*/ 867779 h 998665"/>
              <a:gd name="connsiteX39" fmla="*/ 385334 w 2725582"/>
              <a:gd name="connsiteY39" fmla="*/ 891461 h 998665"/>
              <a:gd name="connsiteX40" fmla="*/ 403882 w 2725582"/>
              <a:gd name="connsiteY40" fmla="*/ 841944 h 998665"/>
              <a:gd name="connsiteX41" fmla="*/ 403882 w 2725582"/>
              <a:gd name="connsiteY41" fmla="*/ 843103 h 998665"/>
              <a:gd name="connsiteX42" fmla="*/ 420276 w 2725582"/>
              <a:gd name="connsiteY42" fmla="*/ 877881 h 998665"/>
              <a:gd name="connsiteX43" fmla="*/ 429385 w 2725582"/>
              <a:gd name="connsiteY43" fmla="*/ 874403 h 998665"/>
              <a:gd name="connsiteX44" fmla="*/ 402888 w 2725582"/>
              <a:gd name="connsiteY44" fmla="*/ 809319 h 998665"/>
              <a:gd name="connsiteX45" fmla="*/ 454889 w 2725582"/>
              <a:gd name="connsiteY45" fmla="*/ 864467 h 998665"/>
              <a:gd name="connsiteX46" fmla="*/ 474264 w 2725582"/>
              <a:gd name="connsiteY46" fmla="*/ 857014 h 998665"/>
              <a:gd name="connsiteX47" fmla="*/ 472939 w 2725582"/>
              <a:gd name="connsiteY47" fmla="*/ 816275 h 998665"/>
              <a:gd name="connsiteX48" fmla="*/ 497946 w 2725582"/>
              <a:gd name="connsiteY48" fmla="*/ 847740 h 998665"/>
              <a:gd name="connsiteX49" fmla="*/ 523946 w 2725582"/>
              <a:gd name="connsiteY49" fmla="*/ 837638 h 998665"/>
              <a:gd name="connsiteX50" fmla="*/ 506888 w 2725582"/>
              <a:gd name="connsiteY50" fmla="*/ 750032 h 998665"/>
              <a:gd name="connsiteX51" fmla="*/ 556240 w 2725582"/>
              <a:gd name="connsiteY51" fmla="*/ 825218 h 998665"/>
              <a:gd name="connsiteX52" fmla="*/ 565182 w 2725582"/>
              <a:gd name="connsiteY52" fmla="*/ 821740 h 998665"/>
              <a:gd name="connsiteX53" fmla="*/ 549119 w 2725582"/>
              <a:gd name="connsiteY53" fmla="*/ 778682 h 998665"/>
              <a:gd name="connsiteX54" fmla="*/ 584227 w 2725582"/>
              <a:gd name="connsiteY54" fmla="*/ 814288 h 998665"/>
              <a:gd name="connsiteX55" fmla="*/ 595654 w 2725582"/>
              <a:gd name="connsiteY55" fmla="*/ 809982 h 998665"/>
              <a:gd name="connsiteX56" fmla="*/ 595985 w 2725582"/>
              <a:gd name="connsiteY56" fmla="*/ 808160 h 998665"/>
              <a:gd name="connsiteX57" fmla="*/ 548456 w 2725582"/>
              <a:gd name="connsiteY57" fmla="*/ 754504 h 998665"/>
              <a:gd name="connsiteX58" fmla="*/ 616355 w 2725582"/>
              <a:gd name="connsiteY58" fmla="*/ 794581 h 998665"/>
              <a:gd name="connsiteX59" fmla="*/ 601782 w 2725582"/>
              <a:gd name="connsiteY59" fmla="*/ 761625 h 998665"/>
              <a:gd name="connsiteX60" fmla="*/ 643680 w 2725582"/>
              <a:gd name="connsiteY60" fmla="*/ 791268 h 998665"/>
              <a:gd name="connsiteX61" fmla="*/ 647820 w 2725582"/>
              <a:gd name="connsiteY61" fmla="*/ 789778 h 998665"/>
              <a:gd name="connsiteX62" fmla="*/ 629272 w 2725582"/>
              <a:gd name="connsiteY62" fmla="*/ 714758 h 998665"/>
              <a:gd name="connsiteX63" fmla="*/ 679782 w 2725582"/>
              <a:gd name="connsiteY63" fmla="*/ 771230 h 998665"/>
              <a:gd name="connsiteX64" fmla="*/ 665706 w 2725582"/>
              <a:gd name="connsiteY64" fmla="*/ 708796 h 998665"/>
              <a:gd name="connsiteX65" fmla="*/ 703961 w 2725582"/>
              <a:gd name="connsiteY65" fmla="*/ 751854 h 998665"/>
              <a:gd name="connsiteX66" fmla="*/ 680610 w 2725582"/>
              <a:gd name="connsiteY66" fmla="*/ 669216 h 998665"/>
              <a:gd name="connsiteX67" fmla="*/ 732776 w 2725582"/>
              <a:gd name="connsiteY67" fmla="*/ 727841 h 998665"/>
              <a:gd name="connsiteX68" fmla="*/ 729961 w 2725582"/>
              <a:gd name="connsiteY68" fmla="*/ 681637 h 998665"/>
              <a:gd name="connsiteX69" fmla="*/ 754139 w 2725582"/>
              <a:gd name="connsiteY69" fmla="*/ 728007 h 998665"/>
              <a:gd name="connsiteX70" fmla="*/ 781133 w 2725582"/>
              <a:gd name="connsiteY70" fmla="*/ 738440 h 998665"/>
              <a:gd name="connsiteX71" fmla="*/ 795210 w 2725582"/>
              <a:gd name="connsiteY71" fmla="*/ 732975 h 998665"/>
              <a:gd name="connsiteX72" fmla="*/ 780803 w 2725582"/>
              <a:gd name="connsiteY72" fmla="*/ 715586 h 998665"/>
              <a:gd name="connsiteX73" fmla="*/ 740891 w 2725582"/>
              <a:gd name="connsiteY73" fmla="*/ 615726 h 998665"/>
              <a:gd name="connsiteX74" fmla="*/ 803325 w 2725582"/>
              <a:gd name="connsiteY74" fmla="*/ 703000 h 998665"/>
              <a:gd name="connsiteX75" fmla="*/ 789579 w 2725582"/>
              <a:gd name="connsiteY75" fmla="*/ 666401 h 998665"/>
              <a:gd name="connsiteX76" fmla="*/ 831644 w 2725582"/>
              <a:gd name="connsiteY76" fmla="*/ 696707 h 998665"/>
              <a:gd name="connsiteX77" fmla="*/ 819720 w 2725582"/>
              <a:gd name="connsiteY77" fmla="*/ 613407 h 998665"/>
              <a:gd name="connsiteX78" fmla="*/ 856485 w 2725582"/>
              <a:gd name="connsiteY78" fmla="*/ 682299 h 998665"/>
              <a:gd name="connsiteX79" fmla="*/ 865262 w 2725582"/>
              <a:gd name="connsiteY79" fmla="*/ 618044 h 998665"/>
              <a:gd name="connsiteX80" fmla="*/ 896727 w 2725582"/>
              <a:gd name="connsiteY80" fmla="*/ 674682 h 998665"/>
              <a:gd name="connsiteX81" fmla="*/ 854497 w 2725582"/>
              <a:gd name="connsiteY81" fmla="*/ 571177 h 998665"/>
              <a:gd name="connsiteX82" fmla="*/ 917924 w 2725582"/>
              <a:gd name="connsiteY82" fmla="*/ 642719 h 998665"/>
              <a:gd name="connsiteX83" fmla="*/ 949720 w 2725582"/>
              <a:gd name="connsiteY83" fmla="*/ 670376 h 998665"/>
              <a:gd name="connsiteX84" fmla="*/ 937797 w 2725582"/>
              <a:gd name="connsiteY84" fmla="*/ 653318 h 998665"/>
              <a:gd name="connsiteX85" fmla="*/ 923555 w 2725582"/>
              <a:gd name="connsiteY85" fmla="*/ 558922 h 998665"/>
              <a:gd name="connsiteX86" fmla="*/ 962473 w 2725582"/>
              <a:gd name="connsiteY86" fmla="*/ 638910 h 998665"/>
              <a:gd name="connsiteX87" fmla="*/ 977543 w 2725582"/>
              <a:gd name="connsiteY87" fmla="*/ 571012 h 998665"/>
              <a:gd name="connsiteX88" fmla="*/ 999072 w 2725582"/>
              <a:gd name="connsiteY88" fmla="*/ 620694 h 998665"/>
              <a:gd name="connsiteX89" fmla="*/ 997913 w 2725582"/>
              <a:gd name="connsiteY89" fmla="*/ 549648 h 998665"/>
              <a:gd name="connsiteX90" fmla="*/ 1019939 w 2725582"/>
              <a:gd name="connsiteY90" fmla="*/ 597012 h 998665"/>
              <a:gd name="connsiteX91" fmla="*/ 1032359 w 2725582"/>
              <a:gd name="connsiteY91" fmla="*/ 610757 h 998665"/>
              <a:gd name="connsiteX92" fmla="*/ 1004868 w 2725582"/>
              <a:gd name="connsiteY92" fmla="*/ 479100 h 998665"/>
              <a:gd name="connsiteX93" fmla="*/ 1076576 w 2725582"/>
              <a:gd name="connsiteY93" fmla="*/ 589394 h 998665"/>
              <a:gd name="connsiteX94" fmla="*/ 1098104 w 2725582"/>
              <a:gd name="connsiteY94" fmla="*/ 501622 h 998665"/>
              <a:gd name="connsiteX95" fmla="*/ 1123939 w 2725582"/>
              <a:gd name="connsiteY95" fmla="*/ 570846 h 998665"/>
              <a:gd name="connsiteX96" fmla="*/ 1190513 w 2725582"/>
              <a:gd name="connsiteY96" fmla="*/ 556935 h 998665"/>
              <a:gd name="connsiteX97" fmla="*/ 1124271 w 2725582"/>
              <a:gd name="connsiteY97" fmla="*/ 448463 h 998665"/>
              <a:gd name="connsiteX98" fmla="*/ 1259571 w 2725582"/>
              <a:gd name="connsiteY98" fmla="*/ 554617 h 998665"/>
              <a:gd name="connsiteX99" fmla="*/ 1246819 w 2725582"/>
              <a:gd name="connsiteY99" fmla="*/ 440679 h 998665"/>
              <a:gd name="connsiteX100" fmla="*/ 1307432 w 2725582"/>
              <a:gd name="connsiteY100" fmla="*/ 541368 h 998665"/>
              <a:gd name="connsiteX101" fmla="*/ 1350820 w 2725582"/>
              <a:gd name="connsiteY101" fmla="*/ 525636 h 998665"/>
              <a:gd name="connsiteX102" fmla="*/ 1334591 w 2725582"/>
              <a:gd name="connsiteY102" fmla="*/ 462208 h 998665"/>
              <a:gd name="connsiteX103" fmla="*/ 1350820 w 2725582"/>
              <a:gd name="connsiteY103" fmla="*/ 477444 h 998665"/>
              <a:gd name="connsiteX104" fmla="*/ 1382451 w 2725582"/>
              <a:gd name="connsiteY104" fmla="*/ 514209 h 998665"/>
              <a:gd name="connsiteX105" fmla="*/ 1395037 w 2725582"/>
              <a:gd name="connsiteY105" fmla="*/ 509737 h 998665"/>
              <a:gd name="connsiteX106" fmla="*/ 1363241 w 2725582"/>
              <a:gd name="connsiteY106" fmla="*/ 422793 h 998665"/>
              <a:gd name="connsiteX107" fmla="*/ 1434120 w 2725582"/>
              <a:gd name="connsiteY107" fmla="*/ 495826 h 998665"/>
              <a:gd name="connsiteX108" fmla="*/ 1460783 w 2725582"/>
              <a:gd name="connsiteY108" fmla="*/ 486386 h 998665"/>
              <a:gd name="connsiteX109" fmla="*/ 1460783 w 2725582"/>
              <a:gd name="connsiteY109" fmla="*/ 422793 h 998665"/>
              <a:gd name="connsiteX110" fmla="*/ 1485459 w 2725582"/>
              <a:gd name="connsiteY110" fmla="*/ 477609 h 998665"/>
              <a:gd name="connsiteX111" fmla="*/ 1524873 w 2725582"/>
              <a:gd name="connsiteY111" fmla="*/ 463533 h 998665"/>
              <a:gd name="connsiteX112" fmla="*/ 1520899 w 2725582"/>
              <a:gd name="connsiteY112" fmla="*/ 458730 h 998665"/>
              <a:gd name="connsiteX113" fmla="*/ 1506656 w 2725582"/>
              <a:gd name="connsiteY113" fmla="*/ 381557 h 998665"/>
              <a:gd name="connsiteX114" fmla="*/ 1547064 w 2725582"/>
              <a:gd name="connsiteY114" fmla="*/ 455915 h 998665"/>
              <a:gd name="connsiteX115" fmla="*/ 1583663 w 2725582"/>
              <a:gd name="connsiteY115" fmla="*/ 443163 h 998665"/>
              <a:gd name="connsiteX116" fmla="*/ 1572898 w 2725582"/>
              <a:gd name="connsiteY116" fmla="*/ 397787 h 998665"/>
              <a:gd name="connsiteX117" fmla="*/ 1609498 w 2725582"/>
              <a:gd name="connsiteY117" fmla="*/ 434220 h 998665"/>
              <a:gd name="connsiteX118" fmla="*/ 1620593 w 2725582"/>
              <a:gd name="connsiteY118" fmla="*/ 430412 h 998665"/>
              <a:gd name="connsiteX119" fmla="*/ 1601549 w 2725582"/>
              <a:gd name="connsiteY119" fmla="*/ 345786 h 998665"/>
              <a:gd name="connsiteX120" fmla="*/ 1654874 w 2725582"/>
              <a:gd name="connsiteY120" fmla="*/ 418488 h 998665"/>
              <a:gd name="connsiteX121" fmla="*/ 1695116 w 2725582"/>
              <a:gd name="connsiteY121" fmla="*/ 404742 h 998665"/>
              <a:gd name="connsiteX122" fmla="*/ 1680378 w 2725582"/>
              <a:gd name="connsiteY122" fmla="*/ 352907 h 998665"/>
              <a:gd name="connsiteX123" fmla="*/ 1724595 w 2725582"/>
              <a:gd name="connsiteY123" fmla="*/ 394641 h 998665"/>
              <a:gd name="connsiteX124" fmla="*/ 1710849 w 2725582"/>
              <a:gd name="connsiteY124" fmla="*/ 279544 h 998665"/>
              <a:gd name="connsiteX125" fmla="*/ 1758709 w 2725582"/>
              <a:gd name="connsiteY125" fmla="*/ 383379 h 998665"/>
              <a:gd name="connsiteX126" fmla="*/ 1788353 w 2725582"/>
              <a:gd name="connsiteY126" fmla="*/ 373443 h 998665"/>
              <a:gd name="connsiteX127" fmla="*/ 1780735 w 2725582"/>
              <a:gd name="connsiteY127" fmla="*/ 327901 h 998665"/>
              <a:gd name="connsiteX128" fmla="*/ 1811704 w 2725582"/>
              <a:gd name="connsiteY128" fmla="*/ 365494 h 998665"/>
              <a:gd name="connsiteX129" fmla="*/ 1823627 w 2725582"/>
              <a:gd name="connsiteY129" fmla="*/ 304550 h 998665"/>
              <a:gd name="connsiteX130" fmla="*/ 1856748 w 2725582"/>
              <a:gd name="connsiteY130" fmla="*/ 350755 h 998665"/>
              <a:gd name="connsiteX131" fmla="*/ 1910902 w 2725582"/>
              <a:gd name="connsiteY131" fmla="*/ 333200 h 998665"/>
              <a:gd name="connsiteX132" fmla="*/ 1902456 w 2725582"/>
              <a:gd name="connsiteY132" fmla="*/ 258015 h 998665"/>
              <a:gd name="connsiteX133" fmla="*/ 1943360 w 2725582"/>
              <a:gd name="connsiteY133" fmla="*/ 322436 h 998665"/>
              <a:gd name="connsiteX134" fmla="*/ 1943360 w 2725582"/>
              <a:gd name="connsiteY134" fmla="*/ 270601 h 998665"/>
              <a:gd name="connsiteX135" fmla="*/ 1951641 w 2725582"/>
              <a:gd name="connsiteY135" fmla="*/ 284512 h 998665"/>
              <a:gd name="connsiteX136" fmla="*/ 1981285 w 2725582"/>
              <a:gd name="connsiteY136" fmla="*/ 310347 h 998665"/>
              <a:gd name="connsiteX137" fmla="*/ 2001488 w 2725582"/>
              <a:gd name="connsiteY137" fmla="*/ 304054 h 998665"/>
              <a:gd name="connsiteX138" fmla="*/ 2006292 w 2725582"/>
              <a:gd name="connsiteY138" fmla="*/ 266957 h 998665"/>
              <a:gd name="connsiteX139" fmla="*/ 2024342 w 2725582"/>
              <a:gd name="connsiteY139" fmla="*/ 296933 h 998665"/>
              <a:gd name="connsiteX140" fmla="*/ 2062101 w 2725582"/>
              <a:gd name="connsiteY140" fmla="*/ 285174 h 998665"/>
              <a:gd name="connsiteX141" fmla="*/ 2062101 w 2725582"/>
              <a:gd name="connsiteY141" fmla="*/ 284843 h 998665"/>
              <a:gd name="connsiteX142" fmla="*/ 2042228 w 2725582"/>
              <a:gd name="connsiteY142" fmla="*/ 188294 h 998665"/>
              <a:gd name="connsiteX143" fmla="*/ 2109796 w 2725582"/>
              <a:gd name="connsiteY143" fmla="*/ 270270 h 998665"/>
              <a:gd name="connsiteX144" fmla="*/ 2119898 w 2725582"/>
              <a:gd name="connsiteY144" fmla="*/ 267123 h 998665"/>
              <a:gd name="connsiteX145" fmla="*/ 2122713 w 2725582"/>
              <a:gd name="connsiteY145" fmla="*/ 198893 h 998665"/>
              <a:gd name="connsiteX146" fmla="*/ 2156828 w 2725582"/>
              <a:gd name="connsiteY146" fmla="*/ 256028 h 998665"/>
              <a:gd name="connsiteX147" fmla="*/ 2192102 w 2725582"/>
              <a:gd name="connsiteY147" fmla="*/ 245429 h 998665"/>
              <a:gd name="connsiteX148" fmla="*/ 2192433 w 2725582"/>
              <a:gd name="connsiteY148" fmla="*/ 245098 h 998665"/>
              <a:gd name="connsiteX149" fmla="*/ 2169248 w 2725582"/>
              <a:gd name="connsiteY149" fmla="*/ 197072 h 998665"/>
              <a:gd name="connsiteX150" fmla="*/ 2223070 w 2725582"/>
              <a:gd name="connsiteY150" fmla="*/ 235989 h 998665"/>
              <a:gd name="connsiteX151" fmla="*/ 2232014 w 2725582"/>
              <a:gd name="connsiteY151" fmla="*/ 168919 h 998665"/>
              <a:gd name="connsiteX152" fmla="*/ 2263478 w 2725582"/>
              <a:gd name="connsiteY152" fmla="*/ 224231 h 998665"/>
              <a:gd name="connsiteX153" fmla="*/ 2313658 w 2725582"/>
              <a:gd name="connsiteY153" fmla="*/ 209823 h 998665"/>
              <a:gd name="connsiteX154" fmla="*/ 2301733 w 2725582"/>
              <a:gd name="connsiteY154" fmla="*/ 129007 h 998665"/>
              <a:gd name="connsiteX155" fmla="*/ 2345454 w 2725582"/>
              <a:gd name="connsiteY155" fmla="*/ 200549 h 998665"/>
              <a:gd name="connsiteX156" fmla="*/ 2327072 w 2725582"/>
              <a:gd name="connsiteY156" fmla="*/ 68727 h 998665"/>
              <a:gd name="connsiteX157" fmla="*/ 2383213 w 2725582"/>
              <a:gd name="connsiteY157" fmla="*/ 189785 h 998665"/>
              <a:gd name="connsiteX158" fmla="*/ 2383047 w 2725582"/>
              <a:gd name="connsiteY158" fmla="*/ 190116 h 998665"/>
              <a:gd name="connsiteX159" fmla="*/ 2422792 w 2725582"/>
              <a:gd name="connsiteY159" fmla="*/ 178855 h 998665"/>
              <a:gd name="connsiteX160" fmla="*/ 2414677 w 2725582"/>
              <a:gd name="connsiteY160" fmla="*/ 104001 h 998665"/>
              <a:gd name="connsiteX161" fmla="*/ 2452601 w 2725582"/>
              <a:gd name="connsiteY161" fmla="*/ 170575 h 998665"/>
              <a:gd name="connsiteX162" fmla="*/ 2452601 w 2725582"/>
              <a:gd name="connsiteY162" fmla="*/ 114765 h 998665"/>
              <a:gd name="connsiteX163" fmla="*/ 2477111 w 2725582"/>
              <a:gd name="connsiteY163" fmla="*/ 164282 h 998665"/>
              <a:gd name="connsiteX164" fmla="*/ 2502780 w 2725582"/>
              <a:gd name="connsiteY164" fmla="*/ 157326 h 998665"/>
              <a:gd name="connsiteX165" fmla="*/ 2502449 w 2725582"/>
              <a:gd name="connsiteY165" fmla="*/ 95058 h 998665"/>
              <a:gd name="connsiteX166" fmla="*/ 2535074 w 2725582"/>
              <a:gd name="connsiteY166" fmla="*/ 148715 h 998665"/>
              <a:gd name="connsiteX167" fmla="*/ 2543684 w 2725582"/>
              <a:gd name="connsiteY167" fmla="*/ 146396 h 998665"/>
              <a:gd name="connsiteX168" fmla="*/ 2529277 w 2725582"/>
              <a:gd name="connsiteY168" fmla="*/ 55644 h 998665"/>
              <a:gd name="connsiteX169" fmla="*/ 2582105 w 2725582"/>
              <a:gd name="connsiteY169" fmla="*/ 127683 h 998665"/>
              <a:gd name="connsiteX170" fmla="*/ 2618871 w 2725582"/>
              <a:gd name="connsiteY170" fmla="*/ 55644 h 998665"/>
              <a:gd name="connsiteX171" fmla="*/ 2636425 w 2725582"/>
              <a:gd name="connsiteY171" fmla="*/ 122714 h 998665"/>
              <a:gd name="connsiteX172" fmla="*/ 2679979 w 2725582"/>
              <a:gd name="connsiteY172" fmla="*/ 111784 h 998665"/>
              <a:gd name="connsiteX173" fmla="*/ 2679814 w 2725582"/>
              <a:gd name="connsiteY173" fmla="*/ 111453 h 998665"/>
              <a:gd name="connsiteX174" fmla="*/ 2681139 w 2725582"/>
              <a:gd name="connsiteY174" fmla="*/ 55644 h 998665"/>
              <a:gd name="connsiteX175" fmla="*/ 2702833 w 2725582"/>
              <a:gd name="connsiteY175" fmla="*/ 105988 h 998665"/>
              <a:gd name="connsiteX176" fmla="*/ 2714426 w 2725582"/>
              <a:gd name="connsiteY176" fmla="*/ 103007 h 998665"/>
              <a:gd name="connsiteX177" fmla="*/ 2706642 w 2725582"/>
              <a:gd name="connsiteY177" fmla="*/ 0 h 998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2725582" h="998665">
                <a:moveTo>
                  <a:pt x="60910" y="984035"/>
                </a:moveTo>
                <a:lnTo>
                  <a:pt x="71627" y="998665"/>
                </a:lnTo>
                <a:lnTo>
                  <a:pt x="62601" y="998665"/>
                </a:lnTo>
                <a:lnTo>
                  <a:pt x="62607" y="995338"/>
                </a:lnTo>
                <a:cubicBezTo>
                  <a:pt x="61903" y="988838"/>
                  <a:pt x="60910" y="984035"/>
                  <a:pt x="60910" y="984035"/>
                </a:cubicBezTo>
                <a:close/>
                <a:moveTo>
                  <a:pt x="13547" y="976914"/>
                </a:moveTo>
                <a:cubicBezTo>
                  <a:pt x="13547" y="976914"/>
                  <a:pt x="11353" y="983828"/>
                  <a:pt x="13464" y="993413"/>
                </a:cubicBezTo>
                <a:lnTo>
                  <a:pt x="17623" y="998665"/>
                </a:lnTo>
                <a:lnTo>
                  <a:pt x="0" y="998665"/>
                </a:lnTo>
                <a:lnTo>
                  <a:pt x="430" y="996854"/>
                </a:lnTo>
                <a:cubicBezTo>
                  <a:pt x="3279" y="989604"/>
                  <a:pt x="7461" y="982628"/>
                  <a:pt x="13547" y="976914"/>
                </a:cubicBezTo>
                <a:close/>
                <a:moveTo>
                  <a:pt x="2706642" y="0"/>
                </a:moveTo>
                <a:cubicBezTo>
                  <a:pt x="2706642" y="0"/>
                  <a:pt x="2709954" y="3023"/>
                  <a:pt x="2714858" y="8255"/>
                </a:cubicBezTo>
                <a:lnTo>
                  <a:pt x="2725582" y="21243"/>
                </a:lnTo>
                <a:lnTo>
                  <a:pt x="2725582" y="998665"/>
                </a:lnTo>
                <a:lnTo>
                  <a:pt x="88159" y="998665"/>
                </a:lnTo>
                <a:lnTo>
                  <a:pt x="90347" y="995089"/>
                </a:lnTo>
                <a:cubicBezTo>
                  <a:pt x="94735" y="985194"/>
                  <a:pt x="97509" y="970455"/>
                  <a:pt x="91050" y="951079"/>
                </a:cubicBezTo>
                <a:cubicBezTo>
                  <a:pt x="91050" y="951079"/>
                  <a:pt x="107943" y="965321"/>
                  <a:pt x="110261" y="998442"/>
                </a:cubicBezTo>
                <a:cubicBezTo>
                  <a:pt x="119204" y="994965"/>
                  <a:pt x="127980" y="991487"/>
                  <a:pt x="136924" y="988009"/>
                </a:cubicBezTo>
                <a:lnTo>
                  <a:pt x="136924" y="943792"/>
                </a:lnTo>
                <a:cubicBezTo>
                  <a:pt x="136924" y="943792"/>
                  <a:pt x="158452" y="959194"/>
                  <a:pt x="156961" y="980226"/>
                </a:cubicBezTo>
                <a:lnTo>
                  <a:pt x="157127" y="980226"/>
                </a:lnTo>
                <a:cubicBezTo>
                  <a:pt x="157127" y="980226"/>
                  <a:pt x="179815" y="949754"/>
                  <a:pt x="168720" y="919779"/>
                </a:cubicBezTo>
                <a:cubicBezTo>
                  <a:pt x="170541" y="922263"/>
                  <a:pt x="184949" y="943461"/>
                  <a:pt x="188261" y="968137"/>
                </a:cubicBezTo>
                <a:cubicBezTo>
                  <a:pt x="198363" y="964162"/>
                  <a:pt x="208466" y="960187"/>
                  <a:pt x="218568" y="956378"/>
                </a:cubicBezTo>
                <a:cubicBezTo>
                  <a:pt x="218568" y="956378"/>
                  <a:pt x="208796" y="925244"/>
                  <a:pt x="224529" y="906531"/>
                </a:cubicBezTo>
                <a:cubicBezTo>
                  <a:pt x="224529" y="906531"/>
                  <a:pt x="230160" y="933193"/>
                  <a:pt x="245892" y="945614"/>
                </a:cubicBezTo>
                <a:cubicBezTo>
                  <a:pt x="253345" y="942799"/>
                  <a:pt x="260631" y="939983"/>
                  <a:pt x="267918" y="937168"/>
                </a:cubicBezTo>
                <a:lnTo>
                  <a:pt x="253179" y="899409"/>
                </a:lnTo>
                <a:cubicBezTo>
                  <a:pt x="253179" y="899409"/>
                  <a:pt x="282492" y="914480"/>
                  <a:pt x="282989" y="931372"/>
                </a:cubicBezTo>
                <a:cubicBezTo>
                  <a:pt x="286466" y="929881"/>
                  <a:pt x="290110" y="928556"/>
                  <a:pt x="293587" y="927232"/>
                </a:cubicBezTo>
                <a:cubicBezTo>
                  <a:pt x="300212" y="915142"/>
                  <a:pt x="303854" y="891626"/>
                  <a:pt x="282989" y="867779"/>
                </a:cubicBezTo>
                <a:cubicBezTo>
                  <a:pt x="282989" y="867779"/>
                  <a:pt x="319257" y="888148"/>
                  <a:pt x="325550" y="914811"/>
                </a:cubicBezTo>
                <a:cubicBezTo>
                  <a:pt x="328199" y="913818"/>
                  <a:pt x="330848" y="912658"/>
                  <a:pt x="333333" y="911665"/>
                </a:cubicBezTo>
                <a:lnTo>
                  <a:pt x="346416" y="886492"/>
                </a:lnTo>
                <a:lnTo>
                  <a:pt x="360989" y="900900"/>
                </a:lnTo>
                <a:cubicBezTo>
                  <a:pt x="363308" y="900072"/>
                  <a:pt x="365626" y="899078"/>
                  <a:pt x="367945" y="898251"/>
                </a:cubicBezTo>
                <a:lnTo>
                  <a:pt x="367945" y="867779"/>
                </a:lnTo>
                <a:lnTo>
                  <a:pt x="385334" y="891461"/>
                </a:lnTo>
                <a:cubicBezTo>
                  <a:pt x="385334" y="891461"/>
                  <a:pt x="388149" y="862148"/>
                  <a:pt x="403882" y="841944"/>
                </a:cubicBezTo>
                <a:lnTo>
                  <a:pt x="403882" y="843103"/>
                </a:lnTo>
                <a:cubicBezTo>
                  <a:pt x="403882" y="847243"/>
                  <a:pt x="404875" y="863307"/>
                  <a:pt x="420276" y="877881"/>
                </a:cubicBezTo>
                <a:cubicBezTo>
                  <a:pt x="423423" y="876721"/>
                  <a:pt x="426404" y="875562"/>
                  <a:pt x="429385" y="874403"/>
                </a:cubicBezTo>
                <a:cubicBezTo>
                  <a:pt x="431869" y="859499"/>
                  <a:pt x="422098" y="820912"/>
                  <a:pt x="402888" y="809319"/>
                </a:cubicBezTo>
                <a:cubicBezTo>
                  <a:pt x="407524" y="811804"/>
                  <a:pt x="445283" y="833829"/>
                  <a:pt x="454889" y="864467"/>
                </a:cubicBezTo>
                <a:cubicBezTo>
                  <a:pt x="461347" y="861983"/>
                  <a:pt x="467805" y="859499"/>
                  <a:pt x="474264" y="857014"/>
                </a:cubicBezTo>
                <a:cubicBezTo>
                  <a:pt x="477741" y="841779"/>
                  <a:pt x="478736" y="824059"/>
                  <a:pt x="472939" y="816275"/>
                </a:cubicBezTo>
                <a:cubicBezTo>
                  <a:pt x="475092" y="817765"/>
                  <a:pt x="491984" y="830020"/>
                  <a:pt x="497946" y="847740"/>
                </a:cubicBezTo>
                <a:cubicBezTo>
                  <a:pt x="506558" y="844428"/>
                  <a:pt x="515169" y="841116"/>
                  <a:pt x="523946" y="837638"/>
                </a:cubicBezTo>
                <a:cubicBezTo>
                  <a:pt x="502086" y="803689"/>
                  <a:pt x="506888" y="750032"/>
                  <a:pt x="506888" y="750032"/>
                </a:cubicBezTo>
                <a:cubicBezTo>
                  <a:pt x="514507" y="789944"/>
                  <a:pt x="540176" y="813791"/>
                  <a:pt x="556240" y="825218"/>
                </a:cubicBezTo>
                <a:lnTo>
                  <a:pt x="565182" y="821740"/>
                </a:lnTo>
                <a:lnTo>
                  <a:pt x="549119" y="778682"/>
                </a:lnTo>
                <a:cubicBezTo>
                  <a:pt x="551602" y="781829"/>
                  <a:pt x="571144" y="806835"/>
                  <a:pt x="584227" y="814288"/>
                </a:cubicBezTo>
                <a:cubicBezTo>
                  <a:pt x="588036" y="812797"/>
                  <a:pt x="591845" y="811307"/>
                  <a:pt x="595654" y="809982"/>
                </a:cubicBezTo>
                <a:cubicBezTo>
                  <a:pt x="595819" y="809319"/>
                  <a:pt x="595985" y="808823"/>
                  <a:pt x="595985" y="808160"/>
                </a:cubicBezTo>
                <a:cubicBezTo>
                  <a:pt x="597806" y="778351"/>
                  <a:pt x="548456" y="754504"/>
                  <a:pt x="548456" y="754504"/>
                </a:cubicBezTo>
                <a:cubicBezTo>
                  <a:pt x="588532" y="744899"/>
                  <a:pt x="612877" y="787956"/>
                  <a:pt x="616355" y="794581"/>
                </a:cubicBezTo>
                <a:lnTo>
                  <a:pt x="601782" y="761625"/>
                </a:lnTo>
                <a:lnTo>
                  <a:pt x="643680" y="791268"/>
                </a:lnTo>
                <a:cubicBezTo>
                  <a:pt x="645171" y="790771"/>
                  <a:pt x="646495" y="790275"/>
                  <a:pt x="647820" y="789778"/>
                </a:cubicBezTo>
                <a:cubicBezTo>
                  <a:pt x="628278" y="760466"/>
                  <a:pt x="629272" y="714758"/>
                  <a:pt x="629272" y="714758"/>
                </a:cubicBezTo>
                <a:cubicBezTo>
                  <a:pt x="644839" y="764772"/>
                  <a:pt x="679782" y="771230"/>
                  <a:pt x="679782" y="771230"/>
                </a:cubicBezTo>
                <a:cubicBezTo>
                  <a:pt x="657094" y="752020"/>
                  <a:pt x="665706" y="708796"/>
                  <a:pt x="665706" y="708796"/>
                </a:cubicBezTo>
                <a:cubicBezTo>
                  <a:pt x="665706" y="708796"/>
                  <a:pt x="685579" y="775701"/>
                  <a:pt x="703961" y="751854"/>
                </a:cubicBezTo>
                <a:cubicBezTo>
                  <a:pt x="722177" y="728007"/>
                  <a:pt x="680610" y="669216"/>
                  <a:pt x="680610" y="669216"/>
                </a:cubicBezTo>
                <a:cubicBezTo>
                  <a:pt x="714063" y="686439"/>
                  <a:pt x="732776" y="727841"/>
                  <a:pt x="732776" y="727841"/>
                </a:cubicBezTo>
                <a:lnTo>
                  <a:pt x="729961" y="681637"/>
                </a:lnTo>
                <a:lnTo>
                  <a:pt x="754139" y="728007"/>
                </a:lnTo>
                <a:cubicBezTo>
                  <a:pt x="754139" y="728007"/>
                  <a:pt x="768878" y="734962"/>
                  <a:pt x="781133" y="738440"/>
                </a:cubicBezTo>
                <a:cubicBezTo>
                  <a:pt x="785771" y="736618"/>
                  <a:pt x="790573" y="734796"/>
                  <a:pt x="795210" y="732975"/>
                </a:cubicBezTo>
                <a:cubicBezTo>
                  <a:pt x="793223" y="729166"/>
                  <a:pt x="788751" y="723701"/>
                  <a:pt x="780803" y="715586"/>
                </a:cubicBezTo>
                <a:cubicBezTo>
                  <a:pt x="732776" y="667892"/>
                  <a:pt x="740891" y="615726"/>
                  <a:pt x="740891" y="615726"/>
                </a:cubicBezTo>
                <a:cubicBezTo>
                  <a:pt x="753145" y="678159"/>
                  <a:pt x="803325" y="703000"/>
                  <a:pt x="803325" y="703000"/>
                </a:cubicBezTo>
                <a:lnTo>
                  <a:pt x="789579" y="666401"/>
                </a:lnTo>
                <a:lnTo>
                  <a:pt x="831644" y="696707"/>
                </a:lnTo>
                <a:cubicBezTo>
                  <a:pt x="807465" y="667395"/>
                  <a:pt x="819720" y="613407"/>
                  <a:pt x="819720" y="613407"/>
                </a:cubicBezTo>
                <a:cubicBezTo>
                  <a:pt x="820051" y="658286"/>
                  <a:pt x="856485" y="682299"/>
                  <a:pt x="856485" y="682299"/>
                </a:cubicBezTo>
                <a:cubicBezTo>
                  <a:pt x="847211" y="652821"/>
                  <a:pt x="865262" y="618044"/>
                  <a:pt x="865262" y="618044"/>
                </a:cubicBezTo>
                <a:cubicBezTo>
                  <a:pt x="865262" y="618044"/>
                  <a:pt x="877350" y="714427"/>
                  <a:pt x="896727" y="674682"/>
                </a:cubicBezTo>
                <a:cubicBezTo>
                  <a:pt x="915937" y="635101"/>
                  <a:pt x="854497" y="571177"/>
                  <a:pt x="854497" y="571177"/>
                </a:cubicBezTo>
                <a:cubicBezTo>
                  <a:pt x="898549" y="575483"/>
                  <a:pt x="917924" y="642719"/>
                  <a:pt x="917924" y="642719"/>
                </a:cubicBezTo>
                <a:cubicBezTo>
                  <a:pt x="917924" y="642719"/>
                  <a:pt x="935313" y="656961"/>
                  <a:pt x="949720" y="670376"/>
                </a:cubicBezTo>
                <a:cubicBezTo>
                  <a:pt x="946575" y="665573"/>
                  <a:pt x="942931" y="660108"/>
                  <a:pt x="937797" y="653318"/>
                </a:cubicBezTo>
                <a:cubicBezTo>
                  <a:pt x="907325" y="612579"/>
                  <a:pt x="923555" y="558922"/>
                  <a:pt x="923555" y="558922"/>
                </a:cubicBezTo>
                <a:cubicBezTo>
                  <a:pt x="923886" y="618706"/>
                  <a:pt x="962473" y="638910"/>
                  <a:pt x="962473" y="638910"/>
                </a:cubicBezTo>
                <a:cubicBezTo>
                  <a:pt x="955683" y="603636"/>
                  <a:pt x="977543" y="571012"/>
                  <a:pt x="977543" y="571012"/>
                </a:cubicBezTo>
                <a:cubicBezTo>
                  <a:pt x="977543" y="571012"/>
                  <a:pt x="977708" y="634770"/>
                  <a:pt x="999072" y="620694"/>
                </a:cubicBezTo>
                <a:cubicBezTo>
                  <a:pt x="1019441" y="607279"/>
                  <a:pt x="999568" y="554120"/>
                  <a:pt x="997913" y="549648"/>
                </a:cubicBezTo>
                <a:cubicBezTo>
                  <a:pt x="1019607" y="572171"/>
                  <a:pt x="1019939" y="595687"/>
                  <a:pt x="1019939" y="597012"/>
                </a:cubicBezTo>
                <a:cubicBezTo>
                  <a:pt x="1019939" y="597012"/>
                  <a:pt x="1003212" y="659280"/>
                  <a:pt x="1032359" y="610757"/>
                </a:cubicBezTo>
                <a:cubicBezTo>
                  <a:pt x="1061340" y="562400"/>
                  <a:pt x="1004868" y="479100"/>
                  <a:pt x="1004868" y="479100"/>
                </a:cubicBezTo>
                <a:cubicBezTo>
                  <a:pt x="1088334" y="516030"/>
                  <a:pt x="1076576" y="589394"/>
                  <a:pt x="1076576" y="589394"/>
                </a:cubicBezTo>
                <a:cubicBezTo>
                  <a:pt x="1113837" y="557432"/>
                  <a:pt x="1098104" y="501622"/>
                  <a:pt x="1098104" y="501622"/>
                </a:cubicBezTo>
                <a:cubicBezTo>
                  <a:pt x="1133545" y="541534"/>
                  <a:pt x="1123939" y="570846"/>
                  <a:pt x="1123939" y="570846"/>
                </a:cubicBezTo>
                <a:cubicBezTo>
                  <a:pt x="1123939" y="570846"/>
                  <a:pt x="1248972" y="593203"/>
                  <a:pt x="1190513" y="556935"/>
                </a:cubicBezTo>
                <a:cubicBezTo>
                  <a:pt x="1131888" y="520502"/>
                  <a:pt x="1124271" y="448463"/>
                  <a:pt x="1124271" y="448463"/>
                </a:cubicBezTo>
                <a:cubicBezTo>
                  <a:pt x="1142818" y="489202"/>
                  <a:pt x="1218997" y="533419"/>
                  <a:pt x="1259571" y="554617"/>
                </a:cubicBezTo>
                <a:cubicBezTo>
                  <a:pt x="1267189" y="530604"/>
                  <a:pt x="1276463" y="482081"/>
                  <a:pt x="1246819" y="440679"/>
                </a:cubicBezTo>
                <a:cubicBezTo>
                  <a:pt x="1246819" y="440679"/>
                  <a:pt x="1300973" y="496323"/>
                  <a:pt x="1307432" y="541368"/>
                </a:cubicBezTo>
                <a:cubicBezTo>
                  <a:pt x="1322005" y="536234"/>
                  <a:pt x="1336413" y="530935"/>
                  <a:pt x="1350820" y="525636"/>
                </a:cubicBezTo>
                <a:lnTo>
                  <a:pt x="1334591" y="462208"/>
                </a:lnTo>
                <a:cubicBezTo>
                  <a:pt x="1334591" y="462208"/>
                  <a:pt x="1341546" y="468004"/>
                  <a:pt x="1350820" y="477444"/>
                </a:cubicBezTo>
                <a:cubicBezTo>
                  <a:pt x="1360260" y="486884"/>
                  <a:pt x="1372349" y="499966"/>
                  <a:pt x="1382451" y="514209"/>
                </a:cubicBezTo>
                <a:cubicBezTo>
                  <a:pt x="1386591" y="512718"/>
                  <a:pt x="1390731" y="511227"/>
                  <a:pt x="1395037" y="509737"/>
                </a:cubicBezTo>
                <a:cubicBezTo>
                  <a:pt x="1398681" y="488539"/>
                  <a:pt x="1390069" y="438692"/>
                  <a:pt x="1363241" y="422793"/>
                </a:cubicBezTo>
                <a:cubicBezTo>
                  <a:pt x="1363241" y="422793"/>
                  <a:pt x="1426171" y="440844"/>
                  <a:pt x="1434120" y="495826"/>
                </a:cubicBezTo>
                <a:cubicBezTo>
                  <a:pt x="1442898" y="492679"/>
                  <a:pt x="1451840" y="489533"/>
                  <a:pt x="1460783" y="486386"/>
                </a:cubicBezTo>
                <a:cubicBezTo>
                  <a:pt x="1460783" y="486386"/>
                  <a:pt x="1449025" y="455087"/>
                  <a:pt x="1460783" y="422793"/>
                </a:cubicBezTo>
                <a:cubicBezTo>
                  <a:pt x="1460783" y="422793"/>
                  <a:pt x="1462605" y="460552"/>
                  <a:pt x="1485459" y="477609"/>
                </a:cubicBezTo>
                <a:cubicBezTo>
                  <a:pt x="1498541" y="472972"/>
                  <a:pt x="1511625" y="468170"/>
                  <a:pt x="1524873" y="463533"/>
                </a:cubicBezTo>
                <a:cubicBezTo>
                  <a:pt x="1522720" y="460717"/>
                  <a:pt x="1520899" y="458730"/>
                  <a:pt x="1520899" y="458730"/>
                </a:cubicBezTo>
                <a:cubicBezTo>
                  <a:pt x="1520899" y="458730"/>
                  <a:pt x="1504834" y="426437"/>
                  <a:pt x="1506656" y="381557"/>
                </a:cubicBezTo>
                <a:cubicBezTo>
                  <a:pt x="1506656" y="381557"/>
                  <a:pt x="1522058" y="435049"/>
                  <a:pt x="1547064" y="455915"/>
                </a:cubicBezTo>
                <a:cubicBezTo>
                  <a:pt x="1559319" y="451609"/>
                  <a:pt x="1571408" y="447469"/>
                  <a:pt x="1583663" y="443163"/>
                </a:cubicBezTo>
                <a:cubicBezTo>
                  <a:pt x="1583663" y="423787"/>
                  <a:pt x="1572898" y="397787"/>
                  <a:pt x="1572898" y="397787"/>
                </a:cubicBezTo>
                <a:cubicBezTo>
                  <a:pt x="1572898" y="397787"/>
                  <a:pt x="1598899" y="413023"/>
                  <a:pt x="1609498" y="434220"/>
                </a:cubicBezTo>
                <a:cubicBezTo>
                  <a:pt x="1613306" y="432896"/>
                  <a:pt x="1616950" y="431571"/>
                  <a:pt x="1620593" y="430412"/>
                </a:cubicBezTo>
                <a:cubicBezTo>
                  <a:pt x="1624899" y="412029"/>
                  <a:pt x="1625893" y="381226"/>
                  <a:pt x="1601549" y="345786"/>
                </a:cubicBezTo>
                <a:cubicBezTo>
                  <a:pt x="1601549" y="345786"/>
                  <a:pt x="1652390" y="382551"/>
                  <a:pt x="1654874" y="418488"/>
                </a:cubicBezTo>
                <a:cubicBezTo>
                  <a:pt x="1668288" y="413851"/>
                  <a:pt x="1681702" y="409379"/>
                  <a:pt x="1695116" y="404742"/>
                </a:cubicBezTo>
                <a:cubicBezTo>
                  <a:pt x="1695116" y="404742"/>
                  <a:pt x="1671434" y="388844"/>
                  <a:pt x="1680378" y="352907"/>
                </a:cubicBezTo>
                <a:cubicBezTo>
                  <a:pt x="1680378" y="352907"/>
                  <a:pt x="1693792" y="384373"/>
                  <a:pt x="1724595" y="394641"/>
                </a:cubicBezTo>
                <a:cubicBezTo>
                  <a:pt x="1724595" y="394641"/>
                  <a:pt x="1682199" y="313493"/>
                  <a:pt x="1710849" y="279544"/>
                </a:cubicBezTo>
                <a:cubicBezTo>
                  <a:pt x="1710849" y="279544"/>
                  <a:pt x="1734365" y="354729"/>
                  <a:pt x="1758709" y="383379"/>
                </a:cubicBezTo>
                <a:cubicBezTo>
                  <a:pt x="1768480" y="380067"/>
                  <a:pt x="1778417" y="376755"/>
                  <a:pt x="1788353" y="373443"/>
                </a:cubicBezTo>
                <a:cubicBezTo>
                  <a:pt x="1788353" y="353901"/>
                  <a:pt x="1780735" y="327901"/>
                  <a:pt x="1780735" y="327901"/>
                </a:cubicBezTo>
                <a:cubicBezTo>
                  <a:pt x="1780735" y="327901"/>
                  <a:pt x="1806735" y="331544"/>
                  <a:pt x="1811704" y="365494"/>
                </a:cubicBezTo>
                <a:cubicBezTo>
                  <a:pt x="1811704" y="365494"/>
                  <a:pt x="1829092" y="338665"/>
                  <a:pt x="1823627" y="304550"/>
                </a:cubicBezTo>
                <a:cubicBezTo>
                  <a:pt x="1823627" y="304550"/>
                  <a:pt x="1853933" y="327073"/>
                  <a:pt x="1856748" y="350755"/>
                </a:cubicBezTo>
                <a:cubicBezTo>
                  <a:pt x="1874800" y="344793"/>
                  <a:pt x="1892850" y="338996"/>
                  <a:pt x="1910902" y="333200"/>
                </a:cubicBezTo>
                <a:cubicBezTo>
                  <a:pt x="1900800" y="317137"/>
                  <a:pt x="1886061" y="285837"/>
                  <a:pt x="1902456" y="258015"/>
                </a:cubicBezTo>
                <a:cubicBezTo>
                  <a:pt x="1902456" y="258015"/>
                  <a:pt x="1899971" y="308194"/>
                  <a:pt x="1943360" y="322436"/>
                </a:cubicBezTo>
                <a:cubicBezTo>
                  <a:pt x="1943360" y="322436"/>
                  <a:pt x="1932265" y="288487"/>
                  <a:pt x="1943360" y="270601"/>
                </a:cubicBezTo>
                <a:cubicBezTo>
                  <a:pt x="1943360" y="270601"/>
                  <a:pt x="1945679" y="276563"/>
                  <a:pt x="1951641" y="284512"/>
                </a:cubicBezTo>
                <a:cubicBezTo>
                  <a:pt x="1957437" y="292627"/>
                  <a:pt x="1966877" y="302563"/>
                  <a:pt x="1981285" y="310347"/>
                </a:cubicBezTo>
                <a:cubicBezTo>
                  <a:pt x="1988074" y="308194"/>
                  <a:pt x="1994865" y="306207"/>
                  <a:pt x="2001488" y="304054"/>
                </a:cubicBezTo>
                <a:cubicBezTo>
                  <a:pt x="2007782" y="290805"/>
                  <a:pt x="2006292" y="266957"/>
                  <a:pt x="2006292" y="266957"/>
                </a:cubicBezTo>
                <a:cubicBezTo>
                  <a:pt x="2006292" y="266957"/>
                  <a:pt x="2016890" y="281531"/>
                  <a:pt x="2024342" y="296933"/>
                </a:cubicBezTo>
                <a:cubicBezTo>
                  <a:pt x="2036928" y="292958"/>
                  <a:pt x="2049515" y="289149"/>
                  <a:pt x="2062101" y="285174"/>
                </a:cubicBezTo>
                <a:cubicBezTo>
                  <a:pt x="2062101" y="285174"/>
                  <a:pt x="2062101" y="284843"/>
                  <a:pt x="2062101" y="284843"/>
                </a:cubicBezTo>
                <a:cubicBezTo>
                  <a:pt x="2062101" y="284843"/>
                  <a:pt x="2076011" y="224231"/>
                  <a:pt x="2042228" y="188294"/>
                </a:cubicBezTo>
                <a:cubicBezTo>
                  <a:pt x="2045706" y="190282"/>
                  <a:pt x="2101846" y="224397"/>
                  <a:pt x="2109796" y="270270"/>
                </a:cubicBezTo>
                <a:cubicBezTo>
                  <a:pt x="2113273" y="269110"/>
                  <a:pt x="2116585" y="268117"/>
                  <a:pt x="2119898" y="267123"/>
                </a:cubicBezTo>
                <a:cubicBezTo>
                  <a:pt x="2126853" y="247251"/>
                  <a:pt x="2133312" y="219097"/>
                  <a:pt x="2122713" y="198893"/>
                </a:cubicBezTo>
                <a:cubicBezTo>
                  <a:pt x="2122713" y="198893"/>
                  <a:pt x="2152522" y="227543"/>
                  <a:pt x="2156828" y="256028"/>
                </a:cubicBezTo>
                <a:cubicBezTo>
                  <a:pt x="2168586" y="252384"/>
                  <a:pt x="2180344" y="248906"/>
                  <a:pt x="2192102" y="245429"/>
                </a:cubicBezTo>
                <a:cubicBezTo>
                  <a:pt x="2192102" y="245429"/>
                  <a:pt x="2192433" y="245098"/>
                  <a:pt x="2192433" y="245098"/>
                </a:cubicBezTo>
                <a:cubicBezTo>
                  <a:pt x="2192433" y="245098"/>
                  <a:pt x="2163784" y="222244"/>
                  <a:pt x="2169248" y="197072"/>
                </a:cubicBezTo>
                <a:cubicBezTo>
                  <a:pt x="2169248" y="197072"/>
                  <a:pt x="2193261" y="244766"/>
                  <a:pt x="2223070" y="235989"/>
                </a:cubicBezTo>
                <a:cubicBezTo>
                  <a:pt x="2251058" y="227709"/>
                  <a:pt x="2234001" y="174715"/>
                  <a:pt x="2232014" y="168919"/>
                </a:cubicBezTo>
                <a:cubicBezTo>
                  <a:pt x="2234994" y="173059"/>
                  <a:pt x="2254536" y="202537"/>
                  <a:pt x="2263478" y="224231"/>
                </a:cubicBezTo>
                <a:cubicBezTo>
                  <a:pt x="2280205" y="219263"/>
                  <a:pt x="2296931" y="214626"/>
                  <a:pt x="2313658" y="209823"/>
                </a:cubicBezTo>
                <a:cubicBezTo>
                  <a:pt x="2321606" y="190282"/>
                  <a:pt x="2326409" y="160141"/>
                  <a:pt x="2301733" y="129007"/>
                </a:cubicBezTo>
                <a:cubicBezTo>
                  <a:pt x="2301733" y="129007"/>
                  <a:pt x="2349760" y="151861"/>
                  <a:pt x="2345454" y="200549"/>
                </a:cubicBezTo>
                <a:cubicBezTo>
                  <a:pt x="2345454" y="200549"/>
                  <a:pt x="2378741" y="153186"/>
                  <a:pt x="2327072" y="68727"/>
                </a:cubicBezTo>
                <a:cubicBezTo>
                  <a:pt x="2330715" y="72535"/>
                  <a:pt x="2392486" y="137453"/>
                  <a:pt x="2383213" y="189785"/>
                </a:cubicBezTo>
                <a:cubicBezTo>
                  <a:pt x="2383213" y="189785"/>
                  <a:pt x="2383162" y="189901"/>
                  <a:pt x="2383047" y="190116"/>
                </a:cubicBezTo>
                <a:cubicBezTo>
                  <a:pt x="2396295" y="186307"/>
                  <a:pt x="2409543" y="182498"/>
                  <a:pt x="2422792" y="178855"/>
                </a:cubicBezTo>
                <a:cubicBezTo>
                  <a:pt x="2416334" y="163453"/>
                  <a:pt x="2405569" y="131326"/>
                  <a:pt x="2414677" y="104001"/>
                </a:cubicBezTo>
                <a:cubicBezTo>
                  <a:pt x="2414677" y="104001"/>
                  <a:pt x="2431569" y="151364"/>
                  <a:pt x="2452601" y="170575"/>
                </a:cubicBezTo>
                <a:cubicBezTo>
                  <a:pt x="2452601" y="170575"/>
                  <a:pt x="2447799" y="145237"/>
                  <a:pt x="2452601" y="114765"/>
                </a:cubicBezTo>
                <a:cubicBezTo>
                  <a:pt x="2452601" y="114765"/>
                  <a:pt x="2459888" y="147390"/>
                  <a:pt x="2477111" y="164282"/>
                </a:cubicBezTo>
                <a:cubicBezTo>
                  <a:pt x="2485722" y="161963"/>
                  <a:pt x="2494168" y="159645"/>
                  <a:pt x="2502780" y="157326"/>
                </a:cubicBezTo>
                <a:cubicBezTo>
                  <a:pt x="2507252" y="134638"/>
                  <a:pt x="2502449" y="95058"/>
                  <a:pt x="2502449" y="95058"/>
                </a:cubicBezTo>
                <a:cubicBezTo>
                  <a:pt x="2502449" y="95058"/>
                  <a:pt x="2528449" y="123542"/>
                  <a:pt x="2535074" y="148715"/>
                </a:cubicBezTo>
                <a:cubicBezTo>
                  <a:pt x="2537889" y="147887"/>
                  <a:pt x="2540869" y="147224"/>
                  <a:pt x="2543684" y="146396"/>
                </a:cubicBezTo>
                <a:cubicBezTo>
                  <a:pt x="2548819" y="128510"/>
                  <a:pt x="2551634" y="96880"/>
                  <a:pt x="2529277" y="55644"/>
                </a:cubicBezTo>
                <a:cubicBezTo>
                  <a:pt x="2529277" y="55644"/>
                  <a:pt x="2572004" y="94727"/>
                  <a:pt x="2582105" y="127683"/>
                </a:cubicBezTo>
                <a:cubicBezTo>
                  <a:pt x="2583099" y="106982"/>
                  <a:pt x="2589724" y="75682"/>
                  <a:pt x="2618871" y="55644"/>
                </a:cubicBezTo>
                <a:cubicBezTo>
                  <a:pt x="2618871" y="55644"/>
                  <a:pt x="2610590" y="99695"/>
                  <a:pt x="2636425" y="122714"/>
                </a:cubicBezTo>
                <a:cubicBezTo>
                  <a:pt x="2650998" y="119071"/>
                  <a:pt x="2665406" y="115262"/>
                  <a:pt x="2679979" y="111784"/>
                </a:cubicBezTo>
                <a:cubicBezTo>
                  <a:pt x="2679814" y="111619"/>
                  <a:pt x="2679814" y="111453"/>
                  <a:pt x="2679814" y="111453"/>
                </a:cubicBezTo>
                <a:lnTo>
                  <a:pt x="2681139" y="55644"/>
                </a:lnTo>
                <a:lnTo>
                  <a:pt x="2702833" y="105988"/>
                </a:lnTo>
                <a:cubicBezTo>
                  <a:pt x="2706642" y="104994"/>
                  <a:pt x="2710616" y="104001"/>
                  <a:pt x="2714426" y="103007"/>
                </a:cubicBezTo>
                <a:cubicBezTo>
                  <a:pt x="2723534" y="85949"/>
                  <a:pt x="2733802" y="50675"/>
                  <a:pt x="2706642" y="0"/>
                </a:cubicBezTo>
                <a:close/>
              </a:path>
            </a:pathLst>
          </a:custGeom>
          <a:gradFill>
            <a:gsLst>
              <a:gs pos="100000">
                <a:srgbClr val="90A16A"/>
              </a:gs>
              <a:gs pos="43000">
                <a:srgbClr val="C3D784"/>
              </a:gs>
            </a:gsLst>
            <a:lin ang="21101917" scaled="1"/>
          </a:gradFill>
          <a:ln w="165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15" name="Freeform: Shape 514">
            <a:extLst>
              <a:ext uri="{FF2B5EF4-FFF2-40B4-BE49-F238E27FC236}">
                <a16:creationId xmlns:a16="http://schemas.microsoft.com/office/drawing/2014/main" id="{498D47B2-0040-0E9A-E106-2F03FECE02CC}"/>
              </a:ext>
            </a:extLst>
          </p:cNvPr>
          <p:cNvSpPr/>
          <p:nvPr/>
        </p:nvSpPr>
        <p:spPr>
          <a:xfrm>
            <a:off x="0" y="5938632"/>
            <a:ext cx="5707064" cy="919368"/>
          </a:xfrm>
          <a:custGeom>
            <a:avLst/>
            <a:gdLst>
              <a:gd name="connsiteX0" fmla="*/ 5707064 w 5707064"/>
              <a:gd name="connsiteY0" fmla="*/ 887652 h 919368"/>
              <a:gd name="connsiteX1" fmla="*/ 5689991 w 5707064"/>
              <a:gd name="connsiteY1" fmla="*/ 919368 h 919368"/>
              <a:gd name="connsiteX2" fmla="*/ 5668729 w 5707064"/>
              <a:gd name="connsiteY2" fmla="*/ 919368 h 919368"/>
              <a:gd name="connsiteX3" fmla="*/ 5690731 w 5707064"/>
              <a:gd name="connsiteY3" fmla="*/ 899459 h 919368"/>
              <a:gd name="connsiteX4" fmla="*/ 5707064 w 5707064"/>
              <a:gd name="connsiteY4" fmla="*/ 887652 h 919368"/>
              <a:gd name="connsiteX5" fmla="*/ 5321366 w 5707064"/>
              <a:gd name="connsiteY5" fmla="*/ 856683 h 919368"/>
              <a:gd name="connsiteX6" fmla="*/ 5311282 w 5707064"/>
              <a:gd name="connsiteY6" fmla="*/ 879853 h 919368"/>
              <a:gd name="connsiteX7" fmla="*/ 5297806 w 5707064"/>
              <a:gd name="connsiteY7" fmla="*/ 919368 h 919368"/>
              <a:gd name="connsiteX8" fmla="*/ 5272968 w 5707064"/>
              <a:gd name="connsiteY8" fmla="*/ 919368 h 919368"/>
              <a:gd name="connsiteX9" fmla="*/ 5286837 w 5707064"/>
              <a:gd name="connsiteY9" fmla="*/ 895332 h 919368"/>
              <a:gd name="connsiteX10" fmla="*/ 5321366 w 5707064"/>
              <a:gd name="connsiteY10" fmla="*/ 856683 h 919368"/>
              <a:gd name="connsiteX11" fmla="*/ 5478029 w 5707064"/>
              <a:gd name="connsiteY11" fmla="*/ 843600 h 919368"/>
              <a:gd name="connsiteX12" fmla="*/ 5503810 w 5707064"/>
              <a:gd name="connsiteY12" fmla="*/ 909008 h 919368"/>
              <a:gd name="connsiteX13" fmla="*/ 5503788 w 5707064"/>
              <a:gd name="connsiteY13" fmla="*/ 919368 h 919368"/>
              <a:gd name="connsiteX14" fmla="*/ 5460656 w 5707064"/>
              <a:gd name="connsiteY14" fmla="*/ 919368 h 919368"/>
              <a:gd name="connsiteX15" fmla="*/ 5462338 w 5707064"/>
              <a:gd name="connsiteY15" fmla="*/ 916095 h 919368"/>
              <a:gd name="connsiteX16" fmla="*/ 5478029 w 5707064"/>
              <a:gd name="connsiteY16" fmla="*/ 843600 h 919368"/>
              <a:gd name="connsiteX17" fmla="*/ 5380818 w 5707064"/>
              <a:gd name="connsiteY17" fmla="*/ 838135 h 919368"/>
              <a:gd name="connsiteX18" fmla="*/ 5402547 w 5707064"/>
              <a:gd name="connsiteY18" fmla="*/ 906094 h 919368"/>
              <a:gd name="connsiteX19" fmla="*/ 5401974 w 5707064"/>
              <a:gd name="connsiteY19" fmla="*/ 919368 h 919368"/>
              <a:gd name="connsiteX20" fmla="*/ 5365673 w 5707064"/>
              <a:gd name="connsiteY20" fmla="*/ 919368 h 919368"/>
              <a:gd name="connsiteX21" fmla="*/ 5375809 w 5707064"/>
              <a:gd name="connsiteY21" fmla="*/ 893903 h 919368"/>
              <a:gd name="connsiteX22" fmla="*/ 5380818 w 5707064"/>
              <a:gd name="connsiteY22" fmla="*/ 838135 h 919368"/>
              <a:gd name="connsiteX23" fmla="*/ 5270193 w 5707064"/>
              <a:gd name="connsiteY23" fmla="*/ 766097 h 919368"/>
              <a:gd name="connsiteX24" fmla="*/ 5218855 w 5707064"/>
              <a:gd name="connsiteY24" fmla="*/ 888149 h 919368"/>
              <a:gd name="connsiteX25" fmla="*/ 5224300 w 5707064"/>
              <a:gd name="connsiteY25" fmla="*/ 919368 h 919368"/>
              <a:gd name="connsiteX26" fmla="*/ 5164005 w 5707064"/>
              <a:gd name="connsiteY26" fmla="*/ 919368 h 919368"/>
              <a:gd name="connsiteX27" fmla="*/ 5174967 w 5707064"/>
              <a:gd name="connsiteY27" fmla="*/ 882562 h 919368"/>
              <a:gd name="connsiteX28" fmla="*/ 5270193 w 5707064"/>
              <a:gd name="connsiteY28" fmla="*/ 766097 h 919368"/>
              <a:gd name="connsiteX29" fmla="*/ 5541622 w 5707064"/>
              <a:gd name="connsiteY29" fmla="*/ 765765 h 919368"/>
              <a:gd name="connsiteX30" fmla="*/ 5588751 w 5707064"/>
              <a:gd name="connsiteY30" fmla="*/ 847852 h 919368"/>
              <a:gd name="connsiteX31" fmla="*/ 5594681 w 5707064"/>
              <a:gd name="connsiteY31" fmla="*/ 919368 h 919368"/>
              <a:gd name="connsiteX32" fmla="*/ 5533471 w 5707064"/>
              <a:gd name="connsiteY32" fmla="*/ 919368 h 919368"/>
              <a:gd name="connsiteX33" fmla="*/ 5537441 w 5707064"/>
              <a:gd name="connsiteY33" fmla="*/ 889825 h 919368"/>
              <a:gd name="connsiteX34" fmla="*/ 5541622 w 5707064"/>
              <a:gd name="connsiteY34" fmla="*/ 765765 h 919368"/>
              <a:gd name="connsiteX35" fmla="*/ 156093 w 5707064"/>
              <a:gd name="connsiteY35" fmla="*/ 0 h 919368"/>
              <a:gd name="connsiteX36" fmla="*/ 222336 w 5707064"/>
              <a:gd name="connsiteY36" fmla="*/ 254372 h 919368"/>
              <a:gd name="connsiteX37" fmla="*/ 260757 w 5707064"/>
              <a:gd name="connsiteY37" fmla="*/ 106982 h 919368"/>
              <a:gd name="connsiteX38" fmla="*/ 300005 w 5707064"/>
              <a:gd name="connsiteY38" fmla="*/ 224397 h 919368"/>
              <a:gd name="connsiteX39" fmla="*/ 368070 w 5707064"/>
              <a:gd name="connsiteY39" fmla="*/ 139275 h 919368"/>
              <a:gd name="connsiteX40" fmla="*/ 403178 w 5707064"/>
              <a:gd name="connsiteY40" fmla="*/ 242779 h 919368"/>
              <a:gd name="connsiteX41" fmla="*/ 449052 w 5707064"/>
              <a:gd name="connsiteY41" fmla="*/ 239798 h 919368"/>
              <a:gd name="connsiteX42" fmla="*/ 466771 w 5707064"/>
              <a:gd name="connsiteY42" fmla="*/ 223735 h 919368"/>
              <a:gd name="connsiteX43" fmla="*/ 454351 w 5707064"/>
              <a:gd name="connsiteY43" fmla="*/ 60612 h 919368"/>
              <a:gd name="connsiteX44" fmla="*/ 505027 w 5707064"/>
              <a:gd name="connsiteY44" fmla="*/ 236321 h 919368"/>
              <a:gd name="connsiteX45" fmla="*/ 559346 w 5707064"/>
              <a:gd name="connsiteY45" fmla="*/ 233009 h 919368"/>
              <a:gd name="connsiteX46" fmla="*/ 564811 w 5707064"/>
              <a:gd name="connsiteY46" fmla="*/ 151364 h 919368"/>
              <a:gd name="connsiteX47" fmla="*/ 604722 w 5707064"/>
              <a:gd name="connsiteY47" fmla="*/ 230524 h 919368"/>
              <a:gd name="connsiteX48" fmla="*/ 636021 w 5707064"/>
              <a:gd name="connsiteY48" fmla="*/ 228869 h 919368"/>
              <a:gd name="connsiteX49" fmla="*/ 675270 w 5707064"/>
              <a:gd name="connsiteY49" fmla="*/ 99530 h 919368"/>
              <a:gd name="connsiteX50" fmla="*/ 676264 w 5707064"/>
              <a:gd name="connsiteY50" fmla="*/ 226881 h 919368"/>
              <a:gd name="connsiteX51" fmla="*/ 683716 w 5707064"/>
              <a:gd name="connsiteY51" fmla="*/ 226550 h 919368"/>
              <a:gd name="connsiteX52" fmla="*/ 740354 w 5707064"/>
              <a:gd name="connsiteY52" fmla="*/ 20369 h 919368"/>
              <a:gd name="connsiteX53" fmla="*/ 730417 w 5707064"/>
              <a:gd name="connsiteY53" fmla="*/ 224232 h 919368"/>
              <a:gd name="connsiteX54" fmla="*/ 778278 w 5707064"/>
              <a:gd name="connsiteY54" fmla="*/ 222244 h 919368"/>
              <a:gd name="connsiteX55" fmla="*/ 776125 w 5707064"/>
              <a:gd name="connsiteY55" fmla="*/ 125033 h 919368"/>
              <a:gd name="connsiteX56" fmla="*/ 810074 w 5707064"/>
              <a:gd name="connsiteY56" fmla="*/ 220919 h 919368"/>
              <a:gd name="connsiteX57" fmla="*/ 859259 w 5707064"/>
              <a:gd name="connsiteY57" fmla="*/ 218932 h 919368"/>
              <a:gd name="connsiteX58" fmla="*/ 811565 w 5707064"/>
              <a:gd name="connsiteY58" fmla="*/ 26828 h 919368"/>
              <a:gd name="connsiteX59" fmla="*/ 919043 w 5707064"/>
              <a:gd name="connsiteY59" fmla="*/ 216945 h 919368"/>
              <a:gd name="connsiteX60" fmla="*/ 947859 w 5707064"/>
              <a:gd name="connsiteY60" fmla="*/ 216116 h 919368"/>
              <a:gd name="connsiteX61" fmla="*/ 979490 w 5707064"/>
              <a:gd name="connsiteY61" fmla="*/ 110128 h 919368"/>
              <a:gd name="connsiteX62" fmla="*/ 998534 w 5707064"/>
              <a:gd name="connsiteY62" fmla="*/ 214460 h 919368"/>
              <a:gd name="connsiteX63" fmla="*/ 1047223 w 5707064"/>
              <a:gd name="connsiteY63" fmla="*/ 213467 h 919368"/>
              <a:gd name="connsiteX64" fmla="*/ 1056994 w 5707064"/>
              <a:gd name="connsiteY64" fmla="*/ 160638 h 919368"/>
              <a:gd name="connsiteX65" fmla="*/ 1068255 w 5707064"/>
              <a:gd name="connsiteY65" fmla="*/ 212970 h 919368"/>
              <a:gd name="connsiteX66" fmla="*/ 1092599 w 5707064"/>
              <a:gd name="connsiteY66" fmla="*/ 212473 h 919368"/>
              <a:gd name="connsiteX67" fmla="*/ 1129861 w 5707064"/>
              <a:gd name="connsiteY67" fmla="*/ 103670 h 919368"/>
              <a:gd name="connsiteX68" fmla="*/ 1128536 w 5707064"/>
              <a:gd name="connsiteY68" fmla="*/ 211811 h 919368"/>
              <a:gd name="connsiteX69" fmla="*/ 1181695 w 5707064"/>
              <a:gd name="connsiteY69" fmla="*/ 211148 h 919368"/>
              <a:gd name="connsiteX70" fmla="*/ 1212664 w 5707064"/>
              <a:gd name="connsiteY70" fmla="*/ 128345 h 919368"/>
              <a:gd name="connsiteX71" fmla="*/ 1222103 w 5707064"/>
              <a:gd name="connsiteY71" fmla="*/ 210652 h 919368"/>
              <a:gd name="connsiteX72" fmla="*/ 1288512 w 5707064"/>
              <a:gd name="connsiteY72" fmla="*/ 210155 h 919368"/>
              <a:gd name="connsiteX73" fmla="*/ 1289009 w 5707064"/>
              <a:gd name="connsiteY73" fmla="*/ 178690 h 919368"/>
              <a:gd name="connsiteX74" fmla="*/ 1308881 w 5707064"/>
              <a:gd name="connsiteY74" fmla="*/ 210155 h 919368"/>
              <a:gd name="connsiteX75" fmla="*/ 1317824 w 5707064"/>
              <a:gd name="connsiteY75" fmla="*/ 210155 h 919368"/>
              <a:gd name="connsiteX76" fmla="*/ 1394997 w 5707064"/>
              <a:gd name="connsiteY76" fmla="*/ 74689 h 919368"/>
              <a:gd name="connsiteX77" fmla="*/ 1377608 w 5707064"/>
              <a:gd name="connsiteY77" fmla="*/ 210320 h 919368"/>
              <a:gd name="connsiteX78" fmla="*/ 1394334 w 5707064"/>
              <a:gd name="connsiteY78" fmla="*/ 210320 h 919368"/>
              <a:gd name="connsiteX79" fmla="*/ 1412551 w 5707064"/>
              <a:gd name="connsiteY79" fmla="*/ 137122 h 919368"/>
              <a:gd name="connsiteX80" fmla="*/ 1426793 w 5707064"/>
              <a:gd name="connsiteY80" fmla="*/ 210486 h 919368"/>
              <a:gd name="connsiteX81" fmla="*/ 1467367 w 5707064"/>
              <a:gd name="connsiteY81" fmla="*/ 210983 h 919368"/>
              <a:gd name="connsiteX82" fmla="*/ 1471176 w 5707064"/>
              <a:gd name="connsiteY82" fmla="*/ 154511 h 919368"/>
              <a:gd name="connsiteX83" fmla="*/ 1491877 w 5707064"/>
              <a:gd name="connsiteY83" fmla="*/ 211314 h 919368"/>
              <a:gd name="connsiteX84" fmla="*/ 1513737 w 5707064"/>
              <a:gd name="connsiteY84" fmla="*/ 211645 h 919368"/>
              <a:gd name="connsiteX85" fmla="*/ 1522017 w 5707064"/>
              <a:gd name="connsiteY85" fmla="*/ 159645 h 919368"/>
              <a:gd name="connsiteX86" fmla="*/ 1542387 w 5707064"/>
              <a:gd name="connsiteY86" fmla="*/ 211976 h 919368"/>
              <a:gd name="connsiteX87" fmla="*/ 1596375 w 5707064"/>
              <a:gd name="connsiteY87" fmla="*/ 213136 h 919368"/>
              <a:gd name="connsiteX88" fmla="*/ 1580642 w 5707064"/>
              <a:gd name="connsiteY88" fmla="*/ 90255 h 919368"/>
              <a:gd name="connsiteX89" fmla="*/ 1638273 w 5707064"/>
              <a:gd name="connsiteY89" fmla="*/ 192932 h 919368"/>
              <a:gd name="connsiteX90" fmla="*/ 1678184 w 5707064"/>
              <a:gd name="connsiteY90" fmla="*/ 127352 h 919368"/>
              <a:gd name="connsiteX91" fmla="*/ 1667917 w 5707064"/>
              <a:gd name="connsiteY91" fmla="*/ 214957 h 919368"/>
              <a:gd name="connsiteX92" fmla="*/ 1697560 w 5707064"/>
              <a:gd name="connsiteY92" fmla="*/ 215785 h 919368"/>
              <a:gd name="connsiteX93" fmla="*/ 1691930 w 5707064"/>
              <a:gd name="connsiteY93" fmla="*/ 172231 h 919368"/>
              <a:gd name="connsiteX94" fmla="*/ 1718427 w 5707064"/>
              <a:gd name="connsiteY94" fmla="*/ 216613 h 919368"/>
              <a:gd name="connsiteX95" fmla="*/ 1724223 w 5707064"/>
              <a:gd name="connsiteY95" fmla="*/ 216779 h 919368"/>
              <a:gd name="connsiteX96" fmla="*/ 1752542 w 5707064"/>
              <a:gd name="connsiteY96" fmla="*/ 127352 h 919368"/>
              <a:gd name="connsiteX97" fmla="*/ 1785829 w 5707064"/>
              <a:gd name="connsiteY97" fmla="*/ 218932 h 919368"/>
              <a:gd name="connsiteX98" fmla="*/ 1786160 w 5707064"/>
              <a:gd name="connsiteY98" fmla="*/ 219263 h 919368"/>
              <a:gd name="connsiteX99" fmla="*/ 1812822 w 5707064"/>
              <a:gd name="connsiteY99" fmla="*/ 220257 h 919368"/>
              <a:gd name="connsiteX100" fmla="*/ 1830708 w 5707064"/>
              <a:gd name="connsiteY100" fmla="*/ 144906 h 919368"/>
              <a:gd name="connsiteX101" fmla="*/ 1861511 w 5707064"/>
              <a:gd name="connsiteY101" fmla="*/ 222410 h 919368"/>
              <a:gd name="connsiteX102" fmla="*/ 1909537 w 5707064"/>
              <a:gd name="connsiteY102" fmla="*/ 224894 h 919368"/>
              <a:gd name="connsiteX103" fmla="*/ 1926429 w 5707064"/>
              <a:gd name="connsiteY103" fmla="*/ 131326 h 919368"/>
              <a:gd name="connsiteX104" fmla="*/ 1958060 w 5707064"/>
              <a:gd name="connsiteY104" fmla="*/ 227212 h 919368"/>
              <a:gd name="connsiteX105" fmla="*/ 2004595 w 5707064"/>
              <a:gd name="connsiteY105" fmla="*/ 230193 h 919368"/>
              <a:gd name="connsiteX106" fmla="*/ 2014200 w 5707064"/>
              <a:gd name="connsiteY106" fmla="*/ 167263 h 919368"/>
              <a:gd name="connsiteX107" fmla="*/ 2033245 w 5707064"/>
              <a:gd name="connsiteY107" fmla="*/ 232015 h 919368"/>
              <a:gd name="connsiteX108" fmla="*/ 2035895 w 5707064"/>
              <a:gd name="connsiteY108" fmla="*/ 232180 h 919368"/>
              <a:gd name="connsiteX109" fmla="*/ 2082596 w 5707064"/>
              <a:gd name="connsiteY109" fmla="*/ 156664 h 919368"/>
              <a:gd name="connsiteX110" fmla="*/ 2070506 w 5707064"/>
              <a:gd name="connsiteY110" fmla="*/ 234499 h 919368"/>
              <a:gd name="connsiteX111" fmla="*/ 2092698 w 5707064"/>
              <a:gd name="connsiteY111" fmla="*/ 235989 h 919368"/>
              <a:gd name="connsiteX112" fmla="*/ 2102137 w 5707064"/>
              <a:gd name="connsiteY112" fmla="*/ 178193 h 919368"/>
              <a:gd name="connsiteX113" fmla="*/ 2130787 w 5707064"/>
              <a:gd name="connsiteY113" fmla="*/ 238639 h 919368"/>
              <a:gd name="connsiteX114" fmla="*/ 2184444 w 5707064"/>
              <a:gd name="connsiteY114" fmla="*/ 242945 h 919368"/>
              <a:gd name="connsiteX115" fmla="*/ 2184609 w 5707064"/>
              <a:gd name="connsiteY115" fmla="*/ 242614 h 919368"/>
              <a:gd name="connsiteX116" fmla="*/ 2219387 w 5707064"/>
              <a:gd name="connsiteY116" fmla="*/ 144906 h 919368"/>
              <a:gd name="connsiteX117" fmla="*/ 2233132 w 5707064"/>
              <a:gd name="connsiteY117" fmla="*/ 246588 h 919368"/>
              <a:gd name="connsiteX118" fmla="*/ 2233464 w 5707064"/>
              <a:gd name="connsiteY118" fmla="*/ 246920 h 919368"/>
              <a:gd name="connsiteX119" fmla="*/ 2249858 w 5707064"/>
              <a:gd name="connsiteY119" fmla="*/ 248244 h 919368"/>
              <a:gd name="connsiteX120" fmla="*/ 2262279 w 5707064"/>
              <a:gd name="connsiteY120" fmla="*/ 189951 h 919368"/>
              <a:gd name="connsiteX121" fmla="*/ 2278509 w 5707064"/>
              <a:gd name="connsiteY121" fmla="*/ 250728 h 919368"/>
              <a:gd name="connsiteX122" fmla="*/ 2311630 w 5707064"/>
              <a:gd name="connsiteY122" fmla="*/ 253875 h 919368"/>
              <a:gd name="connsiteX123" fmla="*/ 2326866 w 5707064"/>
              <a:gd name="connsiteY123" fmla="*/ 176868 h 919368"/>
              <a:gd name="connsiteX124" fmla="*/ 2349222 w 5707064"/>
              <a:gd name="connsiteY124" fmla="*/ 257353 h 919368"/>
              <a:gd name="connsiteX125" fmla="*/ 2390624 w 5707064"/>
              <a:gd name="connsiteY125" fmla="*/ 261327 h 919368"/>
              <a:gd name="connsiteX126" fmla="*/ 2397083 w 5707064"/>
              <a:gd name="connsiteY126" fmla="*/ 195747 h 919368"/>
              <a:gd name="connsiteX127" fmla="*/ 2429045 w 5707064"/>
              <a:gd name="connsiteY127" fmla="*/ 265302 h 919368"/>
              <a:gd name="connsiteX128" fmla="*/ 2464816 w 5707064"/>
              <a:gd name="connsiteY128" fmla="*/ 269277 h 919368"/>
              <a:gd name="connsiteX129" fmla="*/ 2457860 w 5707064"/>
              <a:gd name="connsiteY129" fmla="*/ 210320 h 919368"/>
              <a:gd name="connsiteX130" fmla="*/ 2486014 w 5707064"/>
              <a:gd name="connsiteY130" fmla="*/ 271761 h 919368"/>
              <a:gd name="connsiteX131" fmla="*/ 2523275 w 5707064"/>
              <a:gd name="connsiteY131" fmla="*/ 275735 h 919368"/>
              <a:gd name="connsiteX132" fmla="*/ 2551428 w 5707064"/>
              <a:gd name="connsiteY132" fmla="*/ 187964 h 919368"/>
              <a:gd name="connsiteX133" fmla="*/ 2559874 w 5707064"/>
              <a:gd name="connsiteY133" fmla="*/ 280041 h 919368"/>
              <a:gd name="connsiteX134" fmla="*/ 2588193 w 5707064"/>
              <a:gd name="connsiteY134" fmla="*/ 283684 h 919368"/>
              <a:gd name="connsiteX135" fmla="*/ 2596473 w 5707064"/>
              <a:gd name="connsiteY135" fmla="*/ 227047 h 919368"/>
              <a:gd name="connsiteX136" fmla="*/ 2621977 w 5707064"/>
              <a:gd name="connsiteY136" fmla="*/ 287990 h 919368"/>
              <a:gd name="connsiteX137" fmla="*/ 2694182 w 5707064"/>
              <a:gd name="connsiteY137" fmla="*/ 297098 h 919368"/>
              <a:gd name="connsiteX138" fmla="*/ 2713557 w 5707064"/>
              <a:gd name="connsiteY138" fmla="*/ 242614 h 919368"/>
              <a:gd name="connsiteX139" fmla="*/ 2728296 w 5707064"/>
              <a:gd name="connsiteY139" fmla="*/ 301735 h 919368"/>
              <a:gd name="connsiteX140" fmla="*/ 2728296 w 5707064"/>
              <a:gd name="connsiteY140" fmla="*/ 302066 h 919368"/>
              <a:gd name="connsiteX141" fmla="*/ 2759596 w 5707064"/>
              <a:gd name="connsiteY141" fmla="*/ 306538 h 919368"/>
              <a:gd name="connsiteX142" fmla="*/ 2779966 w 5707064"/>
              <a:gd name="connsiteY142" fmla="*/ 254537 h 919368"/>
              <a:gd name="connsiteX143" fmla="*/ 2783774 w 5707064"/>
              <a:gd name="connsiteY143" fmla="*/ 310016 h 919368"/>
              <a:gd name="connsiteX144" fmla="*/ 2794539 w 5707064"/>
              <a:gd name="connsiteY144" fmla="*/ 311506 h 919368"/>
              <a:gd name="connsiteX145" fmla="*/ 2813252 w 5707064"/>
              <a:gd name="connsiteY145" fmla="*/ 209989 h 919368"/>
              <a:gd name="connsiteX146" fmla="*/ 2827826 w 5707064"/>
              <a:gd name="connsiteY146" fmla="*/ 315977 h 919368"/>
              <a:gd name="connsiteX147" fmla="*/ 2874527 w 5707064"/>
              <a:gd name="connsiteY147" fmla="*/ 225059 h 919368"/>
              <a:gd name="connsiteX148" fmla="*/ 2874527 w 5707064"/>
              <a:gd name="connsiteY148" fmla="*/ 312500 h 919368"/>
              <a:gd name="connsiteX149" fmla="*/ 2913776 w 5707064"/>
              <a:gd name="connsiteY149" fmla="*/ 261824 h 919368"/>
              <a:gd name="connsiteX150" fmla="*/ 2897547 w 5707064"/>
              <a:gd name="connsiteY150" fmla="*/ 317137 h 919368"/>
              <a:gd name="connsiteX151" fmla="*/ 2900693 w 5707064"/>
              <a:gd name="connsiteY151" fmla="*/ 327404 h 919368"/>
              <a:gd name="connsiteX152" fmla="*/ 2920731 w 5707064"/>
              <a:gd name="connsiteY152" fmla="*/ 330717 h 919368"/>
              <a:gd name="connsiteX153" fmla="*/ 2959649 w 5707064"/>
              <a:gd name="connsiteY153" fmla="*/ 239467 h 919368"/>
              <a:gd name="connsiteX154" fmla="*/ 2952362 w 5707064"/>
              <a:gd name="connsiteY154" fmla="*/ 336016 h 919368"/>
              <a:gd name="connsiteX155" fmla="*/ 2954349 w 5707064"/>
              <a:gd name="connsiteY155" fmla="*/ 336347 h 919368"/>
              <a:gd name="connsiteX156" fmla="*/ 2971241 w 5707064"/>
              <a:gd name="connsiteY156" fmla="*/ 282525 h 919368"/>
              <a:gd name="connsiteX157" fmla="*/ 2982834 w 5707064"/>
              <a:gd name="connsiteY157" fmla="*/ 337837 h 919368"/>
              <a:gd name="connsiteX158" fmla="*/ 3012809 w 5707064"/>
              <a:gd name="connsiteY158" fmla="*/ 276894 h 919368"/>
              <a:gd name="connsiteX159" fmla="*/ 3005356 w 5707064"/>
              <a:gd name="connsiteY159" fmla="*/ 327073 h 919368"/>
              <a:gd name="connsiteX160" fmla="*/ 3011318 w 5707064"/>
              <a:gd name="connsiteY160" fmla="*/ 345952 h 919368"/>
              <a:gd name="connsiteX161" fmla="*/ 3030694 w 5707064"/>
              <a:gd name="connsiteY161" fmla="*/ 349264 h 919368"/>
              <a:gd name="connsiteX162" fmla="*/ 3035828 w 5707064"/>
              <a:gd name="connsiteY162" fmla="*/ 341315 h 919368"/>
              <a:gd name="connsiteX163" fmla="*/ 3040630 w 5707064"/>
              <a:gd name="connsiteY163" fmla="*/ 244767 h 919368"/>
              <a:gd name="connsiteX164" fmla="*/ 3060007 w 5707064"/>
              <a:gd name="connsiteY164" fmla="*/ 344793 h 919368"/>
              <a:gd name="connsiteX165" fmla="*/ 3083026 w 5707064"/>
              <a:gd name="connsiteY165" fmla="*/ 275735 h 919368"/>
              <a:gd name="connsiteX166" fmla="*/ 3078554 w 5707064"/>
              <a:gd name="connsiteY166" fmla="*/ 358042 h 919368"/>
              <a:gd name="connsiteX167" fmla="*/ 3108363 w 5707064"/>
              <a:gd name="connsiteY167" fmla="*/ 363506 h 919368"/>
              <a:gd name="connsiteX168" fmla="*/ 3142810 w 5707064"/>
              <a:gd name="connsiteY168" fmla="*/ 264142 h 919368"/>
              <a:gd name="connsiteX169" fmla="*/ 3138504 w 5707064"/>
              <a:gd name="connsiteY169" fmla="*/ 351914 h 919368"/>
              <a:gd name="connsiteX170" fmla="*/ 3145128 w 5707064"/>
              <a:gd name="connsiteY170" fmla="*/ 311340 h 919368"/>
              <a:gd name="connsiteX171" fmla="*/ 3153243 w 5707064"/>
              <a:gd name="connsiteY171" fmla="*/ 356220 h 919368"/>
              <a:gd name="connsiteX172" fmla="*/ 3175766 w 5707064"/>
              <a:gd name="connsiteY172" fmla="*/ 376093 h 919368"/>
              <a:gd name="connsiteX173" fmla="*/ 3179575 w 5707064"/>
              <a:gd name="connsiteY173" fmla="*/ 376921 h 919368"/>
              <a:gd name="connsiteX174" fmla="*/ 3224620 w 5707064"/>
              <a:gd name="connsiteY174" fmla="*/ 282525 h 919368"/>
              <a:gd name="connsiteX175" fmla="*/ 3207396 w 5707064"/>
              <a:gd name="connsiteY175" fmla="*/ 372781 h 919368"/>
              <a:gd name="connsiteX176" fmla="*/ 3213690 w 5707064"/>
              <a:gd name="connsiteY176" fmla="*/ 383710 h 919368"/>
              <a:gd name="connsiteX177" fmla="*/ 3236874 w 5707064"/>
              <a:gd name="connsiteY177" fmla="*/ 388513 h 919368"/>
              <a:gd name="connsiteX178" fmla="*/ 3283410 w 5707064"/>
              <a:gd name="connsiteY178" fmla="*/ 269939 h 919368"/>
              <a:gd name="connsiteX179" fmla="*/ 3280594 w 5707064"/>
              <a:gd name="connsiteY179" fmla="*/ 397456 h 919368"/>
              <a:gd name="connsiteX180" fmla="*/ 3295499 w 5707064"/>
              <a:gd name="connsiteY180" fmla="*/ 400603 h 919368"/>
              <a:gd name="connsiteX181" fmla="*/ 3297155 w 5707064"/>
              <a:gd name="connsiteY181" fmla="*/ 400106 h 919368"/>
              <a:gd name="connsiteX182" fmla="*/ 3343194 w 5707064"/>
              <a:gd name="connsiteY182" fmla="*/ 264142 h 919368"/>
              <a:gd name="connsiteX183" fmla="*/ 3336238 w 5707064"/>
              <a:gd name="connsiteY183" fmla="*/ 409048 h 919368"/>
              <a:gd name="connsiteX184" fmla="*/ 3350646 w 5707064"/>
              <a:gd name="connsiteY184" fmla="*/ 412029 h 919368"/>
              <a:gd name="connsiteX185" fmla="*/ 3380621 w 5707064"/>
              <a:gd name="connsiteY185" fmla="*/ 418819 h 919368"/>
              <a:gd name="connsiteX186" fmla="*/ 3403144 w 5707064"/>
              <a:gd name="connsiteY186" fmla="*/ 320614 h 919368"/>
              <a:gd name="connsiteX187" fmla="*/ 3417717 w 5707064"/>
              <a:gd name="connsiteY187" fmla="*/ 427265 h 919368"/>
              <a:gd name="connsiteX188" fmla="*/ 3426163 w 5707064"/>
              <a:gd name="connsiteY188" fmla="*/ 429252 h 919368"/>
              <a:gd name="connsiteX189" fmla="*/ 3422023 w 5707064"/>
              <a:gd name="connsiteY189" fmla="*/ 401265 h 919368"/>
              <a:gd name="connsiteX190" fmla="*/ 3496546 w 5707064"/>
              <a:gd name="connsiteY190" fmla="*/ 260996 h 919368"/>
              <a:gd name="connsiteX191" fmla="*/ 3483131 w 5707064"/>
              <a:gd name="connsiteY191" fmla="*/ 428424 h 919368"/>
              <a:gd name="connsiteX192" fmla="*/ 3517081 w 5707064"/>
              <a:gd name="connsiteY192" fmla="*/ 340156 h 919368"/>
              <a:gd name="connsiteX193" fmla="*/ 3542087 w 5707064"/>
              <a:gd name="connsiteY193" fmla="*/ 426271 h 919368"/>
              <a:gd name="connsiteX194" fmla="*/ 3542087 w 5707064"/>
              <a:gd name="connsiteY194" fmla="*/ 310678 h 919368"/>
              <a:gd name="connsiteX195" fmla="*/ 3581005 w 5707064"/>
              <a:gd name="connsiteY195" fmla="*/ 431405 h 919368"/>
              <a:gd name="connsiteX196" fmla="*/ 3598725 w 5707064"/>
              <a:gd name="connsiteY196" fmla="*/ 376424 h 919368"/>
              <a:gd name="connsiteX197" fmla="*/ 3622076 w 5707064"/>
              <a:gd name="connsiteY197" fmla="*/ 476119 h 919368"/>
              <a:gd name="connsiteX198" fmla="*/ 3623400 w 5707064"/>
              <a:gd name="connsiteY198" fmla="*/ 476450 h 919368"/>
              <a:gd name="connsiteX199" fmla="*/ 3681694 w 5707064"/>
              <a:gd name="connsiteY199" fmla="*/ 349430 h 919368"/>
              <a:gd name="connsiteX200" fmla="*/ 3682522 w 5707064"/>
              <a:gd name="connsiteY200" fmla="*/ 471482 h 919368"/>
              <a:gd name="connsiteX201" fmla="*/ 3732369 w 5707064"/>
              <a:gd name="connsiteY201" fmla="*/ 380895 h 919368"/>
              <a:gd name="connsiteX202" fmla="*/ 3732369 w 5707064"/>
              <a:gd name="connsiteY202" fmla="*/ 473800 h 919368"/>
              <a:gd name="connsiteX203" fmla="*/ 3792650 w 5707064"/>
              <a:gd name="connsiteY203" fmla="*/ 349264 h 919368"/>
              <a:gd name="connsiteX204" fmla="*/ 3792816 w 5707064"/>
              <a:gd name="connsiteY204" fmla="*/ 475457 h 919368"/>
              <a:gd name="connsiteX205" fmla="*/ 3838855 w 5707064"/>
              <a:gd name="connsiteY205" fmla="*/ 417163 h 919368"/>
              <a:gd name="connsiteX206" fmla="*/ 3818319 w 5707064"/>
              <a:gd name="connsiteY206" fmla="*/ 498641 h 919368"/>
              <a:gd name="connsiteX207" fmla="*/ 3834549 w 5707064"/>
              <a:gd name="connsiteY207" fmla="*/ 531763 h 919368"/>
              <a:gd name="connsiteX208" fmla="*/ 3863861 w 5707064"/>
              <a:gd name="connsiteY208" fmla="*/ 540043 h 919368"/>
              <a:gd name="connsiteX209" fmla="*/ 3863696 w 5707064"/>
              <a:gd name="connsiteY209" fmla="*/ 512387 h 919368"/>
              <a:gd name="connsiteX210" fmla="*/ 3922486 w 5707064"/>
              <a:gd name="connsiteY210" fmla="*/ 349430 h 919368"/>
              <a:gd name="connsiteX211" fmla="*/ 3904435 w 5707064"/>
              <a:gd name="connsiteY211" fmla="*/ 521329 h 919368"/>
              <a:gd name="connsiteX212" fmla="*/ 3927123 w 5707064"/>
              <a:gd name="connsiteY212" fmla="*/ 462539 h 919368"/>
              <a:gd name="connsiteX213" fmla="*/ 3945174 w 5707064"/>
              <a:gd name="connsiteY213" fmla="*/ 544018 h 919368"/>
              <a:gd name="connsiteX214" fmla="*/ 4019863 w 5707064"/>
              <a:gd name="connsiteY214" fmla="*/ 430908 h 919368"/>
              <a:gd name="connsiteX215" fmla="*/ 3990551 w 5707064"/>
              <a:gd name="connsiteY215" fmla="*/ 553126 h 919368"/>
              <a:gd name="connsiteX216" fmla="*/ 4069711 w 5707064"/>
              <a:gd name="connsiteY216" fmla="*/ 485227 h 919368"/>
              <a:gd name="connsiteX217" fmla="*/ 4024003 w 5707064"/>
              <a:gd name="connsiteY217" fmla="*/ 585585 h 919368"/>
              <a:gd name="connsiteX218" fmla="*/ 4038576 w 5707064"/>
              <a:gd name="connsiteY218" fmla="*/ 589725 h 919368"/>
              <a:gd name="connsiteX219" fmla="*/ 4047188 w 5707064"/>
              <a:gd name="connsiteY219" fmla="*/ 587075 h 919368"/>
              <a:gd name="connsiteX220" fmla="*/ 4107137 w 5707064"/>
              <a:gd name="connsiteY220" fmla="*/ 417163 h 919368"/>
              <a:gd name="connsiteX221" fmla="*/ 4107137 w 5707064"/>
              <a:gd name="connsiteY221" fmla="*/ 571343 h 919368"/>
              <a:gd name="connsiteX222" fmla="*/ 4112768 w 5707064"/>
              <a:gd name="connsiteY222" fmla="*/ 611585 h 919368"/>
              <a:gd name="connsiteX223" fmla="*/ 4118896 w 5707064"/>
              <a:gd name="connsiteY223" fmla="*/ 613407 h 919368"/>
              <a:gd name="connsiteX224" fmla="*/ 4119724 w 5707064"/>
              <a:gd name="connsiteY224" fmla="*/ 605127 h 919368"/>
              <a:gd name="connsiteX225" fmla="*/ 4203356 w 5707064"/>
              <a:gd name="connsiteY225" fmla="*/ 476285 h 919368"/>
              <a:gd name="connsiteX226" fmla="*/ 4164934 w 5707064"/>
              <a:gd name="connsiteY226" fmla="*/ 614235 h 919368"/>
              <a:gd name="connsiteX227" fmla="*/ 4255521 w 5707064"/>
              <a:gd name="connsiteY227" fmla="*/ 548489 h 919368"/>
              <a:gd name="connsiteX228" fmla="*/ 4228361 w 5707064"/>
              <a:gd name="connsiteY228" fmla="*/ 631293 h 919368"/>
              <a:gd name="connsiteX229" fmla="*/ 4303216 w 5707064"/>
              <a:gd name="connsiteY229" fmla="*/ 544018 h 919368"/>
              <a:gd name="connsiteX230" fmla="*/ 4279038 w 5707064"/>
              <a:gd name="connsiteY230" fmla="*/ 625165 h 919368"/>
              <a:gd name="connsiteX231" fmla="*/ 4245253 w 5707064"/>
              <a:gd name="connsiteY231" fmla="*/ 651662 h 919368"/>
              <a:gd name="connsiteX232" fmla="*/ 4267445 w 5707064"/>
              <a:gd name="connsiteY232" fmla="*/ 658452 h 919368"/>
              <a:gd name="connsiteX233" fmla="*/ 4279038 w 5707064"/>
              <a:gd name="connsiteY233" fmla="*/ 654974 h 919368"/>
              <a:gd name="connsiteX234" fmla="*/ 4387013 w 5707064"/>
              <a:gd name="connsiteY234" fmla="*/ 467010 h 919368"/>
              <a:gd name="connsiteX235" fmla="*/ 4355217 w 5707064"/>
              <a:gd name="connsiteY235" fmla="*/ 676669 h 919368"/>
              <a:gd name="connsiteX236" fmla="*/ 4475281 w 5707064"/>
              <a:gd name="connsiteY236" fmla="*/ 593865 h 919368"/>
              <a:gd name="connsiteX237" fmla="*/ 4432223 w 5707064"/>
              <a:gd name="connsiteY237" fmla="*/ 704822 h 919368"/>
              <a:gd name="connsiteX238" fmla="*/ 4437854 w 5707064"/>
              <a:gd name="connsiteY238" fmla="*/ 711612 h 919368"/>
              <a:gd name="connsiteX239" fmla="*/ 4522480 w 5707064"/>
              <a:gd name="connsiteY239" fmla="*/ 738771 h 919368"/>
              <a:gd name="connsiteX240" fmla="*/ 4563715 w 5707064"/>
              <a:gd name="connsiteY240" fmla="*/ 557597 h 919368"/>
              <a:gd name="connsiteX241" fmla="*/ 4599983 w 5707064"/>
              <a:gd name="connsiteY241" fmla="*/ 734300 h 919368"/>
              <a:gd name="connsiteX242" fmla="*/ 4606442 w 5707064"/>
              <a:gd name="connsiteY242" fmla="*/ 732478 h 919368"/>
              <a:gd name="connsiteX243" fmla="*/ 4686595 w 5707064"/>
              <a:gd name="connsiteY243" fmla="*/ 625993 h 919368"/>
              <a:gd name="connsiteX244" fmla="*/ 4686761 w 5707064"/>
              <a:gd name="connsiteY244" fmla="*/ 765765 h 919368"/>
              <a:gd name="connsiteX245" fmla="*/ 4768570 w 5707064"/>
              <a:gd name="connsiteY245" fmla="*/ 646197 h 919368"/>
              <a:gd name="connsiteX246" fmla="*/ 4714748 w 5707064"/>
              <a:gd name="connsiteY246" fmla="*/ 795740 h 919368"/>
              <a:gd name="connsiteX247" fmla="*/ 4745552 w 5707064"/>
              <a:gd name="connsiteY247" fmla="*/ 810976 h 919368"/>
              <a:gd name="connsiteX248" fmla="*/ 4778508 w 5707064"/>
              <a:gd name="connsiteY248" fmla="*/ 821740 h 919368"/>
              <a:gd name="connsiteX249" fmla="*/ 4886649 w 5707064"/>
              <a:gd name="connsiteY249" fmla="*/ 675675 h 919368"/>
              <a:gd name="connsiteX250" fmla="*/ 4848394 w 5707064"/>
              <a:gd name="connsiteY250" fmla="*/ 844760 h 919368"/>
              <a:gd name="connsiteX251" fmla="*/ 4877208 w 5707064"/>
              <a:gd name="connsiteY251" fmla="*/ 854199 h 919368"/>
              <a:gd name="connsiteX252" fmla="*/ 4955375 w 5707064"/>
              <a:gd name="connsiteY252" fmla="*/ 765931 h 919368"/>
              <a:gd name="connsiteX253" fmla="*/ 4923910 w 5707064"/>
              <a:gd name="connsiteY253" fmla="*/ 869601 h 919368"/>
              <a:gd name="connsiteX254" fmla="*/ 4939974 w 5707064"/>
              <a:gd name="connsiteY254" fmla="*/ 874900 h 919368"/>
              <a:gd name="connsiteX255" fmla="*/ 5004726 w 5707064"/>
              <a:gd name="connsiteY255" fmla="*/ 745893 h 919368"/>
              <a:gd name="connsiteX256" fmla="*/ 4991146 w 5707064"/>
              <a:gd name="connsiteY256" fmla="*/ 891792 h 919368"/>
              <a:gd name="connsiteX257" fmla="*/ 4995453 w 5707064"/>
              <a:gd name="connsiteY257" fmla="*/ 893117 h 919368"/>
              <a:gd name="connsiteX258" fmla="*/ 5045299 w 5707064"/>
              <a:gd name="connsiteY258" fmla="*/ 670541 h 919368"/>
              <a:gd name="connsiteX259" fmla="*/ 5058217 w 5707064"/>
              <a:gd name="connsiteY259" fmla="*/ 895601 h 919368"/>
              <a:gd name="connsiteX260" fmla="*/ 5126612 w 5707064"/>
              <a:gd name="connsiteY260" fmla="*/ 801205 h 919368"/>
              <a:gd name="connsiteX261" fmla="*/ 5108872 w 5707064"/>
              <a:gd name="connsiteY261" fmla="*/ 868131 h 919368"/>
              <a:gd name="connsiteX262" fmla="*/ 5115539 w 5707064"/>
              <a:gd name="connsiteY262" fmla="*/ 919368 h 919368"/>
              <a:gd name="connsiteX263" fmla="*/ 0 w 5707064"/>
              <a:gd name="connsiteY263" fmla="*/ 919368 h 919368"/>
              <a:gd name="connsiteX264" fmla="*/ 0 w 5707064"/>
              <a:gd name="connsiteY264" fmla="*/ 251803 h 919368"/>
              <a:gd name="connsiteX265" fmla="*/ 1251 w 5707064"/>
              <a:gd name="connsiteY265" fmla="*/ 274576 h 919368"/>
              <a:gd name="connsiteX266" fmla="*/ 69978 w 5707064"/>
              <a:gd name="connsiteY266" fmla="*/ 268448 h 919368"/>
              <a:gd name="connsiteX267" fmla="*/ 9718 w 5707064"/>
              <a:gd name="connsiteY267" fmla="*/ 72888 h 919368"/>
              <a:gd name="connsiteX268" fmla="*/ 0 w 5707064"/>
              <a:gd name="connsiteY268" fmla="*/ 52224 h 919368"/>
              <a:gd name="connsiteX269" fmla="*/ 0 w 5707064"/>
              <a:gd name="connsiteY269" fmla="*/ 2007 h 919368"/>
              <a:gd name="connsiteX270" fmla="*/ 5575 w 5707064"/>
              <a:gd name="connsiteY270" fmla="*/ 6588 h 919368"/>
              <a:gd name="connsiteX271" fmla="*/ 96144 w 5707064"/>
              <a:gd name="connsiteY271" fmla="*/ 177199 h 919368"/>
              <a:gd name="connsiteX272" fmla="*/ 156093 w 5707064"/>
              <a:gd name="connsiteY272" fmla="*/ 0 h 91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</a:cxnLst>
            <a:rect l="l" t="t" r="r" b="b"/>
            <a:pathLst>
              <a:path w="5707064" h="919368">
                <a:moveTo>
                  <a:pt x="5707064" y="887652"/>
                </a:moveTo>
                <a:lnTo>
                  <a:pt x="5689991" y="919368"/>
                </a:lnTo>
                <a:lnTo>
                  <a:pt x="5668729" y="919368"/>
                </a:lnTo>
                <a:lnTo>
                  <a:pt x="5690731" y="899459"/>
                </a:lnTo>
                <a:cubicBezTo>
                  <a:pt x="5699860" y="892268"/>
                  <a:pt x="5705822" y="888439"/>
                  <a:pt x="5707064" y="887652"/>
                </a:cubicBezTo>
                <a:close/>
                <a:moveTo>
                  <a:pt x="5321366" y="856683"/>
                </a:moveTo>
                <a:cubicBezTo>
                  <a:pt x="5320745" y="858050"/>
                  <a:pt x="5316419" y="867230"/>
                  <a:pt x="5311282" y="879853"/>
                </a:cubicBezTo>
                <a:lnTo>
                  <a:pt x="5297806" y="919368"/>
                </a:lnTo>
                <a:lnTo>
                  <a:pt x="5272968" y="919368"/>
                </a:lnTo>
                <a:lnTo>
                  <a:pt x="5286837" y="895332"/>
                </a:lnTo>
                <a:cubicBezTo>
                  <a:pt x="5302901" y="873203"/>
                  <a:pt x="5319379" y="858422"/>
                  <a:pt x="5321366" y="856683"/>
                </a:cubicBezTo>
                <a:close/>
                <a:moveTo>
                  <a:pt x="5478029" y="843600"/>
                </a:moveTo>
                <a:cubicBezTo>
                  <a:pt x="5492437" y="864715"/>
                  <a:pt x="5500283" y="887072"/>
                  <a:pt x="5503810" y="909008"/>
                </a:cubicBezTo>
                <a:lnTo>
                  <a:pt x="5503788" y="919368"/>
                </a:lnTo>
                <a:lnTo>
                  <a:pt x="5460656" y="919368"/>
                </a:lnTo>
                <a:lnTo>
                  <a:pt x="5462338" y="916095"/>
                </a:lnTo>
                <a:cubicBezTo>
                  <a:pt x="5475670" y="877715"/>
                  <a:pt x="5478029" y="843600"/>
                  <a:pt x="5478029" y="843600"/>
                </a:cubicBezTo>
                <a:close/>
                <a:moveTo>
                  <a:pt x="5380818" y="838135"/>
                </a:moveTo>
                <a:cubicBezTo>
                  <a:pt x="5393694" y="862107"/>
                  <a:pt x="5400132" y="885095"/>
                  <a:pt x="5402547" y="906094"/>
                </a:cubicBezTo>
                <a:lnTo>
                  <a:pt x="5401974" y="919368"/>
                </a:lnTo>
                <a:lnTo>
                  <a:pt x="5365673" y="919368"/>
                </a:lnTo>
                <a:lnTo>
                  <a:pt x="5375809" y="893903"/>
                </a:lnTo>
                <a:cubicBezTo>
                  <a:pt x="5382433" y="864467"/>
                  <a:pt x="5380818" y="838135"/>
                  <a:pt x="5380818" y="838135"/>
                </a:cubicBezTo>
                <a:close/>
                <a:moveTo>
                  <a:pt x="5270193" y="766097"/>
                </a:moveTo>
                <a:cubicBezTo>
                  <a:pt x="5229951" y="808492"/>
                  <a:pt x="5218069" y="851302"/>
                  <a:pt x="5218855" y="888149"/>
                </a:cubicBezTo>
                <a:lnTo>
                  <a:pt x="5224300" y="919368"/>
                </a:lnTo>
                <a:lnTo>
                  <a:pt x="5164005" y="919368"/>
                </a:lnTo>
                <a:lnTo>
                  <a:pt x="5174967" y="882562"/>
                </a:lnTo>
                <a:cubicBezTo>
                  <a:pt x="5206197" y="821244"/>
                  <a:pt x="5265349" y="770195"/>
                  <a:pt x="5270193" y="766097"/>
                </a:cubicBezTo>
                <a:close/>
                <a:moveTo>
                  <a:pt x="5541622" y="765765"/>
                </a:moveTo>
                <a:cubicBezTo>
                  <a:pt x="5566008" y="790151"/>
                  <a:pt x="5580695" y="818470"/>
                  <a:pt x="5588751" y="847852"/>
                </a:cubicBezTo>
                <a:lnTo>
                  <a:pt x="5594681" y="919368"/>
                </a:lnTo>
                <a:lnTo>
                  <a:pt x="5533471" y="919368"/>
                </a:lnTo>
                <a:lnTo>
                  <a:pt x="5537441" y="889825"/>
                </a:lnTo>
                <a:cubicBezTo>
                  <a:pt x="5543858" y="824721"/>
                  <a:pt x="5541622" y="765765"/>
                  <a:pt x="5541622" y="765765"/>
                </a:cubicBezTo>
                <a:close/>
                <a:moveTo>
                  <a:pt x="156093" y="0"/>
                </a:moveTo>
                <a:cubicBezTo>
                  <a:pt x="156093" y="0"/>
                  <a:pt x="123800" y="197734"/>
                  <a:pt x="222336" y="254372"/>
                </a:cubicBezTo>
                <a:cubicBezTo>
                  <a:pt x="222336" y="254372"/>
                  <a:pt x="209087" y="167760"/>
                  <a:pt x="260757" y="106982"/>
                </a:cubicBezTo>
                <a:cubicBezTo>
                  <a:pt x="260757" y="106982"/>
                  <a:pt x="238565" y="175543"/>
                  <a:pt x="300005" y="224397"/>
                </a:cubicBezTo>
                <a:cubicBezTo>
                  <a:pt x="361446" y="273251"/>
                  <a:pt x="368070" y="139275"/>
                  <a:pt x="368070" y="139275"/>
                </a:cubicBezTo>
                <a:cubicBezTo>
                  <a:pt x="368070" y="139275"/>
                  <a:pt x="397382" y="203199"/>
                  <a:pt x="403178" y="242779"/>
                </a:cubicBezTo>
                <a:cubicBezTo>
                  <a:pt x="418414" y="241786"/>
                  <a:pt x="433650" y="240792"/>
                  <a:pt x="449052" y="239798"/>
                </a:cubicBezTo>
                <a:cubicBezTo>
                  <a:pt x="458988" y="230856"/>
                  <a:pt x="466771" y="223735"/>
                  <a:pt x="466771" y="223735"/>
                </a:cubicBezTo>
                <a:cubicBezTo>
                  <a:pt x="466771" y="223735"/>
                  <a:pt x="510988" y="173887"/>
                  <a:pt x="454351" y="60612"/>
                </a:cubicBezTo>
                <a:cubicBezTo>
                  <a:pt x="454351" y="60612"/>
                  <a:pt x="530364" y="135466"/>
                  <a:pt x="505027" y="236321"/>
                </a:cubicBezTo>
                <a:cubicBezTo>
                  <a:pt x="523078" y="235327"/>
                  <a:pt x="541294" y="234002"/>
                  <a:pt x="559346" y="233009"/>
                </a:cubicBezTo>
                <a:lnTo>
                  <a:pt x="564811" y="151364"/>
                </a:lnTo>
                <a:cubicBezTo>
                  <a:pt x="564811" y="151364"/>
                  <a:pt x="597270" y="198065"/>
                  <a:pt x="604722" y="230524"/>
                </a:cubicBezTo>
                <a:cubicBezTo>
                  <a:pt x="615155" y="230027"/>
                  <a:pt x="625588" y="229531"/>
                  <a:pt x="636021" y="228869"/>
                </a:cubicBezTo>
                <a:cubicBezTo>
                  <a:pt x="634697" y="200715"/>
                  <a:pt x="637181" y="139772"/>
                  <a:pt x="675270" y="99530"/>
                </a:cubicBezTo>
                <a:cubicBezTo>
                  <a:pt x="673780" y="104663"/>
                  <a:pt x="655066" y="167760"/>
                  <a:pt x="676264" y="226881"/>
                </a:cubicBezTo>
                <a:cubicBezTo>
                  <a:pt x="678748" y="226716"/>
                  <a:pt x="681232" y="226550"/>
                  <a:pt x="683716" y="226550"/>
                </a:cubicBezTo>
                <a:cubicBezTo>
                  <a:pt x="679079" y="179683"/>
                  <a:pt x="676595" y="74191"/>
                  <a:pt x="740354" y="20369"/>
                </a:cubicBezTo>
                <a:cubicBezTo>
                  <a:pt x="740354" y="20369"/>
                  <a:pt x="701436" y="148383"/>
                  <a:pt x="730417" y="224232"/>
                </a:cubicBezTo>
                <a:cubicBezTo>
                  <a:pt x="746316" y="223569"/>
                  <a:pt x="762379" y="222906"/>
                  <a:pt x="778278" y="222244"/>
                </a:cubicBezTo>
                <a:lnTo>
                  <a:pt x="776125" y="125033"/>
                </a:lnTo>
                <a:cubicBezTo>
                  <a:pt x="776125" y="125033"/>
                  <a:pt x="799972" y="175708"/>
                  <a:pt x="810074" y="220919"/>
                </a:cubicBezTo>
                <a:cubicBezTo>
                  <a:pt x="826469" y="220257"/>
                  <a:pt x="842864" y="219429"/>
                  <a:pt x="859259" y="218932"/>
                </a:cubicBezTo>
                <a:cubicBezTo>
                  <a:pt x="866712" y="169581"/>
                  <a:pt x="871845" y="73529"/>
                  <a:pt x="811565" y="26828"/>
                </a:cubicBezTo>
                <a:cubicBezTo>
                  <a:pt x="829450" y="38752"/>
                  <a:pt x="931961" y="112944"/>
                  <a:pt x="919043" y="216945"/>
                </a:cubicBezTo>
                <a:cubicBezTo>
                  <a:pt x="928648" y="216613"/>
                  <a:pt x="938254" y="216282"/>
                  <a:pt x="947859" y="216116"/>
                </a:cubicBezTo>
                <a:cubicBezTo>
                  <a:pt x="963757" y="196078"/>
                  <a:pt x="979324" y="163288"/>
                  <a:pt x="979490" y="110128"/>
                </a:cubicBezTo>
                <a:cubicBezTo>
                  <a:pt x="979490" y="110128"/>
                  <a:pt x="1001184" y="168422"/>
                  <a:pt x="998534" y="214460"/>
                </a:cubicBezTo>
                <a:cubicBezTo>
                  <a:pt x="1014764" y="213963"/>
                  <a:pt x="1030993" y="213798"/>
                  <a:pt x="1047223" y="213467"/>
                </a:cubicBezTo>
                <a:cubicBezTo>
                  <a:pt x="1047720" y="196409"/>
                  <a:pt x="1050204" y="177199"/>
                  <a:pt x="1056994" y="160638"/>
                </a:cubicBezTo>
                <a:cubicBezTo>
                  <a:pt x="1056994" y="160638"/>
                  <a:pt x="1058815" y="187964"/>
                  <a:pt x="1068255" y="212970"/>
                </a:cubicBezTo>
                <a:lnTo>
                  <a:pt x="1092599" y="212473"/>
                </a:lnTo>
                <a:cubicBezTo>
                  <a:pt x="1093427" y="178193"/>
                  <a:pt x="1100051" y="128179"/>
                  <a:pt x="1129861" y="103670"/>
                </a:cubicBezTo>
                <a:cubicBezTo>
                  <a:pt x="1129861" y="103670"/>
                  <a:pt x="1121580" y="163123"/>
                  <a:pt x="1128536" y="211811"/>
                </a:cubicBezTo>
                <a:cubicBezTo>
                  <a:pt x="1146256" y="211479"/>
                  <a:pt x="1163976" y="211314"/>
                  <a:pt x="1181695" y="211148"/>
                </a:cubicBezTo>
                <a:cubicBezTo>
                  <a:pt x="1181530" y="188295"/>
                  <a:pt x="1186829" y="155504"/>
                  <a:pt x="1212664" y="128345"/>
                </a:cubicBezTo>
                <a:cubicBezTo>
                  <a:pt x="1212664" y="128345"/>
                  <a:pt x="1206205" y="175046"/>
                  <a:pt x="1222103" y="210652"/>
                </a:cubicBezTo>
                <a:cubicBezTo>
                  <a:pt x="1244295" y="210486"/>
                  <a:pt x="1266486" y="210155"/>
                  <a:pt x="1288512" y="210155"/>
                </a:cubicBezTo>
                <a:cubicBezTo>
                  <a:pt x="1290333" y="193925"/>
                  <a:pt x="1289009" y="178690"/>
                  <a:pt x="1289009" y="178690"/>
                </a:cubicBezTo>
                <a:cubicBezTo>
                  <a:pt x="1289009" y="178690"/>
                  <a:pt x="1300435" y="191275"/>
                  <a:pt x="1308881" y="210155"/>
                </a:cubicBezTo>
                <a:lnTo>
                  <a:pt x="1317824" y="210155"/>
                </a:lnTo>
                <a:cubicBezTo>
                  <a:pt x="1322130" y="173224"/>
                  <a:pt x="1337531" y="104001"/>
                  <a:pt x="1394997" y="74689"/>
                </a:cubicBezTo>
                <a:cubicBezTo>
                  <a:pt x="1394997" y="74689"/>
                  <a:pt x="1350945" y="153352"/>
                  <a:pt x="1377608" y="210320"/>
                </a:cubicBezTo>
                <a:lnTo>
                  <a:pt x="1394334" y="210320"/>
                </a:lnTo>
                <a:cubicBezTo>
                  <a:pt x="1394666" y="186970"/>
                  <a:pt x="1397978" y="153020"/>
                  <a:pt x="1412551" y="137122"/>
                </a:cubicBezTo>
                <a:cubicBezTo>
                  <a:pt x="1412551" y="137122"/>
                  <a:pt x="1414704" y="181174"/>
                  <a:pt x="1426793" y="210486"/>
                </a:cubicBezTo>
                <a:cubicBezTo>
                  <a:pt x="1440373" y="210486"/>
                  <a:pt x="1453953" y="210817"/>
                  <a:pt x="1467367" y="210983"/>
                </a:cubicBezTo>
                <a:cubicBezTo>
                  <a:pt x="1472501" y="187135"/>
                  <a:pt x="1471176" y="154511"/>
                  <a:pt x="1471176" y="154511"/>
                </a:cubicBezTo>
                <a:cubicBezTo>
                  <a:pt x="1471176" y="154511"/>
                  <a:pt x="1487737" y="182995"/>
                  <a:pt x="1491877" y="211314"/>
                </a:cubicBezTo>
                <a:cubicBezTo>
                  <a:pt x="1499163" y="211479"/>
                  <a:pt x="1506450" y="211479"/>
                  <a:pt x="1513737" y="211645"/>
                </a:cubicBezTo>
                <a:cubicBezTo>
                  <a:pt x="1520361" y="197734"/>
                  <a:pt x="1525164" y="180180"/>
                  <a:pt x="1522017" y="159645"/>
                </a:cubicBezTo>
                <a:cubicBezTo>
                  <a:pt x="1522017" y="159645"/>
                  <a:pt x="1536591" y="186804"/>
                  <a:pt x="1542387" y="211976"/>
                </a:cubicBezTo>
                <a:cubicBezTo>
                  <a:pt x="1560438" y="212308"/>
                  <a:pt x="1578323" y="212805"/>
                  <a:pt x="1596375" y="213136"/>
                </a:cubicBezTo>
                <a:cubicBezTo>
                  <a:pt x="1602171" y="186307"/>
                  <a:pt x="1609292" y="130498"/>
                  <a:pt x="1580642" y="90255"/>
                </a:cubicBezTo>
                <a:cubicBezTo>
                  <a:pt x="1580642" y="90255"/>
                  <a:pt x="1630821" y="140434"/>
                  <a:pt x="1638273" y="192932"/>
                </a:cubicBezTo>
                <a:cubicBezTo>
                  <a:pt x="1642579" y="169581"/>
                  <a:pt x="1653012" y="141097"/>
                  <a:pt x="1678184" y="127352"/>
                </a:cubicBezTo>
                <a:cubicBezTo>
                  <a:pt x="1678184" y="127352"/>
                  <a:pt x="1654171" y="180180"/>
                  <a:pt x="1667917" y="214957"/>
                </a:cubicBezTo>
                <a:cubicBezTo>
                  <a:pt x="1677687" y="215289"/>
                  <a:pt x="1687624" y="215454"/>
                  <a:pt x="1697560" y="215785"/>
                </a:cubicBezTo>
                <a:cubicBezTo>
                  <a:pt x="1697229" y="196906"/>
                  <a:pt x="1691930" y="172231"/>
                  <a:pt x="1691930" y="172231"/>
                </a:cubicBezTo>
                <a:lnTo>
                  <a:pt x="1718427" y="216613"/>
                </a:lnTo>
                <a:cubicBezTo>
                  <a:pt x="1720414" y="216613"/>
                  <a:pt x="1722401" y="216613"/>
                  <a:pt x="1724223" y="216779"/>
                </a:cubicBezTo>
                <a:cubicBezTo>
                  <a:pt x="1720580" y="192766"/>
                  <a:pt x="1717930" y="144740"/>
                  <a:pt x="1752542" y="127352"/>
                </a:cubicBezTo>
                <a:cubicBezTo>
                  <a:pt x="1752542" y="127352"/>
                  <a:pt x="1742936" y="183492"/>
                  <a:pt x="1785829" y="218932"/>
                </a:cubicBezTo>
                <a:lnTo>
                  <a:pt x="1786160" y="219263"/>
                </a:lnTo>
                <a:cubicBezTo>
                  <a:pt x="1794937" y="219595"/>
                  <a:pt x="1803880" y="219926"/>
                  <a:pt x="1812822" y="220257"/>
                </a:cubicBezTo>
                <a:cubicBezTo>
                  <a:pt x="1829549" y="201875"/>
                  <a:pt x="1830708" y="144906"/>
                  <a:pt x="1830708" y="144906"/>
                </a:cubicBezTo>
                <a:cubicBezTo>
                  <a:pt x="1830708" y="144906"/>
                  <a:pt x="1856377" y="189122"/>
                  <a:pt x="1861511" y="222410"/>
                </a:cubicBezTo>
                <a:cubicBezTo>
                  <a:pt x="1877409" y="223072"/>
                  <a:pt x="1893473" y="224066"/>
                  <a:pt x="1909537" y="224894"/>
                </a:cubicBezTo>
                <a:cubicBezTo>
                  <a:pt x="1919639" y="208499"/>
                  <a:pt x="1932556" y="177530"/>
                  <a:pt x="1926429" y="131326"/>
                </a:cubicBezTo>
                <a:cubicBezTo>
                  <a:pt x="1926429" y="131326"/>
                  <a:pt x="1979920" y="172893"/>
                  <a:pt x="1958060" y="227212"/>
                </a:cubicBezTo>
                <a:cubicBezTo>
                  <a:pt x="1973461" y="228372"/>
                  <a:pt x="1989028" y="229200"/>
                  <a:pt x="2004595" y="230193"/>
                </a:cubicBezTo>
                <a:cubicBezTo>
                  <a:pt x="2004595" y="230193"/>
                  <a:pt x="2014200" y="167263"/>
                  <a:pt x="2014200" y="167263"/>
                </a:cubicBezTo>
                <a:lnTo>
                  <a:pt x="2033245" y="232015"/>
                </a:lnTo>
                <a:cubicBezTo>
                  <a:pt x="2034073" y="232015"/>
                  <a:pt x="2034901" y="232180"/>
                  <a:pt x="2035895" y="232180"/>
                </a:cubicBezTo>
                <a:cubicBezTo>
                  <a:pt x="2036723" y="214129"/>
                  <a:pt x="2043181" y="171900"/>
                  <a:pt x="2082596" y="156664"/>
                </a:cubicBezTo>
                <a:cubicBezTo>
                  <a:pt x="2082596" y="156664"/>
                  <a:pt x="2063054" y="203531"/>
                  <a:pt x="2070506" y="234499"/>
                </a:cubicBezTo>
                <a:cubicBezTo>
                  <a:pt x="2077959" y="234996"/>
                  <a:pt x="2085245" y="235493"/>
                  <a:pt x="2092698" y="235989"/>
                </a:cubicBezTo>
                <a:cubicBezTo>
                  <a:pt x="2098494" y="222410"/>
                  <a:pt x="2104290" y="202371"/>
                  <a:pt x="2102137" y="178193"/>
                </a:cubicBezTo>
                <a:cubicBezTo>
                  <a:pt x="2102137" y="178193"/>
                  <a:pt x="2121679" y="208499"/>
                  <a:pt x="2130787" y="238639"/>
                </a:cubicBezTo>
                <a:cubicBezTo>
                  <a:pt x="2148673" y="239964"/>
                  <a:pt x="2166558" y="241454"/>
                  <a:pt x="2184444" y="242945"/>
                </a:cubicBezTo>
                <a:cubicBezTo>
                  <a:pt x="2184444" y="242945"/>
                  <a:pt x="2184609" y="242614"/>
                  <a:pt x="2184609" y="242614"/>
                </a:cubicBezTo>
                <a:cubicBezTo>
                  <a:pt x="2184609" y="242614"/>
                  <a:pt x="2166558" y="183989"/>
                  <a:pt x="2219387" y="144906"/>
                </a:cubicBezTo>
                <a:cubicBezTo>
                  <a:pt x="2219387" y="144906"/>
                  <a:pt x="2207960" y="217442"/>
                  <a:pt x="2233132" y="246588"/>
                </a:cubicBezTo>
                <a:lnTo>
                  <a:pt x="2233464" y="246920"/>
                </a:lnTo>
                <a:cubicBezTo>
                  <a:pt x="2238928" y="247251"/>
                  <a:pt x="2244393" y="247747"/>
                  <a:pt x="2249858" y="248244"/>
                </a:cubicBezTo>
                <a:cubicBezTo>
                  <a:pt x="2260292" y="234002"/>
                  <a:pt x="2262279" y="189951"/>
                  <a:pt x="2262279" y="189951"/>
                </a:cubicBezTo>
                <a:cubicBezTo>
                  <a:pt x="2262279" y="189951"/>
                  <a:pt x="2283311" y="223900"/>
                  <a:pt x="2278509" y="250728"/>
                </a:cubicBezTo>
                <a:cubicBezTo>
                  <a:pt x="2289604" y="251722"/>
                  <a:pt x="2300534" y="252716"/>
                  <a:pt x="2311630" y="253875"/>
                </a:cubicBezTo>
                <a:cubicBezTo>
                  <a:pt x="2314279" y="248244"/>
                  <a:pt x="2332165" y="209823"/>
                  <a:pt x="2326866" y="176868"/>
                </a:cubicBezTo>
                <a:cubicBezTo>
                  <a:pt x="2326866" y="176868"/>
                  <a:pt x="2352866" y="222575"/>
                  <a:pt x="2349222" y="257353"/>
                </a:cubicBezTo>
                <a:cubicBezTo>
                  <a:pt x="2362968" y="258678"/>
                  <a:pt x="2376879" y="260002"/>
                  <a:pt x="2390624" y="261327"/>
                </a:cubicBezTo>
                <a:cubicBezTo>
                  <a:pt x="2386650" y="245926"/>
                  <a:pt x="2384662" y="222079"/>
                  <a:pt x="2397083" y="195747"/>
                </a:cubicBezTo>
                <a:cubicBezTo>
                  <a:pt x="2397083" y="195747"/>
                  <a:pt x="2408178" y="240626"/>
                  <a:pt x="2429045" y="265302"/>
                </a:cubicBezTo>
                <a:lnTo>
                  <a:pt x="2464816" y="269277"/>
                </a:lnTo>
                <a:cubicBezTo>
                  <a:pt x="2468790" y="250231"/>
                  <a:pt x="2458854" y="214129"/>
                  <a:pt x="2457860" y="210320"/>
                </a:cubicBezTo>
                <a:cubicBezTo>
                  <a:pt x="2460345" y="212639"/>
                  <a:pt x="2487670" y="239798"/>
                  <a:pt x="2486014" y="271761"/>
                </a:cubicBezTo>
                <a:lnTo>
                  <a:pt x="2523275" y="275735"/>
                </a:lnTo>
                <a:cubicBezTo>
                  <a:pt x="2520626" y="246091"/>
                  <a:pt x="2523938" y="208995"/>
                  <a:pt x="2551428" y="187964"/>
                </a:cubicBezTo>
                <a:cubicBezTo>
                  <a:pt x="2551428" y="187964"/>
                  <a:pt x="2544307" y="250397"/>
                  <a:pt x="2559874" y="280041"/>
                </a:cubicBezTo>
                <a:cubicBezTo>
                  <a:pt x="2569314" y="281200"/>
                  <a:pt x="2578754" y="282525"/>
                  <a:pt x="2588193" y="283684"/>
                </a:cubicBezTo>
                <a:cubicBezTo>
                  <a:pt x="2596308" y="264639"/>
                  <a:pt x="2596473" y="227047"/>
                  <a:pt x="2596473" y="227047"/>
                </a:cubicBezTo>
                <a:cubicBezTo>
                  <a:pt x="2596473" y="227047"/>
                  <a:pt x="2619493" y="262818"/>
                  <a:pt x="2621977" y="287990"/>
                </a:cubicBezTo>
                <a:cubicBezTo>
                  <a:pt x="2645990" y="290971"/>
                  <a:pt x="2670168" y="293952"/>
                  <a:pt x="2694182" y="297098"/>
                </a:cubicBezTo>
                <a:cubicBezTo>
                  <a:pt x="2702130" y="282525"/>
                  <a:pt x="2710742" y="262818"/>
                  <a:pt x="2713557" y="242614"/>
                </a:cubicBezTo>
                <a:cubicBezTo>
                  <a:pt x="2713557" y="242614"/>
                  <a:pt x="2737074" y="269111"/>
                  <a:pt x="2728296" y="301735"/>
                </a:cubicBezTo>
                <a:lnTo>
                  <a:pt x="2728296" y="302066"/>
                </a:lnTo>
                <a:lnTo>
                  <a:pt x="2759596" y="306538"/>
                </a:lnTo>
                <a:cubicBezTo>
                  <a:pt x="2759596" y="293952"/>
                  <a:pt x="2763405" y="275072"/>
                  <a:pt x="2779966" y="254537"/>
                </a:cubicBezTo>
                <a:cubicBezTo>
                  <a:pt x="2779966" y="254537"/>
                  <a:pt x="2769201" y="284181"/>
                  <a:pt x="2783774" y="310016"/>
                </a:cubicBezTo>
                <a:cubicBezTo>
                  <a:pt x="2787418" y="310512"/>
                  <a:pt x="2790896" y="311009"/>
                  <a:pt x="2794539" y="311506"/>
                </a:cubicBezTo>
                <a:cubicBezTo>
                  <a:pt x="2793049" y="288652"/>
                  <a:pt x="2793049" y="240792"/>
                  <a:pt x="2813252" y="209989"/>
                </a:cubicBezTo>
                <a:cubicBezTo>
                  <a:pt x="2813252" y="209989"/>
                  <a:pt x="2805303" y="272257"/>
                  <a:pt x="2827826" y="315977"/>
                </a:cubicBezTo>
                <a:cubicBezTo>
                  <a:pt x="2859291" y="293620"/>
                  <a:pt x="2874527" y="225059"/>
                  <a:pt x="2874527" y="225059"/>
                </a:cubicBezTo>
                <a:cubicBezTo>
                  <a:pt x="2888438" y="266461"/>
                  <a:pt x="2874527" y="312500"/>
                  <a:pt x="2874527" y="312500"/>
                </a:cubicBezTo>
                <a:cubicBezTo>
                  <a:pt x="2895394" y="314818"/>
                  <a:pt x="2913776" y="261824"/>
                  <a:pt x="2913776" y="261824"/>
                </a:cubicBezTo>
                <a:cubicBezTo>
                  <a:pt x="2920566" y="292958"/>
                  <a:pt x="2897547" y="317137"/>
                  <a:pt x="2897547" y="317137"/>
                </a:cubicBezTo>
                <a:cubicBezTo>
                  <a:pt x="2897547" y="317137"/>
                  <a:pt x="2898871" y="321277"/>
                  <a:pt x="2900693" y="327404"/>
                </a:cubicBezTo>
                <a:cubicBezTo>
                  <a:pt x="2907317" y="328564"/>
                  <a:pt x="2913941" y="329723"/>
                  <a:pt x="2920731" y="330717"/>
                </a:cubicBezTo>
                <a:cubicBezTo>
                  <a:pt x="2925203" y="285009"/>
                  <a:pt x="2952859" y="247747"/>
                  <a:pt x="2959649" y="239467"/>
                </a:cubicBezTo>
                <a:cubicBezTo>
                  <a:pt x="2930668" y="280869"/>
                  <a:pt x="2945572" y="321939"/>
                  <a:pt x="2952362" y="336016"/>
                </a:cubicBezTo>
                <a:cubicBezTo>
                  <a:pt x="2953024" y="336181"/>
                  <a:pt x="2953687" y="336347"/>
                  <a:pt x="2954349" y="336347"/>
                </a:cubicBezTo>
                <a:cubicBezTo>
                  <a:pt x="2949050" y="308360"/>
                  <a:pt x="2971241" y="282525"/>
                  <a:pt x="2971241" y="282525"/>
                </a:cubicBezTo>
                <a:cubicBezTo>
                  <a:pt x="2960974" y="317137"/>
                  <a:pt x="2982834" y="337837"/>
                  <a:pt x="2982834" y="337837"/>
                </a:cubicBezTo>
                <a:cubicBezTo>
                  <a:pt x="2983993" y="297595"/>
                  <a:pt x="3012809" y="276894"/>
                  <a:pt x="3012809" y="276894"/>
                </a:cubicBezTo>
                <a:cubicBezTo>
                  <a:pt x="2998898" y="301073"/>
                  <a:pt x="3005356" y="327073"/>
                  <a:pt x="3005356" y="327073"/>
                </a:cubicBezTo>
                <a:cubicBezTo>
                  <a:pt x="3005356" y="327073"/>
                  <a:pt x="3007343" y="337672"/>
                  <a:pt x="3011318" y="345952"/>
                </a:cubicBezTo>
                <a:cubicBezTo>
                  <a:pt x="3017777" y="347111"/>
                  <a:pt x="3024236" y="348105"/>
                  <a:pt x="3030694" y="349264"/>
                </a:cubicBezTo>
                <a:cubicBezTo>
                  <a:pt x="3032350" y="347111"/>
                  <a:pt x="3034006" y="344627"/>
                  <a:pt x="3035828" y="341315"/>
                </a:cubicBezTo>
                <a:cubicBezTo>
                  <a:pt x="3055701" y="303723"/>
                  <a:pt x="3041624" y="248907"/>
                  <a:pt x="3040630" y="244767"/>
                </a:cubicBezTo>
                <a:cubicBezTo>
                  <a:pt x="3067955" y="272588"/>
                  <a:pt x="3060007" y="344793"/>
                  <a:pt x="3060007" y="344793"/>
                </a:cubicBezTo>
                <a:cubicBezTo>
                  <a:pt x="3077229" y="333201"/>
                  <a:pt x="3083026" y="275735"/>
                  <a:pt x="3083026" y="275735"/>
                </a:cubicBezTo>
                <a:cubicBezTo>
                  <a:pt x="3091803" y="309850"/>
                  <a:pt x="3085344" y="339494"/>
                  <a:pt x="3078554" y="358042"/>
                </a:cubicBezTo>
                <a:cubicBezTo>
                  <a:pt x="3088491" y="359863"/>
                  <a:pt x="3098427" y="361685"/>
                  <a:pt x="3108363" y="363506"/>
                </a:cubicBezTo>
                <a:cubicBezTo>
                  <a:pt x="3100911" y="296602"/>
                  <a:pt x="3142810" y="264142"/>
                  <a:pt x="3142810" y="264142"/>
                </a:cubicBezTo>
                <a:cubicBezTo>
                  <a:pt x="3107204" y="319455"/>
                  <a:pt x="3138504" y="351914"/>
                  <a:pt x="3138504" y="351914"/>
                </a:cubicBezTo>
                <a:lnTo>
                  <a:pt x="3145128" y="311340"/>
                </a:lnTo>
                <a:lnTo>
                  <a:pt x="3153243" y="356220"/>
                </a:lnTo>
                <a:lnTo>
                  <a:pt x="3175766" y="376093"/>
                </a:lnTo>
                <a:cubicBezTo>
                  <a:pt x="3177090" y="376424"/>
                  <a:pt x="3178250" y="376589"/>
                  <a:pt x="3179575" y="376921"/>
                </a:cubicBezTo>
                <a:cubicBezTo>
                  <a:pt x="3182555" y="319621"/>
                  <a:pt x="3224620" y="282525"/>
                  <a:pt x="3224620" y="282525"/>
                </a:cubicBezTo>
                <a:cubicBezTo>
                  <a:pt x="3194645" y="320614"/>
                  <a:pt x="3207396" y="372781"/>
                  <a:pt x="3207396" y="372781"/>
                </a:cubicBezTo>
                <a:cubicBezTo>
                  <a:pt x="3207396" y="372781"/>
                  <a:pt x="3209880" y="377418"/>
                  <a:pt x="3213690" y="383710"/>
                </a:cubicBezTo>
                <a:cubicBezTo>
                  <a:pt x="3221473" y="385201"/>
                  <a:pt x="3229091" y="386857"/>
                  <a:pt x="3236874" y="388513"/>
                </a:cubicBezTo>
                <a:cubicBezTo>
                  <a:pt x="3233397" y="335022"/>
                  <a:pt x="3283410" y="269939"/>
                  <a:pt x="3283410" y="269939"/>
                </a:cubicBezTo>
                <a:cubicBezTo>
                  <a:pt x="3283410" y="269939"/>
                  <a:pt x="3261715" y="374602"/>
                  <a:pt x="3280594" y="397456"/>
                </a:cubicBezTo>
                <a:cubicBezTo>
                  <a:pt x="3285563" y="398615"/>
                  <a:pt x="3290531" y="399609"/>
                  <a:pt x="3295499" y="400603"/>
                </a:cubicBezTo>
                <a:cubicBezTo>
                  <a:pt x="3296161" y="400437"/>
                  <a:pt x="3296658" y="400271"/>
                  <a:pt x="3297155" y="400106"/>
                </a:cubicBezTo>
                <a:cubicBezTo>
                  <a:pt x="3342035" y="379239"/>
                  <a:pt x="3343194" y="264142"/>
                  <a:pt x="3343194" y="264142"/>
                </a:cubicBezTo>
                <a:cubicBezTo>
                  <a:pt x="3363729" y="329723"/>
                  <a:pt x="3351971" y="377915"/>
                  <a:pt x="3336238" y="409048"/>
                </a:cubicBezTo>
                <a:cubicBezTo>
                  <a:pt x="3341041" y="410042"/>
                  <a:pt x="3345843" y="411036"/>
                  <a:pt x="3350646" y="412029"/>
                </a:cubicBezTo>
                <a:cubicBezTo>
                  <a:pt x="3360748" y="414182"/>
                  <a:pt x="3370684" y="416501"/>
                  <a:pt x="3380621" y="418819"/>
                </a:cubicBezTo>
                <a:cubicBezTo>
                  <a:pt x="3379958" y="363010"/>
                  <a:pt x="3403144" y="320614"/>
                  <a:pt x="3403144" y="320614"/>
                </a:cubicBezTo>
                <a:cubicBezTo>
                  <a:pt x="3385093" y="363672"/>
                  <a:pt x="3403806" y="405240"/>
                  <a:pt x="3417717" y="427265"/>
                </a:cubicBezTo>
                <a:cubicBezTo>
                  <a:pt x="3420532" y="427928"/>
                  <a:pt x="3423348" y="428590"/>
                  <a:pt x="3426163" y="429252"/>
                </a:cubicBezTo>
                <a:cubicBezTo>
                  <a:pt x="3423513" y="419316"/>
                  <a:pt x="3422023" y="409876"/>
                  <a:pt x="3422023" y="401265"/>
                </a:cubicBezTo>
                <a:cubicBezTo>
                  <a:pt x="3422023" y="333201"/>
                  <a:pt x="3492074" y="265302"/>
                  <a:pt x="3496546" y="260996"/>
                </a:cubicBezTo>
                <a:cubicBezTo>
                  <a:pt x="3446864" y="344793"/>
                  <a:pt x="3483131" y="428424"/>
                  <a:pt x="3483131" y="428424"/>
                </a:cubicBezTo>
                <a:lnTo>
                  <a:pt x="3517081" y="340156"/>
                </a:lnTo>
                <a:cubicBezTo>
                  <a:pt x="3517081" y="340156"/>
                  <a:pt x="3507972" y="460221"/>
                  <a:pt x="3542087" y="426271"/>
                </a:cubicBezTo>
                <a:cubicBezTo>
                  <a:pt x="3576037" y="392322"/>
                  <a:pt x="3542087" y="310678"/>
                  <a:pt x="3542087" y="310678"/>
                </a:cubicBezTo>
                <a:cubicBezTo>
                  <a:pt x="3600215" y="341812"/>
                  <a:pt x="3583986" y="418819"/>
                  <a:pt x="3581005" y="431405"/>
                </a:cubicBezTo>
                <a:lnTo>
                  <a:pt x="3598725" y="376424"/>
                </a:lnTo>
                <a:lnTo>
                  <a:pt x="3622076" y="476119"/>
                </a:lnTo>
                <a:cubicBezTo>
                  <a:pt x="3622076" y="476119"/>
                  <a:pt x="3622904" y="476285"/>
                  <a:pt x="3623400" y="476450"/>
                </a:cubicBezTo>
                <a:cubicBezTo>
                  <a:pt x="3621247" y="416666"/>
                  <a:pt x="3678216" y="353239"/>
                  <a:pt x="3681694" y="349430"/>
                </a:cubicBezTo>
                <a:cubicBezTo>
                  <a:pt x="3647414" y="426271"/>
                  <a:pt x="3682522" y="471482"/>
                  <a:pt x="3682522" y="471482"/>
                </a:cubicBezTo>
                <a:cubicBezTo>
                  <a:pt x="3675732" y="423953"/>
                  <a:pt x="3732369" y="380895"/>
                  <a:pt x="3732369" y="380895"/>
                </a:cubicBezTo>
                <a:cubicBezTo>
                  <a:pt x="3732369" y="380895"/>
                  <a:pt x="3684675" y="482909"/>
                  <a:pt x="3732369" y="473800"/>
                </a:cubicBezTo>
                <a:cubicBezTo>
                  <a:pt x="3779899" y="464692"/>
                  <a:pt x="3792650" y="349264"/>
                  <a:pt x="3792650" y="349264"/>
                </a:cubicBezTo>
                <a:cubicBezTo>
                  <a:pt x="3813517" y="403583"/>
                  <a:pt x="3794472" y="469992"/>
                  <a:pt x="3792816" y="475457"/>
                </a:cubicBezTo>
                <a:lnTo>
                  <a:pt x="3838855" y="417163"/>
                </a:lnTo>
                <a:lnTo>
                  <a:pt x="3818319" y="498641"/>
                </a:lnTo>
                <a:cubicBezTo>
                  <a:pt x="3818319" y="498641"/>
                  <a:pt x="3825772" y="516030"/>
                  <a:pt x="3834549" y="531763"/>
                </a:cubicBezTo>
                <a:cubicBezTo>
                  <a:pt x="3844320" y="534578"/>
                  <a:pt x="3854090" y="537393"/>
                  <a:pt x="3863861" y="540043"/>
                </a:cubicBezTo>
                <a:cubicBezTo>
                  <a:pt x="3864524" y="533253"/>
                  <a:pt x="3864524" y="524145"/>
                  <a:pt x="3863696" y="512387"/>
                </a:cubicBezTo>
                <a:cubicBezTo>
                  <a:pt x="3857072" y="406896"/>
                  <a:pt x="3918843" y="352577"/>
                  <a:pt x="3922486" y="349430"/>
                </a:cubicBezTo>
                <a:cubicBezTo>
                  <a:pt x="3870486" y="437698"/>
                  <a:pt x="3904435" y="521329"/>
                  <a:pt x="3904435" y="521329"/>
                </a:cubicBezTo>
                <a:lnTo>
                  <a:pt x="3927123" y="462539"/>
                </a:lnTo>
                <a:lnTo>
                  <a:pt x="3945174" y="544018"/>
                </a:lnTo>
                <a:cubicBezTo>
                  <a:pt x="3947493" y="484896"/>
                  <a:pt x="4015557" y="434055"/>
                  <a:pt x="4019863" y="430908"/>
                </a:cubicBezTo>
                <a:cubicBezTo>
                  <a:pt x="3972499" y="485227"/>
                  <a:pt x="3990551" y="553126"/>
                  <a:pt x="3990551" y="553126"/>
                </a:cubicBezTo>
                <a:cubicBezTo>
                  <a:pt x="4010258" y="509241"/>
                  <a:pt x="4066232" y="486552"/>
                  <a:pt x="4069711" y="485227"/>
                </a:cubicBezTo>
                <a:cubicBezTo>
                  <a:pt x="4066729" y="489699"/>
                  <a:pt x="4015888" y="565216"/>
                  <a:pt x="4024003" y="585585"/>
                </a:cubicBezTo>
                <a:cubicBezTo>
                  <a:pt x="4028971" y="586910"/>
                  <a:pt x="4033774" y="588400"/>
                  <a:pt x="4038576" y="589725"/>
                </a:cubicBezTo>
                <a:cubicBezTo>
                  <a:pt x="4041226" y="589228"/>
                  <a:pt x="4043876" y="588400"/>
                  <a:pt x="4047188" y="587075"/>
                </a:cubicBezTo>
                <a:cubicBezTo>
                  <a:pt x="4112934" y="559916"/>
                  <a:pt x="4107137" y="417163"/>
                  <a:pt x="4107137" y="417163"/>
                </a:cubicBezTo>
                <a:cubicBezTo>
                  <a:pt x="4155660" y="469329"/>
                  <a:pt x="4107137" y="571343"/>
                  <a:pt x="4107137" y="571343"/>
                </a:cubicBezTo>
                <a:cubicBezTo>
                  <a:pt x="4107137" y="571343"/>
                  <a:pt x="4109953" y="589560"/>
                  <a:pt x="4112768" y="611585"/>
                </a:cubicBezTo>
                <a:cubicBezTo>
                  <a:pt x="4114756" y="612082"/>
                  <a:pt x="4116908" y="612745"/>
                  <a:pt x="4118896" y="613407"/>
                </a:cubicBezTo>
                <a:cubicBezTo>
                  <a:pt x="4119227" y="610592"/>
                  <a:pt x="4119393" y="608108"/>
                  <a:pt x="4119724" y="605127"/>
                </a:cubicBezTo>
                <a:cubicBezTo>
                  <a:pt x="4126348" y="526132"/>
                  <a:pt x="4198719" y="479100"/>
                  <a:pt x="4203356" y="476285"/>
                </a:cubicBezTo>
                <a:cubicBezTo>
                  <a:pt x="4140093" y="548655"/>
                  <a:pt x="4164934" y="614235"/>
                  <a:pt x="4164934" y="614235"/>
                </a:cubicBezTo>
                <a:cubicBezTo>
                  <a:pt x="4194412" y="564387"/>
                  <a:pt x="4255521" y="548489"/>
                  <a:pt x="4255521" y="548489"/>
                </a:cubicBezTo>
                <a:cubicBezTo>
                  <a:pt x="4255521" y="548489"/>
                  <a:pt x="4187622" y="625496"/>
                  <a:pt x="4228361" y="631293"/>
                </a:cubicBezTo>
                <a:cubicBezTo>
                  <a:pt x="4269266" y="637089"/>
                  <a:pt x="4303216" y="544018"/>
                  <a:pt x="4303216" y="544018"/>
                </a:cubicBezTo>
                <a:cubicBezTo>
                  <a:pt x="4305369" y="596184"/>
                  <a:pt x="4279038" y="625165"/>
                  <a:pt x="4279038" y="625165"/>
                </a:cubicBezTo>
                <a:cubicBezTo>
                  <a:pt x="4279038" y="625165"/>
                  <a:pt x="4255521" y="640732"/>
                  <a:pt x="4245253" y="651662"/>
                </a:cubicBezTo>
                <a:cubicBezTo>
                  <a:pt x="4252541" y="653981"/>
                  <a:pt x="4259992" y="656134"/>
                  <a:pt x="4267445" y="658452"/>
                </a:cubicBezTo>
                <a:cubicBezTo>
                  <a:pt x="4270923" y="657458"/>
                  <a:pt x="4274731" y="656465"/>
                  <a:pt x="4279038" y="654974"/>
                </a:cubicBezTo>
                <a:cubicBezTo>
                  <a:pt x="4365982" y="627815"/>
                  <a:pt x="4387013" y="467010"/>
                  <a:pt x="4387013" y="467010"/>
                </a:cubicBezTo>
                <a:cubicBezTo>
                  <a:pt x="4448121" y="600655"/>
                  <a:pt x="4355217" y="676669"/>
                  <a:pt x="4355217" y="676669"/>
                </a:cubicBezTo>
                <a:cubicBezTo>
                  <a:pt x="4434542" y="677828"/>
                  <a:pt x="4475281" y="593865"/>
                  <a:pt x="4475281" y="593865"/>
                </a:cubicBezTo>
                <a:cubicBezTo>
                  <a:pt x="4475281" y="679981"/>
                  <a:pt x="4432223" y="704822"/>
                  <a:pt x="4432223" y="704822"/>
                </a:cubicBezTo>
                <a:cubicBezTo>
                  <a:pt x="4432223" y="704822"/>
                  <a:pt x="4434376" y="707472"/>
                  <a:pt x="4437854" y="711612"/>
                </a:cubicBezTo>
                <a:cubicBezTo>
                  <a:pt x="4466007" y="720720"/>
                  <a:pt x="4494326" y="729829"/>
                  <a:pt x="4522480" y="738771"/>
                </a:cubicBezTo>
                <a:cubicBezTo>
                  <a:pt x="4504262" y="640898"/>
                  <a:pt x="4563715" y="557597"/>
                  <a:pt x="4563715" y="557597"/>
                </a:cubicBezTo>
                <a:cubicBezTo>
                  <a:pt x="4534238" y="652821"/>
                  <a:pt x="4599983" y="734300"/>
                  <a:pt x="4599983" y="734300"/>
                </a:cubicBezTo>
                <a:lnTo>
                  <a:pt x="4606442" y="732478"/>
                </a:lnTo>
                <a:cubicBezTo>
                  <a:pt x="4625321" y="670873"/>
                  <a:pt x="4682952" y="628477"/>
                  <a:pt x="4686595" y="625993"/>
                </a:cubicBezTo>
                <a:cubicBezTo>
                  <a:pt x="4683283" y="632783"/>
                  <a:pt x="4604290" y="793256"/>
                  <a:pt x="4686761" y="765765"/>
                </a:cubicBezTo>
                <a:cubicBezTo>
                  <a:pt x="4771054" y="737612"/>
                  <a:pt x="4768570" y="646197"/>
                  <a:pt x="4768570" y="646197"/>
                </a:cubicBezTo>
                <a:cubicBezTo>
                  <a:pt x="4794406" y="738440"/>
                  <a:pt x="4714748" y="795740"/>
                  <a:pt x="4714748" y="795740"/>
                </a:cubicBezTo>
                <a:cubicBezTo>
                  <a:pt x="4714748" y="795740"/>
                  <a:pt x="4726341" y="800543"/>
                  <a:pt x="4745552" y="810976"/>
                </a:cubicBezTo>
                <a:cubicBezTo>
                  <a:pt x="4756482" y="814619"/>
                  <a:pt x="4767578" y="818263"/>
                  <a:pt x="4778508" y="821740"/>
                </a:cubicBezTo>
                <a:cubicBezTo>
                  <a:pt x="4794903" y="736950"/>
                  <a:pt x="4886649" y="675675"/>
                  <a:pt x="4886649" y="675675"/>
                </a:cubicBezTo>
                <a:cubicBezTo>
                  <a:pt x="4834316" y="732313"/>
                  <a:pt x="4836635" y="798224"/>
                  <a:pt x="4848394" y="844760"/>
                </a:cubicBezTo>
                <a:lnTo>
                  <a:pt x="4877208" y="854199"/>
                </a:lnTo>
                <a:cubicBezTo>
                  <a:pt x="4895756" y="799052"/>
                  <a:pt x="4951898" y="767752"/>
                  <a:pt x="4955375" y="765931"/>
                </a:cubicBezTo>
                <a:cubicBezTo>
                  <a:pt x="4953553" y="770402"/>
                  <a:pt x="4924573" y="841944"/>
                  <a:pt x="4923910" y="869601"/>
                </a:cubicBezTo>
                <a:cubicBezTo>
                  <a:pt x="4929210" y="871422"/>
                  <a:pt x="4934675" y="873078"/>
                  <a:pt x="4939974" y="874900"/>
                </a:cubicBezTo>
                <a:cubicBezTo>
                  <a:pt x="4971770" y="848403"/>
                  <a:pt x="5004726" y="745893"/>
                  <a:pt x="5004726" y="745893"/>
                </a:cubicBezTo>
                <a:cubicBezTo>
                  <a:pt x="5011020" y="787791"/>
                  <a:pt x="4995453" y="870098"/>
                  <a:pt x="4991146" y="891792"/>
                </a:cubicBezTo>
                <a:cubicBezTo>
                  <a:pt x="4992636" y="892123"/>
                  <a:pt x="4994128" y="892620"/>
                  <a:pt x="4995453" y="893117"/>
                </a:cubicBezTo>
                <a:cubicBezTo>
                  <a:pt x="5048778" y="848237"/>
                  <a:pt x="5045299" y="670541"/>
                  <a:pt x="5045299" y="670541"/>
                </a:cubicBezTo>
                <a:cubicBezTo>
                  <a:pt x="5098293" y="738274"/>
                  <a:pt x="5075440" y="842110"/>
                  <a:pt x="5058217" y="895601"/>
                </a:cubicBezTo>
                <a:cubicBezTo>
                  <a:pt x="5081734" y="848403"/>
                  <a:pt x="5126612" y="801205"/>
                  <a:pt x="5126612" y="801205"/>
                </a:cubicBezTo>
                <a:cubicBezTo>
                  <a:pt x="5114689" y="821823"/>
                  <a:pt x="5109597" y="845133"/>
                  <a:pt x="5108872" y="868131"/>
                </a:cubicBezTo>
                <a:lnTo>
                  <a:pt x="5115539" y="919368"/>
                </a:lnTo>
                <a:lnTo>
                  <a:pt x="0" y="919368"/>
                </a:lnTo>
                <a:lnTo>
                  <a:pt x="0" y="251803"/>
                </a:lnTo>
                <a:lnTo>
                  <a:pt x="1251" y="274576"/>
                </a:lnTo>
                <a:cubicBezTo>
                  <a:pt x="24105" y="272423"/>
                  <a:pt x="47124" y="270435"/>
                  <a:pt x="69978" y="268448"/>
                </a:cubicBezTo>
                <a:cubicBezTo>
                  <a:pt x="65590" y="209410"/>
                  <a:pt x="37105" y="133769"/>
                  <a:pt x="9718" y="72888"/>
                </a:cubicBezTo>
                <a:lnTo>
                  <a:pt x="0" y="52224"/>
                </a:lnTo>
                <a:lnTo>
                  <a:pt x="0" y="2007"/>
                </a:lnTo>
                <a:lnTo>
                  <a:pt x="5575" y="6588"/>
                </a:lnTo>
                <a:cubicBezTo>
                  <a:pt x="49691" y="54050"/>
                  <a:pt x="78134" y="119071"/>
                  <a:pt x="96144" y="177199"/>
                </a:cubicBezTo>
                <a:cubicBezTo>
                  <a:pt x="95647" y="118574"/>
                  <a:pt x="105252" y="37924"/>
                  <a:pt x="156093" y="0"/>
                </a:cubicBezTo>
                <a:close/>
              </a:path>
            </a:pathLst>
          </a:custGeom>
          <a:gradFill>
            <a:gsLst>
              <a:gs pos="0">
                <a:srgbClr val="7F905A"/>
              </a:gs>
              <a:gs pos="100000">
                <a:srgbClr val="BDD377"/>
              </a:gs>
            </a:gsLst>
            <a:lin ang="21101917" scaled="1"/>
          </a:gradFill>
          <a:ln w="1655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9F3B4F4-CAC5-E33B-71E9-36DC90A2B3C1}"/>
              </a:ext>
            </a:extLst>
          </p:cNvPr>
          <p:cNvSpPr/>
          <p:nvPr/>
        </p:nvSpPr>
        <p:spPr>
          <a:xfrm>
            <a:off x="0" y="6348583"/>
            <a:ext cx="4781672" cy="509417"/>
          </a:xfrm>
          <a:custGeom>
            <a:avLst/>
            <a:gdLst>
              <a:gd name="connsiteX0" fmla="*/ 4479605 w 4781672"/>
              <a:gd name="connsiteY0" fmla="*/ 486221 h 509417"/>
              <a:gd name="connsiteX1" fmla="*/ 4475714 w 4781672"/>
              <a:gd name="connsiteY1" fmla="*/ 494986 h 509417"/>
              <a:gd name="connsiteX2" fmla="*/ 4469800 w 4781672"/>
              <a:gd name="connsiteY2" fmla="*/ 509417 h 509417"/>
              <a:gd name="connsiteX3" fmla="*/ 4454940 w 4781672"/>
              <a:gd name="connsiteY3" fmla="*/ 509417 h 509417"/>
              <a:gd name="connsiteX4" fmla="*/ 4463606 w 4781672"/>
              <a:gd name="connsiteY4" fmla="*/ 499972 h 509417"/>
              <a:gd name="connsiteX5" fmla="*/ 4479605 w 4781672"/>
              <a:gd name="connsiteY5" fmla="*/ 486221 h 509417"/>
              <a:gd name="connsiteX6" fmla="*/ 4267463 w 4781672"/>
              <a:gd name="connsiteY6" fmla="*/ 478934 h 509417"/>
              <a:gd name="connsiteX7" fmla="*/ 4274606 w 4781672"/>
              <a:gd name="connsiteY7" fmla="*/ 509417 h 509417"/>
              <a:gd name="connsiteX8" fmla="*/ 4257630 w 4781672"/>
              <a:gd name="connsiteY8" fmla="*/ 509417 h 509417"/>
              <a:gd name="connsiteX9" fmla="*/ 4781672 w 4781672"/>
              <a:gd name="connsiteY9" fmla="*/ 436042 h 509417"/>
              <a:gd name="connsiteX10" fmla="*/ 4753381 w 4781672"/>
              <a:gd name="connsiteY10" fmla="*/ 509417 h 509417"/>
              <a:gd name="connsiteX11" fmla="*/ 4726540 w 4781672"/>
              <a:gd name="connsiteY11" fmla="*/ 509417 h 509417"/>
              <a:gd name="connsiteX12" fmla="*/ 4728885 w 4781672"/>
              <a:gd name="connsiteY12" fmla="*/ 504480 h 509417"/>
              <a:gd name="connsiteX13" fmla="*/ 4781672 w 4781672"/>
              <a:gd name="connsiteY13" fmla="*/ 436042 h 509417"/>
              <a:gd name="connsiteX14" fmla="*/ 4399286 w 4781672"/>
              <a:gd name="connsiteY14" fmla="*/ 436042 h 509417"/>
              <a:gd name="connsiteX15" fmla="*/ 4378852 w 4781672"/>
              <a:gd name="connsiteY15" fmla="*/ 509417 h 509417"/>
              <a:gd name="connsiteX16" fmla="*/ 4346752 w 4781672"/>
              <a:gd name="connsiteY16" fmla="*/ 509417 h 509417"/>
              <a:gd name="connsiteX17" fmla="*/ 4349563 w 4781672"/>
              <a:gd name="connsiteY17" fmla="*/ 503610 h 509417"/>
              <a:gd name="connsiteX18" fmla="*/ 4399286 w 4781672"/>
              <a:gd name="connsiteY18" fmla="*/ 436042 h 509417"/>
              <a:gd name="connsiteX19" fmla="*/ 4575492 w 4781672"/>
              <a:gd name="connsiteY19" fmla="*/ 435711 h 509417"/>
              <a:gd name="connsiteX20" fmla="*/ 4589866 w 4781672"/>
              <a:gd name="connsiteY20" fmla="*/ 502306 h 509417"/>
              <a:gd name="connsiteX21" fmla="*/ 4589769 w 4781672"/>
              <a:gd name="connsiteY21" fmla="*/ 509417 h 509417"/>
              <a:gd name="connsiteX22" fmla="*/ 4561188 w 4781672"/>
              <a:gd name="connsiteY22" fmla="*/ 509417 h 509417"/>
              <a:gd name="connsiteX23" fmla="*/ 4565117 w 4781672"/>
              <a:gd name="connsiteY23" fmla="*/ 494529 h 509417"/>
              <a:gd name="connsiteX24" fmla="*/ 4575492 w 4781672"/>
              <a:gd name="connsiteY24" fmla="*/ 435711 h 509417"/>
              <a:gd name="connsiteX25" fmla="*/ 4137793 w 4781672"/>
              <a:gd name="connsiteY25" fmla="*/ 421303 h 509417"/>
              <a:gd name="connsiteX26" fmla="*/ 4136047 w 4781672"/>
              <a:gd name="connsiteY26" fmla="*/ 478820 h 509417"/>
              <a:gd name="connsiteX27" fmla="*/ 4137275 w 4781672"/>
              <a:gd name="connsiteY27" fmla="*/ 509417 h 509417"/>
              <a:gd name="connsiteX28" fmla="*/ 4103879 w 4781672"/>
              <a:gd name="connsiteY28" fmla="*/ 509417 h 509417"/>
              <a:gd name="connsiteX29" fmla="*/ 3956453 w 4781672"/>
              <a:gd name="connsiteY29" fmla="*/ 391163 h 509417"/>
              <a:gd name="connsiteX30" fmla="*/ 3949395 w 4781672"/>
              <a:gd name="connsiteY30" fmla="*/ 487878 h 509417"/>
              <a:gd name="connsiteX31" fmla="*/ 3956679 w 4781672"/>
              <a:gd name="connsiteY31" fmla="*/ 509417 h 509417"/>
              <a:gd name="connsiteX32" fmla="*/ 3923840 w 4781672"/>
              <a:gd name="connsiteY32" fmla="*/ 509417 h 509417"/>
              <a:gd name="connsiteX33" fmla="*/ 3925480 w 4781672"/>
              <a:gd name="connsiteY33" fmla="*/ 487996 h 509417"/>
              <a:gd name="connsiteX34" fmla="*/ 3956453 w 4781672"/>
              <a:gd name="connsiteY34" fmla="*/ 391163 h 509417"/>
              <a:gd name="connsiteX35" fmla="*/ 4177704 w 4781672"/>
              <a:gd name="connsiteY35" fmla="*/ 374602 h 509417"/>
              <a:gd name="connsiteX36" fmla="*/ 4244775 w 4781672"/>
              <a:gd name="connsiteY36" fmla="*/ 481522 h 509417"/>
              <a:gd name="connsiteX37" fmla="*/ 4244678 w 4781672"/>
              <a:gd name="connsiteY37" fmla="*/ 509417 h 509417"/>
              <a:gd name="connsiteX38" fmla="*/ 4199393 w 4781672"/>
              <a:gd name="connsiteY38" fmla="*/ 509417 h 509417"/>
              <a:gd name="connsiteX39" fmla="*/ 4200062 w 4781672"/>
              <a:gd name="connsiteY39" fmla="*/ 507928 h 509417"/>
              <a:gd name="connsiteX40" fmla="*/ 4177704 w 4781672"/>
              <a:gd name="connsiteY40" fmla="*/ 374602 h 509417"/>
              <a:gd name="connsiteX41" fmla="*/ 3861561 w 4781672"/>
              <a:gd name="connsiteY41" fmla="*/ 300576 h 509417"/>
              <a:gd name="connsiteX42" fmla="*/ 3867337 w 4781672"/>
              <a:gd name="connsiteY42" fmla="*/ 488561 h 509417"/>
              <a:gd name="connsiteX43" fmla="*/ 3859000 w 4781672"/>
              <a:gd name="connsiteY43" fmla="*/ 509417 h 509417"/>
              <a:gd name="connsiteX44" fmla="*/ 3797308 w 4781672"/>
              <a:gd name="connsiteY44" fmla="*/ 509417 h 509417"/>
              <a:gd name="connsiteX45" fmla="*/ 3812001 w 4781672"/>
              <a:gd name="connsiteY45" fmla="*/ 497739 h 509417"/>
              <a:gd name="connsiteX46" fmla="*/ 3861561 w 4781672"/>
              <a:gd name="connsiteY46" fmla="*/ 300576 h 509417"/>
              <a:gd name="connsiteX47" fmla="*/ 4105168 w 4781672"/>
              <a:gd name="connsiteY47" fmla="*/ 295608 h 509417"/>
              <a:gd name="connsiteX48" fmla="*/ 4064864 w 4781672"/>
              <a:gd name="connsiteY48" fmla="*/ 478520 h 509417"/>
              <a:gd name="connsiteX49" fmla="*/ 4069291 w 4781672"/>
              <a:gd name="connsiteY49" fmla="*/ 509417 h 509417"/>
              <a:gd name="connsiteX50" fmla="*/ 3988726 w 4781672"/>
              <a:gd name="connsiteY50" fmla="*/ 509417 h 509417"/>
              <a:gd name="connsiteX51" fmla="*/ 4004259 w 4781672"/>
              <a:gd name="connsiteY51" fmla="*/ 438879 h 509417"/>
              <a:gd name="connsiteX52" fmla="*/ 4105168 w 4781672"/>
              <a:gd name="connsiteY52" fmla="*/ 295608 h 509417"/>
              <a:gd name="connsiteX53" fmla="*/ 766538 w 4781672"/>
              <a:gd name="connsiteY53" fmla="*/ 0 h 509417"/>
              <a:gd name="connsiteX54" fmla="*/ 739047 w 4781672"/>
              <a:gd name="connsiteY54" fmla="*/ 215289 h 509417"/>
              <a:gd name="connsiteX55" fmla="*/ 765710 w 4781672"/>
              <a:gd name="connsiteY55" fmla="*/ 215289 h 509417"/>
              <a:gd name="connsiteX56" fmla="*/ 794525 w 4781672"/>
              <a:gd name="connsiteY56" fmla="*/ 99032 h 509417"/>
              <a:gd name="connsiteX57" fmla="*/ 817213 w 4781672"/>
              <a:gd name="connsiteY57" fmla="*/ 215454 h 509417"/>
              <a:gd name="connsiteX58" fmla="*/ 881634 w 4781672"/>
              <a:gd name="connsiteY58" fmla="*/ 216282 h 509417"/>
              <a:gd name="connsiteX59" fmla="*/ 887762 w 4781672"/>
              <a:gd name="connsiteY59" fmla="*/ 126523 h 509417"/>
              <a:gd name="connsiteX60" fmla="*/ 920552 w 4781672"/>
              <a:gd name="connsiteY60" fmla="*/ 216779 h 509417"/>
              <a:gd name="connsiteX61" fmla="*/ 955329 w 4781672"/>
              <a:gd name="connsiteY61" fmla="*/ 217276 h 509417"/>
              <a:gd name="connsiteX62" fmla="*/ 968412 w 4781672"/>
              <a:gd name="connsiteY62" fmla="*/ 134804 h 509417"/>
              <a:gd name="connsiteX63" fmla="*/ 1000871 w 4781672"/>
              <a:gd name="connsiteY63" fmla="*/ 217938 h 509417"/>
              <a:gd name="connsiteX64" fmla="*/ 1086655 w 4781672"/>
              <a:gd name="connsiteY64" fmla="*/ 219760 h 509417"/>
              <a:gd name="connsiteX65" fmla="*/ 1061814 w 4781672"/>
              <a:gd name="connsiteY65" fmla="*/ 24675 h 509417"/>
              <a:gd name="connsiteX66" fmla="*/ 1153229 w 4781672"/>
              <a:gd name="connsiteY66" fmla="*/ 187632 h 509417"/>
              <a:gd name="connsiteX67" fmla="*/ 1216491 w 4781672"/>
              <a:gd name="connsiteY67" fmla="*/ 83465 h 509417"/>
              <a:gd name="connsiteX68" fmla="*/ 1200262 w 4781672"/>
              <a:gd name="connsiteY68" fmla="*/ 222575 h 509417"/>
              <a:gd name="connsiteX69" fmla="*/ 1247294 w 4781672"/>
              <a:gd name="connsiteY69" fmla="*/ 223900 h 509417"/>
              <a:gd name="connsiteX70" fmla="*/ 1238517 w 4781672"/>
              <a:gd name="connsiteY70" fmla="*/ 155173 h 509417"/>
              <a:gd name="connsiteX71" fmla="*/ 1280415 w 4781672"/>
              <a:gd name="connsiteY71" fmla="*/ 225225 h 509417"/>
              <a:gd name="connsiteX72" fmla="*/ 1289689 w 4781672"/>
              <a:gd name="connsiteY72" fmla="*/ 225556 h 509417"/>
              <a:gd name="connsiteX73" fmla="*/ 1334734 w 4781672"/>
              <a:gd name="connsiteY73" fmla="*/ 83465 h 509417"/>
              <a:gd name="connsiteX74" fmla="*/ 1387563 w 4781672"/>
              <a:gd name="connsiteY74" fmla="*/ 228868 h 509417"/>
              <a:gd name="connsiteX75" fmla="*/ 1388059 w 4781672"/>
              <a:gd name="connsiteY75" fmla="*/ 229365 h 509417"/>
              <a:gd name="connsiteX76" fmla="*/ 1430455 w 4781672"/>
              <a:gd name="connsiteY76" fmla="*/ 231021 h 509417"/>
              <a:gd name="connsiteX77" fmla="*/ 1458939 w 4781672"/>
              <a:gd name="connsiteY77" fmla="*/ 111288 h 509417"/>
              <a:gd name="connsiteX78" fmla="*/ 1507793 w 4781672"/>
              <a:gd name="connsiteY78" fmla="*/ 234499 h 509417"/>
              <a:gd name="connsiteX79" fmla="*/ 1584138 w 4781672"/>
              <a:gd name="connsiteY79" fmla="*/ 238308 h 509417"/>
              <a:gd name="connsiteX80" fmla="*/ 1610966 w 4781672"/>
              <a:gd name="connsiteY80" fmla="*/ 89758 h 509417"/>
              <a:gd name="connsiteX81" fmla="*/ 1661145 w 4781672"/>
              <a:gd name="connsiteY81" fmla="*/ 242117 h 509417"/>
              <a:gd name="connsiteX82" fmla="*/ 1735171 w 4781672"/>
              <a:gd name="connsiteY82" fmla="*/ 246754 h 509417"/>
              <a:gd name="connsiteX83" fmla="*/ 1750407 w 4781672"/>
              <a:gd name="connsiteY83" fmla="*/ 146893 h 509417"/>
              <a:gd name="connsiteX84" fmla="*/ 1780547 w 4781672"/>
              <a:gd name="connsiteY84" fmla="*/ 249735 h 509417"/>
              <a:gd name="connsiteX85" fmla="*/ 1784853 w 4781672"/>
              <a:gd name="connsiteY85" fmla="*/ 249735 h 509417"/>
              <a:gd name="connsiteX86" fmla="*/ 1859045 w 4781672"/>
              <a:gd name="connsiteY86" fmla="*/ 129836 h 509417"/>
              <a:gd name="connsiteX87" fmla="*/ 1839835 w 4781672"/>
              <a:gd name="connsiteY87" fmla="*/ 253544 h 509417"/>
              <a:gd name="connsiteX88" fmla="*/ 1875109 w 4781672"/>
              <a:gd name="connsiteY88" fmla="*/ 255862 h 509417"/>
              <a:gd name="connsiteX89" fmla="*/ 1890013 w 4781672"/>
              <a:gd name="connsiteY89" fmla="*/ 164116 h 509417"/>
              <a:gd name="connsiteX90" fmla="*/ 1935555 w 4781672"/>
              <a:gd name="connsiteY90" fmla="*/ 260002 h 509417"/>
              <a:gd name="connsiteX91" fmla="*/ 2020843 w 4781672"/>
              <a:gd name="connsiteY91" fmla="*/ 266958 h 509417"/>
              <a:gd name="connsiteX92" fmla="*/ 2021008 w 4781672"/>
              <a:gd name="connsiteY92" fmla="*/ 266295 h 509417"/>
              <a:gd name="connsiteX93" fmla="*/ 2076321 w 4781672"/>
              <a:gd name="connsiteY93" fmla="*/ 111122 h 509417"/>
              <a:gd name="connsiteX94" fmla="*/ 2098181 w 4781672"/>
              <a:gd name="connsiteY94" fmla="*/ 272754 h 509417"/>
              <a:gd name="connsiteX95" fmla="*/ 2098678 w 4781672"/>
              <a:gd name="connsiteY95" fmla="*/ 273251 h 509417"/>
              <a:gd name="connsiteX96" fmla="*/ 2124678 w 4781672"/>
              <a:gd name="connsiteY96" fmla="*/ 275238 h 509417"/>
              <a:gd name="connsiteX97" fmla="*/ 2144385 w 4781672"/>
              <a:gd name="connsiteY97" fmla="*/ 182664 h 509417"/>
              <a:gd name="connsiteX98" fmla="*/ 2170220 w 4781672"/>
              <a:gd name="connsiteY98" fmla="*/ 279213 h 509417"/>
              <a:gd name="connsiteX99" fmla="*/ 2222883 w 4781672"/>
              <a:gd name="connsiteY99" fmla="*/ 284181 h 509417"/>
              <a:gd name="connsiteX100" fmla="*/ 2247062 w 4781672"/>
              <a:gd name="connsiteY100" fmla="*/ 161963 h 509417"/>
              <a:gd name="connsiteX101" fmla="*/ 2282501 w 4781672"/>
              <a:gd name="connsiteY101" fmla="*/ 289812 h 509417"/>
              <a:gd name="connsiteX102" fmla="*/ 2348247 w 4781672"/>
              <a:gd name="connsiteY102" fmla="*/ 296105 h 509417"/>
              <a:gd name="connsiteX103" fmla="*/ 2358515 w 4781672"/>
              <a:gd name="connsiteY103" fmla="*/ 191938 h 509417"/>
              <a:gd name="connsiteX104" fmla="*/ 2409356 w 4781672"/>
              <a:gd name="connsiteY104" fmla="*/ 302397 h 509417"/>
              <a:gd name="connsiteX105" fmla="*/ 2466159 w 4781672"/>
              <a:gd name="connsiteY105" fmla="*/ 308691 h 509417"/>
              <a:gd name="connsiteX106" fmla="*/ 2455063 w 4781672"/>
              <a:gd name="connsiteY106" fmla="*/ 215123 h 509417"/>
              <a:gd name="connsiteX107" fmla="*/ 2499777 w 4781672"/>
              <a:gd name="connsiteY107" fmla="*/ 312665 h 509417"/>
              <a:gd name="connsiteX108" fmla="*/ 2559064 w 4781672"/>
              <a:gd name="connsiteY108" fmla="*/ 318958 h 509417"/>
              <a:gd name="connsiteX109" fmla="*/ 2603778 w 4781672"/>
              <a:gd name="connsiteY109" fmla="*/ 179518 h 509417"/>
              <a:gd name="connsiteX110" fmla="*/ 2617192 w 4781672"/>
              <a:gd name="connsiteY110" fmla="*/ 325748 h 509417"/>
              <a:gd name="connsiteX111" fmla="*/ 2662237 w 4781672"/>
              <a:gd name="connsiteY111" fmla="*/ 331544 h 509417"/>
              <a:gd name="connsiteX112" fmla="*/ 2675320 w 4781672"/>
              <a:gd name="connsiteY112" fmla="*/ 241620 h 509417"/>
              <a:gd name="connsiteX113" fmla="*/ 2715894 w 4781672"/>
              <a:gd name="connsiteY113" fmla="*/ 338500 h 509417"/>
              <a:gd name="connsiteX114" fmla="*/ 2830494 w 4781672"/>
              <a:gd name="connsiteY114" fmla="*/ 352908 h 509417"/>
              <a:gd name="connsiteX115" fmla="*/ 2861297 w 4781672"/>
              <a:gd name="connsiteY115" fmla="*/ 266295 h 509417"/>
              <a:gd name="connsiteX116" fmla="*/ 2884647 w 4781672"/>
              <a:gd name="connsiteY116" fmla="*/ 360360 h 509417"/>
              <a:gd name="connsiteX117" fmla="*/ 2884647 w 4781672"/>
              <a:gd name="connsiteY117" fmla="*/ 360857 h 509417"/>
              <a:gd name="connsiteX118" fmla="*/ 2934495 w 4781672"/>
              <a:gd name="connsiteY118" fmla="*/ 367978 h 509417"/>
              <a:gd name="connsiteX119" fmla="*/ 2966622 w 4781672"/>
              <a:gd name="connsiteY119" fmla="*/ 285506 h 509417"/>
              <a:gd name="connsiteX120" fmla="*/ 2972915 w 4781672"/>
              <a:gd name="connsiteY120" fmla="*/ 373443 h 509417"/>
              <a:gd name="connsiteX121" fmla="*/ 2989973 w 4781672"/>
              <a:gd name="connsiteY121" fmla="*/ 375762 h 509417"/>
              <a:gd name="connsiteX122" fmla="*/ 3019617 w 4781672"/>
              <a:gd name="connsiteY122" fmla="*/ 214626 h 509417"/>
              <a:gd name="connsiteX123" fmla="*/ 3042801 w 4781672"/>
              <a:gd name="connsiteY123" fmla="*/ 382883 h 509417"/>
              <a:gd name="connsiteX124" fmla="*/ 3116993 w 4781672"/>
              <a:gd name="connsiteY124" fmla="*/ 238473 h 509417"/>
              <a:gd name="connsiteX125" fmla="*/ 3116993 w 4781672"/>
              <a:gd name="connsiteY125" fmla="*/ 377417 h 509417"/>
              <a:gd name="connsiteX126" fmla="*/ 3179427 w 4781672"/>
              <a:gd name="connsiteY126" fmla="*/ 296933 h 509417"/>
              <a:gd name="connsiteX127" fmla="*/ 3153592 w 4781672"/>
              <a:gd name="connsiteY127" fmla="*/ 384704 h 509417"/>
              <a:gd name="connsiteX128" fmla="*/ 3158561 w 4781672"/>
              <a:gd name="connsiteY128" fmla="*/ 401099 h 509417"/>
              <a:gd name="connsiteX129" fmla="*/ 3190357 w 4781672"/>
              <a:gd name="connsiteY129" fmla="*/ 406398 h 509417"/>
              <a:gd name="connsiteX130" fmla="*/ 3253784 w 4781672"/>
              <a:gd name="connsiteY130" fmla="*/ 259340 h 509417"/>
              <a:gd name="connsiteX131" fmla="*/ 3240702 w 4781672"/>
              <a:gd name="connsiteY131" fmla="*/ 414679 h 509417"/>
              <a:gd name="connsiteX132" fmla="*/ 3243848 w 4781672"/>
              <a:gd name="connsiteY132" fmla="*/ 415341 h 509417"/>
              <a:gd name="connsiteX133" fmla="*/ 3270676 w 4781672"/>
              <a:gd name="connsiteY133" fmla="*/ 329723 h 509417"/>
              <a:gd name="connsiteX134" fmla="*/ 3289059 w 4781672"/>
              <a:gd name="connsiteY134" fmla="*/ 417660 h 509417"/>
              <a:gd name="connsiteX135" fmla="*/ 3336753 w 4781672"/>
              <a:gd name="connsiteY135" fmla="*/ 320780 h 509417"/>
              <a:gd name="connsiteX136" fmla="*/ 3324830 w 4781672"/>
              <a:gd name="connsiteY136" fmla="*/ 400603 h 509417"/>
              <a:gd name="connsiteX137" fmla="*/ 3334269 w 4781672"/>
              <a:gd name="connsiteY137" fmla="*/ 430577 h 509417"/>
              <a:gd name="connsiteX138" fmla="*/ 3365072 w 4781672"/>
              <a:gd name="connsiteY138" fmla="*/ 435711 h 509417"/>
              <a:gd name="connsiteX139" fmla="*/ 3373187 w 4781672"/>
              <a:gd name="connsiteY139" fmla="*/ 423125 h 509417"/>
              <a:gd name="connsiteX140" fmla="*/ 3380805 w 4781672"/>
              <a:gd name="connsiteY140" fmla="*/ 269773 h 509417"/>
              <a:gd name="connsiteX141" fmla="*/ 3411608 w 4781672"/>
              <a:gd name="connsiteY141" fmla="*/ 428755 h 509417"/>
              <a:gd name="connsiteX142" fmla="*/ 3448207 w 4781672"/>
              <a:gd name="connsiteY142" fmla="*/ 318958 h 509417"/>
              <a:gd name="connsiteX143" fmla="*/ 3441085 w 4781672"/>
              <a:gd name="connsiteY143" fmla="*/ 449788 h 509417"/>
              <a:gd name="connsiteX144" fmla="*/ 3488449 w 4781672"/>
              <a:gd name="connsiteY144" fmla="*/ 458399 h 509417"/>
              <a:gd name="connsiteX145" fmla="*/ 3543265 w 4781672"/>
              <a:gd name="connsiteY145" fmla="*/ 300576 h 509417"/>
              <a:gd name="connsiteX146" fmla="*/ 3536309 w 4781672"/>
              <a:gd name="connsiteY146" fmla="*/ 440017 h 509417"/>
              <a:gd name="connsiteX147" fmla="*/ 3546908 w 4781672"/>
              <a:gd name="connsiteY147" fmla="*/ 375596 h 509417"/>
              <a:gd name="connsiteX148" fmla="*/ 3559825 w 4781672"/>
              <a:gd name="connsiteY148" fmla="*/ 446806 h 509417"/>
              <a:gd name="connsiteX149" fmla="*/ 3595597 w 4781672"/>
              <a:gd name="connsiteY149" fmla="*/ 478437 h 509417"/>
              <a:gd name="connsiteX150" fmla="*/ 3601558 w 4781672"/>
              <a:gd name="connsiteY150" fmla="*/ 479763 h 509417"/>
              <a:gd name="connsiteX151" fmla="*/ 3672438 w 4781672"/>
              <a:gd name="connsiteY151" fmla="*/ 330385 h 509417"/>
              <a:gd name="connsiteX152" fmla="*/ 3645775 w 4781672"/>
              <a:gd name="connsiteY152" fmla="*/ 473138 h 509417"/>
              <a:gd name="connsiteX153" fmla="*/ 3655712 w 4781672"/>
              <a:gd name="connsiteY153" fmla="*/ 490527 h 509417"/>
              <a:gd name="connsiteX154" fmla="*/ 3692642 w 4781672"/>
              <a:gd name="connsiteY154" fmla="*/ 498145 h 509417"/>
              <a:gd name="connsiteX155" fmla="*/ 3766503 w 4781672"/>
              <a:gd name="connsiteY155" fmla="*/ 309850 h 509417"/>
              <a:gd name="connsiteX156" fmla="*/ 3753618 w 4781672"/>
              <a:gd name="connsiteY156" fmla="*/ 493272 h 509417"/>
              <a:gd name="connsiteX157" fmla="*/ 3760724 w 4781672"/>
              <a:gd name="connsiteY157" fmla="*/ 509417 h 509417"/>
              <a:gd name="connsiteX158" fmla="*/ 0 w 4781672"/>
              <a:gd name="connsiteY158" fmla="*/ 509417 h 509417"/>
              <a:gd name="connsiteX159" fmla="*/ 0 w 4781672"/>
              <a:gd name="connsiteY159" fmla="*/ 147839 h 509417"/>
              <a:gd name="connsiteX160" fmla="*/ 10709 w 4781672"/>
              <a:gd name="connsiteY160" fmla="*/ 225722 h 509417"/>
              <a:gd name="connsiteX161" fmla="*/ 56416 w 4781672"/>
              <a:gd name="connsiteY161" fmla="*/ 224397 h 509417"/>
              <a:gd name="connsiteX162" fmla="*/ 106595 w 4781672"/>
              <a:gd name="connsiteY162" fmla="*/ 56140 h 509417"/>
              <a:gd name="connsiteX163" fmla="*/ 136901 w 4781672"/>
              <a:gd name="connsiteY163" fmla="*/ 221747 h 509417"/>
              <a:gd name="connsiteX164" fmla="*/ 214239 w 4781672"/>
              <a:gd name="connsiteY164" fmla="*/ 220257 h 509417"/>
              <a:gd name="connsiteX165" fmla="*/ 229806 w 4781672"/>
              <a:gd name="connsiteY165" fmla="*/ 136294 h 509417"/>
              <a:gd name="connsiteX166" fmla="*/ 247692 w 4781672"/>
              <a:gd name="connsiteY166" fmla="*/ 219429 h 509417"/>
              <a:gd name="connsiteX167" fmla="*/ 286278 w 4781672"/>
              <a:gd name="connsiteY167" fmla="*/ 218600 h 509417"/>
              <a:gd name="connsiteX168" fmla="*/ 345566 w 4781672"/>
              <a:gd name="connsiteY168" fmla="*/ 45873 h 509417"/>
              <a:gd name="connsiteX169" fmla="*/ 343413 w 4781672"/>
              <a:gd name="connsiteY169" fmla="*/ 217607 h 509417"/>
              <a:gd name="connsiteX170" fmla="*/ 427872 w 4781672"/>
              <a:gd name="connsiteY170" fmla="*/ 216613 h 509417"/>
              <a:gd name="connsiteX171" fmla="*/ 477057 w 4781672"/>
              <a:gd name="connsiteY171" fmla="*/ 84956 h 509417"/>
              <a:gd name="connsiteX172" fmla="*/ 492127 w 4781672"/>
              <a:gd name="connsiteY172" fmla="*/ 215785 h 509417"/>
              <a:gd name="connsiteX173" fmla="*/ 597619 w 4781672"/>
              <a:gd name="connsiteY173" fmla="*/ 214957 h 509417"/>
              <a:gd name="connsiteX174" fmla="*/ 598281 w 4781672"/>
              <a:gd name="connsiteY174" fmla="*/ 164944 h 509417"/>
              <a:gd name="connsiteX175" fmla="*/ 629912 w 4781672"/>
              <a:gd name="connsiteY175" fmla="*/ 214957 h 509417"/>
              <a:gd name="connsiteX176" fmla="*/ 644154 w 4781672"/>
              <a:gd name="connsiteY176" fmla="*/ 214957 h 509417"/>
              <a:gd name="connsiteX177" fmla="*/ 766538 w 4781672"/>
              <a:gd name="connsiteY177" fmla="*/ 0 h 509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4781672" h="509417">
                <a:moveTo>
                  <a:pt x="4479605" y="486221"/>
                </a:moveTo>
                <a:cubicBezTo>
                  <a:pt x="4479233" y="487029"/>
                  <a:pt x="4477797" y="490157"/>
                  <a:pt x="4475714" y="494986"/>
                </a:cubicBezTo>
                <a:lnTo>
                  <a:pt x="4469800" y="509417"/>
                </a:lnTo>
                <a:lnTo>
                  <a:pt x="4454940" y="509417"/>
                </a:lnTo>
                <a:lnTo>
                  <a:pt x="4463606" y="499972"/>
                </a:lnTo>
                <a:cubicBezTo>
                  <a:pt x="4472081" y="492049"/>
                  <a:pt x="4478322" y="487174"/>
                  <a:pt x="4479605" y="486221"/>
                </a:cubicBezTo>
                <a:close/>
                <a:moveTo>
                  <a:pt x="4267463" y="478934"/>
                </a:moveTo>
                <a:lnTo>
                  <a:pt x="4274606" y="509417"/>
                </a:lnTo>
                <a:lnTo>
                  <a:pt x="4257630" y="509417"/>
                </a:lnTo>
                <a:close/>
                <a:moveTo>
                  <a:pt x="4781672" y="436042"/>
                </a:moveTo>
                <a:lnTo>
                  <a:pt x="4753381" y="509417"/>
                </a:lnTo>
                <a:lnTo>
                  <a:pt x="4726540" y="509417"/>
                </a:lnTo>
                <a:lnTo>
                  <a:pt x="4728885" y="504480"/>
                </a:lnTo>
                <a:cubicBezTo>
                  <a:pt x="4752815" y="461339"/>
                  <a:pt x="4778774" y="438527"/>
                  <a:pt x="4781672" y="436042"/>
                </a:cubicBezTo>
                <a:close/>
                <a:moveTo>
                  <a:pt x="4399286" y="436042"/>
                </a:moveTo>
                <a:lnTo>
                  <a:pt x="4378852" y="509417"/>
                </a:lnTo>
                <a:lnTo>
                  <a:pt x="4346752" y="509417"/>
                </a:lnTo>
                <a:lnTo>
                  <a:pt x="4349563" y="503610"/>
                </a:lnTo>
                <a:cubicBezTo>
                  <a:pt x="4372458" y="465810"/>
                  <a:pt x="4396471" y="439106"/>
                  <a:pt x="4399286" y="436042"/>
                </a:cubicBezTo>
                <a:close/>
                <a:moveTo>
                  <a:pt x="4575492" y="435711"/>
                </a:moveTo>
                <a:cubicBezTo>
                  <a:pt x="4583773" y="457323"/>
                  <a:pt x="4588089" y="480125"/>
                  <a:pt x="4589866" y="502306"/>
                </a:cubicBezTo>
                <a:lnTo>
                  <a:pt x="4589769" y="509417"/>
                </a:lnTo>
                <a:lnTo>
                  <a:pt x="4561188" y="509417"/>
                </a:lnTo>
                <a:lnTo>
                  <a:pt x="4565117" y="494529"/>
                </a:lnTo>
                <a:cubicBezTo>
                  <a:pt x="4572651" y="461515"/>
                  <a:pt x="4575492" y="435711"/>
                  <a:pt x="4575492" y="435711"/>
                </a:cubicBezTo>
                <a:close/>
                <a:moveTo>
                  <a:pt x="4137793" y="421303"/>
                </a:moveTo>
                <a:cubicBezTo>
                  <a:pt x="4137793" y="421303"/>
                  <a:pt x="4135744" y="448132"/>
                  <a:pt x="4136047" y="478820"/>
                </a:cubicBezTo>
                <a:lnTo>
                  <a:pt x="4137275" y="509417"/>
                </a:lnTo>
                <a:lnTo>
                  <a:pt x="4103879" y="509417"/>
                </a:lnTo>
                <a:close/>
                <a:moveTo>
                  <a:pt x="3956453" y="391163"/>
                </a:moveTo>
                <a:cubicBezTo>
                  <a:pt x="3942377" y="425195"/>
                  <a:pt x="3942750" y="458607"/>
                  <a:pt x="3949395" y="487878"/>
                </a:cubicBezTo>
                <a:lnTo>
                  <a:pt x="3956679" y="509417"/>
                </a:lnTo>
                <a:lnTo>
                  <a:pt x="3923840" y="509417"/>
                </a:lnTo>
                <a:lnTo>
                  <a:pt x="3925480" y="487996"/>
                </a:lnTo>
                <a:cubicBezTo>
                  <a:pt x="3934314" y="434386"/>
                  <a:pt x="3953348" y="396752"/>
                  <a:pt x="3956453" y="391163"/>
                </a:cubicBezTo>
                <a:close/>
                <a:moveTo>
                  <a:pt x="4177704" y="374602"/>
                </a:moveTo>
                <a:cubicBezTo>
                  <a:pt x="4223743" y="399360"/>
                  <a:pt x="4240304" y="442294"/>
                  <a:pt x="4244775" y="481522"/>
                </a:cubicBezTo>
                <a:lnTo>
                  <a:pt x="4244678" y="509417"/>
                </a:lnTo>
                <a:lnTo>
                  <a:pt x="4199393" y="509417"/>
                </a:lnTo>
                <a:lnTo>
                  <a:pt x="4200062" y="507928"/>
                </a:lnTo>
                <a:cubicBezTo>
                  <a:pt x="4207980" y="450119"/>
                  <a:pt x="4179195" y="378453"/>
                  <a:pt x="4177704" y="374602"/>
                </a:cubicBezTo>
                <a:close/>
                <a:moveTo>
                  <a:pt x="3861561" y="300576"/>
                </a:moveTo>
                <a:cubicBezTo>
                  <a:pt x="3886029" y="378702"/>
                  <a:pt x="3881620" y="441270"/>
                  <a:pt x="3867337" y="488561"/>
                </a:cubicBezTo>
                <a:lnTo>
                  <a:pt x="3859000" y="509417"/>
                </a:lnTo>
                <a:lnTo>
                  <a:pt x="3797308" y="509417"/>
                </a:lnTo>
                <a:lnTo>
                  <a:pt x="3812001" y="497739"/>
                </a:lnTo>
                <a:cubicBezTo>
                  <a:pt x="3860166" y="440556"/>
                  <a:pt x="3861561" y="300576"/>
                  <a:pt x="3861561" y="300576"/>
                </a:cubicBezTo>
                <a:close/>
                <a:moveTo>
                  <a:pt x="4105168" y="295608"/>
                </a:moveTo>
                <a:cubicBezTo>
                  <a:pt x="4065671" y="362182"/>
                  <a:pt x="4060331" y="428673"/>
                  <a:pt x="4064864" y="478520"/>
                </a:cubicBezTo>
                <a:lnTo>
                  <a:pt x="4069291" y="509417"/>
                </a:lnTo>
                <a:lnTo>
                  <a:pt x="3988726" y="509417"/>
                </a:lnTo>
                <a:lnTo>
                  <a:pt x="4004259" y="438879"/>
                </a:lnTo>
                <a:cubicBezTo>
                  <a:pt x="4035893" y="362617"/>
                  <a:pt x="4099828" y="300700"/>
                  <a:pt x="4105168" y="295608"/>
                </a:cubicBezTo>
                <a:close/>
                <a:moveTo>
                  <a:pt x="766538" y="0"/>
                </a:moveTo>
                <a:cubicBezTo>
                  <a:pt x="763391" y="5796"/>
                  <a:pt x="697811" y="126855"/>
                  <a:pt x="739047" y="215289"/>
                </a:cubicBezTo>
                <a:lnTo>
                  <a:pt x="765710" y="215289"/>
                </a:lnTo>
                <a:cubicBezTo>
                  <a:pt x="766206" y="178192"/>
                  <a:pt x="771506" y="124205"/>
                  <a:pt x="794525" y="99032"/>
                </a:cubicBezTo>
                <a:cubicBezTo>
                  <a:pt x="794525" y="99032"/>
                  <a:pt x="798003" y="168918"/>
                  <a:pt x="817213" y="215454"/>
                </a:cubicBezTo>
                <a:cubicBezTo>
                  <a:pt x="838742" y="215454"/>
                  <a:pt x="860437" y="215951"/>
                  <a:pt x="881634" y="216282"/>
                </a:cubicBezTo>
                <a:cubicBezTo>
                  <a:pt x="889915" y="178358"/>
                  <a:pt x="887762" y="126523"/>
                  <a:pt x="887762" y="126523"/>
                </a:cubicBezTo>
                <a:cubicBezTo>
                  <a:pt x="887762" y="126523"/>
                  <a:pt x="914093" y="171900"/>
                  <a:pt x="920552" y="216779"/>
                </a:cubicBezTo>
                <a:cubicBezTo>
                  <a:pt x="932144" y="217110"/>
                  <a:pt x="943737" y="217110"/>
                  <a:pt x="955329" y="217276"/>
                </a:cubicBezTo>
                <a:cubicBezTo>
                  <a:pt x="965928" y="195250"/>
                  <a:pt x="973546" y="167428"/>
                  <a:pt x="968412" y="134804"/>
                </a:cubicBezTo>
                <a:cubicBezTo>
                  <a:pt x="968412" y="134804"/>
                  <a:pt x="991597" y="177861"/>
                  <a:pt x="1000871" y="217938"/>
                </a:cubicBezTo>
                <a:cubicBezTo>
                  <a:pt x="1029521" y="218435"/>
                  <a:pt x="1058005" y="219263"/>
                  <a:pt x="1086655" y="219760"/>
                </a:cubicBezTo>
                <a:cubicBezTo>
                  <a:pt x="1095764" y="177034"/>
                  <a:pt x="1107191" y="88600"/>
                  <a:pt x="1061814" y="24675"/>
                </a:cubicBezTo>
                <a:cubicBezTo>
                  <a:pt x="1066617" y="29478"/>
                  <a:pt x="1141637" y="106816"/>
                  <a:pt x="1153229" y="187632"/>
                </a:cubicBezTo>
                <a:cubicBezTo>
                  <a:pt x="1160019" y="150536"/>
                  <a:pt x="1176580" y="105326"/>
                  <a:pt x="1216491" y="83465"/>
                </a:cubicBezTo>
                <a:cubicBezTo>
                  <a:pt x="1216491" y="83465"/>
                  <a:pt x="1178402" y="167428"/>
                  <a:pt x="1200262" y="222575"/>
                </a:cubicBezTo>
                <a:cubicBezTo>
                  <a:pt x="1215829" y="223072"/>
                  <a:pt x="1231561" y="223403"/>
                  <a:pt x="1247294" y="223900"/>
                </a:cubicBezTo>
                <a:cubicBezTo>
                  <a:pt x="1246797" y="195747"/>
                  <a:pt x="1239345" y="159479"/>
                  <a:pt x="1238517" y="155173"/>
                </a:cubicBezTo>
                <a:lnTo>
                  <a:pt x="1280415" y="225225"/>
                </a:lnTo>
                <a:cubicBezTo>
                  <a:pt x="1283727" y="225225"/>
                  <a:pt x="1286874" y="225225"/>
                  <a:pt x="1289689" y="225556"/>
                </a:cubicBezTo>
                <a:cubicBezTo>
                  <a:pt x="1283893" y="187301"/>
                  <a:pt x="1279753" y="111122"/>
                  <a:pt x="1334734" y="83465"/>
                </a:cubicBezTo>
                <a:cubicBezTo>
                  <a:pt x="1334734" y="83465"/>
                  <a:pt x="1319498" y="172562"/>
                  <a:pt x="1387563" y="228868"/>
                </a:cubicBezTo>
                <a:lnTo>
                  <a:pt x="1388059" y="229365"/>
                </a:lnTo>
                <a:cubicBezTo>
                  <a:pt x="1401971" y="230027"/>
                  <a:pt x="1416213" y="230524"/>
                  <a:pt x="1430455" y="231021"/>
                </a:cubicBezTo>
                <a:cubicBezTo>
                  <a:pt x="1456952" y="201875"/>
                  <a:pt x="1458939" y="111288"/>
                  <a:pt x="1458939" y="111288"/>
                </a:cubicBezTo>
                <a:cubicBezTo>
                  <a:pt x="1458939" y="111288"/>
                  <a:pt x="1499678" y="181505"/>
                  <a:pt x="1507793" y="234499"/>
                </a:cubicBezTo>
                <a:cubicBezTo>
                  <a:pt x="1532965" y="235493"/>
                  <a:pt x="1558634" y="237148"/>
                  <a:pt x="1584138" y="238308"/>
                </a:cubicBezTo>
                <a:cubicBezTo>
                  <a:pt x="1600202" y="212307"/>
                  <a:pt x="1620571" y="163123"/>
                  <a:pt x="1610966" y="89758"/>
                </a:cubicBezTo>
                <a:cubicBezTo>
                  <a:pt x="1610966" y="89758"/>
                  <a:pt x="1695922" y="155836"/>
                  <a:pt x="1661145" y="242117"/>
                </a:cubicBezTo>
                <a:cubicBezTo>
                  <a:pt x="1685655" y="243938"/>
                  <a:pt x="1710330" y="245263"/>
                  <a:pt x="1735171" y="246754"/>
                </a:cubicBezTo>
                <a:cubicBezTo>
                  <a:pt x="1735171" y="246754"/>
                  <a:pt x="1750407" y="146893"/>
                  <a:pt x="1750407" y="146893"/>
                </a:cubicBezTo>
                <a:lnTo>
                  <a:pt x="1780547" y="249735"/>
                </a:lnTo>
                <a:cubicBezTo>
                  <a:pt x="1781872" y="249735"/>
                  <a:pt x="1783197" y="249735"/>
                  <a:pt x="1784853" y="249735"/>
                </a:cubicBezTo>
                <a:cubicBezTo>
                  <a:pt x="1786178" y="221085"/>
                  <a:pt x="1796446" y="154014"/>
                  <a:pt x="1859045" y="129836"/>
                </a:cubicBezTo>
                <a:cubicBezTo>
                  <a:pt x="1859045" y="129836"/>
                  <a:pt x="1827911" y="204359"/>
                  <a:pt x="1839835" y="253544"/>
                </a:cubicBezTo>
                <a:cubicBezTo>
                  <a:pt x="1851593" y="254206"/>
                  <a:pt x="1863185" y="255034"/>
                  <a:pt x="1875109" y="255862"/>
                </a:cubicBezTo>
                <a:cubicBezTo>
                  <a:pt x="1884217" y="234333"/>
                  <a:pt x="1893491" y="202371"/>
                  <a:pt x="1890013" y="164116"/>
                </a:cubicBezTo>
                <a:cubicBezTo>
                  <a:pt x="1890013" y="164116"/>
                  <a:pt x="1921147" y="212142"/>
                  <a:pt x="1935555" y="260002"/>
                </a:cubicBezTo>
                <a:cubicBezTo>
                  <a:pt x="1964040" y="262155"/>
                  <a:pt x="1992358" y="264474"/>
                  <a:pt x="2020843" y="266958"/>
                </a:cubicBezTo>
                <a:cubicBezTo>
                  <a:pt x="2020843" y="266627"/>
                  <a:pt x="2021008" y="266295"/>
                  <a:pt x="2021008" y="266295"/>
                </a:cubicBezTo>
                <a:cubicBezTo>
                  <a:pt x="2021008" y="266295"/>
                  <a:pt x="1992358" y="173224"/>
                  <a:pt x="2076321" y="111122"/>
                </a:cubicBezTo>
                <a:cubicBezTo>
                  <a:pt x="2076321" y="111122"/>
                  <a:pt x="2058104" y="226384"/>
                  <a:pt x="2098181" y="272754"/>
                </a:cubicBezTo>
                <a:lnTo>
                  <a:pt x="2098678" y="273251"/>
                </a:lnTo>
                <a:cubicBezTo>
                  <a:pt x="2107289" y="273748"/>
                  <a:pt x="2116067" y="274576"/>
                  <a:pt x="2124678" y="275238"/>
                </a:cubicBezTo>
                <a:cubicBezTo>
                  <a:pt x="2141239" y="252715"/>
                  <a:pt x="2144385" y="182664"/>
                  <a:pt x="2144385" y="182664"/>
                </a:cubicBezTo>
                <a:cubicBezTo>
                  <a:pt x="2144385" y="182664"/>
                  <a:pt x="2177838" y="236652"/>
                  <a:pt x="2170220" y="279213"/>
                </a:cubicBezTo>
                <a:cubicBezTo>
                  <a:pt x="2187774" y="280869"/>
                  <a:pt x="2205163" y="282359"/>
                  <a:pt x="2222883" y="284181"/>
                </a:cubicBezTo>
                <a:cubicBezTo>
                  <a:pt x="2227023" y="275238"/>
                  <a:pt x="2255507" y="214295"/>
                  <a:pt x="2247062" y="161963"/>
                </a:cubicBezTo>
                <a:cubicBezTo>
                  <a:pt x="2247062" y="161963"/>
                  <a:pt x="2288297" y="234499"/>
                  <a:pt x="2282501" y="289812"/>
                </a:cubicBezTo>
                <a:cubicBezTo>
                  <a:pt x="2304361" y="291965"/>
                  <a:pt x="2326553" y="293952"/>
                  <a:pt x="2348247" y="296105"/>
                </a:cubicBezTo>
                <a:cubicBezTo>
                  <a:pt x="2341954" y="271595"/>
                  <a:pt x="2338808" y="233671"/>
                  <a:pt x="2358515" y="191938"/>
                </a:cubicBezTo>
                <a:cubicBezTo>
                  <a:pt x="2358515" y="191938"/>
                  <a:pt x="2376235" y="263149"/>
                  <a:pt x="2409356" y="302397"/>
                </a:cubicBezTo>
                <a:cubicBezTo>
                  <a:pt x="2428235" y="304550"/>
                  <a:pt x="2447280" y="306703"/>
                  <a:pt x="2466159" y="308691"/>
                </a:cubicBezTo>
                <a:cubicBezTo>
                  <a:pt x="2472452" y="278550"/>
                  <a:pt x="2456719" y="221085"/>
                  <a:pt x="2455063" y="215123"/>
                </a:cubicBezTo>
                <a:cubicBezTo>
                  <a:pt x="2459038" y="218766"/>
                  <a:pt x="2502427" y="261824"/>
                  <a:pt x="2499777" y="312665"/>
                </a:cubicBezTo>
                <a:cubicBezTo>
                  <a:pt x="2519650" y="314818"/>
                  <a:pt x="2539357" y="316806"/>
                  <a:pt x="2559064" y="318958"/>
                </a:cubicBezTo>
                <a:cubicBezTo>
                  <a:pt x="2554759" y="271926"/>
                  <a:pt x="2560058" y="212970"/>
                  <a:pt x="2603778" y="179518"/>
                </a:cubicBezTo>
                <a:cubicBezTo>
                  <a:pt x="2603778" y="179518"/>
                  <a:pt x="2592517" y="278716"/>
                  <a:pt x="2617192" y="325748"/>
                </a:cubicBezTo>
                <a:cubicBezTo>
                  <a:pt x="2632097" y="327735"/>
                  <a:pt x="2647167" y="329723"/>
                  <a:pt x="2662237" y="331544"/>
                </a:cubicBezTo>
                <a:cubicBezTo>
                  <a:pt x="2674989" y="301404"/>
                  <a:pt x="2675320" y="241620"/>
                  <a:pt x="2675320" y="241620"/>
                </a:cubicBezTo>
                <a:cubicBezTo>
                  <a:pt x="2675320" y="241620"/>
                  <a:pt x="2711919" y="298423"/>
                  <a:pt x="2715894" y="338500"/>
                </a:cubicBezTo>
                <a:cubicBezTo>
                  <a:pt x="2753983" y="343137"/>
                  <a:pt x="2792404" y="347939"/>
                  <a:pt x="2830494" y="352908"/>
                </a:cubicBezTo>
                <a:cubicBezTo>
                  <a:pt x="2843080" y="329723"/>
                  <a:pt x="2856825" y="298423"/>
                  <a:pt x="2861297" y="266295"/>
                </a:cubicBezTo>
                <a:cubicBezTo>
                  <a:pt x="2861297" y="266295"/>
                  <a:pt x="2898724" y="308525"/>
                  <a:pt x="2884647" y="360360"/>
                </a:cubicBezTo>
                <a:lnTo>
                  <a:pt x="2884647" y="360857"/>
                </a:lnTo>
                <a:cubicBezTo>
                  <a:pt x="2901208" y="363175"/>
                  <a:pt x="2917934" y="365494"/>
                  <a:pt x="2934495" y="367978"/>
                </a:cubicBezTo>
                <a:cubicBezTo>
                  <a:pt x="2934495" y="347939"/>
                  <a:pt x="2940457" y="318130"/>
                  <a:pt x="2966622" y="285506"/>
                </a:cubicBezTo>
                <a:cubicBezTo>
                  <a:pt x="2965629" y="288818"/>
                  <a:pt x="2950559" y="333863"/>
                  <a:pt x="2972915" y="373443"/>
                </a:cubicBezTo>
                <a:cubicBezTo>
                  <a:pt x="2978712" y="374271"/>
                  <a:pt x="2984177" y="375099"/>
                  <a:pt x="2989973" y="375762"/>
                </a:cubicBezTo>
                <a:cubicBezTo>
                  <a:pt x="2987654" y="339494"/>
                  <a:pt x="2987654" y="263480"/>
                  <a:pt x="3019617" y="214626"/>
                </a:cubicBezTo>
                <a:cubicBezTo>
                  <a:pt x="3019617" y="214626"/>
                  <a:pt x="3007031" y="313493"/>
                  <a:pt x="3042801" y="382883"/>
                </a:cubicBezTo>
                <a:cubicBezTo>
                  <a:pt x="3092815" y="347442"/>
                  <a:pt x="3116993" y="238473"/>
                  <a:pt x="3116993" y="238473"/>
                </a:cubicBezTo>
                <a:cubicBezTo>
                  <a:pt x="3139185" y="304219"/>
                  <a:pt x="3116993" y="377417"/>
                  <a:pt x="3116993" y="377417"/>
                </a:cubicBezTo>
                <a:cubicBezTo>
                  <a:pt x="3150115" y="381061"/>
                  <a:pt x="3179427" y="296933"/>
                  <a:pt x="3179427" y="296933"/>
                </a:cubicBezTo>
                <a:cubicBezTo>
                  <a:pt x="3190191" y="346284"/>
                  <a:pt x="3153592" y="384704"/>
                  <a:pt x="3153592" y="384704"/>
                </a:cubicBezTo>
                <a:cubicBezTo>
                  <a:pt x="3153592" y="384704"/>
                  <a:pt x="3155745" y="391329"/>
                  <a:pt x="3158561" y="401099"/>
                </a:cubicBezTo>
                <a:cubicBezTo>
                  <a:pt x="3169159" y="402921"/>
                  <a:pt x="3179593" y="404743"/>
                  <a:pt x="3190357" y="406398"/>
                </a:cubicBezTo>
                <a:cubicBezTo>
                  <a:pt x="3197975" y="329060"/>
                  <a:pt x="3247491" y="266627"/>
                  <a:pt x="3253784" y="259340"/>
                </a:cubicBezTo>
                <a:cubicBezTo>
                  <a:pt x="3205593" y="325748"/>
                  <a:pt x="3229937" y="392156"/>
                  <a:pt x="3240702" y="414679"/>
                </a:cubicBezTo>
                <a:cubicBezTo>
                  <a:pt x="3241695" y="415010"/>
                  <a:pt x="3242689" y="415341"/>
                  <a:pt x="3243848" y="415341"/>
                </a:cubicBezTo>
                <a:cubicBezTo>
                  <a:pt x="3235402" y="370793"/>
                  <a:pt x="3270676" y="329723"/>
                  <a:pt x="3270676" y="329723"/>
                </a:cubicBezTo>
                <a:cubicBezTo>
                  <a:pt x="3254281" y="384704"/>
                  <a:pt x="3289059" y="417660"/>
                  <a:pt x="3289059" y="417660"/>
                </a:cubicBezTo>
                <a:cubicBezTo>
                  <a:pt x="3290880" y="353736"/>
                  <a:pt x="3336753" y="320780"/>
                  <a:pt x="3336753" y="320780"/>
                </a:cubicBezTo>
                <a:cubicBezTo>
                  <a:pt x="3314562" y="359201"/>
                  <a:pt x="3324830" y="400603"/>
                  <a:pt x="3324830" y="400603"/>
                </a:cubicBezTo>
                <a:cubicBezTo>
                  <a:pt x="3324830" y="400603"/>
                  <a:pt x="3327976" y="417328"/>
                  <a:pt x="3334269" y="430577"/>
                </a:cubicBezTo>
                <a:cubicBezTo>
                  <a:pt x="3344537" y="432399"/>
                  <a:pt x="3354805" y="433889"/>
                  <a:pt x="3365072" y="435711"/>
                </a:cubicBezTo>
                <a:cubicBezTo>
                  <a:pt x="3367722" y="432399"/>
                  <a:pt x="3370371" y="428424"/>
                  <a:pt x="3373187" y="423125"/>
                </a:cubicBezTo>
                <a:cubicBezTo>
                  <a:pt x="3404818" y="363506"/>
                  <a:pt x="3382461" y="276398"/>
                  <a:pt x="3380805" y="269773"/>
                </a:cubicBezTo>
                <a:cubicBezTo>
                  <a:pt x="3424359" y="313990"/>
                  <a:pt x="3411608" y="428755"/>
                  <a:pt x="3411608" y="428755"/>
                </a:cubicBezTo>
                <a:cubicBezTo>
                  <a:pt x="3438933" y="410208"/>
                  <a:pt x="3448207" y="318958"/>
                  <a:pt x="3448207" y="318958"/>
                </a:cubicBezTo>
                <a:cubicBezTo>
                  <a:pt x="3462118" y="373112"/>
                  <a:pt x="3451850" y="420310"/>
                  <a:pt x="3441085" y="449788"/>
                </a:cubicBezTo>
                <a:cubicBezTo>
                  <a:pt x="3456818" y="452603"/>
                  <a:pt x="3472716" y="455584"/>
                  <a:pt x="3488449" y="458399"/>
                </a:cubicBezTo>
                <a:cubicBezTo>
                  <a:pt x="3476691" y="352079"/>
                  <a:pt x="3543265" y="300576"/>
                  <a:pt x="3543265" y="300576"/>
                </a:cubicBezTo>
                <a:cubicBezTo>
                  <a:pt x="3486627" y="388513"/>
                  <a:pt x="3536309" y="440017"/>
                  <a:pt x="3536309" y="440017"/>
                </a:cubicBezTo>
                <a:lnTo>
                  <a:pt x="3546908" y="375596"/>
                </a:lnTo>
                <a:lnTo>
                  <a:pt x="3559825" y="446806"/>
                </a:lnTo>
                <a:lnTo>
                  <a:pt x="3595597" y="478437"/>
                </a:lnTo>
                <a:cubicBezTo>
                  <a:pt x="3597584" y="478934"/>
                  <a:pt x="3599405" y="479266"/>
                  <a:pt x="3601558" y="479763"/>
                </a:cubicBezTo>
                <a:cubicBezTo>
                  <a:pt x="3606030" y="394309"/>
                  <a:pt x="3665151" y="337010"/>
                  <a:pt x="3672438" y="330385"/>
                </a:cubicBezTo>
                <a:cubicBezTo>
                  <a:pt x="3625737" y="390997"/>
                  <a:pt x="3645775" y="473138"/>
                  <a:pt x="3645775" y="473138"/>
                </a:cubicBezTo>
                <a:cubicBezTo>
                  <a:pt x="3645775" y="473138"/>
                  <a:pt x="3649750" y="480590"/>
                  <a:pt x="3655712" y="490527"/>
                </a:cubicBezTo>
                <a:cubicBezTo>
                  <a:pt x="3668132" y="492845"/>
                  <a:pt x="3680222" y="495495"/>
                  <a:pt x="3692642" y="498145"/>
                </a:cubicBezTo>
                <a:cubicBezTo>
                  <a:pt x="3687011" y="413188"/>
                  <a:pt x="3766503" y="309850"/>
                  <a:pt x="3766503" y="309850"/>
                </a:cubicBezTo>
                <a:cubicBezTo>
                  <a:pt x="3766503" y="309850"/>
                  <a:pt x="3740131" y="437150"/>
                  <a:pt x="3753618" y="493272"/>
                </a:cubicBezTo>
                <a:lnTo>
                  <a:pt x="3760724" y="509417"/>
                </a:lnTo>
                <a:lnTo>
                  <a:pt x="0" y="509417"/>
                </a:lnTo>
                <a:lnTo>
                  <a:pt x="0" y="147839"/>
                </a:lnTo>
                <a:lnTo>
                  <a:pt x="10709" y="225722"/>
                </a:lnTo>
                <a:cubicBezTo>
                  <a:pt x="25945" y="225225"/>
                  <a:pt x="41180" y="224728"/>
                  <a:pt x="56416" y="224397"/>
                </a:cubicBezTo>
                <a:cubicBezTo>
                  <a:pt x="81754" y="192601"/>
                  <a:pt x="106429" y="140600"/>
                  <a:pt x="106595" y="56140"/>
                </a:cubicBezTo>
                <a:cubicBezTo>
                  <a:pt x="106595" y="56140"/>
                  <a:pt x="141207" y="148714"/>
                  <a:pt x="136901" y="221747"/>
                </a:cubicBezTo>
                <a:cubicBezTo>
                  <a:pt x="162736" y="221085"/>
                  <a:pt x="188405" y="220753"/>
                  <a:pt x="214239" y="220257"/>
                </a:cubicBezTo>
                <a:cubicBezTo>
                  <a:pt x="215067" y="193097"/>
                  <a:pt x="219042" y="162625"/>
                  <a:pt x="229806" y="136294"/>
                </a:cubicBezTo>
                <a:cubicBezTo>
                  <a:pt x="229806" y="136294"/>
                  <a:pt x="232622" y="179683"/>
                  <a:pt x="247692" y="219429"/>
                </a:cubicBezTo>
                <a:cubicBezTo>
                  <a:pt x="260609" y="219263"/>
                  <a:pt x="273527" y="218932"/>
                  <a:pt x="286278" y="218600"/>
                </a:cubicBezTo>
                <a:cubicBezTo>
                  <a:pt x="287603" y="164281"/>
                  <a:pt x="298202" y="84790"/>
                  <a:pt x="345566" y="45873"/>
                </a:cubicBezTo>
                <a:cubicBezTo>
                  <a:pt x="345566" y="45873"/>
                  <a:pt x="332317" y="140269"/>
                  <a:pt x="343413" y="217607"/>
                </a:cubicBezTo>
                <a:cubicBezTo>
                  <a:pt x="371566" y="217110"/>
                  <a:pt x="399719" y="216779"/>
                  <a:pt x="427872" y="216613"/>
                </a:cubicBezTo>
                <a:cubicBezTo>
                  <a:pt x="427541" y="180180"/>
                  <a:pt x="435987" y="128179"/>
                  <a:pt x="477057" y="84956"/>
                </a:cubicBezTo>
                <a:cubicBezTo>
                  <a:pt x="477057" y="84956"/>
                  <a:pt x="466790" y="159148"/>
                  <a:pt x="492127" y="215785"/>
                </a:cubicBezTo>
                <a:cubicBezTo>
                  <a:pt x="527402" y="215454"/>
                  <a:pt x="562510" y="214957"/>
                  <a:pt x="597619" y="214957"/>
                </a:cubicBezTo>
                <a:cubicBezTo>
                  <a:pt x="600434" y="189123"/>
                  <a:pt x="598281" y="164944"/>
                  <a:pt x="598281" y="164944"/>
                </a:cubicBezTo>
                <a:cubicBezTo>
                  <a:pt x="598281" y="164944"/>
                  <a:pt x="616498" y="184982"/>
                  <a:pt x="629912" y="214957"/>
                </a:cubicBezTo>
                <a:lnTo>
                  <a:pt x="644154" y="214957"/>
                </a:lnTo>
                <a:cubicBezTo>
                  <a:pt x="650944" y="156333"/>
                  <a:pt x="675454" y="46535"/>
                  <a:pt x="766538" y="0"/>
                </a:cubicBezTo>
                <a:close/>
              </a:path>
            </a:pathLst>
          </a:custGeom>
          <a:solidFill>
            <a:srgbClr val="B0C571"/>
          </a:solidFill>
          <a:ln w="1655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64" name="Freeform: Shape 763">
            <a:extLst>
              <a:ext uri="{FF2B5EF4-FFF2-40B4-BE49-F238E27FC236}">
                <a16:creationId xmlns:a16="http://schemas.microsoft.com/office/drawing/2014/main" id="{C8E903A4-8748-E303-8E49-9307B0C0252A}"/>
              </a:ext>
            </a:extLst>
          </p:cNvPr>
          <p:cNvSpPr/>
          <p:nvPr/>
        </p:nvSpPr>
        <p:spPr>
          <a:xfrm>
            <a:off x="0" y="5303195"/>
            <a:ext cx="2684270" cy="1554805"/>
          </a:xfrm>
          <a:custGeom>
            <a:avLst/>
            <a:gdLst>
              <a:gd name="connsiteX0" fmla="*/ 3467802 w 3546704"/>
              <a:gd name="connsiteY0" fmla="*/ 1671799 h 2054351"/>
              <a:gd name="connsiteX1" fmla="*/ 3540007 w 3546704"/>
              <a:gd name="connsiteY1" fmla="*/ 2054351 h 2054351"/>
              <a:gd name="connsiteX2" fmla="*/ 3350387 w 3546704"/>
              <a:gd name="connsiteY2" fmla="*/ 2054351 h 2054351"/>
              <a:gd name="connsiteX3" fmla="*/ 3467802 w 3546704"/>
              <a:gd name="connsiteY3" fmla="*/ 1671799 h 2054351"/>
              <a:gd name="connsiteX4" fmla="*/ 2229064 w 3546704"/>
              <a:gd name="connsiteY4" fmla="*/ 1607047 h 2054351"/>
              <a:gd name="connsiteX5" fmla="*/ 2079024 w 3546704"/>
              <a:gd name="connsiteY5" fmla="*/ 2054351 h 2054351"/>
              <a:gd name="connsiteX6" fmla="*/ 1800805 w 3546704"/>
              <a:gd name="connsiteY6" fmla="*/ 2054351 h 2054351"/>
              <a:gd name="connsiteX7" fmla="*/ 2229064 w 3546704"/>
              <a:gd name="connsiteY7" fmla="*/ 1607047 h 2054351"/>
              <a:gd name="connsiteX8" fmla="*/ 389341 w 3546704"/>
              <a:gd name="connsiteY8" fmla="*/ 1552728 h 2054351"/>
              <a:gd name="connsiteX9" fmla="*/ 384207 w 3546704"/>
              <a:gd name="connsiteY9" fmla="*/ 2054351 h 2054351"/>
              <a:gd name="connsiteX10" fmla="*/ 118574 w 3546704"/>
              <a:gd name="connsiteY10" fmla="*/ 2054351 h 2054351"/>
              <a:gd name="connsiteX11" fmla="*/ 389341 w 3546704"/>
              <a:gd name="connsiteY11" fmla="*/ 1552728 h 2054351"/>
              <a:gd name="connsiteX12" fmla="*/ 2759669 w 3546704"/>
              <a:gd name="connsiteY12" fmla="*/ 1347045 h 2054351"/>
              <a:gd name="connsiteX13" fmla="*/ 2667922 w 3546704"/>
              <a:gd name="connsiteY13" fmla="*/ 2054351 h 2054351"/>
              <a:gd name="connsiteX14" fmla="*/ 2377117 w 3546704"/>
              <a:gd name="connsiteY14" fmla="*/ 2054351 h 2054351"/>
              <a:gd name="connsiteX15" fmla="*/ 2759669 w 3546704"/>
              <a:gd name="connsiteY15" fmla="*/ 1347045 h 2054351"/>
              <a:gd name="connsiteX16" fmla="*/ 3116882 w 3546704"/>
              <a:gd name="connsiteY16" fmla="*/ 1325350 h 2054351"/>
              <a:gd name="connsiteX17" fmla="*/ 3219558 w 3546704"/>
              <a:gd name="connsiteY17" fmla="*/ 2054350 h 2054351"/>
              <a:gd name="connsiteX18" fmla="*/ 2956740 w 3546704"/>
              <a:gd name="connsiteY18" fmla="*/ 2054350 h 2054351"/>
              <a:gd name="connsiteX19" fmla="*/ 3116882 w 3546704"/>
              <a:gd name="connsiteY19" fmla="*/ 1325350 h 2054351"/>
              <a:gd name="connsiteX20" fmla="*/ 1049614 w 3546704"/>
              <a:gd name="connsiteY20" fmla="*/ 1011525 h 2054351"/>
              <a:gd name="connsiteX21" fmla="*/ 1026429 w 3546704"/>
              <a:gd name="connsiteY21" fmla="*/ 2054350 h 2054351"/>
              <a:gd name="connsiteX22" fmla="*/ 565380 w 3546704"/>
              <a:gd name="connsiteY22" fmla="*/ 2054350 h 2054351"/>
              <a:gd name="connsiteX23" fmla="*/ 1049614 w 3546704"/>
              <a:gd name="connsiteY23" fmla="*/ 1011525 h 2054351"/>
              <a:gd name="connsiteX24" fmla="*/ 443329 w 3546704"/>
              <a:gd name="connsiteY24" fmla="*/ 827702 h 2054351"/>
              <a:gd name="connsiteX25" fmla="*/ 0 w 3546704"/>
              <a:gd name="connsiteY25" fmla="*/ 1981152 h 2054351"/>
              <a:gd name="connsiteX26" fmla="*/ 0 w 3546704"/>
              <a:gd name="connsiteY26" fmla="*/ 1526562 h 2054351"/>
              <a:gd name="connsiteX27" fmla="*/ 443329 w 3546704"/>
              <a:gd name="connsiteY27" fmla="*/ 827702 h 2054351"/>
              <a:gd name="connsiteX28" fmla="*/ 1536663 w 3546704"/>
              <a:gd name="connsiteY28" fmla="*/ 427099 h 2054351"/>
              <a:gd name="connsiteX29" fmla="*/ 1543784 w 3546704"/>
              <a:gd name="connsiteY29" fmla="*/ 1941572 h 2054351"/>
              <a:gd name="connsiteX30" fmla="*/ 2135994 w 3546704"/>
              <a:gd name="connsiteY30" fmla="*/ 1217209 h 2054351"/>
              <a:gd name="connsiteX31" fmla="*/ 1714359 w 3546704"/>
              <a:gd name="connsiteY31" fmla="*/ 2054350 h 2054351"/>
              <a:gd name="connsiteX32" fmla="*/ 1103436 w 3546704"/>
              <a:gd name="connsiteY32" fmla="*/ 2054350 h 2054351"/>
              <a:gd name="connsiteX33" fmla="*/ 1536663 w 3546704"/>
              <a:gd name="connsiteY33" fmla="*/ 427099 h 2054351"/>
              <a:gd name="connsiteX34" fmla="*/ 443329 w 3546704"/>
              <a:gd name="connsiteY34" fmla="*/ 0 h 2054351"/>
              <a:gd name="connsiteX35" fmla="*/ 0 w 3546704"/>
              <a:gd name="connsiteY35" fmla="*/ 1169514 h 2054351"/>
              <a:gd name="connsiteX36" fmla="*/ 0 w 3546704"/>
              <a:gd name="connsiteY36" fmla="*/ 699357 h 2054351"/>
              <a:gd name="connsiteX37" fmla="*/ 443329 w 3546704"/>
              <a:gd name="connsiteY37" fmla="*/ 0 h 2054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546704" h="2054351">
                <a:moveTo>
                  <a:pt x="3467802" y="1671799"/>
                </a:moveTo>
                <a:cubicBezTo>
                  <a:pt x="3467802" y="1671799"/>
                  <a:pt x="3573956" y="1859266"/>
                  <a:pt x="3540007" y="2054351"/>
                </a:cubicBezTo>
                <a:lnTo>
                  <a:pt x="3350387" y="2054351"/>
                </a:lnTo>
                <a:cubicBezTo>
                  <a:pt x="3419114" y="1948197"/>
                  <a:pt x="3473930" y="1816705"/>
                  <a:pt x="3467802" y="1671799"/>
                </a:cubicBezTo>
                <a:close/>
                <a:moveTo>
                  <a:pt x="2229064" y="1607047"/>
                </a:moveTo>
                <a:cubicBezTo>
                  <a:pt x="2225089" y="1615162"/>
                  <a:pt x="2117279" y="1828298"/>
                  <a:pt x="2079024" y="2054351"/>
                </a:cubicBezTo>
                <a:lnTo>
                  <a:pt x="1800805" y="2054351"/>
                </a:lnTo>
                <a:cubicBezTo>
                  <a:pt x="1897188" y="1900668"/>
                  <a:pt x="2048884" y="1700284"/>
                  <a:pt x="2229064" y="1607047"/>
                </a:cubicBezTo>
                <a:close/>
                <a:moveTo>
                  <a:pt x="389341" y="1552728"/>
                </a:moveTo>
                <a:cubicBezTo>
                  <a:pt x="389341" y="1552728"/>
                  <a:pt x="413851" y="1823661"/>
                  <a:pt x="384207" y="2054351"/>
                </a:cubicBezTo>
                <a:lnTo>
                  <a:pt x="118574" y="2054351"/>
                </a:lnTo>
                <a:cubicBezTo>
                  <a:pt x="210983" y="1922362"/>
                  <a:pt x="332869" y="1728437"/>
                  <a:pt x="389341" y="1552728"/>
                </a:cubicBezTo>
                <a:close/>
                <a:moveTo>
                  <a:pt x="2759669" y="1347045"/>
                </a:moveTo>
                <a:cubicBezTo>
                  <a:pt x="2759669" y="1347045"/>
                  <a:pt x="2737974" y="1742514"/>
                  <a:pt x="2667922" y="2054351"/>
                </a:cubicBezTo>
                <a:lnTo>
                  <a:pt x="2377117" y="2054351"/>
                </a:lnTo>
                <a:cubicBezTo>
                  <a:pt x="2560941" y="1755100"/>
                  <a:pt x="2759669" y="1347045"/>
                  <a:pt x="2759669" y="1347045"/>
                </a:cubicBezTo>
                <a:close/>
                <a:moveTo>
                  <a:pt x="3116882" y="1325350"/>
                </a:moveTo>
                <a:cubicBezTo>
                  <a:pt x="3116882" y="1325350"/>
                  <a:pt x="3268081" y="1728602"/>
                  <a:pt x="3219558" y="2054350"/>
                </a:cubicBezTo>
                <a:lnTo>
                  <a:pt x="2956740" y="2054350"/>
                </a:lnTo>
                <a:cubicBezTo>
                  <a:pt x="3044677" y="1900171"/>
                  <a:pt x="3113073" y="1669646"/>
                  <a:pt x="3116882" y="1325350"/>
                </a:cubicBezTo>
                <a:close/>
                <a:moveTo>
                  <a:pt x="1049614" y="1011525"/>
                </a:moveTo>
                <a:cubicBezTo>
                  <a:pt x="1049614" y="1011525"/>
                  <a:pt x="1238902" y="1622614"/>
                  <a:pt x="1026429" y="2054350"/>
                </a:cubicBezTo>
                <a:lnTo>
                  <a:pt x="565380" y="2054350"/>
                </a:lnTo>
                <a:cubicBezTo>
                  <a:pt x="756656" y="1853635"/>
                  <a:pt x="1004238" y="1504536"/>
                  <a:pt x="1049614" y="1011525"/>
                </a:cubicBezTo>
                <a:close/>
                <a:moveTo>
                  <a:pt x="443329" y="827702"/>
                </a:moveTo>
                <a:cubicBezTo>
                  <a:pt x="437036" y="840123"/>
                  <a:pt x="76179" y="1558028"/>
                  <a:pt x="0" y="1981152"/>
                </a:cubicBezTo>
                <a:lnTo>
                  <a:pt x="0" y="1526562"/>
                </a:lnTo>
                <a:cubicBezTo>
                  <a:pt x="64255" y="1284777"/>
                  <a:pt x="191607" y="1007385"/>
                  <a:pt x="443329" y="827702"/>
                </a:cubicBezTo>
                <a:close/>
                <a:moveTo>
                  <a:pt x="1536663" y="427099"/>
                </a:moveTo>
                <a:cubicBezTo>
                  <a:pt x="1536663" y="427099"/>
                  <a:pt x="1773646" y="1024111"/>
                  <a:pt x="1543784" y="1941572"/>
                </a:cubicBezTo>
                <a:cubicBezTo>
                  <a:pt x="1637021" y="1708564"/>
                  <a:pt x="1814220" y="1400701"/>
                  <a:pt x="2135994" y="1217209"/>
                </a:cubicBezTo>
                <a:cubicBezTo>
                  <a:pt x="2135994" y="1217209"/>
                  <a:pt x="1810245" y="1628576"/>
                  <a:pt x="1714359" y="2054350"/>
                </a:cubicBezTo>
                <a:lnTo>
                  <a:pt x="1103436" y="2054350"/>
                </a:lnTo>
                <a:cubicBezTo>
                  <a:pt x="1312100" y="1833265"/>
                  <a:pt x="1625097" y="1340917"/>
                  <a:pt x="1536663" y="427099"/>
                </a:cubicBezTo>
                <a:close/>
                <a:moveTo>
                  <a:pt x="443329" y="0"/>
                </a:moveTo>
                <a:cubicBezTo>
                  <a:pt x="437367" y="12586"/>
                  <a:pt x="154842" y="599993"/>
                  <a:pt x="0" y="1169514"/>
                </a:cubicBezTo>
                <a:lnTo>
                  <a:pt x="0" y="699357"/>
                </a:lnTo>
                <a:cubicBezTo>
                  <a:pt x="109632" y="426602"/>
                  <a:pt x="257187" y="153020"/>
                  <a:pt x="443329" y="0"/>
                </a:cubicBezTo>
                <a:close/>
              </a:path>
            </a:pathLst>
          </a:custGeom>
          <a:solidFill>
            <a:srgbClr val="8D9F6A"/>
          </a:solidFill>
          <a:ln w="165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8C1294F-F07C-8FFE-7786-CD84E3A1A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99" y="93279"/>
            <a:ext cx="11886467" cy="646331"/>
          </a:xfrm>
        </p:spPr>
        <p:txBody>
          <a:bodyPr>
            <a:spAutoFit/>
          </a:bodyPr>
          <a:lstStyle>
            <a:lvl1pPr>
              <a:defRPr sz="4000" b="1">
                <a:solidFill>
                  <a:schemeClr val="tx1">
                    <a:lumMod val="85000"/>
                    <a:lumOff val="15000"/>
                  </a:schemeClr>
                </a:solidFill>
                <a:latin typeface="Questrial" pitchFamily="2" charset="0"/>
              </a:defRPr>
            </a:lvl1pPr>
          </a:lstStyle>
          <a:p>
            <a:r>
              <a:rPr lang="en-US" dirty="0"/>
              <a:t>Click To Edit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982447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lem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7913BAE-DF97-8921-B382-B3FBF176AB9B}"/>
              </a:ext>
            </a:extLst>
          </p:cNvPr>
          <p:cNvGrpSpPr/>
          <p:nvPr userDrawn="1"/>
        </p:nvGrpSpPr>
        <p:grpSpPr>
          <a:xfrm>
            <a:off x="-1" y="4547030"/>
            <a:ext cx="12191999" cy="2310971"/>
            <a:chOff x="-1" y="4547030"/>
            <a:chExt cx="12191999" cy="2310971"/>
          </a:xfrm>
        </p:grpSpPr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91F213D5-1709-87A2-E039-327DD16C52EC}"/>
                </a:ext>
              </a:extLst>
            </p:cNvPr>
            <p:cNvSpPr/>
            <p:nvPr/>
          </p:nvSpPr>
          <p:spPr>
            <a:xfrm>
              <a:off x="-1" y="4547030"/>
              <a:ext cx="12191999" cy="2310971"/>
            </a:xfrm>
            <a:custGeom>
              <a:avLst/>
              <a:gdLst>
                <a:gd name="connsiteX0" fmla="*/ 703104 w 12191999"/>
                <a:gd name="connsiteY0" fmla="*/ 0 h 2310971"/>
                <a:gd name="connsiteX1" fmla="*/ 852382 w 12191999"/>
                <a:gd name="connsiteY1" fmla="*/ 211314 h 2310971"/>
                <a:gd name="connsiteX2" fmla="*/ 916257 w 12191999"/>
                <a:gd name="connsiteY2" fmla="*/ 34115 h 2310971"/>
                <a:gd name="connsiteX3" fmla="*/ 986838 w 12191999"/>
                <a:gd name="connsiteY3" fmla="*/ 288487 h 2310971"/>
                <a:gd name="connsiteX4" fmla="*/ 1027774 w 12191999"/>
                <a:gd name="connsiteY4" fmla="*/ 141097 h 2310971"/>
                <a:gd name="connsiteX5" fmla="*/ 1069593 w 12191999"/>
                <a:gd name="connsiteY5" fmla="*/ 258512 h 2310971"/>
                <a:gd name="connsiteX6" fmla="*/ 1142115 w 12191999"/>
                <a:gd name="connsiteY6" fmla="*/ 173390 h 2310971"/>
                <a:gd name="connsiteX7" fmla="*/ 1179521 w 12191999"/>
                <a:gd name="connsiteY7" fmla="*/ 276894 h 2310971"/>
                <a:gd name="connsiteX8" fmla="*/ 1228399 w 12191999"/>
                <a:gd name="connsiteY8" fmla="*/ 273913 h 2310971"/>
                <a:gd name="connsiteX9" fmla="*/ 1247279 w 12191999"/>
                <a:gd name="connsiteY9" fmla="*/ 257850 h 2310971"/>
                <a:gd name="connsiteX10" fmla="*/ 1234046 w 12191999"/>
                <a:gd name="connsiteY10" fmla="*/ 94727 h 2310971"/>
                <a:gd name="connsiteX11" fmla="*/ 1288040 w 12191999"/>
                <a:gd name="connsiteY11" fmla="*/ 270436 h 2310971"/>
                <a:gd name="connsiteX12" fmla="*/ 1345916 w 12191999"/>
                <a:gd name="connsiteY12" fmla="*/ 267124 h 2310971"/>
                <a:gd name="connsiteX13" fmla="*/ 1351739 w 12191999"/>
                <a:gd name="connsiteY13" fmla="*/ 185479 h 2310971"/>
                <a:gd name="connsiteX14" fmla="*/ 1394263 w 12191999"/>
                <a:gd name="connsiteY14" fmla="*/ 264639 h 2310971"/>
                <a:gd name="connsiteX15" fmla="*/ 1427612 w 12191999"/>
                <a:gd name="connsiteY15" fmla="*/ 262984 h 2310971"/>
                <a:gd name="connsiteX16" fmla="*/ 1469431 w 12191999"/>
                <a:gd name="connsiteY16" fmla="*/ 133645 h 2310971"/>
                <a:gd name="connsiteX17" fmla="*/ 1470490 w 12191999"/>
                <a:gd name="connsiteY17" fmla="*/ 260996 h 2310971"/>
                <a:gd name="connsiteX18" fmla="*/ 1478430 w 12191999"/>
                <a:gd name="connsiteY18" fmla="*/ 260665 h 2310971"/>
                <a:gd name="connsiteX19" fmla="*/ 1538777 w 12191999"/>
                <a:gd name="connsiteY19" fmla="*/ 54484 h 2310971"/>
                <a:gd name="connsiteX20" fmla="*/ 1528189 w 12191999"/>
                <a:gd name="connsiteY20" fmla="*/ 258347 h 2310971"/>
                <a:gd name="connsiteX21" fmla="*/ 1579184 w 12191999"/>
                <a:gd name="connsiteY21" fmla="*/ 256359 h 2310971"/>
                <a:gd name="connsiteX22" fmla="*/ 1576890 w 12191999"/>
                <a:gd name="connsiteY22" fmla="*/ 159148 h 2310971"/>
                <a:gd name="connsiteX23" fmla="*/ 1613062 w 12191999"/>
                <a:gd name="connsiteY23" fmla="*/ 255034 h 2310971"/>
                <a:gd name="connsiteX24" fmla="*/ 1665467 w 12191999"/>
                <a:gd name="connsiteY24" fmla="*/ 253047 h 2310971"/>
                <a:gd name="connsiteX25" fmla="*/ 1614651 w 12191999"/>
                <a:gd name="connsiteY25" fmla="*/ 60943 h 2310971"/>
                <a:gd name="connsiteX26" fmla="*/ 1729167 w 12191999"/>
                <a:gd name="connsiteY26" fmla="*/ 251060 h 2310971"/>
                <a:gd name="connsiteX27" fmla="*/ 1759869 w 12191999"/>
                <a:gd name="connsiteY27" fmla="*/ 250231 h 2310971"/>
                <a:gd name="connsiteX28" fmla="*/ 1793571 w 12191999"/>
                <a:gd name="connsiteY28" fmla="*/ 144243 h 2310971"/>
                <a:gd name="connsiteX29" fmla="*/ 1813863 w 12191999"/>
                <a:gd name="connsiteY29" fmla="*/ 248575 h 2310971"/>
                <a:gd name="connsiteX30" fmla="*/ 1865740 w 12191999"/>
                <a:gd name="connsiteY30" fmla="*/ 247582 h 2310971"/>
                <a:gd name="connsiteX31" fmla="*/ 1876151 w 12191999"/>
                <a:gd name="connsiteY31" fmla="*/ 194753 h 2310971"/>
                <a:gd name="connsiteX32" fmla="*/ 1888149 w 12191999"/>
                <a:gd name="connsiteY32" fmla="*/ 247085 h 2310971"/>
                <a:gd name="connsiteX33" fmla="*/ 1914087 w 12191999"/>
                <a:gd name="connsiteY33" fmla="*/ 246588 h 2310971"/>
                <a:gd name="connsiteX34" fmla="*/ 1953789 w 12191999"/>
                <a:gd name="connsiteY34" fmla="*/ 137785 h 2310971"/>
                <a:gd name="connsiteX35" fmla="*/ 1952378 w 12191999"/>
                <a:gd name="connsiteY35" fmla="*/ 245926 h 2310971"/>
                <a:gd name="connsiteX36" fmla="*/ 2009017 w 12191999"/>
                <a:gd name="connsiteY36" fmla="*/ 245263 h 2310971"/>
                <a:gd name="connsiteX37" fmla="*/ 2042014 w 12191999"/>
                <a:gd name="connsiteY37" fmla="*/ 162460 h 2310971"/>
                <a:gd name="connsiteX38" fmla="*/ 2052071 w 12191999"/>
                <a:gd name="connsiteY38" fmla="*/ 244767 h 2310971"/>
                <a:gd name="connsiteX39" fmla="*/ 2122829 w 12191999"/>
                <a:gd name="connsiteY39" fmla="*/ 244270 h 2310971"/>
                <a:gd name="connsiteX40" fmla="*/ 2123359 w 12191999"/>
                <a:gd name="connsiteY40" fmla="*/ 212805 h 2310971"/>
                <a:gd name="connsiteX41" fmla="*/ 2144532 w 12191999"/>
                <a:gd name="connsiteY41" fmla="*/ 244270 h 2310971"/>
                <a:gd name="connsiteX42" fmla="*/ 2154060 w 12191999"/>
                <a:gd name="connsiteY42" fmla="*/ 244270 h 2310971"/>
                <a:gd name="connsiteX43" fmla="*/ 2236287 w 12191999"/>
                <a:gd name="connsiteY43" fmla="*/ 108804 h 2310971"/>
                <a:gd name="connsiteX44" fmla="*/ 2217759 w 12191999"/>
                <a:gd name="connsiteY44" fmla="*/ 244435 h 2310971"/>
                <a:gd name="connsiteX45" fmla="*/ 2235581 w 12191999"/>
                <a:gd name="connsiteY45" fmla="*/ 244435 h 2310971"/>
                <a:gd name="connsiteX46" fmla="*/ 2254990 w 12191999"/>
                <a:gd name="connsiteY46" fmla="*/ 171237 h 2310971"/>
                <a:gd name="connsiteX47" fmla="*/ 2270165 w 12191999"/>
                <a:gd name="connsiteY47" fmla="*/ 244601 h 2310971"/>
                <a:gd name="connsiteX48" fmla="*/ 2313396 w 12191999"/>
                <a:gd name="connsiteY48" fmla="*/ 245098 h 2310971"/>
                <a:gd name="connsiteX49" fmla="*/ 2317454 w 12191999"/>
                <a:gd name="connsiteY49" fmla="*/ 188626 h 2310971"/>
                <a:gd name="connsiteX50" fmla="*/ 2339511 w 12191999"/>
                <a:gd name="connsiteY50" fmla="*/ 245429 h 2310971"/>
                <a:gd name="connsiteX51" fmla="*/ 2362802 w 12191999"/>
                <a:gd name="connsiteY51" fmla="*/ 245760 h 2310971"/>
                <a:gd name="connsiteX52" fmla="*/ 2371624 w 12191999"/>
                <a:gd name="connsiteY52" fmla="*/ 193760 h 2310971"/>
                <a:gd name="connsiteX53" fmla="*/ 2393328 w 12191999"/>
                <a:gd name="connsiteY53" fmla="*/ 246091 h 2310971"/>
                <a:gd name="connsiteX54" fmla="*/ 2450852 w 12191999"/>
                <a:gd name="connsiteY54" fmla="*/ 247251 h 2310971"/>
                <a:gd name="connsiteX55" fmla="*/ 2434088 w 12191999"/>
                <a:gd name="connsiteY55" fmla="*/ 124370 h 2310971"/>
                <a:gd name="connsiteX56" fmla="*/ 2495493 w 12191999"/>
                <a:gd name="connsiteY56" fmla="*/ 227047 h 2310971"/>
                <a:gd name="connsiteX57" fmla="*/ 2538018 w 12191999"/>
                <a:gd name="connsiteY57" fmla="*/ 161467 h 2310971"/>
                <a:gd name="connsiteX58" fmla="*/ 2527078 w 12191999"/>
                <a:gd name="connsiteY58" fmla="*/ 249072 h 2310971"/>
                <a:gd name="connsiteX59" fmla="*/ 2558662 w 12191999"/>
                <a:gd name="connsiteY59" fmla="*/ 249900 h 2310971"/>
                <a:gd name="connsiteX60" fmla="*/ 2552664 w 12191999"/>
                <a:gd name="connsiteY60" fmla="*/ 206346 h 2310971"/>
                <a:gd name="connsiteX61" fmla="*/ 2580896 w 12191999"/>
                <a:gd name="connsiteY61" fmla="*/ 250728 h 2310971"/>
                <a:gd name="connsiteX62" fmla="*/ 2587071 w 12191999"/>
                <a:gd name="connsiteY62" fmla="*/ 250894 h 2310971"/>
                <a:gd name="connsiteX63" fmla="*/ 2617245 w 12191999"/>
                <a:gd name="connsiteY63" fmla="*/ 161467 h 2310971"/>
                <a:gd name="connsiteX64" fmla="*/ 2652711 w 12191999"/>
                <a:gd name="connsiteY64" fmla="*/ 253047 h 2310971"/>
                <a:gd name="connsiteX65" fmla="*/ 2653064 w 12191999"/>
                <a:gd name="connsiteY65" fmla="*/ 253378 h 2310971"/>
                <a:gd name="connsiteX66" fmla="*/ 2681472 w 12191999"/>
                <a:gd name="connsiteY66" fmla="*/ 254372 h 2310971"/>
                <a:gd name="connsiteX67" fmla="*/ 2700529 w 12191999"/>
                <a:gd name="connsiteY67" fmla="*/ 179021 h 2310971"/>
                <a:gd name="connsiteX68" fmla="*/ 2733349 w 12191999"/>
                <a:gd name="connsiteY68" fmla="*/ 256525 h 2310971"/>
                <a:gd name="connsiteX69" fmla="*/ 2784520 w 12191999"/>
                <a:gd name="connsiteY69" fmla="*/ 259009 h 2310971"/>
                <a:gd name="connsiteX70" fmla="*/ 2802518 w 12191999"/>
                <a:gd name="connsiteY70" fmla="*/ 165441 h 2310971"/>
                <a:gd name="connsiteX71" fmla="*/ 2836220 w 12191999"/>
                <a:gd name="connsiteY71" fmla="*/ 261327 h 2310971"/>
                <a:gd name="connsiteX72" fmla="*/ 2885803 w 12191999"/>
                <a:gd name="connsiteY72" fmla="*/ 264308 h 2310971"/>
                <a:gd name="connsiteX73" fmla="*/ 2896036 w 12191999"/>
                <a:gd name="connsiteY73" fmla="*/ 201378 h 2310971"/>
                <a:gd name="connsiteX74" fmla="*/ 2916328 w 12191999"/>
                <a:gd name="connsiteY74" fmla="*/ 266130 h 2310971"/>
                <a:gd name="connsiteX75" fmla="*/ 2919152 w 12191999"/>
                <a:gd name="connsiteY75" fmla="*/ 266295 h 2310971"/>
                <a:gd name="connsiteX76" fmla="*/ 2968911 w 12191999"/>
                <a:gd name="connsiteY76" fmla="*/ 190779 h 2310971"/>
                <a:gd name="connsiteX77" fmla="*/ 2956030 w 12191999"/>
                <a:gd name="connsiteY77" fmla="*/ 268614 h 2310971"/>
                <a:gd name="connsiteX78" fmla="*/ 2979675 w 12191999"/>
                <a:gd name="connsiteY78" fmla="*/ 270104 h 2310971"/>
                <a:gd name="connsiteX79" fmla="*/ 2989732 w 12191999"/>
                <a:gd name="connsiteY79" fmla="*/ 212308 h 2310971"/>
                <a:gd name="connsiteX80" fmla="*/ 3020258 w 12191999"/>
                <a:gd name="connsiteY80" fmla="*/ 272754 h 2310971"/>
                <a:gd name="connsiteX81" fmla="*/ 3077428 w 12191999"/>
                <a:gd name="connsiteY81" fmla="*/ 277060 h 2310971"/>
                <a:gd name="connsiteX82" fmla="*/ 3077604 w 12191999"/>
                <a:gd name="connsiteY82" fmla="*/ 276729 h 2310971"/>
                <a:gd name="connsiteX83" fmla="*/ 3114659 w 12191999"/>
                <a:gd name="connsiteY83" fmla="*/ 179021 h 2310971"/>
                <a:gd name="connsiteX84" fmla="*/ 3129304 w 12191999"/>
                <a:gd name="connsiteY84" fmla="*/ 280703 h 2310971"/>
                <a:gd name="connsiteX85" fmla="*/ 3129658 w 12191999"/>
                <a:gd name="connsiteY85" fmla="*/ 281035 h 2310971"/>
                <a:gd name="connsiteX86" fmla="*/ 3147126 w 12191999"/>
                <a:gd name="connsiteY86" fmla="*/ 282359 h 2310971"/>
                <a:gd name="connsiteX87" fmla="*/ 3160360 w 12191999"/>
                <a:gd name="connsiteY87" fmla="*/ 224066 h 2310971"/>
                <a:gd name="connsiteX88" fmla="*/ 3177653 w 12191999"/>
                <a:gd name="connsiteY88" fmla="*/ 284843 h 2310971"/>
                <a:gd name="connsiteX89" fmla="*/ 3212943 w 12191999"/>
                <a:gd name="connsiteY89" fmla="*/ 287990 h 2310971"/>
                <a:gd name="connsiteX90" fmla="*/ 3229176 w 12191999"/>
                <a:gd name="connsiteY90" fmla="*/ 210983 h 2310971"/>
                <a:gd name="connsiteX91" fmla="*/ 3252996 w 12191999"/>
                <a:gd name="connsiteY91" fmla="*/ 291468 h 2310971"/>
                <a:gd name="connsiteX92" fmla="*/ 3297109 w 12191999"/>
                <a:gd name="connsiteY92" fmla="*/ 295442 h 2310971"/>
                <a:gd name="connsiteX93" fmla="*/ 3303991 w 12191999"/>
                <a:gd name="connsiteY93" fmla="*/ 229862 h 2310971"/>
                <a:gd name="connsiteX94" fmla="*/ 3338046 w 12191999"/>
                <a:gd name="connsiteY94" fmla="*/ 299417 h 2310971"/>
                <a:gd name="connsiteX95" fmla="*/ 3376160 w 12191999"/>
                <a:gd name="connsiteY95" fmla="*/ 303392 h 2310971"/>
                <a:gd name="connsiteX96" fmla="*/ 3368748 w 12191999"/>
                <a:gd name="connsiteY96" fmla="*/ 244435 h 2310971"/>
                <a:gd name="connsiteX97" fmla="*/ 3398746 w 12191999"/>
                <a:gd name="connsiteY97" fmla="*/ 305876 h 2310971"/>
                <a:gd name="connsiteX98" fmla="*/ 3438447 w 12191999"/>
                <a:gd name="connsiteY98" fmla="*/ 309850 h 2310971"/>
                <a:gd name="connsiteX99" fmla="*/ 3468443 w 12191999"/>
                <a:gd name="connsiteY99" fmla="*/ 222079 h 2310971"/>
                <a:gd name="connsiteX100" fmla="*/ 3477442 w 12191999"/>
                <a:gd name="connsiteY100" fmla="*/ 314156 h 2310971"/>
                <a:gd name="connsiteX101" fmla="*/ 3507616 w 12191999"/>
                <a:gd name="connsiteY101" fmla="*/ 317799 h 2310971"/>
                <a:gd name="connsiteX102" fmla="*/ 3516438 w 12191999"/>
                <a:gd name="connsiteY102" fmla="*/ 261162 h 2310971"/>
                <a:gd name="connsiteX103" fmla="*/ 3543612 w 12191999"/>
                <a:gd name="connsiteY103" fmla="*/ 322105 h 2310971"/>
                <a:gd name="connsiteX104" fmla="*/ 3620545 w 12191999"/>
                <a:gd name="connsiteY104" fmla="*/ 331213 h 2310971"/>
                <a:gd name="connsiteX105" fmla="*/ 3641189 w 12191999"/>
                <a:gd name="connsiteY105" fmla="*/ 276729 h 2310971"/>
                <a:gd name="connsiteX106" fmla="*/ 3656893 w 12191999"/>
                <a:gd name="connsiteY106" fmla="*/ 335850 h 2310971"/>
                <a:gd name="connsiteX107" fmla="*/ 3656893 w 12191999"/>
                <a:gd name="connsiteY107" fmla="*/ 336181 h 2310971"/>
                <a:gd name="connsiteX108" fmla="*/ 3690242 w 12191999"/>
                <a:gd name="connsiteY108" fmla="*/ 340653 h 2310971"/>
                <a:gd name="connsiteX109" fmla="*/ 3711946 w 12191999"/>
                <a:gd name="connsiteY109" fmla="*/ 288652 h 2310971"/>
                <a:gd name="connsiteX110" fmla="*/ 3716004 w 12191999"/>
                <a:gd name="connsiteY110" fmla="*/ 344131 h 2310971"/>
                <a:gd name="connsiteX111" fmla="*/ 3727474 w 12191999"/>
                <a:gd name="connsiteY111" fmla="*/ 345621 h 2310971"/>
                <a:gd name="connsiteX112" fmla="*/ 3747412 w 12191999"/>
                <a:gd name="connsiteY112" fmla="*/ 244104 h 2310971"/>
                <a:gd name="connsiteX113" fmla="*/ 3762940 w 12191999"/>
                <a:gd name="connsiteY113" fmla="*/ 350092 h 2310971"/>
                <a:gd name="connsiteX114" fmla="*/ 3812699 w 12191999"/>
                <a:gd name="connsiteY114" fmla="*/ 259174 h 2310971"/>
                <a:gd name="connsiteX115" fmla="*/ 3812699 w 12191999"/>
                <a:gd name="connsiteY115" fmla="*/ 346615 h 2310971"/>
                <a:gd name="connsiteX116" fmla="*/ 3854518 w 12191999"/>
                <a:gd name="connsiteY116" fmla="*/ 295939 h 2310971"/>
                <a:gd name="connsiteX117" fmla="*/ 3837227 w 12191999"/>
                <a:gd name="connsiteY117" fmla="*/ 351252 h 2310971"/>
                <a:gd name="connsiteX118" fmla="*/ 3840579 w 12191999"/>
                <a:gd name="connsiteY118" fmla="*/ 361519 h 2310971"/>
                <a:gd name="connsiteX119" fmla="*/ 3861929 w 12191999"/>
                <a:gd name="connsiteY119" fmla="*/ 364832 h 2310971"/>
                <a:gd name="connsiteX120" fmla="*/ 3903395 w 12191999"/>
                <a:gd name="connsiteY120" fmla="*/ 273582 h 2310971"/>
                <a:gd name="connsiteX121" fmla="*/ 3895631 w 12191999"/>
                <a:gd name="connsiteY121" fmla="*/ 370131 h 2310971"/>
                <a:gd name="connsiteX122" fmla="*/ 3897748 w 12191999"/>
                <a:gd name="connsiteY122" fmla="*/ 370462 h 2310971"/>
                <a:gd name="connsiteX123" fmla="*/ 3915746 w 12191999"/>
                <a:gd name="connsiteY123" fmla="*/ 316640 h 2310971"/>
                <a:gd name="connsiteX124" fmla="*/ 3928099 w 12191999"/>
                <a:gd name="connsiteY124" fmla="*/ 371952 h 2310971"/>
                <a:gd name="connsiteX125" fmla="*/ 3960036 w 12191999"/>
                <a:gd name="connsiteY125" fmla="*/ 311009 h 2310971"/>
                <a:gd name="connsiteX126" fmla="*/ 3952095 w 12191999"/>
                <a:gd name="connsiteY126" fmla="*/ 361188 h 2310971"/>
                <a:gd name="connsiteX127" fmla="*/ 3958448 w 12191999"/>
                <a:gd name="connsiteY127" fmla="*/ 380067 h 2310971"/>
                <a:gd name="connsiteX128" fmla="*/ 3979092 w 12191999"/>
                <a:gd name="connsiteY128" fmla="*/ 383379 h 2310971"/>
                <a:gd name="connsiteX129" fmla="*/ 3984563 w 12191999"/>
                <a:gd name="connsiteY129" fmla="*/ 375430 h 2310971"/>
                <a:gd name="connsiteX130" fmla="*/ 3989679 w 12191999"/>
                <a:gd name="connsiteY130" fmla="*/ 278882 h 2310971"/>
                <a:gd name="connsiteX131" fmla="*/ 4010325 w 12191999"/>
                <a:gd name="connsiteY131" fmla="*/ 378908 h 2310971"/>
                <a:gd name="connsiteX132" fmla="*/ 4034851 w 12191999"/>
                <a:gd name="connsiteY132" fmla="*/ 309850 h 2310971"/>
                <a:gd name="connsiteX133" fmla="*/ 4030086 w 12191999"/>
                <a:gd name="connsiteY133" fmla="*/ 392157 h 2310971"/>
                <a:gd name="connsiteX134" fmla="*/ 4061847 w 12191999"/>
                <a:gd name="connsiteY134" fmla="*/ 397621 h 2310971"/>
                <a:gd name="connsiteX135" fmla="*/ 4098550 w 12191999"/>
                <a:gd name="connsiteY135" fmla="*/ 298257 h 2310971"/>
                <a:gd name="connsiteX136" fmla="*/ 4093962 w 12191999"/>
                <a:gd name="connsiteY136" fmla="*/ 386029 h 2310971"/>
                <a:gd name="connsiteX137" fmla="*/ 4101020 w 12191999"/>
                <a:gd name="connsiteY137" fmla="*/ 345455 h 2310971"/>
                <a:gd name="connsiteX138" fmla="*/ 4109666 w 12191999"/>
                <a:gd name="connsiteY138" fmla="*/ 390335 h 2310971"/>
                <a:gd name="connsiteX139" fmla="*/ 4133664 w 12191999"/>
                <a:gd name="connsiteY139" fmla="*/ 410208 h 2310971"/>
                <a:gd name="connsiteX140" fmla="*/ 4137723 w 12191999"/>
                <a:gd name="connsiteY140" fmla="*/ 411036 h 2310971"/>
                <a:gd name="connsiteX141" fmla="*/ 4185717 w 12191999"/>
                <a:gd name="connsiteY141" fmla="*/ 316640 h 2310971"/>
                <a:gd name="connsiteX142" fmla="*/ 4167365 w 12191999"/>
                <a:gd name="connsiteY142" fmla="*/ 406896 h 2310971"/>
                <a:gd name="connsiteX143" fmla="*/ 4174071 w 12191999"/>
                <a:gd name="connsiteY143" fmla="*/ 417825 h 2310971"/>
                <a:gd name="connsiteX144" fmla="*/ 4198774 w 12191999"/>
                <a:gd name="connsiteY144" fmla="*/ 422628 h 2310971"/>
                <a:gd name="connsiteX145" fmla="*/ 4248357 w 12191999"/>
                <a:gd name="connsiteY145" fmla="*/ 304054 h 2310971"/>
                <a:gd name="connsiteX146" fmla="*/ 4245356 w 12191999"/>
                <a:gd name="connsiteY146" fmla="*/ 431571 h 2310971"/>
                <a:gd name="connsiteX147" fmla="*/ 4261237 w 12191999"/>
                <a:gd name="connsiteY147" fmla="*/ 434718 h 2310971"/>
                <a:gd name="connsiteX148" fmla="*/ 4263002 w 12191999"/>
                <a:gd name="connsiteY148" fmla="*/ 434221 h 2310971"/>
                <a:gd name="connsiteX149" fmla="*/ 4312056 w 12191999"/>
                <a:gd name="connsiteY149" fmla="*/ 298257 h 2310971"/>
                <a:gd name="connsiteX150" fmla="*/ 4304644 w 12191999"/>
                <a:gd name="connsiteY150" fmla="*/ 443163 h 2310971"/>
                <a:gd name="connsiteX151" fmla="*/ 4319996 w 12191999"/>
                <a:gd name="connsiteY151" fmla="*/ 446144 h 2310971"/>
                <a:gd name="connsiteX152" fmla="*/ 4351933 w 12191999"/>
                <a:gd name="connsiteY152" fmla="*/ 452934 h 2310971"/>
                <a:gd name="connsiteX153" fmla="*/ 4375932 w 12191999"/>
                <a:gd name="connsiteY153" fmla="*/ 354729 h 2310971"/>
                <a:gd name="connsiteX154" fmla="*/ 4391459 w 12191999"/>
                <a:gd name="connsiteY154" fmla="*/ 461380 h 2310971"/>
                <a:gd name="connsiteX155" fmla="*/ 4400458 w 12191999"/>
                <a:gd name="connsiteY155" fmla="*/ 463367 h 2310971"/>
                <a:gd name="connsiteX156" fmla="*/ 4396046 w 12191999"/>
                <a:gd name="connsiteY156" fmla="*/ 435380 h 2310971"/>
                <a:gd name="connsiteX157" fmla="*/ 4475450 w 12191999"/>
                <a:gd name="connsiteY157" fmla="*/ 295111 h 2310971"/>
                <a:gd name="connsiteX158" fmla="*/ 4461156 w 12191999"/>
                <a:gd name="connsiteY158" fmla="*/ 462539 h 2310971"/>
                <a:gd name="connsiteX159" fmla="*/ 4497329 w 12191999"/>
                <a:gd name="connsiteY159" fmla="*/ 374271 h 2310971"/>
                <a:gd name="connsiteX160" fmla="*/ 4523973 w 12191999"/>
                <a:gd name="connsiteY160" fmla="*/ 460386 h 2310971"/>
                <a:gd name="connsiteX161" fmla="*/ 4523973 w 12191999"/>
                <a:gd name="connsiteY161" fmla="*/ 344793 h 2310971"/>
                <a:gd name="connsiteX162" fmla="*/ 4565439 w 12191999"/>
                <a:gd name="connsiteY162" fmla="*/ 465520 h 2310971"/>
                <a:gd name="connsiteX163" fmla="*/ 4584320 w 12191999"/>
                <a:gd name="connsiteY163" fmla="*/ 410539 h 2310971"/>
                <a:gd name="connsiteX164" fmla="*/ 4609200 w 12191999"/>
                <a:gd name="connsiteY164" fmla="*/ 510234 h 2310971"/>
                <a:gd name="connsiteX165" fmla="*/ 4610611 w 12191999"/>
                <a:gd name="connsiteY165" fmla="*/ 510565 h 2310971"/>
                <a:gd name="connsiteX166" fmla="*/ 4672721 w 12191999"/>
                <a:gd name="connsiteY166" fmla="*/ 383545 h 2310971"/>
                <a:gd name="connsiteX167" fmla="*/ 4673603 w 12191999"/>
                <a:gd name="connsiteY167" fmla="*/ 505597 h 2310971"/>
                <a:gd name="connsiteX168" fmla="*/ 4726715 w 12191999"/>
                <a:gd name="connsiteY168" fmla="*/ 415010 h 2310971"/>
                <a:gd name="connsiteX169" fmla="*/ 4726715 w 12191999"/>
                <a:gd name="connsiteY169" fmla="*/ 507915 h 2310971"/>
                <a:gd name="connsiteX170" fmla="*/ 4790943 w 12191999"/>
                <a:gd name="connsiteY170" fmla="*/ 383379 h 2310971"/>
                <a:gd name="connsiteX171" fmla="*/ 4791120 w 12191999"/>
                <a:gd name="connsiteY171" fmla="*/ 509572 h 2310971"/>
                <a:gd name="connsiteX172" fmla="*/ 4840174 w 12191999"/>
                <a:gd name="connsiteY172" fmla="*/ 451278 h 2310971"/>
                <a:gd name="connsiteX173" fmla="*/ 4818293 w 12191999"/>
                <a:gd name="connsiteY173" fmla="*/ 532756 h 2310971"/>
                <a:gd name="connsiteX174" fmla="*/ 4835586 w 12191999"/>
                <a:gd name="connsiteY174" fmla="*/ 565878 h 2310971"/>
                <a:gd name="connsiteX175" fmla="*/ 4866817 w 12191999"/>
                <a:gd name="connsiteY175" fmla="*/ 574158 h 2310971"/>
                <a:gd name="connsiteX176" fmla="*/ 4866641 w 12191999"/>
                <a:gd name="connsiteY176" fmla="*/ 546502 h 2310971"/>
                <a:gd name="connsiteX177" fmla="*/ 4929281 w 12191999"/>
                <a:gd name="connsiteY177" fmla="*/ 383545 h 2310971"/>
                <a:gd name="connsiteX178" fmla="*/ 4910048 w 12191999"/>
                <a:gd name="connsiteY178" fmla="*/ 555444 h 2310971"/>
                <a:gd name="connsiteX179" fmla="*/ 4934221 w 12191999"/>
                <a:gd name="connsiteY179" fmla="*/ 496654 h 2310971"/>
                <a:gd name="connsiteX180" fmla="*/ 4953454 w 12191999"/>
                <a:gd name="connsiteY180" fmla="*/ 578133 h 2310971"/>
                <a:gd name="connsiteX181" fmla="*/ 5033034 w 12191999"/>
                <a:gd name="connsiteY181" fmla="*/ 465023 h 2310971"/>
                <a:gd name="connsiteX182" fmla="*/ 5001803 w 12191999"/>
                <a:gd name="connsiteY182" fmla="*/ 587241 h 2310971"/>
                <a:gd name="connsiteX183" fmla="*/ 5086146 w 12191999"/>
                <a:gd name="connsiteY183" fmla="*/ 519342 h 2310971"/>
                <a:gd name="connsiteX184" fmla="*/ 5037445 w 12191999"/>
                <a:gd name="connsiteY184" fmla="*/ 619700 h 2310971"/>
                <a:gd name="connsiteX185" fmla="*/ 5052973 w 12191999"/>
                <a:gd name="connsiteY185" fmla="*/ 623840 h 2310971"/>
                <a:gd name="connsiteX186" fmla="*/ 5062149 w 12191999"/>
                <a:gd name="connsiteY186" fmla="*/ 621190 h 2310971"/>
                <a:gd name="connsiteX187" fmla="*/ 5126024 w 12191999"/>
                <a:gd name="connsiteY187" fmla="*/ 451278 h 2310971"/>
                <a:gd name="connsiteX188" fmla="*/ 5126024 w 12191999"/>
                <a:gd name="connsiteY188" fmla="*/ 605458 h 2310971"/>
                <a:gd name="connsiteX189" fmla="*/ 5132023 w 12191999"/>
                <a:gd name="connsiteY189" fmla="*/ 645700 h 2310971"/>
                <a:gd name="connsiteX190" fmla="*/ 5138552 w 12191999"/>
                <a:gd name="connsiteY190" fmla="*/ 647522 h 2310971"/>
                <a:gd name="connsiteX191" fmla="*/ 5139434 w 12191999"/>
                <a:gd name="connsiteY191" fmla="*/ 639242 h 2310971"/>
                <a:gd name="connsiteX192" fmla="*/ 5228542 w 12191999"/>
                <a:gd name="connsiteY192" fmla="*/ 510400 h 2310971"/>
                <a:gd name="connsiteX193" fmla="*/ 5187605 w 12191999"/>
                <a:gd name="connsiteY193" fmla="*/ 648350 h 2310971"/>
                <a:gd name="connsiteX194" fmla="*/ 5284124 w 12191999"/>
                <a:gd name="connsiteY194" fmla="*/ 582604 h 2310971"/>
                <a:gd name="connsiteX195" fmla="*/ 5255186 w 12191999"/>
                <a:gd name="connsiteY195" fmla="*/ 665408 h 2310971"/>
                <a:gd name="connsiteX196" fmla="*/ 5334942 w 12191999"/>
                <a:gd name="connsiteY196" fmla="*/ 578133 h 2310971"/>
                <a:gd name="connsiteX197" fmla="*/ 5309179 w 12191999"/>
                <a:gd name="connsiteY197" fmla="*/ 659280 h 2310971"/>
                <a:gd name="connsiteX198" fmla="*/ 5273183 w 12191999"/>
                <a:gd name="connsiteY198" fmla="*/ 685777 h 2310971"/>
                <a:gd name="connsiteX199" fmla="*/ 5296828 w 12191999"/>
                <a:gd name="connsiteY199" fmla="*/ 692567 h 2310971"/>
                <a:gd name="connsiteX200" fmla="*/ 5309179 w 12191999"/>
                <a:gd name="connsiteY200" fmla="*/ 689089 h 2310971"/>
                <a:gd name="connsiteX201" fmla="*/ 5424226 w 12191999"/>
                <a:gd name="connsiteY201" fmla="*/ 501125 h 2310971"/>
                <a:gd name="connsiteX202" fmla="*/ 5390347 w 12191999"/>
                <a:gd name="connsiteY202" fmla="*/ 710784 h 2310971"/>
                <a:gd name="connsiteX203" fmla="*/ 5518274 w 12191999"/>
                <a:gd name="connsiteY203" fmla="*/ 627980 h 2310971"/>
                <a:gd name="connsiteX204" fmla="*/ 5472396 w 12191999"/>
                <a:gd name="connsiteY204" fmla="*/ 738937 h 2310971"/>
                <a:gd name="connsiteX205" fmla="*/ 5478397 w 12191999"/>
                <a:gd name="connsiteY205" fmla="*/ 745727 h 2310971"/>
                <a:gd name="connsiteX206" fmla="*/ 5568563 w 12191999"/>
                <a:gd name="connsiteY206" fmla="*/ 772886 h 2310971"/>
                <a:gd name="connsiteX207" fmla="*/ 5612499 w 12191999"/>
                <a:gd name="connsiteY207" fmla="*/ 591712 h 2310971"/>
                <a:gd name="connsiteX208" fmla="*/ 5651142 w 12191999"/>
                <a:gd name="connsiteY208" fmla="*/ 768415 h 2310971"/>
                <a:gd name="connsiteX209" fmla="*/ 5658024 w 12191999"/>
                <a:gd name="connsiteY209" fmla="*/ 766593 h 2310971"/>
                <a:gd name="connsiteX210" fmla="*/ 5743425 w 12191999"/>
                <a:gd name="connsiteY210" fmla="*/ 660108 h 2310971"/>
                <a:gd name="connsiteX211" fmla="*/ 5743602 w 12191999"/>
                <a:gd name="connsiteY211" fmla="*/ 799880 h 2310971"/>
                <a:gd name="connsiteX212" fmla="*/ 5830768 w 12191999"/>
                <a:gd name="connsiteY212" fmla="*/ 680312 h 2310971"/>
                <a:gd name="connsiteX213" fmla="*/ 5773422 w 12191999"/>
                <a:gd name="connsiteY213" fmla="*/ 829855 h 2310971"/>
                <a:gd name="connsiteX214" fmla="*/ 5806242 w 12191999"/>
                <a:gd name="connsiteY214" fmla="*/ 845091 h 2310971"/>
                <a:gd name="connsiteX215" fmla="*/ 5841356 w 12191999"/>
                <a:gd name="connsiteY215" fmla="*/ 855855 h 2310971"/>
                <a:gd name="connsiteX216" fmla="*/ 5956578 w 12191999"/>
                <a:gd name="connsiteY216" fmla="*/ 709790 h 2310971"/>
                <a:gd name="connsiteX217" fmla="*/ 5915818 w 12191999"/>
                <a:gd name="connsiteY217" fmla="*/ 878875 h 2310971"/>
                <a:gd name="connsiteX218" fmla="*/ 5946520 w 12191999"/>
                <a:gd name="connsiteY218" fmla="*/ 888314 h 2310971"/>
                <a:gd name="connsiteX219" fmla="*/ 6029805 w 12191999"/>
                <a:gd name="connsiteY219" fmla="*/ 800046 h 2310971"/>
                <a:gd name="connsiteX220" fmla="*/ 5996279 w 12191999"/>
                <a:gd name="connsiteY220" fmla="*/ 903716 h 2310971"/>
                <a:gd name="connsiteX221" fmla="*/ 6013395 w 12191999"/>
                <a:gd name="connsiteY221" fmla="*/ 909015 h 2310971"/>
                <a:gd name="connsiteX222" fmla="*/ 6082388 w 12191999"/>
                <a:gd name="connsiteY222" fmla="*/ 780008 h 2310971"/>
                <a:gd name="connsiteX223" fmla="*/ 6067919 w 12191999"/>
                <a:gd name="connsiteY223" fmla="*/ 925907 h 2310971"/>
                <a:gd name="connsiteX224" fmla="*/ 6072507 w 12191999"/>
                <a:gd name="connsiteY224" fmla="*/ 927232 h 2310971"/>
                <a:gd name="connsiteX225" fmla="*/ 6125618 w 12191999"/>
                <a:gd name="connsiteY225" fmla="*/ 704656 h 2310971"/>
                <a:gd name="connsiteX226" fmla="*/ 6139382 w 12191999"/>
                <a:gd name="connsiteY226" fmla="*/ 929716 h 2310971"/>
                <a:gd name="connsiteX227" fmla="*/ 6212255 w 12191999"/>
                <a:gd name="connsiteY227" fmla="*/ 835320 h 2310971"/>
                <a:gd name="connsiteX228" fmla="*/ 6202374 w 12191999"/>
                <a:gd name="connsiteY228" fmla="*/ 967309 h 2310971"/>
                <a:gd name="connsiteX229" fmla="*/ 6243664 w 12191999"/>
                <a:gd name="connsiteY229" fmla="*/ 980060 h 2310971"/>
                <a:gd name="connsiteX230" fmla="*/ 6365238 w 12191999"/>
                <a:gd name="connsiteY230" fmla="*/ 800212 h 2310971"/>
                <a:gd name="connsiteX231" fmla="*/ 6336829 w 12191999"/>
                <a:gd name="connsiteY231" fmla="*/ 1008545 h 2310971"/>
                <a:gd name="connsiteX232" fmla="*/ 6348829 w 12191999"/>
                <a:gd name="connsiteY232" fmla="*/ 1012188 h 2310971"/>
                <a:gd name="connsiteX233" fmla="*/ 6419762 w 12191999"/>
                <a:gd name="connsiteY233" fmla="*/ 890798 h 2310971"/>
                <a:gd name="connsiteX234" fmla="*/ 6419762 w 12191999"/>
                <a:gd name="connsiteY234" fmla="*/ 1002417 h 2310971"/>
                <a:gd name="connsiteX235" fmla="*/ 6483107 w 12191999"/>
                <a:gd name="connsiteY235" fmla="*/ 872250 h 2310971"/>
                <a:gd name="connsiteX236" fmla="*/ 6483107 w 12191999"/>
                <a:gd name="connsiteY236" fmla="*/ 1048290 h 2310971"/>
                <a:gd name="connsiteX237" fmla="*/ 6586684 w 12191999"/>
                <a:gd name="connsiteY237" fmla="*/ 877715 h 2310971"/>
                <a:gd name="connsiteX238" fmla="*/ 6588272 w 12191999"/>
                <a:gd name="connsiteY238" fmla="*/ 1084227 h 2310971"/>
                <a:gd name="connsiteX239" fmla="*/ 6590214 w 12191999"/>
                <a:gd name="connsiteY239" fmla="*/ 1084889 h 2310971"/>
                <a:gd name="connsiteX240" fmla="*/ 6654441 w 12191999"/>
                <a:gd name="connsiteY240" fmla="*/ 799880 h 2310971"/>
                <a:gd name="connsiteX241" fmla="*/ 6679321 w 12191999"/>
                <a:gd name="connsiteY241" fmla="*/ 1097641 h 2310971"/>
                <a:gd name="connsiteX242" fmla="*/ 6830717 w 12191999"/>
                <a:gd name="connsiteY242" fmla="*/ 921767 h 2310971"/>
                <a:gd name="connsiteX243" fmla="*/ 6795426 w 12191999"/>
                <a:gd name="connsiteY243" fmla="*/ 1145170 h 2310971"/>
                <a:gd name="connsiteX244" fmla="*/ 6804072 w 12191999"/>
                <a:gd name="connsiteY244" fmla="*/ 1147654 h 2310971"/>
                <a:gd name="connsiteX245" fmla="*/ 6861948 w 12191999"/>
                <a:gd name="connsiteY245" fmla="*/ 1018978 h 2310971"/>
                <a:gd name="connsiteX246" fmla="*/ 6882945 w 12191999"/>
                <a:gd name="connsiteY246" fmla="*/ 1170177 h 2310971"/>
                <a:gd name="connsiteX247" fmla="*/ 6948409 w 12191999"/>
                <a:gd name="connsiteY247" fmla="*/ 1188725 h 2310971"/>
                <a:gd name="connsiteX248" fmla="*/ 6934469 w 12191999"/>
                <a:gd name="connsiteY248" fmla="*/ 1003245 h 2310971"/>
                <a:gd name="connsiteX249" fmla="*/ 7012460 w 12191999"/>
                <a:gd name="connsiteY249" fmla="*/ 1203795 h 2310971"/>
                <a:gd name="connsiteX250" fmla="*/ 7177971 w 12191999"/>
                <a:gd name="connsiteY250" fmla="*/ 990162 h 2310971"/>
                <a:gd name="connsiteX251" fmla="*/ 7099274 w 12191999"/>
                <a:gd name="connsiteY251" fmla="*/ 1231286 h 2310971"/>
                <a:gd name="connsiteX252" fmla="*/ 7102098 w 12191999"/>
                <a:gd name="connsiteY252" fmla="*/ 1232114 h 2310971"/>
                <a:gd name="connsiteX253" fmla="*/ 7271843 w 12191999"/>
                <a:gd name="connsiteY253" fmla="*/ 1111552 h 2310971"/>
                <a:gd name="connsiteX254" fmla="*/ 7181677 w 12191999"/>
                <a:gd name="connsiteY254" fmla="*/ 1254139 h 2310971"/>
                <a:gd name="connsiteX255" fmla="*/ 7300252 w 12191999"/>
                <a:gd name="connsiteY255" fmla="*/ 1286598 h 2310971"/>
                <a:gd name="connsiteX256" fmla="*/ 7381066 w 12191999"/>
                <a:gd name="connsiteY256" fmla="*/ 1053424 h 2310971"/>
                <a:gd name="connsiteX257" fmla="*/ 7445471 w 12191999"/>
                <a:gd name="connsiteY257" fmla="*/ 1278152 h 2310971"/>
                <a:gd name="connsiteX258" fmla="*/ 7608864 w 12191999"/>
                <a:gd name="connsiteY258" fmla="*/ 1053424 h 2310971"/>
                <a:gd name="connsiteX259" fmla="*/ 7560870 w 12191999"/>
                <a:gd name="connsiteY259" fmla="*/ 1355822 h 2310971"/>
                <a:gd name="connsiteX260" fmla="*/ 7562987 w 12191999"/>
                <a:gd name="connsiteY260" fmla="*/ 1356484 h 2310971"/>
                <a:gd name="connsiteX261" fmla="*/ 7677151 w 12191999"/>
                <a:gd name="connsiteY261" fmla="*/ 1184916 h 2310971"/>
                <a:gd name="connsiteX262" fmla="*/ 7677327 w 12191999"/>
                <a:gd name="connsiteY262" fmla="*/ 1345223 h 2310971"/>
                <a:gd name="connsiteX263" fmla="*/ 7773316 w 12191999"/>
                <a:gd name="connsiteY263" fmla="*/ 1165043 h 2310971"/>
                <a:gd name="connsiteX264" fmla="*/ 7773316 w 12191999"/>
                <a:gd name="connsiteY264" fmla="*/ 1369733 h 2310971"/>
                <a:gd name="connsiteX265" fmla="*/ 7910066 w 12191999"/>
                <a:gd name="connsiteY265" fmla="*/ 1096979 h 2310971"/>
                <a:gd name="connsiteX266" fmla="*/ 7868600 w 12191999"/>
                <a:gd name="connsiteY266" fmla="*/ 1418421 h 2310971"/>
                <a:gd name="connsiteX267" fmla="*/ 7856954 w 12191999"/>
                <a:gd name="connsiteY267" fmla="*/ 1431835 h 2310971"/>
                <a:gd name="connsiteX268" fmla="*/ 7916947 w 12191999"/>
                <a:gd name="connsiteY268" fmla="*/ 1446906 h 2310971"/>
                <a:gd name="connsiteX269" fmla="*/ 8027936 w 12191999"/>
                <a:gd name="connsiteY269" fmla="*/ 1226317 h 2310971"/>
                <a:gd name="connsiteX270" fmla="*/ 8029876 w 12191999"/>
                <a:gd name="connsiteY270" fmla="*/ 1450549 h 2310971"/>
                <a:gd name="connsiteX271" fmla="*/ 8097103 w 12191999"/>
                <a:gd name="connsiteY271" fmla="*/ 1373873 h 2310971"/>
                <a:gd name="connsiteX272" fmla="*/ 8097103 w 12191999"/>
                <a:gd name="connsiteY272" fmla="*/ 1458332 h 2310971"/>
                <a:gd name="connsiteX273" fmla="*/ 8166272 w 12191999"/>
                <a:gd name="connsiteY273" fmla="*/ 1320713 h 2310971"/>
                <a:gd name="connsiteX274" fmla="*/ 8173507 w 12191999"/>
                <a:gd name="connsiteY274" fmla="*/ 1509505 h 2310971"/>
                <a:gd name="connsiteX275" fmla="*/ 8186741 w 12191999"/>
                <a:gd name="connsiteY275" fmla="*/ 1512651 h 2310971"/>
                <a:gd name="connsiteX276" fmla="*/ 8253263 w 12191999"/>
                <a:gd name="connsiteY276" fmla="*/ 1493441 h 2310971"/>
                <a:gd name="connsiteX277" fmla="*/ 8386484 w 12191999"/>
                <a:gd name="connsiteY277" fmla="*/ 1179119 h 2310971"/>
                <a:gd name="connsiteX278" fmla="*/ 8345547 w 12191999"/>
                <a:gd name="connsiteY278" fmla="*/ 1518448 h 2310971"/>
                <a:gd name="connsiteX279" fmla="*/ 8424244 w 12191999"/>
                <a:gd name="connsiteY279" fmla="*/ 1348866 h 2310971"/>
                <a:gd name="connsiteX280" fmla="*/ 8461475 w 12191999"/>
                <a:gd name="connsiteY280" fmla="*/ 1539645 h 2310971"/>
                <a:gd name="connsiteX281" fmla="*/ 8499588 w 12191999"/>
                <a:gd name="connsiteY281" fmla="*/ 1403351 h 2310971"/>
                <a:gd name="connsiteX282" fmla="*/ 8544231 w 12191999"/>
                <a:gd name="connsiteY282" fmla="*/ 1557696 h 2310971"/>
                <a:gd name="connsiteX283" fmla="*/ 8568757 w 12191999"/>
                <a:gd name="connsiteY283" fmla="*/ 1459492 h 2310971"/>
                <a:gd name="connsiteX284" fmla="*/ 8642160 w 12191999"/>
                <a:gd name="connsiteY284" fmla="*/ 1578894 h 2310971"/>
                <a:gd name="connsiteX285" fmla="*/ 8707095 w 12191999"/>
                <a:gd name="connsiteY285" fmla="*/ 1435810 h 2310971"/>
                <a:gd name="connsiteX286" fmla="*/ 8698272 w 12191999"/>
                <a:gd name="connsiteY286" fmla="*/ 1630232 h 2310971"/>
                <a:gd name="connsiteX287" fmla="*/ 8704624 w 12191999"/>
                <a:gd name="connsiteY287" fmla="*/ 1631557 h 2310971"/>
                <a:gd name="connsiteX288" fmla="*/ 8864312 w 12191999"/>
                <a:gd name="connsiteY288" fmla="*/ 1406332 h 2310971"/>
                <a:gd name="connsiteX289" fmla="*/ 8865547 w 12191999"/>
                <a:gd name="connsiteY289" fmla="*/ 1651098 h 2310971"/>
                <a:gd name="connsiteX290" fmla="*/ 8961890 w 12191999"/>
                <a:gd name="connsiteY290" fmla="*/ 1547926 h 2310971"/>
                <a:gd name="connsiteX291" fmla="*/ 8963478 w 12191999"/>
                <a:gd name="connsiteY291" fmla="*/ 1687532 h 2310971"/>
                <a:gd name="connsiteX292" fmla="*/ 8998592 w 12191999"/>
                <a:gd name="connsiteY292" fmla="*/ 1694985 h 2310971"/>
                <a:gd name="connsiteX293" fmla="*/ 9065819 w 12191999"/>
                <a:gd name="connsiteY293" fmla="*/ 1667991 h 2310971"/>
                <a:gd name="connsiteX294" fmla="*/ 9134811 w 12191999"/>
                <a:gd name="connsiteY294" fmla="*/ 1442103 h 2310971"/>
                <a:gd name="connsiteX295" fmla="*/ 9169396 w 12191999"/>
                <a:gd name="connsiteY295" fmla="*/ 1704921 h 2310971"/>
                <a:gd name="connsiteX296" fmla="*/ 9185101 w 12191999"/>
                <a:gd name="connsiteY296" fmla="*/ 1553887 h 2310971"/>
                <a:gd name="connsiteX297" fmla="*/ 9268385 w 12191999"/>
                <a:gd name="connsiteY297" fmla="*/ 1709061 h 2310971"/>
                <a:gd name="connsiteX298" fmla="*/ 9348493 w 12191999"/>
                <a:gd name="connsiteY298" fmla="*/ 1615825 h 2310971"/>
                <a:gd name="connsiteX299" fmla="*/ 9393841 w 12191999"/>
                <a:gd name="connsiteY299" fmla="*/ 1775138 h 2310971"/>
                <a:gd name="connsiteX300" fmla="*/ 9401428 w 12191999"/>
                <a:gd name="connsiteY300" fmla="*/ 1776629 h 2310971"/>
                <a:gd name="connsiteX301" fmla="*/ 9493183 w 12191999"/>
                <a:gd name="connsiteY301" fmla="*/ 1621786 h 2310971"/>
                <a:gd name="connsiteX302" fmla="*/ 9506770 w 12191999"/>
                <a:gd name="connsiteY302" fmla="*/ 1797164 h 2310971"/>
                <a:gd name="connsiteX303" fmla="*/ 9508358 w 12191999"/>
                <a:gd name="connsiteY303" fmla="*/ 1797329 h 2310971"/>
                <a:gd name="connsiteX304" fmla="*/ 9565528 w 12191999"/>
                <a:gd name="connsiteY304" fmla="*/ 1713201 h 2310971"/>
                <a:gd name="connsiteX305" fmla="*/ 9565528 w 12191999"/>
                <a:gd name="connsiteY305" fmla="*/ 1795839 h 2310971"/>
                <a:gd name="connsiteX306" fmla="*/ 9612641 w 12191999"/>
                <a:gd name="connsiteY306" fmla="*/ 1645303 h 2310971"/>
                <a:gd name="connsiteX307" fmla="*/ 9631521 w 12191999"/>
                <a:gd name="connsiteY307" fmla="*/ 1819521 h 2310971"/>
                <a:gd name="connsiteX308" fmla="*/ 9701220 w 12191999"/>
                <a:gd name="connsiteY308" fmla="*/ 1695481 h 2310971"/>
                <a:gd name="connsiteX309" fmla="*/ 9732098 w 12191999"/>
                <a:gd name="connsiteY309" fmla="*/ 1837406 h 2310971"/>
                <a:gd name="connsiteX310" fmla="*/ 9766859 w 12191999"/>
                <a:gd name="connsiteY310" fmla="*/ 1574920 h 2310971"/>
                <a:gd name="connsiteX311" fmla="*/ 9830911 w 12191999"/>
                <a:gd name="connsiteY311" fmla="*/ 1818361 h 2310971"/>
                <a:gd name="connsiteX312" fmla="*/ 9826499 w 12191999"/>
                <a:gd name="connsiteY312" fmla="*/ 1837406 h 2310971"/>
                <a:gd name="connsiteX313" fmla="*/ 9895668 w 12191999"/>
                <a:gd name="connsiteY313" fmla="*/ 1660207 h 2310971"/>
                <a:gd name="connsiteX314" fmla="*/ 9897608 w 12191999"/>
                <a:gd name="connsiteY314" fmla="*/ 1837406 h 2310971"/>
                <a:gd name="connsiteX315" fmla="*/ 9964836 w 12191999"/>
                <a:gd name="connsiteY315" fmla="*/ 1857776 h 2310971"/>
                <a:gd name="connsiteX316" fmla="*/ 10043358 w 12191999"/>
                <a:gd name="connsiteY316" fmla="*/ 1716182 h 2310971"/>
                <a:gd name="connsiteX317" fmla="*/ 10024477 w 12191999"/>
                <a:gd name="connsiteY317" fmla="*/ 1857776 h 2310971"/>
                <a:gd name="connsiteX318" fmla="*/ 10073177 w 12191999"/>
                <a:gd name="connsiteY318" fmla="*/ 1762055 h 2310971"/>
                <a:gd name="connsiteX319" fmla="*/ 10089412 w 12191999"/>
                <a:gd name="connsiteY319" fmla="*/ 1882451 h 2310971"/>
                <a:gd name="connsiteX320" fmla="*/ 10181519 w 12191999"/>
                <a:gd name="connsiteY320" fmla="*/ 1791202 h 2310971"/>
                <a:gd name="connsiteX321" fmla="*/ 10172520 w 12191999"/>
                <a:gd name="connsiteY321" fmla="*/ 1916897 h 2310971"/>
                <a:gd name="connsiteX322" fmla="*/ 10210809 w 12191999"/>
                <a:gd name="connsiteY322" fmla="*/ 1923356 h 2310971"/>
                <a:gd name="connsiteX323" fmla="*/ 10232513 w 12191999"/>
                <a:gd name="connsiteY323" fmla="*/ 1912095 h 2310971"/>
                <a:gd name="connsiteX324" fmla="*/ 10263744 w 12191999"/>
                <a:gd name="connsiteY324" fmla="*/ 1677099 h 2310971"/>
                <a:gd name="connsiteX325" fmla="*/ 10316856 w 12191999"/>
                <a:gd name="connsiteY325" fmla="*/ 1926006 h 2310971"/>
                <a:gd name="connsiteX326" fmla="*/ 10308915 w 12191999"/>
                <a:gd name="connsiteY326" fmla="*/ 1939751 h 2310971"/>
                <a:gd name="connsiteX327" fmla="*/ 10355499 w 12191999"/>
                <a:gd name="connsiteY327" fmla="*/ 1947535 h 2310971"/>
                <a:gd name="connsiteX328" fmla="*/ 10362911 w 12191999"/>
                <a:gd name="connsiteY328" fmla="*/ 1940745 h 2310971"/>
                <a:gd name="connsiteX329" fmla="*/ 10427492 w 12191999"/>
                <a:gd name="connsiteY329" fmla="*/ 1784246 h 2310971"/>
                <a:gd name="connsiteX330" fmla="*/ 10465604 w 12191999"/>
                <a:gd name="connsiteY330" fmla="*/ 1950019 h 2310971"/>
                <a:gd name="connsiteX331" fmla="*/ 10484661 w 12191999"/>
                <a:gd name="connsiteY331" fmla="*/ 1842540 h 2310971"/>
                <a:gd name="connsiteX332" fmla="*/ 10548889 w 12191999"/>
                <a:gd name="connsiteY332" fmla="*/ 1963267 h 2310971"/>
                <a:gd name="connsiteX333" fmla="*/ 10593885 w 12191999"/>
                <a:gd name="connsiteY333" fmla="*/ 1865725 h 2310971"/>
                <a:gd name="connsiteX334" fmla="*/ 10620705 w 12191999"/>
                <a:gd name="connsiteY334" fmla="*/ 1989433 h 2310971"/>
                <a:gd name="connsiteX335" fmla="*/ 10625646 w 12191999"/>
                <a:gd name="connsiteY335" fmla="*/ 1990095 h 2310971"/>
                <a:gd name="connsiteX336" fmla="*/ 10648583 w 12191999"/>
                <a:gd name="connsiteY336" fmla="*/ 1801138 h 2310971"/>
                <a:gd name="connsiteX337" fmla="*/ 10721105 w 12191999"/>
                <a:gd name="connsiteY337" fmla="*/ 1979000 h 2310971"/>
                <a:gd name="connsiteX338" fmla="*/ 10797508 w 12191999"/>
                <a:gd name="connsiteY338" fmla="*/ 1907789 h 2310971"/>
                <a:gd name="connsiteX339" fmla="*/ 10784275 w 12191999"/>
                <a:gd name="connsiteY339" fmla="*/ 2013777 h 2310971"/>
                <a:gd name="connsiteX340" fmla="*/ 10845856 w 12191999"/>
                <a:gd name="connsiteY340" fmla="*/ 2022886 h 2310971"/>
                <a:gd name="connsiteX341" fmla="*/ 10874618 w 12191999"/>
                <a:gd name="connsiteY341" fmla="*/ 1942732 h 2310971"/>
                <a:gd name="connsiteX342" fmla="*/ 10893322 w 12191999"/>
                <a:gd name="connsiteY342" fmla="*/ 2030007 h 2310971"/>
                <a:gd name="connsiteX343" fmla="*/ 10897909 w 12191999"/>
                <a:gd name="connsiteY343" fmla="*/ 2030503 h 2310971"/>
                <a:gd name="connsiteX344" fmla="*/ 10907084 w 12191999"/>
                <a:gd name="connsiteY344" fmla="*/ 1842705 h 2310971"/>
                <a:gd name="connsiteX345" fmla="*/ 10984901 w 12191999"/>
                <a:gd name="connsiteY345" fmla="*/ 2039612 h 2310971"/>
                <a:gd name="connsiteX346" fmla="*/ 11063950 w 12191999"/>
                <a:gd name="connsiteY346" fmla="*/ 1728934 h 2310971"/>
                <a:gd name="connsiteX347" fmla="*/ 11102239 w 12191999"/>
                <a:gd name="connsiteY347" fmla="*/ 2058657 h 2310971"/>
                <a:gd name="connsiteX348" fmla="*/ 11103121 w 12191999"/>
                <a:gd name="connsiteY348" fmla="*/ 2058822 h 2310971"/>
                <a:gd name="connsiteX349" fmla="*/ 11208640 w 12191999"/>
                <a:gd name="connsiteY349" fmla="*/ 1941242 h 2310971"/>
                <a:gd name="connsiteX350" fmla="*/ 11223284 w 12191999"/>
                <a:gd name="connsiteY350" fmla="*/ 2075052 h 2310971"/>
                <a:gd name="connsiteX351" fmla="*/ 11309040 w 12191999"/>
                <a:gd name="connsiteY351" fmla="*/ 2086478 h 2310971"/>
                <a:gd name="connsiteX352" fmla="*/ 11388266 w 12191999"/>
                <a:gd name="connsiteY352" fmla="*/ 1880795 h 2310971"/>
                <a:gd name="connsiteX353" fmla="*/ 11428674 w 12191999"/>
                <a:gd name="connsiteY353" fmla="*/ 2101549 h 2310971"/>
                <a:gd name="connsiteX354" fmla="*/ 11516546 w 12191999"/>
                <a:gd name="connsiteY354" fmla="*/ 2112645 h 2310971"/>
                <a:gd name="connsiteX355" fmla="*/ 11550425 w 12191999"/>
                <a:gd name="connsiteY355" fmla="*/ 1965089 h 2310971"/>
                <a:gd name="connsiteX356" fmla="*/ 11654354 w 12191999"/>
                <a:gd name="connsiteY356" fmla="*/ 2129205 h 2310971"/>
                <a:gd name="connsiteX357" fmla="*/ 11674999 w 12191999"/>
                <a:gd name="connsiteY357" fmla="*/ 2131689 h 2310971"/>
                <a:gd name="connsiteX358" fmla="*/ 11712936 w 12191999"/>
                <a:gd name="connsiteY358" fmla="*/ 1943229 h 2310971"/>
                <a:gd name="connsiteX359" fmla="*/ 11784223 w 12191999"/>
                <a:gd name="connsiteY359" fmla="*/ 2144275 h 2310971"/>
                <a:gd name="connsiteX360" fmla="*/ 11833451 w 12191999"/>
                <a:gd name="connsiteY360" fmla="*/ 2149906 h 2310971"/>
                <a:gd name="connsiteX361" fmla="*/ 11885329 w 12191999"/>
                <a:gd name="connsiteY361" fmla="*/ 1903483 h 2310971"/>
                <a:gd name="connsiteX362" fmla="*/ 11947792 w 12191999"/>
                <a:gd name="connsiteY362" fmla="*/ 2162492 h 2310971"/>
                <a:gd name="connsiteX363" fmla="*/ 12024018 w 12191999"/>
                <a:gd name="connsiteY363" fmla="*/ 2170441 h 2310971"/>
                <a:gd name="connsiteX364" fmla="*/ 12099364 w 12191999"/>
                <a:gd name="connsiteY364" fmla="*/ 1985293 h 2310971"/>
                <a:gd name="connsiteX365" fmla="*/ 12120184 w 12191999"/>
                <a:gd name="connsiteY365" fmla="*/ 2180543 h 2310971"/>
                <a:gd name="connsiteX366" fmla="*/ 12191824 w 12191999"/>
                <a:gd name="connsiteY366" fmla="*/ 2188161 h 2310971"/>
                <a:gd name="connsiteX367" fmla="*/ 12191999 w 12191999"/>
                <a:gd name="connsiteY367" fmla="*/ 2188161 h 2310971"/>
                <a:gd name="connsiteX368" fmla="*/ 12191999 w 12191999"/>
                <a:gd name="connsiteY368" fmla="*/ 2310971 h 2310971"/>
                <a:gd name="connsiteX369" fmla="*/ 0 w 12191999"/>
                <a:gd name="connsiteY369" fmla="*/ 2310971 h 2310971"/>
                <a:gd name="connsiteX370" fmla="*/ 0 w 12191999"/>
                <a:gd name="connsiteY370" fmla="*/ 371775 h 2310971"/>
                <a:gd name="connsiteX371" fmla="*/ 31709 w 12191999"/>
                <a:gd name="connsiteY371" fmla="*/ 364335 h 2310971"/>
                <a:gd name="connsiteX372" fmla="*/ 88350 w 12191999"/>
                <a:gd name="connsiteY372" fmla="*/ 90421 h 2310971"/>
                <a:gd name="connsiteX373" fmla="*/ 136697 w 12191999"/>
                <a:gd name="connsiteY373" fmla="*/ 327404 h 2310971"/>
                <a:gd name="connsiteX374" fmla="*/ 126286 w 12191999"/>
                <a:gd name="connsiteY374" fmla="*/ 370131 h 2310971"/>
                <a:gd name="connsiteX375" fmla="*/ 179398 w 12191999"/>
                <a:gd name="connsiteY375" fmla="*/ 364169 h 2310971"/>
                <a:gd name="connsiteX376" fmla="*/ 237804 w 12191999"/>
                <a:gd name="connsiteY376" fmla="*/ 186308 h 2310971"/>
                <a:gd name="connsiteX377" fmla="*/ 240626 w 12191999"/>
                <a:gd name="connsiteY377" fmla="*/ 357711 h 2310971"/>
                <a:gd name="connsiteX378" fmla="*/ 322500 w 12191999"/>
                <a:gd name="connsiteY378" fmla="*/ 349099 h 2310971"/>
                <a:gd name="connsiteX379" fmla="*/ 359379 w 12191999"/>
                <a:gd name="connsiteY379" fmla="*/ 188792 h 2310971"/>
                <a:gd name="connsiteX380" fmla="*/ 380199 w 12191999"/>
                <a:gd name="connsiteY380" fmla="*/ 342640 h 2310971"/>
                <a:gd name="connsiteX381" fmla="*/ 381081 w 12191999"/>
                <a:gd name="connsiteY381" fmla="*/ 343137 h 2310971"/>
                <a:gd name="connsiteX382" fmla="*/ 443722 w 12191999"/>
                <a:gd name="connsiteY382" fmla="*/ 336844 h 2310971"/>
                <a:gd name="connsiteX383" fmla="*/ 487304 w 12191999"/>
                <a:gd name="connsiteY383" fmla="*/ 105326 h 2310971"/>
                <a:gd name="connsiteX384" fmla="*/ 528241 w 12191999"/>
                <a:gd name="connsiteY384" fmla="*/ 328729 h 2310971"/>
                <a:gd name="connsiteX385" fmla="*/ 608351 w 12191999"/>
                <a:gd name="connsiteY385" fmla="*/ 321111 h 2310971"/>
                <a:gd name="connsiteX386" fmla="*/ 625819 w 12191999"/>
                <a:gd name="connsiteY386" fmla="*/ 256525 h 2310971"/>
                <a:gd name="connsiteX387" fmla="*/ 645582 w 12191999"/>
                <a:gd name="connsiteY387" fmla="*/ 317965 h 2310971"/>
                <a:gd name="connsiteX388" fmla="*/ 705575 w 12191999"/>
                <a:gd name="connsiteY388" fmla="*/ 312666 h 2310971"/>
                <a:gd name="connsiteX389" fmla="*/ 733102 w 12191999"/>
                <a:gd name="connsiteY389" fmla="*/ 220919 h 2310971"/>
                <a:gd name="connsiteX390" fmla="*/ 751275 w 12191999"/>
                <a:gd name="connsiteY390" fmla="*/ 308691 h 2310971"/>
                <a:gd name="connsiteX391" fmla="*/ 824503 w 12191999"/>
                <a:gd name="connsiteY391" fmla="*/ 302563 h 2310971"/>
                <a:gd name="connsiteX392" fmla="*/ 703104 w 12191999"/>
                <a:gd name="connsiteY392" fmla="*/ 0 h 2310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</a:cxnLst>
              <a:rect l="l" t="t" r="r" b="b"/>
              <a:pathLst>
                <a:path w="12191999" h="2310971">
                  <a:moveTo>
                    <a:pt x="703104" y="0"/>
                  </a:moveTo>
                  <a:cubicBezTo>
                    <a:pt x="781449" y="44051"/>
                    <a:pt x="826797" y="133810"/>
                    <a:pt x="852382" y="211314"/>
                  </a:cubicBezTo>
                  <a:cubicBezTo>
                    <a:pt x="851853" y="152689"/>
                    <a:pt x="862087" y="72039"/>
                    <a:pt x="916257" y="34115"/>
                  </a:cubicBezTo>
                  <a:cubicBezTo>
                    <a:pt x="916257" y="34115"/>
                    <a:pt x="881849" y="231849"/>
                    <a:pt x="986838" y="288487"/>
                  </a:cubicBezTo>
                  <a:cubicBezTo>
                    <a:pt x="986838" y="288487"/>
                    <a:pt x="972721" y="201875"/>
                    <a:pt x="1027774" y="141097"/>
                  </a:cubicBezTo>
                  <a:cubicBezTo>
                    <a:pt x="1027774" y="141097"/>
                    <a:pt x="1004129" y="209658"/>
                    <a:pt x="1069593" y="258512"/>
                  </a:cubicBezTo>
                  <a:cubicBezTo>
                    <a:pt x="1135057" y="307366"/>
                    <a:pt x="1142115" y="173390"/>
                    <a:pt x="1142115" y="173390"/>
                  </a:cubicBezTo>
                  <a:cubicBezTo>
                    <a:pt x="1142115" y="173390"/>
                    <a:pt x="1173346" y="237314"/>
                    <a:pt x="1179521" y="276894"/>
                  </a:cubicBezTo>
                  <a:cubicBezTo>
                    <a:pt x="1195755" y="275901"/>
                    <a:pt x="1211989" y="274907"/>
                    <a:pt x="1228399" y="273913"/>
                  </a:cubicBezTo>
                  <a:cubicBezTo>
                    <a:pt x="1238986" y="264971"/>
                    <a:pt x="1247279" y="257850"/>
                    <a:pt x="1247279" y="257850"/>
                  </a:cubicBezTo>
                  <a:cubicBezTo>
                    <a:pt x="1247279" y="257850"/>
                    <a:pt x="1294391" y="208002"/>
                    <a:pt x="1234046" y="94727"/>
                  </a:cubicBezTo>
                  <a:cubicBezTo>
                    <a:pt x="1234046" y="94727"/>
                    <a:pt x="1315036" y="169581"/>
                    <a:pt x="1288040" y="270436"/>
                  </a:cubicBezTo>
                  <a:cubicBezTo>
                    <a:pt x="1307273" y="269442"/>
                    <a:pt x="1326682" y="268117"/>
                    <a:pt x="1345916" y="267124"/>
                  </a:cubicBezTo>
                  <a:lnTo>
                    <a:pt x="1351739" y="185479"/>
                  </a:lnTo>
                  <a:cubicBezTo>
                    <a:pt x="1351739" y="185479"/>
                    <a:pt x="1386323" y="232180"/>
                    <a:pt x="1394263" y="264639"/>
                  </a:cubicBezTo>
                  <a:cubicBezTo>
                    <a:pt x="1405379" y="264142"/>
                    <a:pt x="1416495" y="263646"/>
                    <a:pt x="1427612" y="262984"/>
                  </a:cubicBezTo>
                  <a:cubicBezTo>
                    <a:pt x="1426201" y="234830"/>
                    <a:pt x="1428847" y="173887"/>
                    <a:pt x="1469431" y="133645"/>
                  </a:cubicBezTo>
                  <a:cubicBezTo>
                    <a:pt x="1467843" y="138778"/>
                    <a:pt x="1447904" y="201875"/>
                    <a:pt x="1470490" y="260996"/>
                  </a:cubicBezTo>
                  <a:cubicBezTo>
                    <a:pt x="1473137" y="260831"/>
                    <a:pt x="1475783" y="260665"/>
                    <a:pt x="1478430" y="260665"/>
                  </a:cubicBezTo>
                  <a:cubicBezTo>
                    <a:pt x="1473489" y="213798"/>
                    <a:pt x="1470843" y="108306"/>
                    <a:pt x="1538777" y="54484"/>
                  </a:cubicBezTo>
                  <a:cubicBezTo>
                    <a:pt x="1538777" y="54484"/>
                    <a:pt x="1497310" y="182498"/>
                    <a:pt x="1528189" y="258347"/>
                  </a:cubicBezTo>
                  <a:cubicBezTo>
                    <a:pt x="1545129" y="257684"/>
                    <a:pt x="1562244" y="257021"/>
                    <a:pt x="1579184" y="256359"/>
                  </a:cubicBezTo>
                  <a:lnTo>
                    <a:pt x="1576890" y="159148"/>
                  </a:lnTo>
                  <a:cubicBezTo>
                    <a:pt x="1576890" y="159148"/>
                    <a:pt x="1602299" y="209823"/>
                    <a:pt x="1613062" y="255034"/>
                  </a:cubicBezTo>
                  <a:cubicBezTo>
                    <a:pt x="1630531" y="254372"/>
                    <a:pt x="1647999" y="253544"/>
                    <a:pt x="1665467" y="253047"/>
                  </a:cubicBezTo>
                  <a:cubicBezTo>
                    <a:pt x="1673409" y="203696"/>
                    <a:pt x="1678878" y="107644"/>
                    <a:pt x="1614651" y="60943"/>
                  </a:cubicBezTo>
                  <a:cubicBezTo>
                    <a:pt x="1633707" y="72867"/>
                    <a:pt x="1742930" y="147059"/>
                    <a:pt x="1729167" y="251060"/>
                  </a:cubicBezTo>
                  <a:cubicBezTo>
                    <a:pt x="1739400" y="250728"/>
                    <a:pt x="1749635" y="250397"/>
                    <a:pt x="1759869" y="250231"/>
                  </a:cubicBezTo>
                  <a:cubicBezTo>
                    <a:pt x="1776808" y="230193"/>
                    <a:pt x="1793395" y="197403"/>
                    <a:pt x="1793571" y="144243"/>
                  </a:cubicBezTo>
                  <a:cubicBezTo>
                    <a:pt x="1793571" y="144243"/>
                    <a:pt x="1816686" y="202537"/>
                    <a:pt x="1813863" y="248575"/>
                  </a:cubicBezTo>
                  <a:cubicBezTo>
                    <a:pt x="1831155" y="248078"/>
                    <a:pt x="1848447" y="247913"/>
                    <a:pt x="1865740" y="247582"/>
                  </a:cubicBezTo>
                  <a:cubicBezTo>
                    <a:pt x="1866270" y="230524"/>
                    <a:pt x="1868916" y="211314"/>
                    <a:pt x="1876151" y="194753"/>
                  </a:cubicBezTo>
                  <a:cubicBezTo>
                    <a:pt x="1876151" y="194753"/>
                    <a:pt x="1878091" y="222079"/>
                    <a:pt x="1888149" y="247085"/>
                  </a:cubicBezTo>
                  <a:lnTo>
                    <a:pt x="1914087" y="246588"/>
                  </a:lnTo>
                  <a:cubicBezTo>
                    <a:pt x="1914969" y="212308"/>
                    <a:pt x="1922027" y="162294"/>
                    <a:pt x="1953789" y="137785"/>
                  </a:cubicBezTo>
                  <a:cubicBezTo>
                    <a:pt x="1953789" y="137785"/>
                    <a:pt x="1944966" y="197238"/>
                    <a:pt x="1952378" y="245926"/>
                  </a:cubicBezTo>
                  <a:cubicBezTo>
                    <a:pt x="1971258" y="245594"/>
                    <a:pt x="1990138" y="245429"/>
                    <a:pt x="2009017" y="245263"/>
                  </a:cubicBezTo>
                  <a:cubicBezTo>
                    <a:pt x="2008841" y="222410"/>
                    <a:pt x="2014487" y="189619"/>
                    <a:pt x="2042014" y="162460"/>
                  </a:cubicBezTo>
                  <a:cubicBezTo>
                    <a:pt x="2042014" y="162460"/>
                    <a:pt x="2035132" y="209161"/>
                    <a:pt x="2052071" y="244767"/>
                  </a:cubicBezTo>
                  <a:cubicBezTo>
                    <a:pt x="2075716" y="244601"/>
                    <a:pt x="2099361" y="244270"/>
                    <a:pt x="2122829" y="244270"/>
                  </a:cubicBezTo>
                  <a:cubicBezTo>
                    <a:pt x="2124769" y="228040"/>
                    <a:pt x="2123359" y="212805"/>
                    <a:pt x="2123359" y="212805"/>
                  </a:cubicBezTo>
                  <a:cubicBezTo>
                    <a:pt x="2123359" y="212805"/>
                    <a:pt x="2135533" y="225390"/>
                    <a:pt x="2144532" y="244270"/>
                  </a:cubicBezTo>
                  <a:lnTo>
                    <a:pt x="2154060" y="244270"/>
                  </a:lnTo>
                  <a:cubicBezTo>
                    <a:pt x="2158648" y="207339"/>
                    <a:pt x="2175058" y="138116"/>
                    <a:pt x="2236287" y="108804"/>
                  </a:cubicBezTo>
                  <a:cubicBezTo>
                    <a:pt x="2236287" y="108804"/>
                    <a:pt x="2189350" y="187467"/>
                    <a:pt x="2217759" y="244435"/>
                  </a:cubicBezTo>
                  <a:lnTo>
                    <a:pt x="2235581" y="244435"/>
                  </a:lnTo>
                  <a:cubicBezTo>
                    <a:pt x="2235934" y="221085"/>
                    <a:pt x="2239463" y="187135"/>
                    <a:pt x="2254990" y="171237"/>
                  </a:cubicBezTo>
                  <a:cubicBezTo>
                    <a:pt x="2254990" y="171237"/>
                    <a:pt x="2257284" y="215289"/>
                    <a:pt x="2270165" y="244601"/>
                  </a:cubicBezTo>
                  <a:cubicBezTo>
                    <a:pt x="2284634" y="244601"/>
                    <a:pt x="2299103" y="244932"/>
                    <a:pt x="2313396" y="245098"/>
                  </a:cubicBezTo>
                  <a:cubicBezTo>
                    <a:pt x="2318866" y="221250"/>
                    <a:pt x="2317454" y="188626"/>
                    <a:pt x="2317454" y="188626"/>
                  </a:cubicBezTo>
                  <a:cubicBezTo>
                    <a:pt x="2317454" y="188626"/>
                    <a:pt x="2335100" y="217110"/>
                    <a:pt x="2339511" y="245429"/>
                  </a:cubicBezTo>
                  <a:cubicBezTo>
                    <a:pt x="2347274" y="245594"/>
                    <a:pt x="2355038" y="245594"/>
                    <a:pt x="2362802" y="245760"/>
                  </a:cubicBezTo>
                  <a:cubicBezTo>
                    <a:pt x="2369860" y="231849"/>
                    <a:pt x="2374978" y="214295"/>
                    <a:pt x="2371624" y="193760"/>
                  </a:cubicBezTo>
                  <a:cubicBezTo>
                    <a:pt x="2371624" y="193760"/>
                    <a:pt x="2387153" y="220919"/>
                    <a:pt x="2393328" y="246091"/>
                  </a:cubicBezTo>
                  <a:cubicBezTo>
                    <a:pt x="2412561" y="246423"/>
                    <a:pt x="2431617" y="246920"/>
                    <a:pt x="2450852" y="247251"/>
                  </a:cubicBezTo>
                  <a:cubicBezTo>
                    <a:pt x="2457027" y="220422"/>
                    <a:pt x="2464614" y="164613"/>
                    <a:pt x="2434088" y="124370"/>
                  </a:cubicBezTo>
                  <a:cubicBezTo>
                    <a:pt x="2434088" y="124370"/>
                    <a:pt x="2487553" y="174549"/>
                    <a:pt x="2495493" y="227047"/>
                  </a:cubicBezTo>
                  <a:cubicBezTo>
                    <a:pt x="2500081" y="203696"/>
                    <a:pt x="2511197" y="175212"/>
                    <a:pt x="2538018" y="161467"/>
                  </a:cubicBezTo>
                  <a:cubicBezTo>
                    <a:pt x="2538018" y="161467"/>
                    <a:pt x="2512432" y="214295"/>
                    <a:pt x="2527078" y="249072"/>
                  </a:cubicBezTo>
                  <a:cubicBezTo>
                    <a:pt x="2537488" y="249404"/>
                    <a:pt x="2548076" y="249569"/>
                    <a:pt x="2558662" y="249900"/>
                  </a:cubicBezTo>
                  <a:cubicBezTo>
                    <a:pt x="2558310" y="231021"/>
                    <a:pt x="2552664" y="206346"/>
                    <a:pt x="2552664" y="206346"/>
                  </a:cubicBezTo>
                  <a:lnTo>
                    <a:pt x="2580896" y="250728"/>
                  </a:lnTo>
                  <a:cubicBezTo>
                    <a:pt x="2583013" y="250728"/>
                    <a:pt x="2585130" y="250728"/>
                    <a:pt x="2587071" y="250894"/>
                  </a:cubicBezTo>
                  <a:cubicBezTo>
                    <a:pt x="2583190" y="226881"/>
                    <a:pt x="2580366" y="178855"/>
                    <a:pt x="2617245" y="161467"/>
                  </a:cubicBezTo>
                  <a:cubicBezTo>
                    <a:pt x="2617245" y="161467"/>
                    <a:pt x="2607010" y="217607"/>
                    <a:pt x="2652711" y="253047"/>
                  </a:cubicBezTo>
                  <a:lnTo>
                    <a:pt x="2653064" y="253378"/>
                  </a:lnTo>
                  <a:cubicBezTo>
                    <a:pt x="2662416" y="253710"/>
                    <a:pt x="2671944" y="254041"/>
                    <a:pt x="2681472" y="254372"/>
                  </a:cubicBezTo>
                  <a:cubicBezTo>
                    <a:pt x="2699294" y="235990"/>
                    <a:pt x="2700529" y="179021"/>
                    <a:pt x="2700529" y="179021"/>
                  </a:cubicBezTo>
                  <a:cubicBezTo>
                    <a:pt x="2700529" y="179021"/>
                    <a:pt x="2727879" y="223237"/>
                    <a:pt x="2733349" y="256525"/>
                  </a:cubicBezTo>
                  <a:cubicBezTo>
                    <a:pt x="2750288" y="257187"/>
                    <a:pt x="2767404" y="258181"/>
                    <a:pt x="2784520" y="259009"/>
                  </a:cubicBezTo>
                  <a:cubicBezTo>
                    <a:pt x="2795284" y="242614"/>
                    <a:pt x="2809046" y="211645"/>
                    <a:pt x="2802518" y="165441"/>
                  </a:cubicBezTo>
                  <a:cubicBezTo>
                    <a:pt x="2802518" y="165441"/>
                    <a:pt x="2859512" y="207008"/>
                    <a:pt x="2836220" y="261327"/>
                  </a:cubicBezTo>
                  <a:cubicBezTo>
                    <a:pt x="2852630" y="262487"/>
                    <a:pt x="2869216" y="263315"/>
                    <a:pt x="2885803" y="264308"/>
                  </a:cubicBezTo>
                  <a:cubicBezTo>
                    <a:pt x="2885803" y="264308"/>
                    <a:pt x="2896036" y="201378"/>
                    <a:pt x="2896036" y="201378"/>
                  </a:cubicBezTo>
                  <a:lnTo>
                    <a:pt x="2916328" y="266130"/>
                  </a:lnTo>
                  <a:cubicBezTo>
                    <a:pt x="2917211" y="266130"/>
                    <a:pt x="2918093" y="266295"/>
                    <a:pt x="2919152" y="266295"/>
                  </a:cubicBezTo>
                  <a:cubicBezTo>
                    <a:pt x="2920034" y="248244"/>
                    <a:pt x="2926915" y="206015"/>
                    <a:pt x="2968911" y="190779"/>
                  </a:cubicBezTo>
                  <a:cubicBezTo>
                    <a:pt x="2968911" y="190779"/>
                    <a:pt x="2948090" y="237646"/>
                    <a:pt x="2956030" y="268614"/>
                  </a:cubicBezTo>
                  <a:cubicBezTo>
                    <a:pt x="2963971" y="269111"/>
                    <a:pt x="2971734" y="269608"/>
                    <a:pt x="2979675" y="270104"/>
                  </a:cubicBezTo>
                  <a:cubicBezTo>
                    <a:pt x="2985850" y="256525"/>
                    <a:pt x="2992026" y="236486"/>
                    <a:pt x="2989732" y="212308"/>
                  </a:cubicBezTo>
                  <a:cubicBezTo>
                    <a:pt x="2989732" y="212308"/>
                    <a:pt x="3010554" y="242614"/>
                    <a:pt x="3020258" y="272754"/>
                  </a:cubicBezTo>
                  <a:cubicBezTo>
                    <a:pt x="3039315" y="274079"/>
                    <a:pt x="3058371" y="275569"/>
                    <a:pt x="3077428" y="277060"/>
                  </a:cubicBezTo>
                  <a:cubicBezTo>
                    <a:pt x="3077428" y="277060"/>
                    <a:pt x="3077604" y="276729"/>
                    <a:pt x="3077604" y="276729"/>
                  </a:cubicBezTo>
                  <a:cubicBezTo>
                    <a:pt x="3077604" y="276729"/>
                    <a:pt x="3058371" y="218104"/>
                    <a:pt x="3114659" y="179021"/>
                  </a:cubicBezTo>
                  <a:cubicBezTo>
                    <a:pt x="3114659" y="179021"/>
                    <a:pt x="3102484" y="251557"/>
                    <a:pt x="3129304" y="280703"/>
                  </a:cubicBezTo>
                  <a:lnTo>
                    <a:pt x="3129658" y="281035"/>
                  </a:lnTo>
                  <a:cubicBezTo>
                    <a:pt x="3135480" y="281366"/>
                    <a:pt x="3141303" y="281862"/>
                    <a:pt x="3147126" y="282359"/>
                  </a:cubicBezTo>
                  <a:cubicBezTo>
                    <a:pt x="3158243" y="268117"/>
                    <a:pt x="3160360" y="224066"/>
                    <a:pt x="3160360" y="224066"/>
                  </a:cubicBezTo>
                  <a:cubicBezTo>
                    <a:pt x="3160360" y="224066"/>
                    <a:pt x="3182769" y="258015"/>
                    <a:pt x="3177653" y="284843"/>
                  </a:cubicBezTo>
                  <a:cubicBezTo>
                    <a:pt x="3189474" y="285837"/>
                    <a:pt x="3201120" y="286831"/>
                    <a:pt x="3212943" y="287990"/>
                  </a:cubicBezTo>
                  <a:cubicBezTo>
                    <a:pt x="3215765" y="282359"/>
                    <a:pt x="3234822" y="243938"/>
                    <a:pt x="3229176" y="210983"/>
                  </a:cubicBezTo>
                  <a:cubicBezTo>
                    <a:pt x="3229176" y="210983"/>
                    <a:pt x="3256879" y="256690"/>
                    <a:pt x="3252996" y="291468"/>
                  </a:cubicBezTo>
                  <a:cubicBezTo>
                    <a:pt x="3267642" y="292793"/>
                    <a:pt x="3282464" y="294117"/>
                    <a:pt x="3297109" y="295442"/>
                  </a:cubicBezTo>
                  <a:cubicBezTo>
                    <a:pt x="3292875" y="280041"/>
                    <a:pt x="3290757" y="256194"/>
                    <a:pt x="3303991" y="229862"/>
                  </a:cubicBezTo>
                  <a:cubicBezTo>
                    <a:pt x="3303991" y="229862"/>
                    <a:pt x="3315813" y="274741"/>
                    <a:pt x="3338046" y="299417"/>
                  </a:cubicBezTo>
                  <a:lnTo>
                    <a:pt x="3376160" y="303392"/>
                  </a:lnTo>
                  <a:cubicBezTo>
                    <a:pt x="3380394" y="284346"/>
                    <a:pt x="3369807" y="248244"/>
                    <a:pt x="3368748" y="244435"/>
                  </a:cubicBezTo>
                  <a:cubicBezTo>
                    <a:pt x="3371396" y="246754"/>
                    <a:pt x="3400510" y="273913"/>
                    <a:pt x="3398746" y="305876"/>
                  </a:cubicBezTo>
                  <a:lnTo>
                    <a:pt x="3438447" y="309850"/>
                  </a:lnTo>
                  <a:cubicBezTo>
                    <a:pt x="3435624" y="280206"/>
                    <a:pt x="3439153" y="243110"/>
                    <a:pt x="3468443" y="222079"/>
                  </a:cubicBezTo>
                  <a:cubicBezTo>
                    <a:pt x="3468443" y="222079"/>
                    <a:pt x="3460856" y="284512"/>
                    <a:pt x="3477442" y="314156"/>
                  </a:cubicBezTo>
                  <a:cubicBezTo>
                    <a:pt x="3487500" y="315315"/>
                    <a:pt x="3497559" y="316640"/>
                    <a:pt x="3507616" y="317799"/>
                  </a:cubicBezTo>
                  <a:cubicBezTo>
                    <a:pt x="3516262" y="298754"/>
                    <a:pt x="3516438" y="261162"/>
                    <a:pt x="3516438" y="261162"/>
                  </a:cubicBezTo>
                  <a:cubicBezTo>
                    <a:pt x="3516438" y="261162"/>
                    <a:pt x="3540965" y="296933"/>
                    <a:pt x="3543612" y="322105"/>
                  </a:cubicBezTo>
                  <a:cubicBezTo>
                    <a:pt x="3569197" y="325086"/>
                    <a:pt x="3594959" y="328067"/>
                    <a:pt x="3620545" y="331213"/>
                  </a:cubicBezTo>
                  <a:cubicBezTo>
                    <a:pt x="3629013" y="316640"/>
                    <a:pt x="3638189" y="296933"/>
                    <a:pt x="3641189" y="276729"/>
                  </a:cubicBezTo>
                  <a:cubicBezTo>
                    <a:pt x="3641189" y="276729"/>
                    <a:pt x="3666246" y="303226"/>
                    <a:pt x="3656893" y="335850"/>
                  </a:cubicBezTo>
                  <a:lnTo>
                    <a:pt x="3656893" y="336181"/>
                  </a:lnTo>
                  <a:lnTo>
                    <a:pt x="3690242" y="340653"/>
                  </a:lnTo>
                  <a:cubicBezTo>
                    <a:pt x="3690242" y="328067"/>
                    <a:pt x="3694301" y="309187"/>
                    <a:pt x="3711946" y="288652"/>
                  </a:cubicBezTo>
                  <a:cubicBezTo>
                    <a:pt x="3711946" y="288652"/>
                    <a:pt x="3700476" y="318296"/>
                    <a:pt x="3716004" y="344131"/>
                  </a:cubicBezTo>
                  <a:cubicBezTo>
                    <a:pt x="3719886" y="344627"/>
                    <a:pt x="3723592" y="345124"/>
                    <a:pt x="3727474" y="345621"/>
                  </a:cubicBezTo>
                  <a:cubicBezTo>
                    <a:pt x="3725886" y="322767"/>
                    <a:pt x="3725886" y="274907"/>
                    <a:pt x="3747412" y="244104"/>
                  </a:cubicBezTo>
                  <a:cubicBezTo>
                    <a:pt x="3747412" y="244104"/>
                    <a:pt x="3738942" y="306372"/>
                    <a:pt x="3762940" y="350092"/>
                  </a:cubicBezTo>
                  <a:cubicBezTo>
                    <a:pt x="3796466" y="327735"/>
                    <a:pt x="3812699" y="259174"/>
                    <a:pt x="3812699" y="259174"/>
                  </a:cubicBezTo>
                  <a:cubicBezTo>
                    <a:pt x="3827521" y="300576"/>
                    <a:pt x="3812699" y="346615"/>
                    <a:pt x="3812699" y="346615"/>
                  </a:cubicBezTo>
                  <a:cubicBezTo>
                    <a:pt x="3834933" y="348933"/>
                    <a:pt x="3854518" y="295939"/>
                    <a:pt x="3854518" y="295939"/>
                  </a:cubicBezTo>
                  <a:cubicBezTo>
                    <a:pt x="3861753" y="327073"/>
                    <a:pt x="3837227" y="351252"/>
                    <a:pt x="3837227" y="351252"/>
                  </a:cubicBezTo>
                  <a:cubicBezTo>
                    <a:pt x="3837227" y="351252"/>
                    <a:pt x="3838637" y="355392"/>
                    <a:pt x="3840579" y="361519"/>
                  </a:cubicBezTo>
                  <a:cubicBezTo>
                    <a:pt x="3847637" y="362679"/>
                    <a:pt x="3854694" y="363838"/>
                    <a:pt x="3861929" y="364832"/>
                  </a:cubicBezTo>
                  <a:cubicBezTo>
                    <a:pt x="3866694" y="319124"/>
                    <a:pt x="3896161" y="281862"/>
                    <a:pt x="3903395" y="273582"/>
                  </a:cubicBezTo>
                  <a:cubicBezTo>
                    <a:pt x="3872517" y="314984"/>
                    <a:pt x="3888397" y="356054"/>
                    <a:pt x="3895631" y="370131"/>
                  </a:cubicBezTo>
                  <a:cubicBezTo>
                    <a:pt x="3896337" y="370296"/>
                    <a:pt x="3897043" y="370462"/>
                    <a:pt x="3897748" y="370462"/>
                  </a:cubicBezTo>
                  <a:cubicBezTo>
                    <a:pt x="3892102" y="342475"/>
                    <a:pt x="3915746" y="316640"/>
                    <a:pt x="3915746" y="316640"/>
                  </a:cubicBezTo>
                  <a:cubicBezTo>
                    <a:pt x="3904807" y="351252"/>
                    <a:pt x="3928099" y="371952"/>
                    <a:pt x="3928099" y="371952"/>
                  </a:cubicBezTo>
                  <a:cubicBezTo>
                    <a:pt x="3929333" y="331710"/>
                    <a:pt x="3960036" y="311009"/>
                    <a:pt x="3960036" y="311009"/>
                  </a:cubicBezTo>
                  <a:cubicBezTo>
                    <a:pt x="3945214" y="335188"/>
                    <a:pt x="3952095" y="361188"/>
                    <a:pt x="3952095" y="361188"/>
                  </a:cubicBezTo>
                  <a:cubicBezTo>
                    <a:pt x="3952095" y="361188"/>
                    <a:pt x="3954212" y="371787"/>
                    <a:pt x="3958448" y="380067"/>
                  </a:cubicBezTo>
                  <a:cubicBezTo>
                    <a:pt x="3965330" y="381226"/>
                    <a:pt x="3972212" y="382220"/>
                    <a:pt x="3979092" y="383379"/>
                  </a:cubicBezTo>
                  <a:cubicBezTo>
                    <a:pt x="3980857" y="381226"/>
                    <a:pt x="3982621" y="378742"/>
                    <a:pt x="3984563" y="375430"/>
                  </a:cubicBezTo>
                  <a:cubicBezTo>
                    <a:pt x="4005737" y="337838"/>
                    <a:pt x="3990738" y="283022"/>
                    <a:pt x="3989679" y="278882"/>
                  </a:cubicBezTo>
                  <a:cubicBezTo>
                    <a:pt x="4018793" y="306703"/>
                    <a:pt x="4010325" y="378908"/>
                    <a:pt x="4010325" y="378908"/>
                  </a:cubicBezTo>
                  <a:cubicBezTo>
                    <a:pt x="4028675" y="367316"/>
                    <a:pt x="4034851" y="309850"/>
                    <a:pt x="4034851" y="309850"/>
                  </a:cubicBezTo>
                  <a:cubicBezTo>
                    <a:pt x="4044203" y="343965"/>
                    <a:pt x="4037321" y="373609"/>
                    <a:pt x="4030086" y="392157"/>
                  </a:cubicBezTo>
                  <a:cubicBezTo>
                    <a:pt x="4040674" y="393978"/>
                    <a:pt x="4051261" y="395800"/>
                    <a:pt x="4061847" y="397621"/>
                  </a:cubicBezTo>
                  <a:cubicBezTo>
                    <a:pt x="4053907" y="330717"/>
                    <a:pt x="4098550" y="298257"/>
                    <a:pt x="4098550" y="298257"/>
                  </a:cubicBezTo>
                  <a:cubicBezTo>
                    <a:pt x="4060613" y="353570"/>
                    <a:pt x="4093962" y="386029"/>
                    <a:pt x="4093962" y="386029"/>
                  </a:cubicBezTo>
                  <a:lnTo>
                    <a:pt x="4101020" y="345455"/>
                  </a:lnTo>
                  <a:lnTo>
                    <a:pt x="4109666" y="390335"/>
                  </a:lnTo>
                  <a:lnTo>
                    <a:pt x="4133664" y="410208"/>
                  </a:lnTo>
                  <a:cubicBezTo>
                    <a:pt x="4135075" y="410539"/>
                    <a:pt x="4136311" y="410704"/>
                    <a:pt x="4137723" y="411036"/>
                  </a:cubicBezTo>
                  <a:cubicBezTo>
                    <a:pt x="4140898" y="353736"/>
                    <a:pt x="4185717" y="316640"/>
                    <a:pt x="4185717" y="316640"/>
                  </a:cubicBezTo>
                  <a:cubicBezTo>
                    <a:pt x="4153779" y="354729"/>
                    <a:pt x="4167365" y="406896"/>
                    <a:pt x="4167365" y="406896"/>
                  </a:cubicBezTo>
                  <a:cubicBezTo>
                    <a:pt x="4167365" y="406896"/>
                    <a:pt x="4170012" y="411533"/>
                    <a:pt x="4174071" y="417825"/>
                  </a:cubicBezTo>
                  <a:cubicBezTo>
                    <a:pt x="4182364" y="419316"/>
                    <a:pt x="4190481" y="420972"/>
                    <a:pt x="4198774" y="422628"/>
                  </a:cubicBezTo>
                  <a:cubicBezTo>
                    <a:pt x="4195069" y="369137"/>
                    <a:pt x="4248357" y="304054"/>
                    <a:pt x="4248357" y="304054"/>
                  </a:cubicBezTo>
                  <a:cubicBezTo>
                    <a:pt x="4248357" y="304054"/>
                    <a:pt x="4225242" y="408717"/>
                    <a:pt x="4245356" y="431571"/>
                  </a:cubicBezTo>
                  <a:cubicBezTo>
                    <a:pt x="4250651" y="432730"/>
                    <a:pt x="4255944" y="433724"/>
                    <a:pt x="4261237" y="434718"/>
                  </a:cubicBezTo>
                  <a:cubicBezTo>
                    <a:pt x="4261943" y="434552"/>
                    <a:pt x="4262473" y="434386"/>
                    <a:pt x="4263002" y="434221"/>
                  </a:cubicBezTo>
                  <a:cubicBezTo>
                    <a:pt x="4310821" y="413354"/>
                    <a:pt x="4312056" y="298257"/>
                    <a:pt x="4312056" y="298257"/>
                  </a:cubicBezTo>
                  <a:cubicBezTo>
                    <a:pt x="4333935" y="363838"/>
                    <a:pt x="4321408" y="412030"/>
                    <a:pt x="4304644" y="443163"/>
                  </a:cubicBezTo>
                  <a:cubicBezTo>
                    <a:pt x="4309762" y="444157"/>
                    <a:pt x="4314878" y="445151"/>
                    <a:pt x="4319996" y="446144"/>
                  </a:cubicBezTo>
                  <a:cubicBezTo>
                    <a:pt x="4330759" y="448297"/>
                    <a:pt x="4341346" y="450616"/>
                    <a:pt x="4351933" y="452934"/>
                  </a:cubicBezTo>
                  <a:cubicBezTo>
                    <a:pt x="4351227" y="397125"/>
                    <a:pt x="4375932" y="354729"/>
                    <a:pt x="4375932" y="354729"/>
                  </a:cubicBezTo>
                  <a:cubicBezTo>
                    <a:pt x="4356698" y="397787"/>
                    <a:pt x="4376637" y="439355"/>
                    <a:pt x="4391459" y="461380"/>
                  </a:cubicBezTo>
                  <a:cubicBezTo>
                    <a:pt x="4394458" y="462043"/>
                    <a:pt x="4397458" y="462705"/>
                    <a:pt x="4400458" y="463367"/>
                  </a:cubicBezTo>
                  <a:cubicBezTo>
                    <a:pt x="4397635" y="453431"/>
                    <a:pt x="4396046" y="443991"/>
                    <a:pt x="4396046" y="435380"/>
                  </a:cubicBezTo>
                  <a:cubicBezTo>
                    <a:pt x="4396046" y="367316"/>
                    <a:pt x="4470685" y="299417"/>
                    <a:pt x="4475450" y="295111"/>
                  </a:cubicBezTo>
                  <a:cubicBezTo>
                    <a:pt x="4422515" y="378908"/>
                    <a:pt x="4461156" y="462539"/>
                    <a:pt x="4461156" y="462539"/>
                  </a:cubicBezTo>
                  <a:lnTo>
                    <a:pt x="4497329" y="374271"/>
                  </a:lnTo>
                  <a:cubicBezTo>
                    <a:pt x="4497329" y="374271"/>
                    <a:pt x="4487624" y="494336"/>
                    <a:pt x="4523973" y="460386"/>
                  </a:cubicBezTo>
                  <a:cubicBezTo>
                    <a:pt x="4560146" y="426437"/>
                    <a:pt x="4523973" y="344793"/>
                    <a:pt x="4523973" y="344793"/>
                  </a:cubicBezTo>
                  <a:cubicBezTo>
                    <a:pt x="4585907" y="375927"/>
                    <a:pt x="4568616" y="452934"/>
                    <a:pt x="4565439" y="465520"/>
                  </a:cubicBezTo>
                  <a:lnTo>
                    <a:pt x="4584320" y="410539"/>
                  </a:lnTo>
                  <a:lnTo>
                    <a:pt x="4609200" y="510234"/>
                  </a:lnTo>
                  <a:cubicBezTo>
                    <a:pt x="4609200" y="510234"/>
                    <a:pt x="4610082" y="510400"/>
                    <a:pt x="4610611" y="510565"/>
                  </a:cubicBezTo>
                  <a:cubicBezTo>
                    <a:pt x="4608316" y="450781"/>
                    <a:pt x="4669016" y="387354"/>
                    <a:pt x="4672721" y="383545"/>
                  </a:cubicBezTo>
                  <a:cubicBezTo>
                    <a:pt x="4636197" y="460386"/>
                    <a:pt x="4673603" y="505597"/>
                    <a:pt x="4673603" y="505597"/>
                  </a:cubicBezTo>
                  <a:cubicBezTo>
                    <a:pt x="4666369" y="458068"/>
                    <a:pt x="4726715" y="415010"/>
                    <a:pt x="4726715" y="415010"/>
                  </a:cubicBezTo>
                  <a:cubicBezTo>
                    <a:pt x="4726715" y="415010"/>
                    <a:pt x="4675897" y="517024"/>
                    <a:pt x="4726715" y="507915"/>
                  </a:cubicBezTo>
                  <a:cubicBezTo>
                    <a:pt x="4777357" y="498807"/>
                    <a:pt x="4790943" y="383379"/>
                    <a:pt x="4790943" y="383379"/>
                  </a:cubicBezTo>
                  <a:cubicBezTo>
                    <a:pt x="4813176" y="437698"/>
                    <a:pt x="4792884" y="504107"/>
                    <a:pt x="4791120" y="509572"/>
                  </a:cubicBezTo>
                  <a:lnTo>
                    <a:pt x="4840174" y="451278"/>
                  </a:lnTo>
                  <a:lnTo>
                    <a:pt x="4818293" y="532756"/>
                  </a:lnTo>
                  <a:cubicBezTo>
                    <a:pt x="4818293" y="532756"/>
                    <a:pt x="4826234" y="550145"/>
                    <a:pt x="4835586" y="565878"/>
                  </a:cubicBezTo>
                  <a:cubicBezTo>
                    <a:pt x="4845996" y="568693"/>
                    <a:pt x="4856406" y="571508"/>
                    <a:pt x="4866817" y="574158"/>
                  </a:cubicBezTo>
                  <a:cubicBezTo>
                    <a:pt x="4867523" y="567368"/>
                    <a:pt x="4867523" y="558260"/>
                    <a:pt x="4866641" y="546502"/>
                  </a:cubicBezTo>
                  <a:cubicBezTo>
                    <a:pt x="4859583" y="441011"/>
                    <a:pt x="4925400" y="386692"/>
                    <a:pt x="4929281" y="383545"/>
                  </a:cubicBezTo>
                  <a:cubicBezTo>
                    <a:pt x="4873876" y="471813"/>
                    <a:pt x="4910048" y="555444"/>
                    <a:pt x="4910048" y="555444"/>
                  </a:cubicBezTo>
                  <a:lnTo>
                    <a:pt x="4934221" y="496654"/>
                  </a:lnTo>
                  <a:lnTo>
                    <a:pt x="4953454" y="578133"/>
                  </a:lnTo>
                  <a:cubicBezTo>
                    <a:pt x="4955925" y="519011"/>
                    <a:pt x="5028446" y="468170"/>
                    <a:pt x="5033034" y="465023"/>
                  </a:cubicBezTo>
                  <a:cubicBezTo>
                    <a:pt x="4982569" y="519342"/>
                    <a:pt x="5001803" y="587241"/>
                    <a:pt x="5001803" y="587241"/>
                  </a:cubicBezTo>
                  <a:cubicBezTo>
                    <a:pt x="5022800" y="543356"/>
                    <a:pt x="5082440" y="520667"/>
                    <a:pt x="5086146" y="519342"/>
                  </a:cubicBezTo>
                  <a:cubicBezTo>
                    <a:pt x="5082969" y="523814"/>
                    <a:pt x="5028799" y="599331"/>
                    <a:pt x="5037445" y="619700"/>
                  </a:cubicBezTo>
                  <a:cubicBezTo>
                    <a:pt x="5042739" y="621025"/>
                    <a:pt x="5047857" y="622515"/>
                    <a:pt x="5052973" y="623840"/>
                  </a:cubicBezTo>
                  <a:cubicBezTo>
                    <a:pt x="5055797" y="623343"/>
                    <a:pt x="5058620" y="622515"/>
                    <a:pt x="5062149" y="621190"/>
                  </a:cubicBezTo>
                  <a:cubicBezTo>
                    <a:pt x="5132200" y="594031"/>
                    <a:pt x="5126024" y="451278"/>
                    <a:pt x="5126024" y="451278"/>
                  </a:cubicBezTo>
                  <a:cubicBezTo>
                    <a:pt x="5177724" y="503444"/>
                    <a:pt x="5126024" y="605458"/>
                    <a:pt x="5126024" y="605458"/>
                  </a:cubicBezTo>
                  <a:cubicBezTo>
                    <a:pt x="5126024" y="605458"/>
                    <a:pt x="5129024" y="623675"/>
                    <a:pt x="5132023" y="645700"/>
                  </a:cubicBezTo>
                  <a:cubicBezTo>
                    <a:pt x="5134141" y="646197"/>
                    <a:pt x="5136434" y="646860"/>
                    <a:pt x="5138552" y="647522"/>
                  </a:cubicBezTo>
                  <a:cubicBezTo>
                    <a:pt x="5138905" y="644707"/>
                    <a:pt x="5139082" y="642223"/>
                    <a:pt x="5139434" y="639242"/>
                  </a:cubicBezTo>
                  <a:cubicBezTo>
                    <a:pt x="5146492" y="560247"/>
                    <a:pt x="5223601" y="513215"/>
                    <a:pt x="5228542" y="510400"/>
                  </a:cubicBezTo>
                  <a:cubicBezTo>
                    <a:pt x="5161137" y="582770"/>
                    <a:pt x="5187605" y="648350"/>
                    <a:pt x="5187605" y="648350"/>
                  </a:cubicBezTo>
                  <a:cubicBezTo>
                    <a:pt x="5219013" y="598502"/>
                    <a:pt x="5284124" y="582604"/>
                    <a:pt x="5284124" y="582604"/>
                  </a:cubicBezTo>
                  <a:cubicBezTo>
                    <a:pt x="5284124" y="582604"/>
                    <a:pt x="5211778" y="659611"/>
                    <a:pt x="5255186" y="665408"/>
                  </a:cubicBezTo>
                  <a:cubicBezTo>
                    <a:pt x="5298769" y="671204"/>
                    <a:pt x="5334942" y="578133"/>
                    <a:pt x="5334942" y="578133"/>
                  </a:cubicBezTo>
                  <a:cubicBezTo>
                    <a:pt x="5337235" y="630299"/>
                    <a:pt x="5309179" y="659280"/>
                    <a:pt x="5309179" y="659280"/>
                  </a:cubicBezTo>
                  <a:cubicBezTo>
                    <a:pt x="5309179" y="659280"/>
                    <a:pt x="5284124" y="674847"/>
                    <a:pt x="5273183" y="685777"/>
                  </a:cubicBezTo>
                  <a:cubicBezTo>
                    <a:pt x="5280947" y="688096"/>
                    <a:pt x="5288887" y="690249"/>
                    <a:pt x="5296828" y="692567"/>
                  </a:cubicBezTo>
                  <a:cubicBezTo>
                    <a:pt x="5300534" y="691573"/>
                    <a:pt x="5304592" y="690580"/>
                    <a:pt x="5309179" y="689089"/>
                  </a:cubicBezTo>
                  <a:cubicBezTo>
                    <a:pt x="5401817" y="661930"/>
                    <a:pt x="5424226" y="501125"/>
                    <a:pt x="5424226" y="501125"/>
                  </a:cubicBezTo>
                  <a:cubicBezTo>
                    <a:pt x="5489335" y="634770"/>
                    <a:pt x="5390347" y="710784"/>
                    <a:pt x="5390347" y="710784"/>
                  </a:cubicBezTo>
                  <a:cubicBezTo>
                    <a:pt x="5474867" y="711943"/>
                    <a:pt x="5518274" y="627980"/>
                    <a:pt x="5518274" y="627980"/>
                  </a:cubicBezTo>
                  <a:cubicBezTo>
                    <a:pt x="5518274" y="714096"/>
                    <a:pt x="5472396" y="738937"/>
                    <a:pt x="5472396" y="738937"/>
                  </a:cubicBezTo>
                  <a:cubicBezTo>
                    <a:pt x="5472396" y="738937"/>
                    <a:pt x="5474690" y="741587"/>
                    <a:pt x="5478397" y="745727"/>
                  </a:cubicBezTo>
                  <a:cubicBezTo>
                    <a:pt x="5508393" y="754835"/>
                    <a:pt x="5538566" y="763944"/>
                    <a:pt x="5568563" y="772886"/>
                  </a:cubicBezTo>
                  <a:cubicBezTo>
                    <a:pt x="5549153" y="675013"/>
                    <a:pt x="5612499" y="591712"/>
                    <a:pt x="5612499" y="591712"/>
                  </a:cubicBezTo>
                  <a:cubicBezTo>
                    <a:pt x="5581090" y="686936"/>
                    <a:pt x="5651142" y="768415"/>
                    <a:pt x="5651142" y="768415"/>
                  </a:cubicBezTo>
                  <a:lnTo>
                    <a:pt x="5658024" y="766593"/>
                  </a:lnTo>
                  <a:cubicBezTo>
                    <a:pt x="5678139" y="704988"/>
                    <a:pt x="5739544" y="662592"/>
                    <a:pt x="5743425" y="660108"/>
                  </a:cubicBezTo>
                  <a:cubicBezTo>
                    <a:pt x="5739896" y="666898"/>
                    <a:pt x="5655730" y="827371"/>
                    <a:pt x="5743602" y="799880"/>
                  </a:cubicBezTo>
                  <a:cubicBezTo>
                    <a:pt x="5833415" y="771727"/>
                    <a:pt x="5830768" y="680312"/>
                    <a:pt x="5830768" y="680312"/>
                  </a:cubicBezTo>
                  <a:cubicBezTo>
                    <a:pt x="5858295" y="772555"/>
                    <a:pt x="5773422" y="829855"/>
                    <a:pt x="5773422" y="829855"/>
                  </a:cubicBezTo>
                  <a:cubicBezTo>
                    <a:pt x="5773422" y="829855"/>
                    <a:pt x="5785774" y="834658"/>
                    <a:pt x="5806242" y="845091"/>
                  </a:cubicBezTo>
                  <a:cubicBezTo>
                    <a:pt x="5817887" y="848734"/>
                    <a:pt x="5829710" y="852378"/>
                    <a:pt x="5841356" y="855855"/>
                  </a:cubicBezTo>
                  <a:cubicBezTo>
                    <a:pt x="5858824" y="771065"/>
                    <a:pt x="5956578" y="709790"/>
                    <a:pt x="5956578" y="709790"/>
                  </a:cubicBezTo>
                  <a:cubicBezTo>
                    <a:pt x="5900819" y="766428"/>
                    <a:pt x="5903290" y="832339"/>
                    <a:pt x="5915818" y="878875"/>
                  </a:cubicBezTo>
                  <a:lnTo>
                    <a:pt x="5946520" y="888314"/>
                  </a:lnTo>
                  <a:cubicBezTo>
                    <a:pt x="5966282" y="833167"/>
                    <a:pt x="6026100" y="801867"/>
                    <a:pt x="6029805" y="800046"/>
                  </a:cubicBezTo>
                  <a:cubicBezTo>
                    <a:pt x="6027864" y="804517"/>
                    <a:pt x="5996985" y="876059"/>
                    <a:pt x="5996279" y="903716"/>
                  </a:cubicBezTo>
                  <a:cubicBezTo>
                    <a:pt x="6001926" y="905537"/>
                    <a:pt x="6007749" y="907193"/>
                    <a:pt x="6013395" y="909015"/>
                  </a:cubicBezTo>
                  <a:cubicBezTo>
                    <a:pt x="6047274" y="882518"/>
                    <a:pt x="6082388" y="780008"/>
                    <a:pt x="6082388" y="780008"/>
                  </a:cubicBezTo>
                  <a:cubicBezTo>
                    <a:pt x="6089093" y="821906"/>
                    <a:pt x="6072507" y="904213"/>
                    <a:pt x="6067919" y="925907"/>
                  </a:cubicBezTo>
                  <a:cubicBezTo>
                    <a:pt x="6069506" y="926238"/>
                    <a:pt x="6071095" y="926735"/>
                    <a:pt x="6072507" y="927232"/>
                  </a:cubicBezTo>
                  <a:cubicBezTo>
                    <a:pt x="6129324" y="882352"/>
                    <a:pt x="6125618" y="704656"/>
                    <a:pt x="6125618" y="704656"/>
                  </a:cubicBezTo>
                  <a:cubicBezTo>
                    <a:pt x="6182082" y="772389"/>
                    <a:pt x="6157733" y="876225"/>
                    <a:pt x="6139382" y="929716"/>
                  </a:cubicBezTo>
                  <a:cubicBezTo>
                    <a:pt x="6164438" y="882518"/>
                    <a:pt x="6212255" y="835320"/>
                    <a:pt x="6212255" y="835320"/>
                  </a:cubicBezTo>
                  <a:cubicBezTo>
                    <a:pt x="6186847" y="876556"/>
                    <a:pt x="6190553" y="928557"/>
                    <a:pt x="6202374" y="967309"/>
                  </a:cubicBezTo>
                  <a:cubicBezTo>
                    <a:pt x="6216137" y="971614"/>
                    <a:pt x="6229901" y="975754"/>
                    <a:pt x="6243664" y="980060"/>
                  </a:cubicBezTo>
                  <a:cubicBezTo>
                    <a:pt x="6248604" y="894607"/>
                    <a:pt x="6358356" y="805676"/>
                    <a:pt x="6365238" y="800212"/>
                  </a:cubicBezTo>
                  <a:cubicBezTo>
                    <a:pt x="6279483" y="885002"/>
                    <a:pt x="6314597" y="971449"/>
                    <a:pt x="6336829" y="1008545"/>
                  </a:cubicBezTo>
                  <a:cubicBezTo>
                    <a:pt x="6340888" y="1009704"/>
                    <a:pt x="6344770" y="1011029"/>
                    <a:pt x="6348829" y="1012188"/>
                  </a:cubicBezTo>
                  <a:cubicBezTo>
                    <a:pt x="6349534" y="949920"/>
                    <a:pt x="6415527" y="894276"/>
                    <a:pt x="6419762" y="890798"/>
                  </a:cubicBezTo>
                  <a:cubicBezTo>
                    <a:pt x="6417116" y="896263"/>
                    <a:pt x="6351299" y="1026761"/>
                    <a:pt x="6419762" y="1002417"/>
                  </a:cubicBezTo>
                  <a:cubicBezTo>
                    <a:pt x="6489989" y="977576"/>
                    <a:pt x="6483107" y="872250"/>
                    <a:pt x="6483107" y="872250"/>
                  </a:cubicBezTo>
                  <a:cubicBezTo>
                    <a:pt x="6537984" y="968137"/>
                    <a:pt x="6483107" y="1048290"/>
                    <a:pt x="6483107" y="1048290"/>
                  </a:cubicBezTo>
                  <a:cubicBezTo>
                    <a:pt x="6576627" y="1014175"/>
                    <a:pt x="6586684" y="877715"/>
                    <a:pt x="6586684" y="877715"/>
                  </a:cubicBezTo>
                  <a:cubicBezTo>
                    <a:pt x="6648090" y="962175"/>
                    <a:pt x="6597624" y="1066507"/>
                    <a:pt x="6588272" y="1084227"/>
                  </a:cubicBezTo>
                  <a:cubicBezTo>
                    <a:pt x="6588978" y="1084227"/>
                    <a:pt x="6589684" y="1084724"/>
                    <a:pt x="6590214" y="1084889"/>
                  </a:cubicBezTo>
                  <a:cubicBezTo>
                    <a:pt x="6663970" y="1035704"/>
                    <a:pt x="6654441" y="799880"/>
                    <a:pt x="6654441" y="799880"/>
                  </a:cubicBezTo>
                  <a:cubicBezTo>
                    <a:pt x="6758371" y="897423"/>
                    <a:pt x="6696966" y="1057896"/>
                    <a:pt x="6679321" y="1097641"/>
                  </a:cubicBezTo>
                  <a:cubicBezTo>
                    <a:pt x="6739667" y="976748"/>
                    <a:pt x="6825422" y="924913"/>
                    <a:pt x="6830717" y="921767"/>
                  </a:cubicBezTo>
                  <a:cubicBezTo>
                    <a:pt x="6756254" y="1013844"/>
                    <a:pt x="6779721" y="1105921"/>
                    <a:pt x="6795426" y="1145170"/>
                  </a:cubicBezTo>
                  <a:cubicBezTo>
                    <a:pt x="6798425" y="1145998"/>
                    <a:pt x="6801248" y="1146826"/>
                    <a:pt x="6804072" y="1147654"/>
                  </a:cubicBezTo>
                  <a:cubicBezTo>
                    <a:pt x="6806189" y="1087539"/>
                    <a:pt x="6861948" y="1018978"/>
                    <a:pt x="6861948" y="1018978"/>
                  </a:cubicBezTo>
                  <a:cubicBezTo>
                    <a:pt x="6861948" y="1018978"/>
                    <a:pt x="6864065" y="1113870"/>
                    <a:pt x="6882945" y="1170177"/>
                  </a:cubicBezTo>
                  <a:cubicBezTo>
                    <a:pt x="6904825" y="1176304"/>
                    <a:pt x="6926706" y="1182597"/>
                    <a:pt x="6948409" y="1188725"/>
                  </a:cubicBezTo>
                  <a:cubicBezTo>
                    <a:pt x="6988993" y="1130928"/>
                    <a:pt x="6936763" y="1008876"/>
                    <a:pt x="6934469" y="1003245"/>
                  </a:cubicBezTo>
                  <a:cubicBezTo>
                    <a:pt x="7021989" y="1065348"/>
                    <a:pt x="7012460" y="1203795"/>
                    <a:pt x="7012460" y="1203795"/>
                  </a:cubicBezTo>
                  <a:cubicBezTo>
                    <a:pt x="7041751" y="1075781"/>
                    <a:pt x="7162973" y="999271"/>
                    <a:pt x="7177971" y="990162"/>
                  </a:cubicBezTo>
                  <a:cubicBezTo>
                    <a:pt x="7056220" y="1074291"/>
                    <a:pt x="7091158" y="1205782"/>
                    <a:pt x="7099274" y="1231286"/>
                  </a:cubicBezTo>
                  <a:cubicBezTo>
                    <a:pt x="7100334" y="1231617"/>
                    <a:pt x="7101215" y="1231783"/>
                    <a:pt x="7102098" y="1232114"/>
                  </a:cubicBezTo>
                  <a:cubicBezTo>
                    <a:pt x="7135446" y="1116520"/>
                    <a:pt x="7271843" y="1111552"/>
                    <a:pt x="7271843" y="1111552"/>
                  </a:cubicBezTo>
                  <a:cubicBezTo>
                    <a:pt x="7271843" y="1111552"/>
                    <a:pt x="7202851" y="1194686"/>
                    <a:pt x="7181677" y="1254139"/>
                  </a:cubicBezTo>
                  <a:cubicBezTo>
                    <a:pt x="7221202" y="1264904"/>
                    <a:pt x="7260727" y="1275834"/>
                    <a:pt x="7300252" y="1286598"/>
                  </a:cubicBezTo>
                  <a:cubicBezTo>
                    <a:pt x="7419356" y="1219196"/>
                    <a:pt x="7382831" y="1061373"/>
                    <a:pt x="7381066" y="1053424"/>
                  </a:cubicBezTo>
                  <a:cubicBezTo>
                    <a:pt x="7452528" y="1117348"/>
                    <a:pt x="7452353" y="1220356"/>
                    <a:pt x="7445471" y="1278152"/>
                  </a:cubicBezTo>
                  <a:cubicBezTo>
                    <a:pt x="7477585" y="1178788"/>
                    <a:pt x="7601100" y="1060711"/>
                    <a:pt x="7608864" y="1053424"/>
                  </a:cubicBezTo>
                  <a:cubicBezTo>
                    <a:pt x="7505816" y="1194190"/>
                    <a:pt x="7551164" y="1330981"/>
                    <a:pt x="7560870" y="1355822"/>
                  </a:cubicBezTo>
                  <a:cubicBezTo>
                    <a:pt x="7561575" y="1356153"/>
                    <a:pt x="7562282" y="1356319"/>
                    <a:pt x="7562987" y="1356484"/>
                  </a:cubicBezTo>
                  <a:cubicBezTo>
                    <a:pt x="7570927" y="1281133"/>
                    <a:pt x="7671857" y="1189387"/>
                    <a:pt x="7677151" y="1184916"/>
                  </a:cubicBezTo>
                  <a:cubicBezTo>
                    <a:pt x="7674151" y="1192865"/>
                    <a:pt x="7600395" y="1383478"/>
                    <a:pt x="7677327" y="1345223"/>
                  </a:cubicBezTo>
                  <a:cubicBezTo>
                    <a:pt x="7756025" y="1306306"/>
                    <a:pt x="7773316" y="1165043"/>
                    <a:pt x="7773316" y="1165043"/>
                  </a:cubicBezTo>
                  <a:cubicBezTo>
                    <a:pt x="7833840" y="1286929"/>
                    <a:pt x="7773316" y="1369733"/>
                    <a:pt x="7773316" y="1369733"/>
                  </a:cubicBezTo>
                  <a:cubicBezTo>
                    <a:pt x="7885716" y="1311274"/>
                    <a:pt x="7910066" y="1096979"/>
                    <a:pt x="7910066" y="1096979"/>
                  </a:cubicBezTo>
                  <a:cubicBezTo>
                    <a:pt x="7998292" y="1286929"/>
                    <a:pt x="7868600" y="1418421"/>
                    <a:pt x="7868600" y="1418421"/>
                  </a:cubicBezTo>
                  <a:lnTo>
                    <a:pt x="7856954" y="1431835"/>
                  </a:lnTo>
                  <a:cubicBezTo>
                    <a:pt x="7877070" y="1436803"/>
                    <a:pt x="7897008" y="1441938"/>
                    <a:pt x="7916947" y="1446906"/>
                  </a:cubicBezTo>
                  <a:cubicBezTo>
                    <a:pt x="7941298" y="1429186"/>
                    <a:pt x="8044699" y="1346216"/>
                    <a:pt x="8027936" y="1226317"/>
                  </a:cubicBezTo>
                  <a:cubicBezTo>
                    <a:pt x="8027936" y="1226317"/>
                    <a:pt x="8091281" y="1344395"/>
                    <a:pt x="8029876" y="1450549"/>
                  </a:cubicBezTo>
                  <a:lnTo>
                    <a:pt x="8097103" y="1373873"/>
                  </a:lnTo>
                  <a:lnTo>
                    <a:pt x="8097103" y="1458332"/>
                  </a:lnTo>
                  <a:cubicBezTo>
                    <a:pt x="8097103" y="1458332"/>
                    <a:pt x="8166272" y="1430014"/>
                    <a:pt x="8166272" y="1320713"/>
                  </a:cubicBezTo>
                  <a:cubicBezTo>
                    <a:pt x="8166272" y="1320713"/>
                    <a:pt x="8214267" y="1450715"/>
                    <a:pt x="8173507" y="1509505"/>
                  </a:cubicBezTo>
                  <a:cubicBezTo>
                    <a:pt x="8177918" y="1510498"/>
                    <a:pt x="8182330" y="1511492"/>
                    <a:pt x="8186741" y="1512651"/>
                  </a:cubicBezTo>
                  <a:lnTo>
                    <a:pt x="8253263" y="1493441"/>
                  </a:lnTo>
                  <a:cubicBezTo>
                    <a:pt x="8253263" y="1493441"/>
                    <a:pt x="8213561" y="1273515"/>
                    <a:pt x="8386484" y="1179119"/>
                  </a:cubicBezTo>
                  <a:cubicBezTo>
                    <a:pt x="8386484" y="1179119"/>
                    <a:pt x="8257498" y="1406332"/>
                    <a:pt x="8345547" y="1518448"/>
                  </a:cubicBezTo>
                  <a:cubicBezTo>
                    <a:pt x="8345547" y="1518448"/>
                    <a:pt x="8339195" y="1400536"/>
                    <a:pt x="8424244" y="1348866"/>
                  </a:cubicBezTo>
                  <a:cubicBezTo>
                    <a:pt x="8424244" y="1348866"/>
                    <a:pt x="8388953" y="1469428"/>
                    <a:pt x="8461475" y="1539645"/>
                  </a:cubicBezTo>
                  <a:lnTo>
                    <a:pt x="8499588" y="1403351"/>
                  </a:lnTo>
                  <a:lnTo>
                    <a:pt x="8544231" y="1557696"/>
                  </a:lnTo>
                  <a:lnTo>
                    <a:pt x="8568757" y="1459492"/>
                  </a:lnTo>
                  <a:cubicBezTo>
                    <a:pt x="8568757" y="1459492"/>
                    <a:pt x="8602459" y="1553722"/>
                    <a:pt x="8642160" y="1578894"/>
                  </a:cubicBezTo>
                  <a:cubicBezTo>
                    <a:pt x="8642160" y="1578894"/>
                    <a:pt x="8713446" y="1542129"/>
                    <a:pt x="8707095" y="1435810"/>
                  </a:cubicBezTo>
                  <a:cubicBezTo>
                    <a:pt x="8707095" y="1435810"/>
                    <a:pt x="8761088" y="1577238"/>
                    <a:pt x="8698272" y="1630232"/>
                  </a:cubicBezTo>
                  <a:cubicBezTo>
                    <a:pt x="8700389" y="1630563"/>
                    <a:pt x="8702507" y="1631060"/>
                    <a:pt x="8704624" y="1631557"/>
                  </a:cubicBezTo>
                  <a:cubicBezTo>
                    <a:pt x="8742913" y="1622614"/>
                    <a:pt x="8877899" y="1578728"/>
                    <a:pt x="8864312" y="1406332"/>
                  </a:cubicBezTo>
                  <a:cubicBezTo>
                    <a:pt x="8864312" y="1406332"/>
                    <a:pt x="8928893" y="1580053"/>
                    <a:pt x="8865547" y="1651098"/>
                  </a:cubicBezTo>
                  <a:cubicBezTo>
                    <a:pt x="8869781" y="1649939"/>
                    <a:pt x="8937363" y="1627914"/>
                    <a:pt x="8961890" y="1547926"/>
                  </a:cubicBezTo>
                  <a:cubicBezTo>
                    <a:pt x="8961890" y="1547926"/>
                    <a:pt x="9004414" y="1642321"/>
                    <a:pt x="8963478" y="1687532"/>
                  </a:cubicBezTo>
                  <a:cubicBezTo>
                    <a:pt x="8975300" y="1690016"/>
                    <a:pt x="8986946" y="1692500"/>
                    <a:pt x="8998592" y="1694985"/>
                  </a:cubicBezTo>
                  <a:cubicBezTo>
                    <a:pt x="9029823" y="1683889"/>
                    <a:pt x="9065819" y="1667991"/>
                    <a:pt x="9065819" y="1667991"/>
                  </a:cubicBezTo>
                  <a:cubicBezTo>
                    <a:pt x="9065819" y="1667991"/>
                    <a:pt x="9015178" y="1516129"/>
                    <a:pt x="9134811" y="1442103"/>
                  </a:cubicBezTo>
                  <a:cubicBezTo>
                    <a:pt x="9134811" y="1442103"/>
                    <a:pt x="9078170" y="1634703"/>
                    <a:pt x="9169396" y="1704921"/>
                  </a:cubicBezTo>
                  <a:cubicBezTo>
                    <a:pt x="9169396" y="1704921"/>
                    <a:pt x="9131635" y="1607047"/>
                    <a:pt x="9185101" y="1553887"/>
                  </a:cubicBezTo>
                  <a:cubicBezTo>
                    <a:pt x="9185101" y="1553887"/>
                    <a:pt x="9197805" y="1660538"/>
                    <a:pt x="9268385" y="1709061"/>
                  </a:cubicBezTo>
                  <a:cubicBezTo>
                    <a:pt x="9339142" y="1757584"/>
                    <a:pt x="9348493" y="1615825"/>
                    <a:pt x="9348493" y="1615825"/>
                  </a:cubicBezTo>
                  <a:cubicBezTo>
                    <a:pt x="9348493" y="1615825"/>
                    <a:pt x="9407252" y="1712704"/>
                    <a:pt x="9393841" y="1775138"/>
                  </a:cubicBezTo>
                  <a:cubicBezTo>
                    <a:pt x="9396312" y="1775635"/>
                    <a:pt x="9398783" y="1776132"/>
                    <a:pt x="9401428" y="1776629"/>
                  </a:cubicBezTo>
                  <a:cubicBezTo>
                    <a:pt x="9426661" y="1762386"/>
                    <a:pt x="9498301" y="1714194"/>
                    <a:pt x="9493183" y="1621786"/>
                  </a:cubicBezTo>
                  <a:cubicBezTo>
                    <a:pt x="9493183" y="1621786"/>
                    <a:pt x="9529886" y="1735392"/>
                    <a:pt x="9506770" y="1797164"/>
                  </a:cubicBezTo>
                  <a:cubicBezTo>
                    <a:pt x="9507299" y="1797164"/>
                    <a:pt x="9507829" y="1797329"/>
                    <a:pt x="9508358" y="1797329"/>
                  </a:cubicBezTo>
                  <a:lnTo>
                    <a:pt x="9565528" y="1713201"/>
                  </a:lnTo>
                  <a:lnTo>
                    <a:pt x="9565528" y="1795839"/>
                  </a:lnTo>
                  <a:lnTo>
                    <a:pt x="9612641" y="1645303"/>
                  </a:lnTo>
                  <a:lnTo>
                    <a:pt x="9631521" y="1819521"/>
                  </a:lnTo>
                  <a:cubicBezTo>
                    <a:pt x="9631521" y="1819521"/>
                    <a:pt x="9657636" y="1733902"/>
                    <a:pt x="9701220" y="1695481"/>
                  </a:cubicBezTo>
                  <a:cubicBezTo>
                    <a:pt x="9701220" y="1695481"/>
                    <a:pt x="9688161" y="1796170"/>
                    <a:pt x="9732098" y="1837406"/>
                  </a:cubicBezTo>
                  <a:cubicBezTo>
                    <a:pt x="9732098" y="1837406"/>
                    <a:pt x="9819971" y="1772323"/>
                    <a:pt x="9766859" y="1574920"/>
                  </a:cubicBezTo>
                  <a:cubicBezTo>
                    <a:pt x="9771447" y="1581047"/>
                    <a:pt x="9854379" y="1695978"/>
                    <a:pt x="9830911" y="1818361"/>
                  </a:cubicBezTo>
                  <a:cubicBezTo>
                    <a:pt x="9829675" y="1824654"/>
                    <a:pt x="9828263" y="1830947"/>
                    <a:pt x="9826499" y="1837406"/>
                  </a:cubicBezTo>
                  <a:cubicBezTo>
                    <a:pt x="9826499" y="1837406"/>
                    <a:pt x="9911372" y="1763380"/>
                    <a:pt x="9895668" y="1660207"/>
                  </a:cubicBezTo>
                  <a:cubicBezTo>
                    <a:pt x="9895668" y="1660207"/>
                    <a:pt x="9949838" y="1763711"/>
                    <a:pt x="9897608" y="1837406"/>
                  </a:cubicBezTo>
                  <a:lnTo>
                    <a:pt x="9964836" y="1857776"/>
                  </a:lnTo>
                  <a:cubicBezTo>
                    <a:pt x="9964836" y="1857776"/>
                    <a:pt x="9971012" y="1757584"/>
                    <a:pt x="10043358" y="1716182"/>
                  </a:cubicBezTo>
                  <a:cubicBezTo>
                    <a:pt x="10043358" y="1716182"/>
                    <a:pt x="9999421" y="1807597"/>
                    <a:pt x="10024477" y="1857776"/>
                  </a:cubicBezTo>
                  <a:cubicBezTo>
                    <a:pt x="10024477" y="1857776"/>
                    <a:pt x="10036828" y="1795011"/>
                    <a:pt x="10073177" y="1762055"/>
                  </a:cubicBezTo>
                  <a:cubicBezTo>
                    <a:pt x="10067002" y="1773151"/>
                    <a:pt x="10073884" y="1844362"/>
                    <a:pt x="10089412" y="1882451"/>
                  </a:cubicBezTo>
                  <a:cubicBezTo>
                    <a:pt x="10119584" y="1875993"/>
                    <a:pt x="10181519" y="1854795"/>
                    <a:pt x="10181519" y="1791202"/>
                  </a:cubicBezTo>
                  <a:cubicBezTo>
                    <a:pt x="10181519" y="1791202"/>
                    <a:pt x="10196693" y="1873343"/>
                    <a:pt x="10172520" y="1916897"/>
                  </a:cubicBezTo>
                  <a:cubicBezTo>
                    <a:pt x="10185400" y="1919050"/>
                    <a:pt x="10198105" y="1921203"/>
                    <a:pt x="10210809" y="1923356"/>
                  </a:cubicBezTo>
                  <a:cubicBezTo>
                    <a:pt x="10222984" y="1917228"/>
                    <a:pt x="10232513" y="1912095"/>
                    <a:pt x="10232513" y="1912095"/>
                  </a:cubicBezTo>
                  <a:cubicBezTo>
                    <a:pt x="10232513" y="1912095"/>
                    <a:pt x="10335560" y="1821508"/>
                    <a:pt x="10263744" y="1677099"/>
                  </a:cubicBezTo>
                  <a:cubicBezTo>
                    <a:pt x="10269744" y="1682564"/>
                    <a:pt x="10392906" y="1798157"/>
                    <a:pt x="10316856" y="1926006"/>
                  </a:cubicBezTo>
                  <a:cubicBezTo>
                    <a:pt x="10313857" y="1930974"/>
                    <a:pt x="10311209" y="1935445"/>
                    <a:pt x="10308915" y="1939751"/>
                  </a:cubicBezTo>
                  <a:cubicBezTo>
                    <a:pt x="10324443" y="1942235"/>
                    <a:pt x="10339971" y="1944885"/>
                    <a:pt x="10355499" y="1947535"/>
                  </a:cubicBezTo>
                  <a:cubicBezTo>
                    <a:pt x="10360087" y="1943395"/>
                    <a:pt x="10362911" y="1940745"/>
                    <a:pt x="10362911" y="1940745"/>
                  </a:cubicBezTo>
                  <a:cubicBezTo>
                    <a:pt x="10362911" y="1940745"/>
                    <a:pt x="10353028" y="1833100"/>
                    <a:pt x="10427492" y="1784246"/>
                  </a:cubicBezTo>
                  <a:cubicBezTo>
                    <a:pt x="10427492" y="1784246"/>
                    <a:pt x="10406670" y="1905967"/>
                    <a:pt x="10465604" y="1950019"/>
                  </a:cubicBezTo>
                  <a:cubicBezTo>
                    <a:pt x="10465604" y="1950019"/>
                    <a:pt x="10452371" y="1886757"/>
                    <a:pt x="10484661" y="1842540"/>
                  </a:cubicBezTo>
                  <a:cubicBezTo>
                    <a:pt x="10484661" y="1842540"/>
                    <a:pt x="10496308" y="1939420"/>
                    <a:pt x="10548889" y="1963267"/>
                  </a:cubicBezTo>
                  <a:cubicBezTo>
                    <a:pt x="10601295" y="1986949"/>
                    <a:pt x="10593885" y="1865725"/>
                    <a:pt x="10593885" y="1865725"/>
                  </a:cubicBezTo>
                  <a:cubicBezTo>
                    <a:pt x="10593885" y="1865725"/>
                    <a:pt x="10636939" y="1944719"/>
                    <a:pt x="10620705" y="1989433"/>
                  </a:cubicBezTo>
                  <a:cubicBezTo>
                    <a:pt x="10622469" y="1989433"/>
                    <a:pt x="10624058" y="1989930"/>
                    <a:pt x="10625646" y="1990095"/>
                  </a:cubicBezTo>
                  <a:cubicBezTo>
                    <a:pt x="10644172" y="1970720"/>
                    <a:pt x="10681228" y="1915075"/>
                    <a:pt x="10648583" y="1801138"/>
                  </a:cubicBezTo>
                  <a:cubicBezTo>
                    <a:pt x="10648583" y="1801138"/>
                    <a:pt x="10739279" y="1887916"/>
                    <a:pt x="10721105" y="1979000"/>
                  </a:cubicBezTo>
                  <a:cubicBezTo>
                    <a:pt x="10729575" y="1956809"/>
                    <a:pt x="10750043" y="1921534"/>
                    <a:pt x="10797508" y="1907789"/>
                  </a:cubicBezTo>
                  <a:cubicBezTo>
                    <a:pt x="10797508" y="1907789"/>
                    <a:pt x="10763984" y="1963930"/>
                    <a:pt x="10784275" y="2013777"/>
                  </a:cubicBezTo>
                  <a:cubicBezTo>
                    <a:pt x="10804920" y="2016758"/>
                    <a:pt x="10825388" y="2019905"/>
                    <a:pt x="10845856" y="2022886"/>
                  </a:cubicBezTo>
                  <a:cubicBezTo>
                    <a:pt x="10863677" y="1991917"/>
                    <a:pt x="10874618" y="1942732"/>
                    <a:pt x="10874618" y="1942732"/>
                  </a:cubicBezTo>
                  <a:cubicBezTo>
                    <a:pt x="10874618" y="1942732"/>
                    <a:pt x="10898616" y="1998045"/>
                    <a:pt x="10893322" y="2030007"/>
                  </a:cubicBezTo>
                  <a:cubicBezTo>
                    <a:pt x="10894910" y="2030172"/>
                    <a:pt x="10896498" y="2030338"/>
                    <a:pt x="10897909" y="2030503"/>
                  </a:cubicBezTo>
                  <a:cubicBezTo>
                    <a:pt x="10916613" y="2012618"/>
                    <a:pt x="10969372" y="1948197"/>
                    <a:pt x="10907084" y="1842705"/>
                  </a:cubicBezTo>
                  <a:cubicBezTo>
                    <a:pt x="10912377" y="1846680"/>
                    <a:pt x="11003074" y="1917228"/>
                    <a:pt x="10984901" y="2039612"/>
                  </a:cubicBezTo>
                  <a:cubicBezTo>
                    <a:pt x="11026189" y="2004006"/>
                    <a:pt x="11108415" y="1907292"/>
                    <a:pt x="11063950" y="1728934"/>
                  </a:cubicBezTo>
                  <a:cubicBezTo>
                    <a:pt x="11068715" y="1737877"/>
                    <a:pt x="11166467" y="1928986"/>
                    <a:pt x="11102239" y="2058657"/>
                  </a:cubicBezTo>
                  <a:cubicBezTo>
                    <a:pt x="11102593" y="2058657"/>
                    <a:pt x="11102944" y="2058822"/>
                    <a:pt x="11103121" y="2058822"/>
                  </a:cubicBezTo>
                  <a:cubicBezTo>
                    <a:pt x="11113356" y="2056504"/>
                    <a:pt x="11198935" y="2034643"/>
                    <a:pt x="11208640" y="1941242"/>
                  </a:cubicBezTo>
                  <a:cubicBezTo>
                    <a:pt x="11208640" y="1941242"/>
                    <a:pt x="11232637" y="2009637"/>
                    <a:pt x="11223284" y="2075052"/>
                  </a:cubicBezTo>
                  <a:cubicBezTo>
                    <a:pt x="11251870" y="2078861"/>
                    <a:pt x="11280456" y="2082835"/>
                    <a:pt x="11309040" y="2086478"/>
                  </a:cubicBezTo>
                  <a:cubicBezTo>
                    <a:pt x="11309040" y="2085319"/>
                    <a:pt x="11281514" y="1929152"/>
                    <a:pt x="11388266" y="1880795"/>
                  </a:cubicBezTo>
                  <a:cubicBezTo>
                    <a:pt x="11388266" y="1880795"/>
                    <a:pt x="11378915" y="2028516"/>
                    <a:pt x="11428674" y="2101549"/>
                  </a:cubicBezTo>
                  <a:cubicBezTo>
                    <a:pt x="11457965" y="2105358"/>
                    <a:pt x="11487255" y="2109001"/>
                    <a:pt x="11516546" y="2112645"/>
                  </a:cubicBezTo>
                  <a:cubicBezTo>
                    <a:pt x="11514605" y="2078695"/>
                    <a:pt x="11505077" y="2021892"/>
                    <a:pt x="11550425" y="1965089"/>
                  </a:cubicBezTo>
                  <a:cubicBezTo>
                    <a:pt x="11550425" y="1965089"/>
                    <a:pt x="11556777" y="2101880"/>
                    <a:pt x="11654354" y="2129205"/>
                  </a:cubicBezTo>
                  <a:lnTo>
                    <a:pt x="11674999" y="2131689"/>
                  </a:lnTo>
                  <a:cubicBezTo>
                    <a:pt x="11745932" y="2125727"/>
                    <a:pt x="11714877" y="1953827"/>
                    <a:pt x="11712936" y="1943229"/>
                  </a:cubicBezTo>
                  <a:cubicBezTo>
                    <a:pt x="11718230" y="1950847"/>
                    <a:pt x="11788986" y="2058325"/>
                    <a:pt x="11784223" y="2144275"/>
                  </a:cubicBezTo>
                  <a:cubicBezTo>
                    <a:pt x="11800632" y="2146097"/>
                    <a:pt x="11817042" y="2148084"/>
                    <a:pt x="11833451" y="2149906"/>
                  </a:cubicBezTo>
                  <a:cubicBezTo>
                    <a:pt x="11871919" y="2113307"/>
                    <a:pt x="11910737" y="2041102"/>
                    <a:pt x="11885329" y="1903483"/>
                  </a:cubicBezTo>
                  <a:cubicBezTo>
                    <a:pt x="11885329" y="1903483"/>
                    <a:pt x="11979201" y="2066109"/>
                    <a:pt x="11947792" y="2162492"/>
                  </a:cubicBezTo>
                  <a:cubicBezTo>
                    <a:pt x="11973201" y="2165307"/>
                    <a:pt x="11998610" y="2167791"/>
                    <a:pt x="12024018" y="2170441"/>
                  </a:cubicBezTo>
                  <a:cubicBezTo>
                    <a:pt x="12022255" y="2111982"/>
                    <a:pt x="12032489" y="2026363"/>
                    <a:pt x="12099364" y="1985293"/>
                  </a:cubicBezTo>
                  <a:cubicBezTo>
                    <a:pt x="12099364" y="1985293"/>
                    <a:pt x="12059662" y="2094096"/>
                    <a:pt x="12120184" y="2180543"/>
                  </a:cubicBezTo>
                  <a:cubicBezTo>
                    <a:pt x="12144005" y="2183028"/>
                    <a:pt x="12168003" y="2185677"/>
                    <a:pt x="12191824" y="2188161"/>
                  </a:cubicBezTo>
                  <a:lnTo>
                    <a:pt x="12191999" y="2188161"/>
                  </a:lnTo>
                  <a:lnTo>
                    <a:pt x="12191999" y="2310971"/>
                  </a:lnTo>
                  <a:lnTo>
                    <a:pt x="0" y="2310971"/>
                  </a:lnTo>
                  <a:lnTo>
                    <a:pt x="0" y="371775"/>
                  </a:lnTo>
                  <a:lnTo>
                    <a:pt x="31709" y="364335"/>
                  </a:lnTo>
                  <a:cubicBezTo>
                    <a:pt x="131227" y="315481"/>
                    <a:pt x="88350" y="90421"/>
                    <a:pt x="88350" y="90421"/>
                  </a:cubicBezTo>
                  <a:cubicBezTo>
                    <a:pt x="181692" y="178689"/>
                    <a:pt x="136697" y="327404"/>
                    <a:pt x="136697" y="327404"/>
                  </a:cubicBezTo>
                  <a:cubicBezTo>
                    <a:pt x="136697" y="327404"/>
                    <a:pt x="123816" y="353901"/>
                    <a:pt x="126286" y="370131"/>
                  </a:cubicBezTo>
                  <a:cubicBezTo>
                    <a:pt x="143932" y="368143"/>
                    <a:pt x="161577" y="366156"/>
                    <a:pt x="179398" y="364169"/>
                  </a:cubicBezTo>
                  <a:cubicBezTo>
                    <a:pt x="224569" y="317799"/>
                    <a:pt x="237804" y="186308"/>
                    <a:pt x="237804" y="186308"/>
                  </a:cubicBezTo>
                  <a:cubicBezTo>
                    <a:pt x="275035" y="269276"/>
                    <a:pt x="255095" y="329888"/>
                    <a:pt x="240626" y="357711"/>
                  </a:cubicBezTo>
                  <a:cubicBezTo>
                    <a:pt x="267976" y="354729"/>
                    <a:pt x="295150" y="351914"/>
                    <a:pt x="322500" y="349099"/>
                  </a:cubicBezTo>
                  <a:cubicBezTo>
                    <a:pt x="298326" y="269111"/>
                    <a:pt x="359379" y="188792"/>
                    <a:pt x="359379" y="188792"/>
                  </a:cubicBezTo>
                  <a:cubicBezTo>
                    <a:pt x="330793" y="268945"/>
                    <a:pt x="380199" y="342640"/>
                    <a:pt x="380199" y="342640"/>
                  </a:cubicBezTo>
                  <a:lnTo>
                    <a:pt x="381081" y="343137"/>
                  </a:lnTo>
                  <a:cubicBezTo>
                    <a:pt x="402079" y="340984"/>
                    <a:pt x="422900" y="338831"/>
                    <a:pt x="443722" y="336844"/>
                  </a:cubicBezTo>
                  <a:cubicBezTo>
                    <a:pt x="407902" y="214295"/>
                    <a:pt x="487304" y="105326"/>
                    <a:pt x="487304" y="105326"/>
                  </a:cubicBezTo>
                  <a:cubicBezTo>
                    <a:pt x="462073" y="217110"/>
                    <a:pt x="490658" y="287162"/>
                    <a:pt x="528241" y="328729"/>
                  </a:cubicBezTo>
                  <a:cubicBezTo>
                    <a:pt x="555062" y="326245"/>
                    <a:pt x="581706" y="323595"/>
                    <a:pt x="608351" y="321111"/>
                  </a:cubicBezTo>
                  <a:cubicBezTo>
                    <a:pt x="611703" y="289315"/>
                    <a:pt x="625819" y="256525"/>
                    <a:pt x="625819" y="256525"/>
                  </a:cubicBezTo>
                  <a:cubicBezTo>
                    <a:pt x="625819" y="256525"/>
                    <a:pt x="633936" y="289977"/>
                    <a:pt x="645582" y="317965"/>
                  </a:cubicBezTo>
                  <a:cubicBezTo>
                    <a:pt x="665697" y="316143"/>
                    <a:pt x="685635" y="314321"/>
                    <a:pt x="705575" y="312666"/>
                  </a:cubicBezTo>
                  <a:cubicBezTo>
                    <a:pt x="721632" y="273251"/>
                    <a:pt x="733102" y="220919"/>
                    <a:pt x="733102" y="220919"/>
                  </a:cubicBezTo>
                  <a:cubicBezTo>
                    <a:pt x="749864" y="249404"/>
                    <a:pt x="752158" y="284678"/>
                    <a:pt x="751275" y="308691"/>
                  </a:cubicBezTo>
                  <a:cubicBezTo>
                    <a:pt x="775626" y="306538"/>
                    <a:pt x="800152" y="304550"/>
                    <a:pt x="824503" y="302563"/>
                  </a:cubicBezTo>
                  <a:cubicBezTo>
                    <a:pt x="815151" y="184486"/>
                    <a:pt x="703104" y="0"/>
                    <a:pt x="703104" y="0"/>
                  </a:cubicBezTo>
                  <a:close/>
                </a:path>
              </a:pathLst>
            </a:custGeom>
            <a:gradFill>
              <a:gsLst>
                <a:gs pos="0">
                  <a:srgbClr val="7F905A"/>
                </a:gs>
                <a:gs pos="100000">
                  <a:srgbClr val="BDD377"/>
                </a:gs>
              </a:gsLst>
              <a:lin ang="21101917" scaled="1"/>
            </a:gradFill>
            <a:ln w="165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3FC3C2F-6C8E-4038-17CD-7E3A514095F3}"/>
                </a:ext>
              </a:extLst>
            </p:cNvPr>
            <p:cNvSpPr/>
            <p:nvPr/>
          </p:nvSpPr>
          <p:spPr>
            <a:xfrm>
              <a:off x="-1" y="5216532"/>
              <a:ext cx="9285498" cy="1641468"/>
            </a:xfrm>
            <a:custGeom>
              <a:avLst/>
              <a:gdLst>
                <a:gd name="connsiteX0" fmla="*/ 8310807 w 9285498"/>
                <a:gd name="connsiteY0" fmla="*/ 1592474 h 1641468"/>
                <a:gd name="connsiteX1" fmla="*/ 8276608 w 9285498"/>
                <a:gd name="connsiteY1" fmla="*/ 1639267 h 1641468"/>
                <a:gd name="connsiteX2" fmla="*/ 8275110 w 9285498"/>
                <a:gd name="connsiteY2" fmla="*/ 1641468 h 1641468"/>
                <a:gd name="connsiteX3" fmla="*/ 8162100 w 9285498"/>
                <a:gd name="connsiteY3" fmla="*/ 1641468 h 1641468"/>
                <a:gd name="connsiteX4" fmla="*/ 8202977 w 9285498"/>
                <a:gd name="connsiteY4" fmla="*/ 1619406 h 1641468"/>
                <a:gd name="connsiteX5" fmla="*/ 8310807 w 9285498"/>
                <a:gd name="connsiteY5" fmla="*/ 1592474 h 1641468"/>
                <a:gd name="connsiteX6" fmla="*/ 9262217 w 9285498"/>
                <a:gd name="connsiteY6" fmla="*/ 1569454 h 1641468"/>
                <a:gd name="connsiteX7" fmla="*/ 9285498 w 9285498"/>
                <a:gd name="connsiteY7" fmla="*/ 1641468 h 1641468"/>
                <a:gd name="connsiteX8" fmla="*/ 9250354 w 9285498"/>
                <a:gd name="connsiteY8" fmla="*/ 1641468 h 1641468"/>
                <a:gd name="connsiteX9" fmla="*/ 9255404 w 9285498"/>
                <a:gd name="connsiteY9" fmla="*/ 1615705 h 1641468"/>
                <a:gd name="connsiteX10" fmla="*/ 9262217 w 9285498"/>
                <a:gd name="connsiteY10" fmla="*/ 1569454 h 1641468"/>
                <a:gd name="connsiteX11" fmla="*/ 8813423 w 9285498"/>
                <a:gd name="connsiteY11" fmla="*/ 1500231 h 1641468"/>
                <a:gd name="connsiteX12" fmla="*/ 8765627 w 9285498"/>
                <a:gd name="connsiteY12" fmla="*/ 1583440 h 1641468"/>
                <a:gd name="connsiteX13" fmla="*/ 8743837 w 9285498"/>
                <a:gd name="connsiteY13" fmla="*/ 1641468 h 1641468"/>
                <a:gd name="connsiteX14" fmla="*/ 8692493 w 9285498"/>
                <a:gd name="connsiteY14" fmla="*/ 1641468 h 1641468"/>
                <a:gd name="connsiteX15" fmla="*/ 8701307 w 9285498"/>
                <a:gd name="connsiteY15" fmla="*/ 1628742 h 1641468"/>
                <a:gd name="connsiteX16" fmla="*/ 8739398 w 9285498"/>
                <a:gd name="connsiteY16" fmla="*/ 1581875 h 1641468"/>
                <a:gd name="connsiteX17" fmla="*/ 8739562 w 9285498"/>
                <a:gd name="connsiteY17" fmla="*/ 1581875 h 1641468"/>
                <a:gd name="connsiteX18" fmla="*/ 8813423 w 9285498"/>
                <a:gd name="connsiteY18" fmla="*/ 1500231 h 1641468"/>
                <a:gd name="connsiteX19" fmla="*/ 8473764 w 9285498"/>
                <a:gd name="connsiteY19" fmla="*/ 1500231 h 1641468"/>
                <a:gd name="connsiteX20" fmla="*/ 8535139 w 9285498"/>
                <a:gd name="connsiteY20" fmla="*/ 1585920 h 1641468"/>
                <a:gd name="connsiteX21" fmla="*/ 8552673 w 9285498"/>
                <a:gd name="connsiteY21" fmla="*/ 1641468 h 1641468"/>
                <a:gd name="connsiteX22" fmla="*/ 8481442 w 9285498"/>
                <a:gd name="connsiteY22" fmla="*/ 1641468 h 1641468"/>
                <a:gd name="connsiteX23" fmla="*/ 8483592 w 9285498"/>
                <a:gd name="connsiteY23" fmla="*/ 1594718 h 1641468"/>
                <a:gd name="connsiteX24" fmla="*/ 8473764 w 9285498"/>
                <a:gd name="connsiteY24" fmla="*/ 1500231 h 1641468"/>
                <a:gd name="connsiteX25" fmla="*/ 7699719 w 9285498"/>
                <a:gd name="connsiteY25" fmla="*/ 1445415 h 1641468"/>
                <a:gd name="connsiteX26" fmla="*/ 7714251 w 9285498"/>
                <a:gd name="connsiteY26" fmla="*/ 1610437 h 1641468"/>
                <a:gd name="connsiteX27" fmla="*/ 7721164 w 9285498"/>
                <a:gd name="connsiteY27" fmla="*/ 1641468 h 1641468"/>
                <a:gd name="connsiteX28" fmla="*/ 7615174 w 9285498"/>
                <a:gd name="connsiteY28" fmla="*/ 1641468 h 1641468"/>
                <a:gd name="connsiteX29" fmla="*/ 7628247 w 9285498"/>
                <a:gd name="connsiteY29" fmla="*/ 1577670 h 1641468"/>
                <a:gd name="connsiteX30" fmla="*/ 7699719 w 9285498"/>
                <a:gd name="connsiteY30" fmla="*/ 1445415 h 1641468"/>
                <a:gd name="connsiteX31" fmla="*/ 7807860 w 9285498"/>
                <a:gd name="connsiteY31" fmla="*/ 1420408 h 1641468"/>
                <a:gd name="connsiteX32" fmla="*/ 7914925 w 9285498"/>
                <a:gd name="connsiteY32" fmla="*/ 1616735 h 1641468"/>
                <a:gd name="connsiteX33" fmla="*/ 7918473 w 9285498"/>
                <a:gd name="connsiteY33" fmla="*/ 1641468 h 1641468"/>
                <a:gd name="connsiteX34" fmla="*/ 7850110 w 9285498"/>
                <a:gd name="connsiteY34" fmla="*/ 1641468 h 1641468"/>
                <a:gd name="connsiteX35" fmla="*/ 7851456 w 9285498"/>
                <a:gd name="connsiteY35" fmla="*/ 1631611 h 1641468"/>
                <a:gd name="connsiteX36" fmla="*/ 7807860 w 9285498"/>
                <a:gd name="connsiteY36" fmla="*/ 1420408 h 1641468"/>
                <a:gd name="connsiteX37" fmla="*/ 8172526 w 9285498"/>
                <a:gd name="connsiteY37" fmla="*/ 1398714 h 1641468"/>
                <a:gd name="connsiteX38" fmla="*/ 8039792 w 9285498"/>
                <a:gd name="connsiteY38" fmla="*/ 1625512 h 1641468"/>
                <a:gd name="connsiteX39" fmla="*/ 8039130 w 9285498"/>
                <a:gd name="connsiteY39" fmla="*/ 1641468 h 1641468"/>
                <a:gd name="connsiteX40" fmla="*/ 7958697 w 9285498"/>
                <a:gd name="connsiteY40" fmla="*/ 1641468 h 1641468"/>
                <a:gd name="connsiteX41" fmla="*/ 7980234 w 9285498"/>
                <a:gd name="connsiteY41" fmla="*/ 1598342 h 1641468"/>
                <a:gd name="connsiteX42" fmla="*/ 8172526 w 9285498"/>
                <a:gd name="connsiteY42" fmla="*/ 1398714 h 1641468"/>
                <a:gd name="connsiteX43" fmla="*/ 803029 w 9285498"/>
                <a:gd name="connsiteY43" fmla="*/ 0 h 1641468"/>
                <a:gd name="connsiteX44" fmla="*/ 775538 w 9285498"/>
                <a:gd name="connsiteY44" fmla="*/ 215289 h 1641468"/>
                <a:gd name="connsiteX45" fmla="*/ 802201 w 9285498"/>
                <a:gd name="connsiteY45" fmla="*/ 215289 h 1641468"/>
                <a:gd name="connsiteX46" fmla="*/ 831016 w 9285498"/>
                <a:gd name="connsiteY46" fmla="*/ 99032 h 1641468"/>
                <a:gd name="connsiteX47" fmla="*/ 853704 w 9285498"/>
                <a:gd name="connsiteY47" fmla="*/ 215454 h 1641468"/>
                <a:gd name="connsiteX48" fmla="*/ 918125 w 9285498"/>
                <a:gd name="connsiteY48" fmla="*/ 216282 h 1641468"/>
                <a:gd name="connsiteX49" fmla="*/ 924253 w 9285498"/>
                <a:gd name="connsiteY49" fmla="*/ 126523 h 1641468"/>
                <a:gd name="connsiteX50" fmla="*/ 957043 w 9285498"/>
                <a:gd name="connsiteY50" fmla="*/ 216779 h 1641468"/>
                <a:gd name="connsiteX51" fmla="*/ 991820 w 9285498"/>
                <a:gd name="connsiteY51" fmla="*/ 217276 h 1641468"/>
                <a:gd name="connsiteX52" fmla="*/ 1004903 w 9285498"/>
                <a:gd name="connsiteY52" fmla="*/ 134804 h 1641468"/>
                <a:gd name="connsiteX53" fmla="*/ 1037362 w 9285498"/>
                <a:gd name="connsiteY53" fmla="*/ 217938 h 1641468"/>
                <a:gd name="connsiteX54" fmla="*/ 1123146 w 9285498"/>
                <a:gd name="connsiteY54" fmla="*/ 219760 h 1641468"/>
                <a:gd name="connsiteX55" fmla="*/ 1098305 w 9285498"/>
                <a:gd name="connsiteY55" fmla="*/ 24675 h 1641468"/>
                <a:gd name="connsiteX56" fmla="*/ 1189720 w 9285498"/>
                <a:gd name="connsiteY56" fmla="*/ 187632 h 1641468"/>
                <a:gd name="connsiteX57" fmla="*/ 1252982 w 9285498"/>
                <a:gd name="connsiteY57" fmla="*/ 83465 h 1641468"/>
                <a:gd name="connsiteX58" fmla="*/ 1236753 w 9285498"/>
                <a:gd name="connsiteY58" fmla="*/ 222575 h 1641468"/>
                <a:gd name="connsiteX59" fmla="*/ 1283785 w 9285498"/>
                <a:gd name="connsiteY59" fmla="*/ 223900 h 1641468"/>
                <a:gd name="connsiteX60" fmla="*/ 1275008 w 9285498"/>
                <a:gd name="connsiteY60" fmla="*/ 155173 h 1641468"/>
                <a:gd name="connsiteX61" fmla="*/ 1316906 w 9285498"/>
                <a:gd name="connsiteY61" fmla="*/ 225225 h 1641468"/>
                <a:gd name="connsiteX62" fmla="*/ 1326180 w 9285498"/>
                <a:gd name="connsiteY62" fmla="*/ 225556 h 1641468"/>
                <a:gd name="connsiteX63" fmla="*/ 1371225 w 9285498"/>
                <a:gd name="connsiteY63" fmla="*/ 83465 h 1641468"/>
                <a:gd name="connsiteX64" fmla="*/ 1424054 w 9285498"/>
                <a:gd name="connsiteY64" fmla="*/ 228868 h 1641468"/>
                <a:gd name="connsiteX65" fmla="*/ 1424550 w 9285498"/>
                <a:gd name="connsiteY65" fmla="*/ 229365 h 1641468"/>
                <a:gd name="connsiteX66" fmla="*/ 1466946 w 9285498"/>
                <a:gd name="connsiteY66" fmla="*/ 231021 h 1641468"/>
                <a:gd name="connsiteX67" fmla="*/ 1495430 w 9285498"/>
                <a:gd name="connsiteY67" fmla="*/ 111288 h 1641468"/>
                <a:gd name="connsiteX68" fmla="*/ 1544284 w 9285498"/>
                <a:gd name="connsiteY68" fmla="*/ 234499 h 1641468"/>
                <a:gd name="connsiteX69" fmla="*/ 1620629 w 9285498"/>
                <a:gd name="connsiteY69" fmla="*/ 238308 h 1641468"/>
                <a:gd name="connsiteX70" fmla="*/ 1647457 w 9285498"/>
                <a:gd name="connsiteY70" fmla="*/ 89758 h 1641468"/>
                <a:gd name="connsiteX71" fmla="*/ 1697636 w 9285498"/>
                <a:gd name="connsiteY71" fmla="*/ 242117 h 1641468"/>
                <a:gd name="connsiteX72" fmla="*/ 1771662 w 9285498"/>
                <a:gd name="connsiteY72" fmla="*/ 246754 h 1641468"/>
                <a:gd name="connsiteX73" fmla="*/ 1786898 w 9285498"/>
                <a:gd name="connsiteY73" fmla="*/ 146893 h 1641468"/>
                <a:gd name="connsiteX74" fmla="*/ 1817038 w 9285498"/>
                <a:gd name="connsiteY74" fmla="*/ 249735 h 1641468"/>
                <a:gd name="connsiteX75" fmla="*/ 1821344 w 9285498"/>
                <a:gd name="connsiteY75" fmla="*/ 249735 h 1641468"/>
                <a:gd name="connsiteX76" fmla="*/ 1895536 w 9285498"/>
                <a:gd name="connsiteY76" fmla="*/ 129836 h 1641468"/>
                <a:gd name="connsiteX77" fmla="*/ 1876326 w 9285498"/>
                <a:gd name="connsiteY77" fmla="*/ 253544 h 1641468"/>
                <a:gd name="connsiteX78" fmla="*/ 1911600 w 9285498"/>
                <a:gd name="connsiteY78" fmla="*/ 255862 h 1641468"/>
                <a:gd name="connsiteX79" fmla="*/ 1926504 w 9285498"/>
                <a:gd name="connsiteY79" fmla="*/ 164116 h 1641468"/>
                <a:gd name="connsiteX80" fmla="*/ 1972046 w 9285498"/>
                <a:gd name="connsiteY80" fmla="*/ 260002 h 1641468"/>
                <a:gd name="connsiteX81" fmla="*/ 2057334 w 9285498"/>
                <a:gd name="connsiteY81" fmla="*/ 266958 h 1641468"/>
                <a:gd name="connsiteX82" fmla="*/ 2057499 w 9285498"/>
                <a:gd name="connsiteY82" fmla="*/ 266295 h 1641468"/>
                <a:gd name="connsiteX83" fmla="*/ 2112812 w 9285498"/>
                <a:gd name="connsiteY83" fmla="*/ 111122 h 1641468"/>
                <a:gd name="connsiteX84" fmla="*/ 2134672 w 9285498"/>
                <a:gd name="connsiteY84" fmla="*/ 272754 h 1641468"/>
                <a:gd name="connsiteX85" fmla="*/ 2135169 w 9285498"/>
                <a:gd name="connsiteY85" fmla="*/ 273251 h 1641468"/>
                <a:gd name="connsiteX86" fmla="*/ 2161169 w 9285498"/>
                <a:gd name="connsiteY86" fmla="*/ 275238 h 1641468"/>
                <a:gd name="connsiteX87" fmla="*/ 2180876 w 9285498"/>
                <a:gd name="connsiteY87" fmla="*/ 182664 h 1641468"/>
                <a:gd name="connsiteX88" fmla="*/ 2206711 w 9285498"/>
                <a:gd name="connsiteY88" fmla="*/ 279213 h 1641468"/>
                <a:gd name="connsiteX89" fmla="*/ 2259374 w 9285498"/>
                <a:gd name="connsiteY89" fmla="*/ 284181 h 1641468"/>
                <a:gd name="connsiteX90" fmla="*/ 2283553 w 9285498"/>
                <a:gd name="connsiteY90" fmla="*/ 161963 h 1641468"/>
                <a:gd name="connsiteX91" fmla="*/ 2318992 w 9285498"/>
                <a:gd name="connsiteY91" fmla="*/ 289812 h 1641468"/>
                <a:gd name="connsiteX92" fmla="*/ 2384738 w 9285498"/>
                <a:gd name="connsiteY92" fmla="*/ 296105 h 1641468"/>
                <a:gd name="connsiteX93" fmla="*/ 2395006 w 9285498"/>
                <a:gd name="connsiteY93" fmla="*/ 191938 h 1641468"/>
                <a:gd name="connsiteX94" fmla="*/ 2445847 w 9285498"/>
                <a:gd name="connsiteY94" fmla="*/ 302397 h 1641468"/>
                <a:gd name="connsiteX95" fmla="*/ 2502650 w 9285498"/>
                <a:gd name="connsiteY95" fmla="*/ 308691 h 1641468"/>
                <a:gd name="connsiteX96" fmla="*/ 2491554 w 9285498"/>
                <a:gd name="connsiteY96" fmla="*/ 215123 h 1641468"/>
                <a:gd name="connsiteX97" fmla="*/ 2536268 w 9285498"/>
                <a:gd name="connsiteY97" fmla="*/ 312665 h 1641468"/>
                <a:gd name="connsiteX98" fmla="*/ 2595555 w 9285498"/>
                <a:gd name="connsiteY98" fmla="*/ 318958 h 1641468"/>
                <a:gd name="connsiteX99" fmla="*/ 2640269 w 9285498"/>
                <a:gd name="connsiteY99" fmla="*/ 179518 h 1641468"/>
                <a:gd name="connsiteX100" fmla="*/ 2653683 w 9285498"/>
                <a:gd name="connsiteY100" fmla="*/ 325748 h 1641468"/>
                <a:gd name="connsiteX101" fmla="*/ 2698728 w 9285498"/>
                <a:gd name="connsiteY101" fmla="*/ 331544 h 1641468"/>
                <a:gd name="connsiteX102" fmla="*/ 2711811 w 9285498"/>
                <a:gd name="connsiteY102" fmla="*/ 241620 h 1641468"/>
                <a:gd name="connsiteX103" fmla="*/ 2752385 w 9285498"/>
                <a:gd name="connsiteY103" fmla="*/ 338500 h 1641468"/>
                <a:gd name="connsiteX104" fmla="*/ 2866985 w 9285498"/>
                <a:gd name="connsiteY104" fmla="*/ 352908 h 1641468"/>
                <a:gd name="connsiteX105" fmla="*/ 2897788 w 9285498"/>
                <a:gd name="connsiteY105" fmla="*/ 266295 h 1641468"/>
                <a:gd name="connsiteX106" fmla="*/ 2921138 w 9285498"/>
                <a:gd name="connsiteY106" fmla="*/ 360360 h 1641468"/>
                <a:gd name="connsiteX107" fmla="*/ 2921138 w 9285498"/>
                <a:gd name="connsiteY107" fmla="*/ 360857 h 1641468"/>
                <a:gd name="connsiteX108" fmla="*/ 2970986 w 9285498"/>
                <a:gd name="connsiteY108" fmla="*/ 367978 h 1641468"/>
                <a:gd name="connsiteX109" fmla="*/ 3003113 w 9285498"/>
                <a:gd name="connsiteY109" fmla="*/ 285506 h 1641468"/>
                <a:gd name="connsiteX110" fmla="*/ 3009406 w 9285498"/>
                <a:gd name="connsiteY110" fmla="*/ 373443 h 1641468"/>
                <a:gd name="connsiteX111" fmla="*/ 3026464 w 9285498"/>
                <a:gd name="connsiteY111" fmla="*/ 375762 h 1641468"/>
                <a:gd name="connsiteX112" fmla="*/ 3056108 w 9285498"/>
                <a:gd name="connsiteY112" fmla="*/ 214626 h 1641468"/>
                <a:gd name="connsiteX113" fmla="*/ 3079292 w 9285498"/>
                <a:gd name="connsiteY113" fmla="*/ 382883 h 1641468"/>
                <a:gd name="connsiteX114" fmla="*/ 3153484 w 9285498"/>
                <a:gd name="connsiteY114" fmla="*/ 238473 h 1641468"/>
                <a:gd name="connsiteX115" fmla="*/ 3153484 w 9285498"/>
                <a:gd name="connsiteY115" fmla="*/ 377417 h 1641468"/>
                <a:gd name="connsiteX116" fmla="*/ 3215918 w 9285498"/>
                <a:gd name="connsiteY116" fmla="*/ 296933 h 1641468"/>
                <a:gd name="connsiteX117" fmla="*/ 3190083 w 9285498"/>
                <a:gd name="connsiteY117" fmla="*/ 384704 h 1641468"/>
                <a:gd name="connsiteX118" fmla="*/ 3195052 w 9285498"/>
                <a:gd name="connsiteY118" fmla="*/ 401099 h 1641468"/>
                <a:gd name="connsiteX119" fmla="*/ 3226848 w 9285498"/>
                <a:gd name="connsiteY119" fmla="*/ 406398 h 1641468"/>
                <a:gd name="connsiteX120" fmla="*/ 3290275 w 9285498"/>
                <a:gd name="connsiteY120" fmla="*/ 259340 h 1641468"/>
                <a:gd name="connsiteX121" fmla="*/ 3277193 w 9285498"/>
                <a:gd name="connsiteY121" fmla="*/ 414679 h 1641468"/>
                <a:gd name="connsiteX122" fmla="*/ 3280339 w 9285498"/>
                <a:gd name="connsiteY122" fmla="*/ 415341 h 1641468"/>
                <a:gd name="connsiteX123" fmla="*/ 3307167 w 9285498"/>
                <a:gd name="connsiteY123" fmla="*/ 329723 h 1641468"/>
                <a:gd name="connsiteX124" fmla="*/ 3325550 w 9285498"/>
                <a:gd name="connsiteY124" fmla="*/ 417660 h 1641468"/>
                <a:gd name="connsiteX125" fmla="*/ 3373244 w 9285498"/>
                <a:gd name="connsiteY125" fmla="*/ 320780 h 1641468"/>
                <a:gd name="connsiteX126" fmla="*/ 3361321 w 9285498"/>
                <a:gd name="connsiteY126" fmla="*/ 400603 h 1641468"/>
                <a:gd name="connsiteX127" fmla="*/ 3370760 w 9285498"/>
                <a:gd name="connsiteY127" fmla="*/ 430577 h 1641468"/>
                <a:gd name="connsiteX128" fmla="*/ 3401563 w 9285498"/>
                <a:gd name="connsiteY128" fmla="*/ 435711 h 1641468"/>
                <a:gd name="connsiteX129" fmla="*/ 3409678 w 9285498"/>
                <a:gd name="connsiteY129" fmla="*/ 423125 h 1641468"/>
                <a:gd name="connsiteX130" fmla="*/ 3417296 w 9285498"/>
                <a:gd name="connsiteY130" fmla="*/ 269773 h 1641468"/>
                <a:gd name="connsiteX131" fmla="*/ 3448099 w 9285498"/>
                <a:gd name="connsiteY131" fmla="*/ 428755 h 1641468"/>
                <a:gd name="connsiteX132" fmla="*/ 3484698 w 9285498"/>
                <a:gd name="connsiteY132" fmla="*/ 318958 h 1641468"/>
                <a:gd name="connsiteX133" fmla="*/ 3477576 w 9285498"/>
                <a:gd name="connsiteY133" fmla="*/ 449788 h 1641468"/>
                <a:gd name="connsiteX134" fmla="*/ 3524940 w 9285498"/>
                <a:gd name="connsiteY134" fmla="*/ 458399 h 1641468"/>
                <a:gd name="connsiteX135" fmla="*/ 3579756 w 9285498"/>
                <a:gd name="connsiteY135" fmla="*/ 300576 h 1641468"/>
                <a:gd name="connsiteX136" fmla="*/ 3572800 w 9285498"/>
                <a:gd name="connsiteY136" fmla="*/ 440017 h 1641468"/>
                <a:gd name="connsiteX137" fmla="*/ 3583399 w 9285498"/>
                <a:gd name="connsiteY137" fmla="*/ 375596 h 1641468"/>
                <a:gd name="connsiteX138" fmla="*/ 3596316 w 9285498"/>
                <a:gd name="connsiteY138" fmla="*/ 446806 h 1641468"/>
                <a:gd name="connsiteX139" fmla="*/ 3632088 w 9285498"/>
                <a:gd name="connsiteY139" fmla="*/ 478437 h 1641468"/>
                <a:gd name="connsiteX140" fmla="*/ 3638049 w 9285498"/>
                <a:gd name="connsiteY140" fmla="*/ 479763 h 1641468"/>
                <a:gd name="connsiteX141" fmla="*/ 3708929 w 9285498"/>
                <a:gd name="connsiteY141" fmla="*/ 330385 h 1641468"/>
                <a:gd name="connsiteX142" fmla="*/ 3682266 w 9285498"/>
                <a:gd name="connsiteY142" fmla="*/ 473138 h 1641468"/>
                <a:gd name="connsiteX143" fmla="*/ 3692203 w 9285498"/>
                <a:gd name="connsiteY143" fmla="*/ 490527 h 1641468"/>
                <a:gd name="connsiteX144" fmla="*/ 3729133 w 9285498"/>
                <a:gd name="connsiteY144" fmla="*/ 498145 h 1641468"/>
                <a:gd name="connsiteX145" fmla="*/ 3802994 w 9285498"/>
                <a:gd name="connsiteY145" fmla="*/ 309850 h 1641468"/>
                <a:gd name="connsiteX146" fmla="*/ 3798522 w 9285498"/>
                <a:gd name="connsiteY146" fmla="*/ 512387 h 1641468"/>
                <a:gd name="connsiteX147" fmla="*/ 3822204 w 9285498"/>
                <a:gd name="connsiteY147" fmla="*/ 517355 h 1641468"/>
                <a:gd name="connsiteX148" fmla="*/ 3824854 w 9285498"/>
                <a:gd name="connsiteY148" fmla="*/ 516527 h 1641468"/>
                <a:gd name="connsiteX149" fmla="*/ 3898052 w 9285498"/>
                <a:gd name="connsiteY149" fmla="*/ 300576 h 1641468"/>
                <a:gd name="connsiteX150" fmla="*/ 3886956 w 9285498"/>
                <a:gd name="connsiteY150" fmla="*/ 530769 h 1641468"/>
                <a:gd name="connsiteX151" fmla="*/ 3909810 w 9285498"/>
                <a:gd name="connsiteY151" fmla="*/ 535572 h 1641468"/>
                <a:gd name="connsiteX152" fmla="*/ 3957505 w 9285498"/>
                <a:gd name="connsiteY152" fmla="*/ 546336 h 1641468"/>
                <a:gd name="connsiteX153" fmla="*/ 3992944 w 9285498"/>
                <a:gd name="connsiteY153" fmla="*/ 391163 h 1641468"/>
                <a:gd name="connsiteX154" fmla="*/ 4016461 w 9285498"/>
                <a:gd name="connsiteY154" fmla="*/ 559750 h 1641468"/>
                <a:gd name="connsiteX155" fmla="*/ 4029875 w 9285498"/>
                <a:gd name="connsiteY155" fmla="*/ 562897 h 1641468"/>
                <a:gd name="connsiteX156" fmla="*/ 4023250 w 9285498"/>
                <a:gd name="connsiteY156" fmla="*/ 518349 h 1641468"/>
                <a:gd name="connsiteX157" fmla="*/ 4141659 w 9285498"/>
                <a:gd name="connsiteY157" fmla="*/ 295608 h 1641468"/>
                <a:gd name="connsiteX158" fmla="*/ 4120296 w 9285498"/>
                <a:gd name="connsiteY158" fmla="*/ 561572 h 1641468"/>
                <a:gd name="connsiteX159" fmla="*/ 4174284 w 9285498"/>
                <a:gd name="connsiteY159" fmla="*/ 421303 h 1641468"/>
                <a:gd name="connsiteX160" fmla="*/ 4214030 w 9285498"/>
                <a:gd name="connsiteY160" fmla="*/ 558094 h 1641468"/>
                <a:gd name="connsiteX161" fmla="*/ 4214195 w 9285498"/>
                <a:gd name="connsiteY161" fmla="*/ 374602 h 1641468"/>
                <a:gd name="connsiteX162" fmla="*/ 4275801 w 9285498"/>
                <a:gd name="connsiteY162" fmla="*/ 566209 h 1641468"/>
                <a:gd name="connsiteX163" fmla="*/ 4303954 w 9285498"/>
                <a:gd name="connsiteY163" fmla="*/ 478934 h 1641468"/>
                <a:gd name="connsiteX164" fmla="*/ 4341050 w 9285498"/>
                <a:gd name="connsiteY164" fmla="*/ 637254 h 1641468"/>
                <a:gd name="connsiteX165" fmla="*/ 4343037 w 9285498"/>
                <a:gd name="connsiteY165" fmla="*/ 637751 h 1641468"/>
                <a:gd name="connsiteX166" fmla="*/ 4435777 w 9285498"/>
                <a:gd name="connsiteY166" fmla="*/ 436042 h 1641468"/>
                <a:gd name="connsiteX167" fmla="*/ 4437101 w 9285498"/>
                <a:gd name="connsiteY167" fmla="*/ 629967 h 1641468"/>
                <a:gd name="connsiteX168" fmla="*/ 4516096 w 9285498"/>
                <a:gd name="connsiteY168" fmla="*/ 486221 h 1641468"/>
                <a:gd name="connsiteX169" fmla="*/ 4516262 w 9285498"/>
                <a:gd name="connsiteY169" fmla="*/ 633611 h 1641468"/>
                <a:gd name="connsiteX170" fmla="*/ 4611984 w 9285498"/>
                <a:gd name="connsiteY170" fmla="*/ 435711 h 1641468"/>
                <a:gd name="connsiteX171" fmla="*/ 4612314 w 9285498"/>
                <a:gd name="connsiteY171" fmla="*/ 636261 h 1641468"/>
                <a:gd name="connsiteX172" fmla="*/ 4685347 w 9285498"/>
                <a:gd name="connsiteY172" fmla="*/ 543686 h 1641468"/>
                <a:gd name="connsiteX173" fmla="*/ 4652722 w 9285498"/>
                <a:gd name="connsiteY173" fmla="*/ 673025 h 1641468"/>
                <a:gd name="connsiteX174" fmla="*/ 4678556 w 9285498"/>
                <a:gd name="connsiteY174" fmla="*/ 725688 h 1641468"/>
                <a:gd name="connsiteX175" fmla="*/ 4725092 w 9285498"/>
                <a:gd name="connsiteY175" fmla="*/ 738771 h 1641468"/>
                <a:gd name="connsiteX176" fmla="*/ 4724761 w 9285498"/>
                <a:gd name="connsiteY176" fmla="*/ 694885 h 1641468"/>
                <a:gd name="connsiteX177" fmla="*/ 4818163 w 9285498"/>
                <a:gd name="connsiteY177" fmla="*/ 436042 h 1641468"/>
                <a:gd name="connsiteX178" fmla="*/ 4789513 w 9285498"/>
                <a:gd name="connsiteY178" fmla="*/ 709127 h 1641468"/>
                <a:gd name="connsiteX179" fmla="*/ 4825616 w 9285498"/>
                <a:gd name="connsiteY179" fmla="*/ 615725 h 1641468"/>
                <a:gd name="connsiteX180" fmla="*/ 4854265 w 9285498"/>
                <a:gd name="connsiteY180" fmla="*/ 745230 h 1641468"/>
                <a:gd name="connsiteX181" fmla="*/ 4972839 w 9285498"/>
                <a:gd name="connsiteY181" fmla="*/ 565547 h 1641468"/>
                <a:gd name="connsiteX182" fmla="*/ 4926304 w 9285498"/>
                <a:gd name="connsiteY182" fmla="*/ 759638 h 1641468"/>
                <a:gd name="connsiteX183" fmla="*/ 5052165 w 9285498"/>
                <a:gd name="connsiteY183" fmla="*/ 651828 h 1641468"/>
                <a:gd name="connsiteX184" fmla="*/ 4979463 w 9285498"/>
                <a:gd name="connsiteY184" fmla="*/ 811141 h 1641468"/>
                <a:gd name="connsiteX185" fmla="*/ 5002649 w 9285498"/>
                <a:gd name="connsiteY185" fmla="*/ 817766 h 1641468"/>
                <a:gd name="connsiteX186" fmla="*/ 5016394 w 9285498"/>
                <a:gd name="connsiteY186" fmla="*/ 813626 h 1641468"/>
                <a:gd name="connsiteX187" fmla="*/ 5111619 w 9285498"/>
                <a:gd name="connsiteY187" fmla="*/ 543686 h 1641468"/>
                <a:gd name="connsiteX188" fmla="*/ 5111619 w 9285498"/>
                <a:gd name="connsiteY188" fmla="*/ 788619 h 1641468"/>
                <a:gd name="connsiteX189" fmla="*/ 5120560 w 9285498"/>
                <a:gd name="connsiteY189" fmla="*/ 852543 h 1641468"/>
                <a:gd name="connsiteX190" fmla="*/ 5130165 w 9285498"/>
                <a:gd name="connsiteY190" fmla="*/ 855358 h 1641468"/>
                <a:gd name="connsiteX191" fmla="*/ 5131491 w 9285498"/>
                <a:gd name="connsiteY191" fmla="*/ 842275 h 1641468"/>
                <a:gd name="connsiteX192" fmla="*/ 5264473 w 9285498"/>
                <a:gd name="connsiteY192" fmla="*/ 637586 h 1641468"/>
                <a:gd name="connsiteX193" fmla="*/ 5203364 w 9285498"/>
                <a:gd name="connsiteY193" fmla="*/ 856683 h 1641468"/>
                <a:gd name="connsiteX194" fmla="*/ 5347110 w 9285498"/>
                <a:gd name="connsiteY194" fmla="*/ 752351 h 1641468"/>
                <a:gd name="connsiteX195" fmla="*/ 5304052 w 9285498"/>
                <a:gd name="connsiteY195" fmla="*/ 883843 h 1641468"/>
                <a:gd name="connsiteX196" fmla="*/ 5422958 w 9285498"/>
                <a:gd name="connsiteY196" fmla="*/ 745230 h 1641468"/>
                <a:gd name="connsiteX197" fmla="*/ 5384704 w 9285498"/>
                <a:gd name="connsiteY197" fmla="*/ 874072 h 1641468"/>
                <a:gd name="connsiteX198" fmla="*/ 5330881 w 9285498"/>
                <a:gd name="connsiteY198" fmla="*/ 916136 h 1641468"/>
                <a:gd name="connsiteX199" fmla="*/ 5366155 w 9285498"/>
                <a:gd name="connsiteY199" fmla="*/ 926901 h 1641468"/>
                <a:gd name="connsiteX200" fmla="*/ 5384704 w 9285498"/>
                <a:gd name="connsiteY200" fmla="*/ 921435 h 1641468"/>
                <a:gd name="connsiteX201" fmla="*/ 5556107 w 9285498"/>
                <a:gd name="connsiteY201" fmla="*/ 622846 h 1641468"/>
                <a:gd name="connsiteX202" fmla="*/ 5505596 w 9285498"/>
                <a:gd name="connsiteY202" fmla="*/ 955882 h 1641468"/>
                <a:gd name="connsiteX203" fmla="*/ 5696375 w 9285498"/>
                <a:gd name="connsiteY203" fmla="*/ 824390 h 1641468"/>
                <a:gd name="connsiteX204" fmla="*/ 5627979 w 9285498"/>
                <a:gd name="connsiteY204" fmla="*/ 1000595 h 1641468"/>
                <a:gd name="connsiteX205" fmla="*/ 5636922 w 9285498"/>
                <a:gd name="connsiteY205" fmla="*/ 1011360 h 1641468"/>
                <a:gd name="connsiteX206" fmla="*/ 5771395 w 9285498"/>
                <a:gd name="connsiteY206" fmla="*/ 1054583 h 1641468"/>
                <a:gd name="connsiteX207" fmla="*/ 5836644 w 9285498"/>
                <a:gd name="connsiteY207" fmla="*/ 767090 h 1641468"/>
                <a:gd name="connsiteX208" fmla="*/ 5894440 w 9285498"/>
                <a:gd name="connsiteY208" fmla="*/ 1047462 h 1641468"/>
                <a:gd name="connsiteX209" fmla="*/ 5904708 w 9285498"/>
                <a:gd name="connsiteY209" fmla="*/ 1044481 h 1641468"/>
                <a:gd name="connsiteX210" fmla="*/ 6032060 w 9285498"/>
                <a:gd name="connsiteY210" fmla="*/ 875397 h 1641468"/>
                <a:gd name="connsiteX211" fmla="*/ 6032391 w 9285498"/>
                <a:gd name="connsiteY211" fmla="*/ 1097475 h 1641468"/>
                <a:gd name="connsiteX212" fmla="*/ 6162226 w 9285498"/>
                <a:gd name="connsiteY212" fmla="*/ 907524 h 1641468"/>
                <a:gd name="connsiteX213" fmla="*/ 6076773 w 9285498"/>
                <a:gd name="connsiteY213" fmla="*/ 1145004 h 1641468"/>
                <a:gd name="connsiteX214" fmla="*/ 6125627 w 9285498"/>
                <a:gd name="connsiteY214" fmla="*/ 1169183 h 1641468"/>
                <a:gd name="connsiteX215" fmla="*/ 6178124 w 9285498"/>
                <a:gd name="connsiteY215" fmla="*/ 1186406 h 1641468"/>
                <a:gd name="connsiteX216" fmla="*/ 6349858 w 9285498"/>
                <a:gd name="connsiteY216" fmla="*/ 954226 h 1641468"/>
                <a:gd name="connsiteX217" fmla="*/ 6289081 w 9285498"/>
                <a:gd name="connsiteY217" fmla="*/ 1222840 h 1641468"/>
                <a:gd name="connsiteX218" fmla="*/ 6334789 w 9285498"/>
                <a:gd name="connsiteY218" fmla="*/ 1237910 h 1641468"/>
                <a:gd name="connsiteX219" fmla="*/ 6458994 w 9285498"/>
                <a:gd name="connsiteY219" fmla="*/ 1097641 h 1641468"/>
                <a:gd name="connsiteX220" fmla="*/ 6408980 w 9285498"/>
                <a:gd name="connsiteY220" fmla="*/ 1262419 h 1641468"/>
                <a:gd name="connsiteX221" fmla="*/ 6434484 w 9285498"/>
                <a:gd name="connsiteY221" fmla="*/ 1270866 h 1641468"/>
                <a:gd name="connsiteX222" fmla="*/ 6537491 w 9285498"/>
                <a:gd name="connsiteY222" fmla="*/ 1065844 h 1641468"/>
                <a:gd name="connsiteX223" fmla="*/ 6515797 w 9285498"/>
                <a:gd name="connsiteY223" fmla="*/ 1297694 h 1641468"/>
                <a:gd name="connsiteX224" fmla="*/ 6522752 w 9285498"/>
                <a:gd name="connsiteY224" fmla="*/ 1299681 h 1641468"/>
                <a:gd name="connsiteX225" fmla="*/ 6601912 w 9285498"/>
                <a:gd name="connsiteY225" fmla="*/ 946111 h 1641468"/>
                <a:gd name="connsiteX226" fmla="*/ 6622447 w 9285498"/>
                <a:gd name="connsiteY226" fmla="*/ 1303656 h 1641468"/>
                <a:gd name="connsiteX227" fmla="*/ 6730920 w 9285498"/>
                <a:gd name="connsiteY227" fmla="*/ 1153947 h 1641468"/>
                <a:gd name="connsiteX228" fmla="*/ 6716346 w 9285498"/>
                <a:gd name="connsiteY228" fmla="*/ 1363440 h 1641468"/>
                <a:gd name="connsiteX229" fmla="*/ 6777787 w 9285498"/>
                <a:gd name="connsiteY229" fmla="*/ 1383644 h 1641468"/>
                <a:gd name="connsiteX230" fmla="*/ 6959126 w 9285498"/>
                <a:gd name="connsiteY230" fmla="*/ 1097972 h 1641468"/>
                <a:gd name="connsiteX231" fmla="*/ 6916730 w 9285498"/>
                <a:gd name="connsiteY231" fmla="*/ 1428854 h 1641468"/>
                <a:gd name="connsiteX232" fmla="*/ 6934616 w 9285498"/>
                <a:gd name="connsiteY232" fmla="*/ 1434651 h 1641468"/>
                <a:gd name="connsiteX233" fmla="*/ 7040439 w 9285498"/>
                <a:gd name="connsiteY233" fmla="*/ 1241884 h 1641468"/>
                <a:gd name="connsiteX234" fmla="*/ 7040439 w 9285498"/>
                <a:gd name="connsiteY234" fmla="*/ 1419084 h 1641468"/>
                <a:gd name="connsiteX235" fmla="*/ 7135000 w 9285498"/>
                <a:gd name="connsiteY235" fmla="*/ 1212406 h 1641468"/>
                <a:gd name="connsiteX236" fmla="*/ 7135000 w 9285498"/>
                <a:gd name="connsiteY236" fmla="*/ 1491951 h 1641468"/>
                <a:gd name="connsiteX237" fmla="*/ 7289345 w 9285498"/>
                <a:gd name="connsiteY237" fmla="*/ 1221018 h 1641468"/>
                <a:gd name="connsiteX238" fmla="*/ 7291664 w 9285498"/>
                <a:gd name="connsiteY238" fmla="*/ 1549085 h 1641468"/>
                <a:gd name="connsiteX239" fmla="*/ 7294645 w 9285498"/>
                <a:gd name="connsiteY239" fmla="*/ 1550244 h 1641468"/>
                <a:gd name="connsiteX240" fmla="*/ 7390365 w 9285498"/>
                <a:gd name="connsiteY240" fmla="*/ 1097475 h 1641468"/>
                <a:gd name="connsiteX241" fmla="*/ 7425971 w 9285498"/>
                <a:gd name="connsiteY241" fmla="*/ 1573926 h 1641468"/>
                <a:gd name="connsiteX242" fmla="*/ 7653183 w 9285498"/>
                <a:gd name="connsiteY242" fmla="*/ 1291070 h 1641468"/>
                <a:gd name="connsiteX243" fmla="*/ 7591528 w 9285498"/>
                <a:gd name="connsiteY243" fmla="*/ 1618781 h 1641468"/>
                <a:gd name="connsiteX244" fmla="*/ 7599033 w 9285498"/>
                <a:gd name="connsiteY244" fmla="*/ 1641468 h 1641468"/>
                <a:gd name="connsiteX245" fmla="*/ 0 w 9285498"/>
                <a:gd name="connsiteY245" fmla="*/ 1641468 h 1641468"/>
                <a:gd name="connsiteX246" fmla="*/ 0 w 9285498"/>
                <a:gd name="connsiteY246" fmla="*/ 48083 h 1641468"/>
                <a:gd name="connsiteX247" fmla="*/ 4463 w 9285498"/>
                <a:gd name="connsiteY247" fmla="*/ 54168 h 1641468"/>
                <a:gd name="connsiteX248" fmla="*/ 47200 w 9285498"/>
                <a:gd name="connsiteY248" fmla="*/ 225722 h 1641468"/>
                <a:gd name="connsiteX249" fmla="*/ 92907 w 9285498"/>
                <a:gd name="connsiteY249" fmla="*/ 224397 h 1641468"/>
                <a:gd name="connsiteX250" fmla="*/ 143086 w 9285498"/>
                <a:gd name="connsiteY250" fmla="*/ 56140 h 1641468"/>
                <a:gd name="connsiteX251" fmla="*/ 173392 w 9285498"/>
                <a:gd name="connsiteY251" fmla="*/ 221747 h 1641468"/>
                <a:gd name="connsiteX252" fmla="*/ 250730 w 9285498"/>
                <a:gd name="connsiteY252" fmla="*/ 220257 h 1641468"/>
                <a:gd name="connsiteX253" fmla="*/ 266297 w 9285498"/>
                <a:gd name="connsiteY253" fmla="*/ 136294 h 1641468"/>
                <a:gd name="connsiteX254" fmla="*/ 284183 w 9285498"/>
                <a:gd name="connsiteY254" fmla="*/ 219429 h 1641468"/>
                <a:gd name="connsiteX255" fmla="*/ 322769 w 9285498"/>
                <a:gd name="connsiteY255" fmla="*/ 218600 h 1641468"/>
                <a:gd name="connsiteX256" fmla="*/ 382057 w 9285498"/>
                <a:gd name="connsiteY256" fmla="*/ 45873 h 1641468"/>
                <a:gd name="connsiteX257" fmla="*/ 379904 w 9285498"/>
                <a:gd name="connsiteY257" fmla="*/ 217607 h 1641468"/>
                <a:gd name="connsiteX258" fmla="*/ 464363 w 9285498"/>
                <a:gd name="connsiteY258" fmla="*/ 216613 h 1641468"/>
                <a:gd name="connsiteX259" fmla="*/ 513548 w 9285498"/>
                <a:gd name="connsiteY259" fmla="*/ 84956 h 1641468"/>
                <a:gd name="connsiteX260" fmla="*/ 528618 w 9285498"/>
                <a:gd name="connsiteY260" fmla="*/ 215785 h 1641468"/>
                <a:gd name="connsiteX261" fmla="*/ 634110 w 9285498"/>
                <a:gd name="connsiteY261" fmla="*/ 214957 h 1641468"/>
                <a:gd name="connsiteX262" fmla="*/ 634772 w 9285498"/>
                <a:gd name="connsiteY262" fmla="*/ 164944 h 1641468"/>
                <a:gd name="connsiteX263" fmla="*/ 666403 w 9285498"/>
                <a:gd name="connsiteY263" fmla="*/ 214957 h 1641468"/>
                <a:gd name="connsiteX264" fmla="*/ 680645 w 9285498"/>
                <a:gd name="connsiteY264" fmla="*/ 214957 h 1641468"/>
                <a:gd name="connsiteX265" fmla="*/ 803029 w 9285498"/>
                <a:gd name="connsiteY265" fmla="*/ 0 h 164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</a:cxnLst>
              <a:rect l="l" t="t" r="r" b="b"/>
              <a:pathLst>
                <a:path w="9285498" h="1641468">
                  <a:moveTo>
                    <a:pt x="8310807" y="1592474"/>
                  </a:moveTo>
                  <a:cubicBezTo>
                    <a:pt x="8310807" y="1592474"/>
                    <a:pt x="8296345" y="1611058"/>
                    <a:pt x="8276608" y="1639267"/>
                  </a:cubicBezTo>
                  <a:lnTo>
                    <a:pt x="8275110" y="1641468"/>
                  </a:lnTo>
                  <a:lnTo>
                    <a:pt x="8162100" y="1641468"/>
                  </a:lnTo>
                  <a:lnTo>
                    <a:pt x="8202977" y="1619406"/>
                  </a:lnTo>
                  <a:cubicBezTo>
                    <a:pt x="8260008" y="1594461"/>
                    <a:pt x="8310807" y="1592474"/>
                    <a:pt x="8310807" y="1592474"/>
                  </a:cubicBezTo>
                  <a:close/>
                  <a:moveTo>
                    <a:pt x="9262217" y="1569454"/>
                  </a:moveTo>
                  <a:lnTo>
                    <a:pt x="9285498" y="1641468"/>
                  </a:lnTo>
                  <a:lnTo>
                    <a:pt x="9250354" y="1641468"/>
                  </a:lnTo>
                  <a:lnTo>
                    <a:pt x="9255404" y="1615705"/>
                  </a:lnTo>
                  <a:cubicBezTo>
                    <a:pt x="9260323" y="1587205"/>
                    <a:pt x="9262217" y="1569454"/>
                    <a:pt x="9262217" y="1569454"/>
                  </a:cubicBezTo>
                  <a:close/>
                  <a:moveTo>
                    <a:pt x="8813423" y="1500231"/>
                  </a:moveTo>
                  <a:cubicBezTo>
                    <a:pt x="8794213" y="1528177"/>
                    <a:pt x="8778459" y="1556025"/>
                    <a:pt x="8765627" y="1583440"/>
                  </a:cubicBezTo>
                  <a:lnTo>
                    <a:pt x="8743837" y="1641468"/>
                  </a:lnTo>
                  <a:lnTo>
                    <a:pt x="8692493" y="1641468"/>
                  </a:lnTo>
                  <a:lnTo>
                    <a:pt x="8701307" y="1628742"/>
                  </a:lnTo>
                  <a:cubicBezTo>
                    <a:pt x="8714391" y="1612015"/>
                    <a:pt x="8727308" y="1596283"/>
                    <a:pt x="8739398" y="1581875"/>
                  </a:cubicBezTo>
                  <a:lnTo>
                    <a:pt x="8739562" y="1581875"/>
                  </a:lnTo>
                  <a:cubicBezTo>
                    <a:pt x="8778149" y="1536002"/>
                    <a:pt x="8808952" y="1504702"/>
                    <a:pt x="8813423" y="1500231"/>
                  </a:cubicBezTo>
                  <a:close/>
                  <a:moveTo>
                    <a:pt x="8473764" y="1500231"/>
                  </a:moveTo>
                  <a:cubicBezTo>
                    <a:pt x="8500385" y="1525610"/>
                    <a:pt x="8520341" y="1554871"/>
                    <a:pt x="8535139" y="1585920"/>
                  </a:cubicBezTo>
                  <a:lnTo>
                    <a:pt x="8552673" y="1641468"/>
                  </a:lnTo>
                  <a:lnTo>
                    <a:pt x="8481442" y="1641468"/>
                  </a:lnTo>
                  <a:lnTo>
                    <a:pt x="8483592" y="1594718"/>
                  </a:lnTo>
                  <a:cubicBezTo>
                    <a:pt x="8483018" y="1543159"/>
                    <a:pt x="8474758" y="1504951"/>
                    <a:pt x="8473764" y="1500231"/>
                  </a:cubicBezTo>
                  <a:close/>
                  <a:moveTo>
                    <a:pt x="7699719" y="1445415"/>
                  </a:moveTo>
                  <a:cubicBezTo>
                    <a:pt x="7699719" y="1445415"/>
                    <a:pt x="7701489" y="1530278"/>
                    <a:pt x="7714251" y="1610437"/>
                  </a:cubicBezTo>
                  <a:lnTo>
                    <a:pt x="7721164" y="1641468"/>
                  </a:lnTo>
                  <a:lnTo>
                    <a:pt x="7615174" y="1641468"/>
                  </a:lnTo>
                  <a:lnTo>
                    <a:pt x="7628247" y="1577670"/>
                  </a:lnTo>
                  <a:cubicBezTo>
                    <a:pt x="7652956" y="1506710"/>
                    <a:pt x="7699719" y="1445415"/>
                    <a:pt x="7699719" y="1445415"/>
                  </a:cubicBezTo>
                  <a:close/>
                  <a:moveTo>
                    <a:pt x="7807860" y="1420408"/>
                  </a:moveTo>
                  <a:cubicBezTo>
                    <a:pt x="7873109" y="1469759"/>
                    <a:pt x="7902173" y="1549416"/>
                    <a:pt x="7914925" y="1616735"/>
                  </a:cubicBezTo>
                  <a:lnTo>
                    <a:pt x="7918473" y="1641468"/>
                  </a:lnTo>
                  <a:lnTo>
                    <a:pt x="7850110" y="1641468"/>
                  </a:lnTo>
                  <a:lnTo>
                    <a:pt x="7851456" y="1631611"/>
                  </a:lnTo>
                  <a:cubicBezTo>
                    <a:pt x="7854903" y="1537875"/>
                    <a:pt x="7810468" y="1427115"/>
                    <a:pt x="7807860" y="1420408"/>
                  </a:cubicBezTo>
                  <a:close/>
                  <a:moveTo>
                    <a:pt x="8172526" y="1398714"/>
                  </a:moveTo>
                  <a:cubicBezTo>
                    <a:pt x="8080863" y="1465371"/>
                    <a:pt x="8048114" y="1551238"/>
                    <a:pt x="8039792" y="1625512"/>
                  </a:cubicBezTo>
                  <a:lnTo>
                    <a:pt x="8039130" y="1641468"/>
                  </a:lnTo>
                  <a:lnTo>
                    <a:pt x="7958697" y="1641468"/>
                  </a:lnTo>
                  <a:lnTo>
                    <a:pt x="7980234" y="1598342"/>
                  </a:lnTo>
                  <a:cubicBezTo>
                    <a:pt x="8053600" y="1474883"/>
                    <a:pt x="8163460" y="1404428"/>
                    <a:pt x="8172526" y="1398714"/>
                  </a:cubicBezTo>
                  <a:close/>
                  <a:moveTo>
                    <a:pt x="803029" y="0"/>
                  </a:moveTo>
                  <a:cubicBezTo>
                    <a:pt x="799882" y="5796"/>
                    <a:pt x="734302" y="126855"/>
                    <a:pt x="775538" y="215289"/>
                  </a:cubicBezTo>
                  <a:lnTo>
                    <a:pt x="802201" y="215289"/>
                  </a:lnTo>
                  <a:cubicBezTo>
                    <a:pt x="802697" y="178192"/>
                    <a:pt x="807997" y="124205"/>
                    <a:pt x="831016" y="99032"/>
                  </a:cubicBezTo>
                  <a:cubicBezTo>
                    <a:pt x="831016" y="99032"/>
                    <a:pt x="834494" y="168918"/>
                    <a:pt x="853704" y="215454"/>
                  </a:cubicBezTo>
                  <a:cubicBezTo>
                    <a:pt x="875233" y="215454"/>
                    <a:pt x="896928" y="215951"/>
                    <a:pt x="918125" y="216282"/>
                  </a:cubicBezTo>
                  <a:cubicBezTo>
                    <a:pt x="926406" y="178358"/>
                    <a:pt x="924253" y="126523"/>
                    <a:pt x="924253" y="126523"/>
                  </a:cubicBezTo>
                  <a:cubicBezTo>
                    <a:pt x="924253" y="126523"/>
                    <a:pt x="950584" y="171900"/>
                    <a:pt x="957043" y="216779"/>
                  </a:cubicBezTo>
                  <a:cubicBezTo>
                    <a:pt x="968635" y="217110"/>
                    <a:pt x="980228" y="217110"/>
                    <a:pt x="991820" y="217276"/>
                  </a:cubicBezTo>
                  <a:cubicBezTo>
                    <a:pt x="1002419" y="195250"/>
                    <a:pt x="1010037" y="167428"/>
                    <a:pt x="1004903" y="134804"/>
                  </a:cubicBezTo>
                  <a:cubicBezTo>
                    <a:pt x="1004903" y="134804"/>
                    <a:pt x="1028088" y="177861"/>
                    <a:pt x="1037362" y="217938"/>
                  </a:cubicBezTo>
                  <a:cubicBezTo>
                    <a:pt x="1066012" y="218435"/>
                    <a:pt x="1094496" y="219263"/>
                    <a:pt x="1123146" y="219760"/>
                  </a:cubicBezTo>
                  <a:cubicBezTo>
                    <a:pt x="1132255" y="177034"/>
                    <a:pt x="1143682" y="88600"/>
                    <a:pt x="1098305" y="24675"/>
                  </a:cubicBezTo>
                  <a:cubicBezTo>
                    <a:pt x="1103108" y="29478"/>
                    <a:pt x="1178128" y="106816"/>
                    <a:pt x="1189720" y="187632"/>
                  </a:cubicBezTo>
                  <a:cubicBezTo>
                    <a:pt x="1196510" y="150536"/>
                    <a:pt x="1213071" y="105326"/>
                    <a:pt x="1252982" y="83465"/>
                  </a:cubicBezTo>
                  <a:cubicBezTo>
                    <a:pt x="1252982" y="83465"/>
                    <a:pt x="1214893" y="167428"/>
                    <a:pt x="1236753" y="222575"/>
                  </a:cubicBezTo>
                  <a:cubicBezTo>
                    <a:pt x="1252320" y="223072"/>
                    <a:pt x="1268052" y="223403"/>
                    <a:pt x="1283785" y="223900"/>
                  </a:cubicBezTo>
                  <a:cubicBezTo>
                    <a:pt x="1283288" y="195747"/>
                    <a:pt x="1275836" y="159479"/>
                    <a:pt x="1275008" y="155173"/>
                  </a:cubicBezTo>
                  <a:lnTo>
                    <a:pt x="1316906" y="225225"/>
                  </a:lnTo>
                  <a:cubicBezTo>
                    <a:pt x="1320218" y="225225"/>
                    <a:pt x="1323365" y="225225"/>
                    <a:pt x="1326180" y="225556"/>
                  </a:cubicBezTo>
                  <a:cubicBezTo>
                    <a:pt x="1320384" y="187301"/>
                    <a:pt x="1316244" y="111122"/>
                    <a:pt x="1371225" y="83465"/>
                  </a:cubicBezTo>
                  <a:cubicBezTo>
                    <a:pt x="1371225" y="83465"/>
                    <a:pt x="1355989" y="172562"/>
                    <a:pt x="1424054" y="228868"/>
                  </a:cubicBezTo>
                  <a:lnTo>
                    <a:pt x="1424550" y="229365"/>
                  </a:lnTo>
                  <a:cubicBezTo>
                    <a:pt x="1438462" y="230027"/>
                    <a:pt x="1452704" y="230524"/>
                    <a:pt x="1466946" y="231021"/>
                  </a:cubicBezTo>
                  <a:cubicBezTo>
                    <a:pt x="1493443" y="201875"/>
                    <a:pt x="1495430" y="111288"/>
                    <a:pt x="1495430" y="111288"/>
                  </a:cubicBezTo>
                  <a:cubicBezTo>
                    <a:pt x="1495430" y="111288"/>
                    <a:pt x="1536169" y="181505"/>
                    <a:pt x="1544284" y="234499"/>
                  </a:cubicBezTo>
                  <a:cubicBezTo>
                    <a:pt x="1569456" y="235493"/>
                    <a:pt x="1595125" y="237148"/>
                    <a:pt x="1620629" y="238308"/>
                  </a:cubicBezTo>
                  <a:cubicBezTo>
                    <a:pt x="1636693" y="212307"/>
                    <a:pt x="1657062" y="163123"/>
                    <a:pt x="1647457" y="89758"/>
                  </a:cubicBezTo>
                  <a:cubicBezTo>
                    <a:pt x="1647457" y="89758"/>
                    <a:pt x="1732413" y="155836"/>
                    <a:pt x="1697636" y="242117"/>
                  </a:cubicBezTo>
                  <a:cubicBezTo>
                    <a:pt x="1722146" y="243938"/>
                    <a:pt x="1746821" y="245263"/>
                    <a:pt x="1771662" y="246754"/>
                  </a:cubicBezTo>
                  <a:cubicBezTo>
                    <a:pt x="1771662" y="246754"/>
                    <a:pt x="1786898" y="146893"/>
                    <a:pt x="1786898" y="146893"/>
                  </a:cubicBezTo>
                  <a:lnTo>
                    <a:pt x="1817038" y="249735"/>
                  </a:lnTo>
                  <a:cubicBezTo>
                    <a:pt x="1818363" y="249735"/>
                    <a:pt x="1819688" y="249735"/>
                    <a:pt x="1821344" y="249735"/>
                  </a:cubicBezTo>
                  <a:cubicBezTo>
                    <a:pt x="1822669" y="221085"/>
                    <a:pt x="1832937" y="154014"/>
                    <a:pt x="1895536" y="129836"/>
                  </a:cubicBezTo>
                  <a:cubicBezTo>
                    <a:pt x="1895536" y="129836"/>
                    <a:pt x="1864402" y="204359"/>
                    <a:pt x="1876326" y="253544"/>
                  </a:cubicBezTo>
                  <a:cubicBezTo>
                    <a:pt x="1888084" y="254206"/>
                    <a:pt x="1899676" y="255034"/>
                    <a:pt x="1911600" y="255862"/>
                  </a:cubicBezTo>
                  <a:cubicBezTo>
                    <a:pt x="1920708" y="234333"/>
                    <a:pt x="1929982" y="202371"/>
                    <a:pt x="1926504" y="164116"/>
                  </a:cubicBezTo>
                  <a:cubicBezTo>
                    <a:pt x="1926504" y="164116"/>
                    <a:pt x="1957638" y="212142"/>
                    <a:pt x="1972046" y="260002"/>
                  </a:cubicBezTo>
                  <a:cubicBezTo>
                    <a:pt x="2000531" y="262155"/>
                    <a:pt x="2028849" y="264474"/>
                    <a:pt x="2057334" y="266958"/>
                  </a:cubicBezTo>
                  <a:cubicBezTo>
                    <a:pt x="2057334" y="266627"/>
                    <a:pt x="2057499" y="266295"/>
                    <a:pt x="2057499" y="266295"/>
                  </a:cubicBezTo>
                  <a:cubicBezTo>
                    <a:pt x="2057499" y="266295"/>
                    <a:pt x="2028849" y="173224"/>
                    <a:pt x="2112812" y="111122"/>
                  </a:cubicBezTo>
                  <a:cubicBezTo>
                    <a:pt x="2112812" y="111122"/>
                    <a:pt x="2094595" y="226384"/>
                    <a:pt x="2134672" y="272754"/>
                  </a:cubicBezTo>
                  <a:lnTo>
                    <a:pt x="2135169" y="273251"/>
                  </a:lnTo>
                  <a:cubicBezTo>
                    <a:pt x="2143780" y="273748"/>
                    <a:pt x="2152558" y="274576"/>
                    <a:pt x="2161169" y="275238"/>
                  </a:cubicBezTo>
                  <a:cubicBezTo>
                    <a:pt x="2177730" y="252715"/>
                    <a:pt x="2180876" y="182664"/>
                    <a:pt x="2180876" y="182664"/>
                  </a:cubicBezTo>
                  <a:cubicBezTo>
                    <a:pt x="2180876" y="182664"/>
                    <a:pt x="2214329" y="236652"/>
                    <a:pt x="2206711" y="279213"/>
                  </a:cubicBezTo>
                  <a:cubicBezTo>
                    <a:pt x="2224265" y="280869"/>
                    <a:pt x="2241654" y="282359"/>
                    <a:pt x="2259374" y="284181"/>
                  </a:cubicBezTo>
                  <a:cubicBezTo>
                    <a:pt x="2263514" y="275238"/>
                    <a:pt x="2291998" y="214295"/>
                    <a:pt x="2283553" y="161963"/>
                  </a:cubicBezTo>
                  <a:cubicBezTo>
                    <a:pt x="2283553" y="161963"/>
                    <a:pt x="2324788" y="234499"/>
                    <a:pt x="2318992" y="289812"/>
                  </a:cubicBezTo>
                  <a:cubicBezTo>
                    <a:pt x="2340852" y="291965"/>
                    <a:pt x="2363044" y="293952"/>
                    <a:pt x="2384738" y="296105"/>
                  </a:cubicBezTo>
                  <a:cubicBezTo>
                    <a:pt x="2378445" y="271595"/>
                    <a:pt x="2375299" y="233671"/>
                    <a:pt x="2395006" y="191938"/>
                  </a:cubicBezTo>
                  <a:cubicBezTo>
                    <a:pt x="2395006" y="191938"/>
                    <a:pt x="2412726" y="263149"/>
                    <a:pt x="2445847" y="302397"/>
                  </a:cubicBezTo>
                  <a:cubicBezTo>
                    <a:pt x="2464726" y="304550"/>
                    <a:pt x="2483771" y="306703"/>
                    <a:pt x="2502650" y="308691"/>
                  </a:cubicBezTo>
                  <a:cubicBezTo>
                    <a:pt x="2508943" y="278550"/>
                    <a:pt x="2493210" y="221085"/>
                    <a:pt x="2491554" y="215123"/>
                  </a:cubicBezTo>
                  <a:cubicBezTo>
                    <a:pt x="2495529" y="218766"/>
                    <a:pt x="2538918" y="261824"/>
                    <a:pt x="2536268" y="312665"/>
                  </a:cubicBezTo>
                  <a:cubicBezTo>
                    <a:pt x="2556141" y="314818"/>
                    <a:pt x="2575848" y="316806"/>
                    <a:pt x="2595555" y="318958"/>
                  </a:cubicBezTo>
                  <a:cubicBezTo>
                    <a:pt x="2591250" y="271926"/>
                    <a:pt x="2596549" y="212970"/>
                    <a:pt x="2640269" y="179518"/>
                  </a:cubicBezTo>
                  <a:cubicBezTo>
                    <a:pt x="2640269" y="179518"/>
                    <a:pt x="2629008" y="278716"/>
                    <a:pt x="2653683" y="325748"/>
                  </a:cubicBezTo>
                  <a:cubicBezTo>
                    <a:pt x="2668588" y="327735"/>
                    <a:pt x="2683658" y="329723"/>
                    <a:pt x="2698728" y="331544"/>
                  </a:cubicBezTo>
                  <a:cubicBezTo>
                    <a:pt x="2711480" y="301404"/>
                    <a:pt x="2711811" y="241620"/>
                    <a:pt x="2711811" y="241620"/>
                  </a:cubicBezTo>
                  <a:cubicBezTo>
                    <a:pt x="2711811" y="241620"/>
                    <a:pt x="2748410" y="298423"/>
                    <a:pt x="2752385" y="338500"/>
                  </a:cubicBezTo>
                  <a:cubicBezTo>
                    <a:pt x="2790474" y="343137"/>
                    <a:pt x="2828895" y="347939"/>
                    <a:pt x="2866985" y="352908"/>
                  </a:cubicBezTo>
                  <a:cubicBezTo>
                    <a:pt x="2879571" y="329723"/>
                    <a:pt x="2893316" y="298423"/>
                    <a:pt x="2897788" y="266295"/>
                  </a:cubicBezTo>
                  <a:cubicBezTo>
                    <a:pt x="2897788" y="266295"/>
                    <a:pt x="2935215" y="308525"/>
                    <a:pt x="2921138" y="360360"/>
                  </a:cubicBezTo>
                  <a:lnTo>
                    <a:pt x="2921138" y="360857"/>
                  </a:lnTo>
                  <a:cubicBezTo>
                    <a:pt x="2937699" y="363175"/>
                    <a:pt x="2954425" y="365494"/>
                    <a:pt x="2970986" y="367978"/>
                  </a:cubicBezTo>
                  <a:cubicBezTo>
                    <a:pt x="2970986" y="347939"/>
                    <a:pt x="2976948" y="318130"/>
                    <a:pt x="3003113" y="285506"/>
                  </a:cubicBezTo>
                  <a:cubicBezTo>
                    <a:pt x="3002120" y="288818"/>
                    <a:pt x="2987050" y="333863"/>
                    <a:pt x="3009406" y="373443"/>
                  </a:cubicBezTo>
                  <a:cubicBezTo>
                    <a:pt x="3015203" y="374271"/>
                    <a:pt x="3020668" y="375099"/>
                    <a:pt x="3026464" y="375762"/>
                  </a:cubicBezTo>
                  <a:cubicBezTo>
                    <a:pt x="3024145" y="339494"/>
                    <a:pt x="3024145" y="263480"/>
                    <a:pt x="3056108" y="214626"/>
                  </a:cubicBezTo>
                  <a:cubicBezTo>
                    <a:pt x="3056108" y="214626"/>
                    <a:pt x="3043522" y="313493"/>
                    <a:pt x="3079292" y="382883"/>
                  </a:cubicBezTo>
                  <a:cubicBezTo>
                    <a:pt x="3129306" y="347442"/>
                    <a:pt x="3153484" y="238473"/>
                    <a:pt x="3153484" y="238473"/>
                  </a:cubicBezTo>
                  <a:cubicBezTo>
                    <a:pt x="3175676" y="304219"/>
                    <a:pt x="3153484" y="377417"/>
                    <a:pt x="3153484" y="377417"/>
                  </a:cubicBezTo>
                  <a:cubicBezTo>
                    <a:pt x="3186606" y="381061"/>
                    <a:pt x="3215918" y="296933"/>
                    <a:pt x="3215918" y="296933"/>
                  </a:cubicBezTo>
                  <a:cubicBezTo>
                    <a:pt x="3226682" y="346284"/>
                    <a:pt x="3190083" y="384704"/>
                    <a:pt x="3190083" y="384704"/>
                  </a:cubicBezTo>
                  <a:cubicBezTo>
                    <a:pt x="3190083" y="384704"/>
                    <a:pt x="3192236" y="391329"/>
                    <a:pt x="3195052" y="401099"/>
                  </a:cubicBezTo>
                  <a:cubicBezTo>
                    <a:pt x="3205650" y="402921"/>
                    <a:pt x="3216084" y="404743"/>
                    <a:pt x="3226848" y="406398"/>
                  </a:cubicBezTo>
                  <a:cubicBezTo>
                    <a:pt x="3234466" y="329060"/>
                    <a:pt x="3283982" y="266627"/>
                    <a:pt x="3290275" y="259340"/>
                  </a:cubicBezTo>
                  <a:cubicBezTo>
                    <a:pt x="3242084" y="325748"/>
                    <a:pt x="3266428" y="392156"/>
                    <a:pt x="3277193" y="414679"/>
                  </a:cubicBezTo>
                  <a:cubicBezTo>
                    <a:pt x="3278186" y="415010"/>
                    <a:pt x="3279180" y="415341"/>
                    <a:pt x="3280339" y="415341"/>
                  </a:cubicBezTo>
                  <a:cubicBezTo>
                    <a:pt x="3271893" y="370793"/>
                    <a:pt x="3307167" y="329723"/>
                    <a:pt x="3307167" y="329723"/>
                  </a:cubicBezTo>
                  <a:cubicBezTo>
                    <a:pt x="3290772" y="384704"/>
                    <a:pt x="3325550" y="417660"/>
                    <a:pt x="3325550" y="417660"/>
                  </a:cubicBezTo>
                  <a:cubicBezTo>
                    <a:pt x="3327371" y="353736"/>
                    <a:pt x="3373244" y="320780"/>
                    <a:pt x="3373244" y="320780"/>
                  </a:cubicBezTo>
                  <a:cubicBezTo>
                    <a:pt x="3351053" y="359201"/>
                    <a:pt x="3361321" y="400603"/>
                    <a:pt x="3361321" y="400603"/>
                  </a:cubicBezTo>
                  <a:cubicBezTo>
                    <a:pt x="3361321" y="400603"/>
                    <a:pt x="3364467" y="417328"/>
                    <a:pt x="3370760" y="430577"/>
                  </a:cubicBezTo>
                  <a:cubicBezTo>
                    <a:pt x="3381028" y="432399"/>
                    <a:pt x="3391296" y="433889"/>
                    <a:pt x="3401563" y="435711"/>
                  </a:cubicBezTo>
                  <a:cubicBezTo>
                    <a:pt x="3404213" y="432399"/>
                    <a:pt x="3406862" y="428424"/>
                    <a:pt x="3409678" y="423125"/>
                  </a:cubicBezTo>
                  <a:cubicBezTo>
                    <a:pt x="3441309" y="363506"/>
                    <a:pt x="3418952" y="276398"/>
                    <a:pt x="3417296" y="269773"/>
                  </a:cubicBezTo>
                  <a:cubicBezTo>
                    <a:pt x="3460850" y="313990"/>
                    <a:pt x="3448099" y="428755"/>
                    <a:pt x="3448099" y="428755"/>
                  </a:cubicBezTo>
                  <a:cubicBezTo>
                    <a:pt x="3475424" y="410208"/>
                    <a:pt x="3484698" y="318958"/>
                    <a:pt x="3484698" y="318958"/>
                  </a:cubicBezTo>
                  <a:cubicBezTo>
                    <a:pt x="3498609" y="373112"/>
                    <a:pt x="3488341" y="420310"/>
                    <a:pt x="3477576" y="449788"/>
                  </a:cubicBezTo>
                  <a:cubicBezTo>
                    <a:pt x="3493309" y="452603"/>
                    <a:pt x="3509207" y="455584"/>
                    <a:pt x="3524940" y="458399"/>
                  </a:cubicBezTo>
                  <a:cubicBezTo>
                    <a:pt x="3513182" y="352079"/>
                    <a:pt x="3579756" y="300576"/>
                    <a:pt x="3579756" y="300576"/>
                  </a:cubicBezTo>
                  <a:cubicBezTo>
                    <a:pt x="3523118" y="388513"/>
                    <a:pt x="3572800" y="440017"/>
                    <a:pt x="3572800" y="440017"/>
                  </a:cubicBezTo>
                  <a:lnTo>
                    <a:pt x="3583399" y="375596"/>
                  </a:lnTo>
                  <a:lnTo>
                    <a:pt x="3596316" y="446806"/>
                  </a:lnTo>
                  <a:lnTo>
                    <a:pt x="3632088" y="478437"/>
                  </a:lnTo>
                  <a:cubicBezTo>
                    <a:pt x="3634075" y="478934"/>
                    <a:pt x="3635896" y="479266"/>
                    <a:pt x="3638049" y="479763"/>
                  </a:cubicBezTo>
                  <a:cubicBezTo>
                    <a:pt x="3642521" y="394309"/>
                    <a:pt x="3701642" y="337010"/>
                    <a:pt x="3708929" y="330385"/>
                  </a:cubicBezTo>
                  <a:cubicBezTo>
                    <a:pt x="3662228" y="390997"/>
                    <a:pt x="3682266" y="473138"/>
                    <a:pt x="3682266" y="473138"/>
                  </a:cubicBezTo>
                  <a:cubicBezTo>
                    <a:pt x="3682266" y="473138"/>
                    <a:pt x="3686241" y="480590"/>
                    <a:pt x="3692203" y="490527"/>
                  </a:cubicBezTo>
                  <a:cubicBezTo>
                    <a:pt x="3704623" y="492845"/>
                    <a:pt x="3716713" y="495495"/>
                    <a:pt x="3729133" y="498145"/>
                  </a:cubicBezTo>
                  <a:cubicBezTo>
                    <a:pt x="3723502" y="413188"/>
                    <a:pt x="3802994" y="309850"/>
                    <a:pt x="3802994" y="309850"/>
                  </a:cubicBezTo>
                  <a:cubicBezTo>
                    <a:pt x="3802994" y="309850"/>
                    <a:pt x="3768548" y="476119"/>
                    <a:pt x="3798522" y="512387"/>
                  </a:cubicBezTo>
                  <a:cubicBezTo>
                    <a:pt x="3806471" y="514209"/>
                    <a:pt x="3814420" y="515699"/>
                    <a:pt x="3822204" y="517355"/>
                  </a:cubicBezTo>
                  <a:cubicBezTo>
                    <a:pt x="3823363" y="517024"/>
                    <a:pt x="3824026" y="516858"/>
                    <a:pt x="3824854" y="516527"/>
                  </a:cubicBezTo>
                  <a:cubicBezTo>
                    <a:pt x="3896230" y="483406"/>
                    <a:pt x="3898052" y="300576"/>
                    <a:pt x="3898052" y="300576"/>
                  </a:cubicBezTo>
                  <a:cubicBezTo>
                    <a:pt x="3930676" y="404743"/>
                    <a:pt x="3911963" y="481253"/>
                    <a:pt x="3886956" y="530769"/>
                  </a:cubicBezTo>
                  <a:cubicBezTo>
                    <a:pt x="3894574" y="532260"/>
                    <a:pt x="3902192" y="533916"/>
                    <a:pt x="3909810" y="535572"/>
                  </a:cubicBezTo>
                  <a:cubicBezTo>
                    <a:pt x="3925874" y="538884"/>
                    <a:pt x="3941606" y="542527"/>
                    <a:pt x="3957505" y="546336"/>
                  </a:cubicBezTo>
                  <a:cubicBezTo>
                    <a:pt x="3956345" y="463036"/>
                    <a:pt x="3988804" y="398615"/>
                    <a:pt x="3992944" y="391163"/>
                  </a:cubicBezTo>
                  <a:cubicBezTo>
                    <a:pt x="3964791" y="459227"/>
                    <a:pt x="3994435" y="524808"/>
                    <a:pt x="4016461" y="559750"/>
                  </a:cubicBezTo>
                  <a:cubicBezTo>
                    <a:pt x="4020932" y="560744"/>
                    <a:pt x="4025403" y="561738"/>
                    <a:pt x="4029875" y="562897"/>
                  </a:cubicBezTo>
                  <a:cubicBezTo>
                    <a:pt x="4025569" y="546999"/>
                    <a:pt x="4023250" y="532094"/>
                    <a:pt x="4023250" y="518349"/>
                  </a:cubicBezTo>
                  <a:cubicBezTo>
                    <a:pt x="4023250" y="410208"/>
                    <a:pt x="4134538" y="302397"/>
                    <a:pt x="4141659" y="295608"/>
                  </a:cubicBezTo>
                  <a:cubicBezTo>
                    <a:pt x="4062665" y="428755"/>
                    <a:pt x="4120296" y="561572"/>
                    <a:pt x="4120296" y="561572"/>
                  </a:cubicBezTo>
                  <a:lnTo>
                    <a:pt x="4174284" y="421303"/>
                  </a:lnTo>
                  <a:cubicBezTo>
                    <a:pt x="4174284" y="421303"/>
                    <a:pt x="4159710" y="612082"/>
                    <a:pt x="4214030" y="558094"/>
                  </a:cubicBezTo>
                  <a:cubicBezTo>
                    <a:pt x="4266693" y="505431"/>
                    <a:pt x="4216182" y="379736"/>
                    <a:pt x="4214195" y="374602"/>
                  </a:cubicBezTo>
                  <a:cubicBezTo>
                    <a:pt x="4306272" y="424118"/>
                    <a:pt x="4280438" y="546336"/>
                    <a:pt x="4275801" y="566209"/>
                  </a:cubicBezTo>
                  <a:lnTo>
                    <a:pt x="4303954" y="478934"/>
                  </a:lnTo>
                  <a:lnTo>
                    <a:pt x="4341050" y="637254"/>
                  </a:lnTo>
                  <a:cubicBezTo>
                    <a:pt x="4341050" y="637254"/>
                    <a:pt x="4342375" y="637586"/>
                    <a:pt x="4343037" y="637751"/>
                  </a:cubicBezTo>
                  <a:cubicBezTo>
                    <a:pt x="4339725" y="542859"/>
                    <a:pt x="4430146" y="442169"/>
                    <a:pt x="4435777" y="436042"/>
                  </a:cubicBezTo>
                  <a:cubicBezTo>
                    <a:pt x="4381293" y="558094"/>
                    <a:pt x="4437101" y="629967"/>
                    <a:pt x="4437101" y="629967"/>
                  </a:cubicBezTo>
                  <a:cubicBezTo>
                    <a:pt x="4426503" y="556604"/>
                    <a:pt x="4510962" y="490030"/>
                    <a:pt x="4516096" y="486221"/>
                  </a:cubicBezTo>
                  <a:cubicBezTo>
                    <a:pt x="4513115" y="492680"/>
                    <a:pt x="4442070" y="647687"/>
                    <a:pt x="4516262" y="633611"/>
                  </a:cubicBezTo>
                  <a:cubicBezTo>
                    <a:pt x="4591779" y="619203"/>
                    <a:pt x="4611984" y="435711"/>
                    <a:pt x="4611984" y="435711"/>
                  </a:cubicBezTo>
                  <a:cubicBezTo>
                    <a:pt x="4645104" y="522158"/>
                    <a:pt x="4614798" y="627649"/>
                    <a:pt x="4612314" y="636261"/>
                  </a:cubicBezTo>
                  <a:lnTo>
                    <a:pt x="4685347" y="543686"/>
                  </a:lnTo>
                  <a:lnTo>
                    <a:pt x="4652722" y="673025"/>
                  </a:lnTo>
                  <a:cubicBezTo>
                    <a:pt x="4652722" y="673025"/>
                    <a:pt x="4664646" y="700682"/>
                    <a:pt x="4678556" y="725688"/>
                  </a:cubicBezTo>
                  <a:cubicBezTo>
                    <a:pt x="4694123" y="730160"/>
                    <a:pt x="4709525" y="734631"/>
                    <a:pt x="4725092" y="738771"/>
                  </a:cubicBezTo>
                  <a:cubicBezTo>
                    <a:pt x="4726085" y="728007"/>
                    <a:pt x="4726085" y="713599"/>
                    <a:pt x="4724761" y="694885"/>
                  </a:cubicBezTo>
                  <a:cubicBezTo>
                    <a:pt x="4714327" y="527292"/>
                    <a:pt x="4812366" y="441011"/>
                    <a:pt x="4818163" y="436042"/>
                  </a:cubicBezTo>
                  <a:cubicBezTo>
                    <a:pt x="4735691" y="576311"/>
                    <a:pt x="4789513" y="709127"/>
                    <a:pt x="4789513" y="709127"/>
                  </a:cubicBezTo>
                  <a:lnTo>
                    <a:pt x="4825616" y="615725"/>
                  </a:lnTo>
                  <a:lnTo>
                    <a:pt x="4854265" y="745230"/>
                  </a:lnTo>
                  <a:cubicBezTo>
                    <a:pt x="4857909" y="651165"/>
                    <a:pt x="4966050" y="570515"/>
                    <a:pt x="4972839" y="565547"/>
                  </a:cubicBezTo>
                  <a:cubicBezTo>
                    <a:pt x="4897654" y="651828"/>
                    <a:pt x="4926304" y="759638"/>
                    <a:pt x="4926304" y="759638"/>
                  </a:cubicBezTo>
                  <a:cubicBezTo>
                    <a:pt x="4957604" y="689917"/>
                    <a:pt x="5046535" y="653815"/>
                    <a:pt x="5052165" y="651828"/>
                  </a:cubicBezTo>
                  <a:cubicBezTo>
                    <a:pt x="5047362" y="658949"/>
                    <a:pt x="4966546" y="778848"/>
                    <a:pt x="4979463" y="811141"/>
                  </a:cubicBezTo>
                  <a:cubicBezTo>
                    <a:pt x="4987414" y="813294"/>
                    <a:pt x="4995030" y="815613"/>
                    <a:pt x="5002649" y="817766"/>
                  </a:cubicBezTo>
                  <a:cubicBezTo>
                    <a:pt x="5006789" y="816938"/>
                    <a:pt x="5011094" y="815613"/>
                    <a:pt x="5016394" y="813626"/>
                  </a:cubicBezTo>
                  <a:cubicBezTo>
                    <a:pt x="5120726" y="770402"/>
                    <a:pt x="5111619" y="543686"/>
                    <a:pt x="5111619" y="543686"/>
                  </a:cubicBezTo>
                  <a:cubicBezTo>
                    <a:pt x="5188625" y="626490"/>
                    <a:pt x="5111619" y="788619"/>
                    <a:pt x="5111619" y="788619"/>
                  </a:cubicBezTo>
                  <a:cubicBezTo>
                    <a:pt x="5111619" y="788619"/>
                    <a:pt x="5116089" y="817434"/>
                    <a:pt x="5120560" y="852543"/>
                  </a:cubicBezTo>
                  <a:cubicBezTo>
                    <a:pt x="5123707" y="853205"/>
                    <a:pt x="5127019" y="854365"/>
                    <a:pt x="5130165" y="855358"/>
                  </a:cubicBezTo>
                  <a:cubicBezTo>
                    <a:pt x="5130828" y="850887"/>
                    <a:pt x="5130994" y="846912"/>
                    <a:pt x="5131491" y="842275"/>
                  </a:cubicBezTo>
                  <a:cubicBezTo>
                    <a:pt x="5142089" y="716746"/>
                    <a:pt x="5257020" y="642057"/>
                    <a:pt x="5264473" y="637586"/>
                  </a:cubicBezTo>
                  <a:cubicBezTo>
                    <a:pt x="5163949" y="752517"/>
                    <a:pt x="5203364" y="856683"/>
                    <a:pt x="5203364" y="856683"/>
                  </a:cubicBezTo>
                  <a:cubicBezTo>
                    <a:pt x="5249071" y="779510"/>
                    <a:pt x="5342308" y="753510"/>
                    <a:pt x="5347110" y="752351"/>
                  </a:cubicBezTo>
                  <a:cubicBezTo>
                    <a:pt x="5342142" y="757982"/>
                    <a:pt x="5240956" y="874734"/>
                    <a:pt x="5304052" y="883843"/>
                  </a:cubicBezTo>
                  <a:cubicBezTo>
                    <a:pt x="5369136" y="892951"/>
                    <a:pt x="5422958" y="745230"/>
                    <a:pt x="5422958" y="745230"/>
                  </a:cubicBezTo>
                  <a:cubicBezTo>
                    <a:pt x="5426436" y="828033"/>
                    <a:pt x="5384704" y="874072"/>
                    <a:pt x="5384704" y="874072"/>
                  </a:cubicBezTo>
                  <a:cubicBezTo>
                    <a:pt x="5384704" y="874072"/>
                    <a:pt x="5347276" y="898747"/>
                    <a:pt x="5330881" y="916136"/>
                  </a:cubicBezTo>
                  <a:cubicBezTo>
                    <a:pt x="5342473" y="919779"/>
                    <a:pt x="5354397" y="923257"/>
                    <a:pt x="5366155" y="926901"/>
                  </a:cubicBezTo>
                  <a:cubicBezTo>
                    <a:pt x="5371786" y="925410"/>
                    <a:pt x="5377749" y="923754"/>
                    <a:pt x="5384704" y="921435"/>
                  </a:cubicBezTo>
                  <a:cubicBezTo>
                    <a:pt x="5522819" y="878212"/>
                    <a:pt x="5556107" y="622846"/>
                    <a:pt x="5556107" y="622846"/>
                  </a:cubicBezTo>
                  <a:cubicBezTo>
                    <a:pt x="5653152" y="835154"/>
                    <a:pt x="5505596" y="955882"/>
                    <a:pt x="5505596" y="955882"/>
                  </a:cubicBezTo>
                  <a:cubicBezTo>
                    <a:pt x="5631622" y="957703"/>
                    <a:pt x="5696375" y="824390"/>
                    <a:pt x="5696375" y="824390"/>
                  </a:cubicBezTo>
                  <a:cubicBezTo>
                    <a:pt x="5696375" y="961181"/>
                    <a:pt x="5627979" y="1000595"/>
                    <a:pt x="5627979" y="1000595"/>
                  </a:cubicBezTo>
                  <a:cubicBezTo>
                    <a:pt x="5627979" y="1000595"/>
                    <a:pt x="5631457" y="1004735"/>
                    <a:pt x="5636922" y="1011360"/>
                  </a:cubicBezTo>
                  <a:cubicBezTo>
                    <a:pt x="5681636" y="1025933"/>
                    <a:pt x="5726681" y="1040341"/>
                    <a:pt x="5771395" y="1054583"/>
                  </a:cubicBezTo>
                  <a:cubicBezTo>
                    <a:pt x="5743242" y="903218"/>
                    <a:pt x="5831842" y="773880"/>
                    <a:pt x="5836644" y="767090"/>
                  </a:cubicBezTo>
                  <a:cubicBezTo>
                    <a:pt x="5790108" y="918123"/>
                    <a:pt x="5894440" y="1047462"/>
                    <a:pt x="5894440" y="1047462"/>
                  </a:cubicBezTo>
                  <a:lnTo>
                    <a:pt x="5904708" y="1044481"/>
                  </a:lnTo>
                  <a:cubicBezTo>
                    <a:pt x="5934683" y="946608"/>
                    <a:pt x="6026264" y="879372"/>
                    <a:pt x="6032060" y="875397"/>
                  </a:cubicBezTo>
                  <a:cubicBezTo>
                    <a:pt x="6026760" y="886161"/>
                    <a:pt x="5901231" y="1141030"/>
                    <a:pt x="6032391" y="1097475"/>
                  </a:cubicBezTo>
                  <a:cubicBezTo>
                    <a:pt x="6166201" y="1052761"/>
                    <a:pt x="6162226" y="907524"/>
                    <a:pt x="6162226" y="907524"/>
                  </a:cubicBezTo>
                  <a:cubicBezTo>
                    <a:pt x="6203297" y="1054086"/>
                    <a:pt x="6076773" y="1145004"/>
                    <a:pt x="6076773" y="1145004"/>
                  </a:cubicBezTo>
                  <a:cubicBezTo>
                    <a:pt x="6076773" y="1145004"/>
                    <a:pt x="6095156" y="1152623"/>
                    <a:pt x="6125627" y="1169183"/>
                  </a:cubicBezTo>
                  <a:cubicBezTo>
                    <a:pt x="6143016" y="1174979"/>
                    <a:pt x="6160736" y="1180775"/>
                    <a:pt x="6178124" y="1186406"/>
                  </a:cubicBezTo>
                  <a:cubicBezTo>
                    <a:pt x="6204125" y="1051602"/>
                    <a:pt x="6349858" y="954226"/>
                    <a:pt x="6349858" y="954226"/>
                  </a:cubicBezTo>
                  <a:cubicBezTo>
                    <a:pt x="6266724" y="1044316"/>
                    <a:pt x="6270367" y="1148979"/>
                    <a:pt x="6289081" y="1222840"/>
                  </a:cubicBezTo>
                  <a:cubicBezTo>
                    <a:pt x="6304317" y="1227973"/>
                    <a:pt x="6319553" y="1232941"/>
                    <a:pt x="6334789" y="1237910"/>
                  </a:cubicBezTo>
                  <a:cubicBezTo>
                    <a:pt x="6364267" y="1150304"/>
                    <a:pt x="6453528" y="1100622"/>
                    <a:pt x="6458994" y="1097641"/>
                  </a:cubicBezTo>
                  <a:cubicBezTo>
                    <a:pt x="6456178" y="1104762"/>
                    <a:pt x="6410140" y="1218368"/>
                    <a:pt x="6408980" y="1262419"/>
                  </a:cubicBezTo>
                  <a:cubicBezTo>
                    <a:pt x="6417426" y="1265235"/>
                    <a:pt x="6426203" y="1267885"/>
                    <a:pt x="6434484" y="1270866"/>
                  </a:cubicBezTo>
                  <a:cubicBezTo>
                    <a:pt x="6484994" y="1228636"/>
                    <a:pt x="6537491" y="1065844"/>
                    <a:pt x="6537491" y="1065844"/>
                  </a:cubicBezTo>
                  <a:cubicBezTo>
                    <a:pt x="6547428" y="1132419"/>
                    <a:pt x="6522752" y="1263082"/>
                    <a:pt x="6515797" y="1297694"/>
                  </a:cubicBezTo>
                  <a:cubicBezTo>
                    <a:pt x="6518281" y="1298191"/>
                    <a:pt x="6520599" y="1298853"/>
                    <a:pt x="6522752" y="1299681"/>
                  </a:cubicBezTo>
                  <a:cubicBezTo>
                    <a:pt x="6607377" y="1228470"/>
                    <a:pt x="6601912" y="946111"/>
                    <a:pt x="6601912" y="946111"/>
                  </a:cubicBezTo>
                  <a:cubicBezTo>
                    <a:pt x="6686040" y="1053755"/>
                    <a:pt x="6649772" y="1218700"/>
                    <a:pt x="6622447" y="1303656"/>
                  </a:cubicBezTo>
                  <a:cubicBezTo>
                    <a:pt x="6658550" y="1230954"/>
                    <a:pt x="6726614" y="1158418"/>
                    <a:pt x="6730920" y="1153947"/>
                  </a:cubicBezTo>
                  <a:cubicBezTo>
                    <a:pt x="6693161" y="1219362"/>
                    <a:pt x="6698627" y="1301834"/>
                    <a:pt x="6716346" y="1363440"/>
                  </a:cubicBezTo>
                  <a:cubicBezTo>
                    <a:pt x="6736882" y="1370230"/>
                    <a:pt x="6757417" y="1376854"/>
                    <a:pt x="6777787" y="1383644"/>
                  </a:cubicBezTo>
                  <a:cubicBezTo>
                    <a:pt x="6785239" y="1247846"/>
                    <a:pt x="6948858" y="1106583"/>
                    <a:pt x="6959126" y="1097972"/>
                  </a:cubicBezTo>
                  <a:cubicBezTo>
                    <a:pt x="6831277" y="1232610"/>
                    <a:pt x="6883609" y="1369898"/>
                    <a:pt x="6916730" y="1428854"/>
                  </a:cubicBezTo>
                  <a:cubicBezTo>
                    <a:pt x="6922858" y="1430676"/>
                    <a:pt x="6928654" y="1432829"/>
                    <a:pt x="6934616" y="1434651"/>
                  </a:cubicBezTo>
                  <a:cubicBezTo>
                    <a:pt x="6935775" y="1335784"/>
                    <a:pt x="7034145" y="1247349"/>
                    <a:pt x="7040439" y="1241884"/>
                  </a:cubicBezTo>
                  <a:cubicBezTo>
                    <a:pt x="7036464" y="1250496"/>
                    <a:pt x="6938259" y="1457836"/>
                    <a:pt x="7040439" y="1419084"/>
                  </a:cubicBezTo>
                  <a:cubicBezTo>
                    <a:pt x="7145268" y="1379669"/>
                    <a:pt x="7135000" y="1212406"/>
                    <a:pt x="7135000" y="1212406"/>
                  </a:cubicBezTo>
                  <a:cubicBezTo>
                    <a:pt x="7216810" y="1364765"/>
                    <a:pt x="7135000" y="1491951"/>
                    <a:pt x="7135000" y="1491951"/>
                  </a:cubicBezTo>
                  <a:cubicBezTo>
                    <a:pt x="7274441" y="1437797"/>
                    <a:pt x="7289345" y="1221018"/>
                    <a:pt x="7289345" y="1221018"/>
                  </a:cubicBezTo>
                  <a:cubicBezTo>
                    <a:pt x="7380926" y="1355159"/>
                    <a:pt x="7305740" y="1520932"/>
                    <a:pt x="7291664" y="1549085"/>
                  </a:cubicBezTo>
                  <a:cubicBezTo>
                    <a:pt x="7292823" y="1549416"/>
                    <a:pt x="7293817" y="1549913"/>
                    <a:pt x="7294645" y="1550244"/>
                  </a:cubicBezTo>
                  <a:cubicBezTo>
                    <a:pt x="7404607" y="1472078"/>
                    <a:pt x="7390365" y="1097475"/>
                    <a:pt x="7390365" y="1097475"/>
                  </a:cubicBezTo>
                  <a:cubicBezTo>
                    <a:pt x="7548520" y="1255629"/>
                    <a:pt x="7449818" y="1517454"/>
                    <a:pt x="7425971" y="1573926"/>
                  </a:cubicBezTo>
                  <a:cubicBezTo>
                    <a:pt x="7515895" y="1379338"/>
                    <a:pt x="7645069" y="1296038"/>
                    <a:pt x="7653183" y="1291070"/>
                  </a:cubicBezTo>
                  <a:cubicBezTo>
                    <a:pt x="7556097" y="1418877"/>
                    <a:pt x="7570714" y="1546937"/>
                    <a:pt x="7591528" y="1618781"/>
                  </a:cubicBezTo>
                  <a:lnTo>
                    <a:pt x="7599033" y="1641468"/>
                  </a:lnTo>
                  <a:lnTo>
                    <a:pt x="0" y="1641468"/>
                  </a:lnTo>
                  <a:lnTo>
                    <a:pt x="0" y="48083"/>
                  </a:lnTo>
                  <a:lnTo>
                    <a:pt x="4463" y="54168"/>
                  </a:lnTo>
                  <a:cubicBezTo>
                    <a:pt x="34353" y="101688"/>
                    <a:pt x="55274" y="159955"/>
                    <a:pt x="47200" y="225722"/>
                  </a:cubicBezTo>
                  <a:cubicBezTo>
                    <a:pt x="62436" y="225225"/>
                    <a:pt x="77671" y="224728"/>
                    <a:pt x="92907" y="224397"/>
                  </a:cubicBezTo>
                  <a:cubicBezTo>
                    <a:pt x="118245" y="192601"/>
                    <a:pt x="142920" y="140600"/>
                    <a:pt x="143086" y="56140"/>
                  </a:cubicBezTo>
                  <a:cubicBezTo>
                    <a:pt x="143086" y="56140"/>
                    <a:pt x="177698" y="148714"/>
                    <a:pt x="173392" y="221747"/>
                  </a:cubicBezTo>
                  <a:cubicBezTo>
                    <a:pt x="199227" y="221085"/>
                    <a:pt x="224896" y="220753"/>
                    <a:pt x="250730" y="220257"/>
                  </a:cubicBezTo>
                  <a:cubicBezTo>
                    <a:pt x="251558" y="193097"/>
                    <a:pt x="255533" y="162625"/>
                    <a:pt x="266297" y="136294"/>
                  </a:cubicBezTo>
                  <a:cubicBezTo>
                    <a:pt x="266297" y="136294"/>
                    <a:pt x="269113" y="179683"/>
                    <a:pt x="284183" y="219429"/>
                  </a:cubicBezTo>
                  <a:cubicBezTo>
                    <a:pt x="297100" y="219263"/>
                    <a:pt x="310018" y="218932"/>
                    <a:pt x="322769" y="218600"/>
                  </a:cubicBezTo>
                  <a:cubicBezTo>
                    <a:pt x="324094" y="164281"/>
                    <a:pt x="334693" y="84790"/>
                    <a:pt x="382057" y="45873"/>
                  </a:cubicBezTo>
                  <a:cubicBezTo>
                    <a:pt x="382057" y="45873"/>
                    <a:pt x="368808" y="140269"/>
                    <a:pt x="379904" y="217607"/>
                  </a:cubicBezTo>
                  <a:cubicBezTo>
                    <a:pt x="408057" y="217110"/>
                    <a:pt x="436210" y="216779"/>
                    <a:pt x="464363" y="216613"/>
                  </a:cubicBezTo>
                  <a:cubicBezTo>
                    <a:pt x="464032" y="180180"/>
                    <a:pt x="472478" y="128179"/>
                    <a:pt x="513548" y="84956"/>
                  </a:cubicBezTo>
                  <a:cubicBezTo>
                    <a:pt x="513548" y="84956"/>
                    <a:pt x="503281" y="159148"/>
                    <a:pt x="528618" y="215785"/>
                  </a:cubicBezTo>
                  <a:cubicBezTo>
                    <a:pt x="563893" y="215454"/>
                    <a:pt x="599001" y="214957"/>
                    <a:pt x="634110" y="214957"/>
                  </a:cubicBezTo>
                  <a:cubicBezTo>
                    <a:pt x="636925" y="189123"/>
                    <a:pt x="634772" y="164944"/>
                    <a:pt x="634772" y="164944"/>
                  </a:cubicBezTo>
                  <a:cubicBezTo>
                    <a:pt x="634772" y="164944"/>
                    <a:pt x="652989" y="184982"/>
                    <a:pt x="666403" y="214957"/>
                  </a:cubicBezTo>
                  <a:lnTo>
                    <a:pt x="680645" y="214957"/>
                  </a:lnTo>
                  <a:cubicBezTo>
                    <a:pt x="687435" y="156333"/>
                    <a:pt x="711945" y="46535"/>
                    <a:pt x="803029" y="0"/>
                  </a:cubicBezTo>
                  <a:close/>
                </a:path>
              </a:pathLst>
            </a:custGeom>
            <a:gradFill>
              <a:gsLst>
                <a:gs pos="0">
                  <a:srgbClr val="7F905A"/>
                </a:gs>
                <a:gs pos="35000">
                  <a:srgbClr val="BDD377"/>
                </a:gs>
              </a:gsLst>
              <a:lin ang="21101917" scaled="1"/>
            </a:gradFill>
            <a:ln w="165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9204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lem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7913BAE-DF97-8921-B382-B3FBF176AB9B}"/>
              </a:ext>
            </a:extLst>
          </p:cNvPr>
          <p:cNvGrpSpPr/>
          <p:nvPr userDrawn="1"/>
        </p:nvGrpSpPr>
        <p:grpSpPr>
          <a:xfrm>
            <a:off x="-1" y="4547030"/>
            <a:ext cx="12191999" cy="2310971"/>
            <a:chOff x="-1" y="4547030"/>
            <a:chExt cx="12191999" cy="2310971"/>
          </a:xfrm>
        </p:grpSpPr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91F213D5-1709-87A2-E039-327DD16C52EC}"/>
                </a:ext>
              </a:extLst>
            </p:cNvPr>
            <p:cNvSpPr/>
            <p:nvPr/>
          </p:nvSpPr>
          <p:spPr>
            <a:xfrm>
              <a:off x="-1" y="4547030"/>
              <a:ext cx="12191999" cy="2310971"/>
            </a:xfrm>
            <a:custGeom>
              <a:avLst/>
              <a:gdLst>
                <a:gd name="connsiteX0" fmla="*/ 703104 w 12191999"/>
                <a:gd name="connsiteY0" fmla="*/ 0 h 2310971"/>
                <a:gd name="connsiteX1" fmla="*/ 852382 w 12191999"/>
                <a:gd name="connsiteY1" fmla="*/ 211314 h 2310971"/>
                <a:gd name="connsiteX2" fmla="*/ 916257 w 12191999"/>
                <a:gd name="connsiteY2" fmla="*/ 34115 h 2310971"/>
                <a:gd name="connsiteX3" fmla="*/ 986838 w 12191999"/>
                <a:gd name="connsiteY3" fmla="*/ 288487 h 2310971"/>
                <a:gd name="connsiteX4" fmla="*/ 1027774 w 12191999"/>
                <a:gd name="connsiteY4" fmla="*/ 141097 h 2310971"/>
                <a:gd name="connsiteX5" fmla="*/ 1069593 w 12191999"/>
                <a:gd name="connsiteY5" fmla="*/ 258512 h 2310971"/>
                <a:gd name="connsiteX6" fmla="*/ 1142115 w 12191999"/>
                <a:gd name="connsiteY6" fmla="*/ 173390 h 2310971"/>
                <a:gd name="connsiteX7" fmla="*/ 1179521 w 12191999"/>
                <a:gd name="connsiteY7" fmla="*/ 276894 h 2310971"/>
                <a:gd name="connsiteX8" fmla="*/ 1228399 w 12191999"/>
                <a:gd name="connsiteY8" fmla="*/ 273913 h 2310971"/>
                <a:gd name="connsiteX9" fmla="*/ 1247279 w 12191999"/>
                <a:gd name="connsiteY9" fmla="*/ 257850 h 2310971"/>
                <a:gd name="connsiteX10" fmla="*/ 1234046 w 12191999"/>
                <a:gd name="connsiteY10" fmla="*/ 94727 h 2310971"/>
                <a:gd name="connsiteX11" fmla="*/ 1288040 w 12191999"/>
                <a:gd name="connsiteY11" fmla="*/ 270436 h 2310971"/>
                <a:gd name="connsiteX12" fmla="*/ 1345916 w 12191999"/>
                <a:gd name="connsiteY12" fmla="*/ 267124 h 2310971"/>
                <a:gd name="connsiteX13" fmla="*/ 1351739 w 12191999"/>
                <a:gd name="connsiteY13" fmla="*/ 185479 h 2310971"/>
                <a:gd name="connsiteX14" fmla="*/ 1394263 w 12191999"/>
                <a:gd name="connsiteY14" fmla="*/ 264639 h 2310971"/>
                <a:gd name="connsiteX15" fmla="*/ 1427612 w 12191999"/>
                <a:gd name="connsiteY15" fmla="*/ 262984 h 2310971"/>
                <a:gd name="connsiteX16" fmla="*/ 1469431 w 12191999"/>
                <a:gd name="connsiteY16" fmla="*/ 133645 h 2310971"/>
                <a:gd name="connsiteX17" fmla="*/ 1470490 w 12191999"/>
                <a:gd name="connsiteY17" fmla="*/ 260996 h 2310971"/>
                <a:gd name="connsiteX18" fmla="*/ 1478430 w 12191999"/>
                <a:gd name="connsiteY18" fmla="*/ 260665 h 2310971"/>
                <a:gd name="connsiteX19" fmla="*/ 1538777 w 12191999"/>
                <a:gd name="connsiteY19" fmla="*/ 54484 h 2310971"/>
                <a:gd name="connsiteX20" fmla="*/ 1528189 w 12191999"/>
                <a:gd name="connsiteY20" fmla="*/ 258347 h 2310971"/>
                <a:gd name="connsiteX21" fmla="*/ 1579184 w 12191999"/>
                <a:gd name="connsiteY21" fmla="*/ 256359 h 2310971"/>
                <a:gd name="connsiteX22" fmla="*/ 1576890 w 12191999"/>
                <a:gd name="connsiteY22" fmla="*/ 159148 h 2310971"/>
                <a:gd name="connsiteX23" fmla="*/ 1613062 w 12191999"/>
                <a:gd name="connsiteY23" fmla="*/ 255034 h 2310971"/>
                <a:gd name="connsiteX24" fmla="*/ 1665467 w 12191999"/>
                <a:gd name="connsiteY24" fmla="*/ 253047 h 2310971"/>
                <a:gd name="connsiteX25" fmla="*/ 1614651 w 12191999"/>
                <a:gd name="connsiteY25" fmla="*/ 60943 h 2310971"/>
                <a:gd name="connsiteX26" fmla="*/ 1729167 w 12191999"/>
                <a:gd name="connsiteY26" fmla="*/ 251060 h 2310971"/>
                <a:gd name="connsiteX27" fmla="*/ 1759869 w 12191999"/>
                <a:gd name="connsiteY27" fmla="*/ 250231 h 2310971"/>
                <a:gd name="connsiteX28" fmla="*/ 1793571 w 12191999"/>
                <a:gd name="connsiteY28" fmla="*/ 144243 h 2310971"/>
                <a:gd name="connsiteX29" fmla="*/ 1813863 w 12191999"/>
                <a:gd name="connsiteY29" fmla="*/ 248575 h 2310971"/>
                <a:gd name="connsiteX30" fmla="*/ 1865740 w 12191999"/>
                <a:gd name="connsiteY30" fmla="*/ 247582 h 2310971"/>
                <a:gd name="connsiteX31" fmla="*/ 1876151 w 12191999"/>
                <a:gd name="connsiteY31" fmla="*/ 194753 h 2310971"/>
                <a:gd name="connsiteX32" fmla="*/ 1888149 w 12191999"/>
                <a:gd name="connsiteY32" fmla="*/ 247085 h 2310971"/>
                <a:gd name="connsiteX33" fmla="*/ 1914087 w 12191999"/>
                <a:gd name="connsiteY33" fmla="*/ 246588 h 2310971"/>
                <a:gd name="connsiteX34" fmla="*/ 1953789 w 12191999"/>
                <a:gd name="connsiteY34" fmla="*/ 137785 h 2310971"/>
                <a:gd name="connsiteX35" fmla="*/ 1952378 w 12191999"/>
                <a:gd name="connsiteY35" fmla="*/ 245926 h 2310971"/>
                <a:gd name="connsiteX36" fmla="*/ 2009017 w 12191999"/>
                <a:gd name="connsiteY36" fmla="*/ 245263 h 2310971"/>
                <a:gd name="connsiteX37" fmla="*/ 2042014 w 12191999"/>
                <a:gd name="connsiteY37" fmla="*/ 162460 h 2310971"/>
                <a:gd name="connsiteX38" fmla="*/ 2052071 w 12191999"/>
                <a:gd name="connsiteY38" fmla="*/ 244767 h 2310971"/>
                <a:gd name="connsiteX39" fmla="*/ 2122829 w 12191999"/>
                <a:gd name="connsiteY39" fmla="*/ 244270 h 2310971"/>
                <a:gd name="connsiteX40" fmla="*/ 2123359 w 12191999"/>
                <a:gd name="connsiteY40" fmla="*/ 212805 h 2310971"/>
                <a:gd name="connsiteX41" fmla="*/ 2144532 w 12191999"/>
                <a:gd name="connsiteY41" fmla="*/ 244270 h 2310971"/>
                <a:gd name="connsiteX42" fmla="*/ 2154060 w 12191999"/>
                <a:gd name="connsiteY42" fmla="*/ 244270 h 2310971"/>
                <a:gd name="connsiteX43" fmla="*/ 2236287 w 12191999"/>
                <a:gd name="connsiteY43" fmla="*/ 108804 h 2310971"/>
                <a:gd name="connsiteX44" fmla="*/ 2217759 w 12191999"/>
                <a:gd name="connsiteY44" fmla="*/ 244435 h 2310971"/>
                <a:gd name="connsiteX45" fmla="*/ 2235581 w 12191999"/>
                <a:gd name="connsiteY45" fmla="*/ 244435 h 2310971"/>
                <a:gd name="connsiteX46" fmla="*/ 2254990 w 12191999"/>
                <a:gd name="connsiteY46" fmla="*/ 171237 h 2310971"/>
                <a:gd name="connsiteX47" fmla="*/ 2270165 w 12191999"/>
                <a:gd name="connsiteY47" fmla="*/ 244601 h 2310971"/>
                <a:gd name="connsiteX48" fmla="*/ 2313396 w 12191999"/>
                <a:gd name="connsiteY48" fmla="*/ 245098 h 2310971"/>
                <a:gd name="connsiteX49" fmla="*/ 2317454 w 12191999"/>
                <a:gd name="connsiteY49" fmla="*/ 188626 h 2310971"/>
                <a:gd name="connsiteX50" fmla="*/ 2339511 w 12191999"/>
                <a:gd name="connsiteY50" fmla="*/ 245429 h 2310971"/>
                <a:gd name="connsiteX51" fmla="*/ 2362802 w 12191999"/>
                <a:gd name="connsiteY51" fmla="*/ 245760 h 2310971"/>
                <a:gd name="connsiteX52" fmla="*/ 2371624 w 12191999"/>
                <a:gd name="connsiteY52" fmla="*/ 193760 h 2310971"/>
                <a:gd name="connsiteX53" fmla="*/ 2393328 w 12191999"/>
                <a:gd name="connsiteY53" fmla="*/ 246091 h 2310971"/>
                <a:gd name="connsiteX54" fmla="*/ 2450852 w 12191999"/>
                <a:gd name="connsiteY54" fmla="*/ 247251 h 2310971"/>
                <a:gd name="connsiteX55" fmla="*/ 2434088 w 12191999"/>
                <a:gd name="connsiteY55" fmla="*/ 124370 h 2310971"/>
                <a:gd name="connsiteX56" fmla="*/ 2495493 w 12191999"/>
                <a:gd name="connsiteY56" fmla="*/ 227047 h 2310971"/>
                <a:gd name="connsiteX57" fmla="*/ 2538018 w 12191999"/>
                <a:gd name="connsiteY57" fmla="*/ 161467 h 2310971"/>
                <a:gd name="connsiteX58" fmla="*/ 2527078 w 12191999"/>
                <a:gd name="connsiteY58" fmla="*/ 249072 h 2310971"/>
                <a:gd name="connsiteX59" fmla="*/ 2558662 w 12191999"/>
                <a:gd name="connsiteY59" fmla="*/ 249900 h 2310971"/>
                <a:gd name="connsiteX60" fmla="*/ 2552664 w 12191999"/>
                <a:gd name="connsiteY60" fmla="*/ 206346 h 2310971"/>
                <a:gd name="connsiteX61" fmla="*/ 2580896 w 12191999"/>
                <a:gd name="connsiteY61" fmla="*/ 250728 h 2310971"/>
                <a:gd name="connsiteX62" fmla="*/ 2587071 w 12191999"/>
                <a:gd name="connsiteY62" fmla="*/ 250894 h 2310971"/>
                <a:gd name="connsiteX63" fmla="*/ 2617245 w 12191999"/>
                <a:gd name="connsiteY63" fmla="*/ 161467 h 2310971"/>
                <a:gd name="connsiteX64" fmla="*/ 2652711 w 12191999"/>
                <a:gd name="connsiteY64" fmla="*/ 253047 h 2310971"/>
                <a:gd name="connsiteX65" fmla="*/ 2653064 w 12191999"/>
                <a:gd name="connsiteY65" fmla="*/ 253378 h 2310971"/>
                <a:gd name="connsiteX66" fmla="*/ 2681472 w 12191999"/>
                <a:gd name="connsiteY66" fmla="*/ 254372 h 2310971"/>
                <a:gd name="connsiteX67" fmla="*/ 2700529 w 12191999"/>
                <a:gd name="connsiteY67" fmla="*/ 179021 h 2310971"/>
                <a:gd name="connsiteX68" fmla="*/ 2733349 w 12191999"/>
                <a:gd name="connsiteY68" fmla="*/ 256525 h 2310971"/>
                <a:gd name="connsiteX69" fmla="*/ 2784520 w 12191999"/>
                <a:gd name="connsiteY69" fmla="*/ 259009 h 2310971"/>
                <a:gd name="connsiteX70" fmla="*/ 2802518 w 12191999"/>
                <a:gd name="connsiteY70" fmla="*/ 165441 h 2310971"/>
                <a:gd name="connsiteX71" fmla="*/ 2836220 w 12191999"/>
                <a:gd name="connsiteY71" fmla="*/ 261327 h 2310971"/>
                <a:gd name="connsiteX72" fmla="*/ 2885803 w 12191999"/>
                <a:gd name="connsiteY72" fmla="*/ 264308 h 2310971"/>
                <a:gd name="connsiteX73" fmla="*/ 2896036 w 12191999"/>
                <a:gd name="connsiteY73" fmla="*/ 201378 h 2310971"/>
                <a:gd name="connsiteX74" fmla="*/ 2916328 w 12191999"/>
                <a:gd name="connsiteY74" fmla="*/ 266130 h 2310971"/>
                <a:gd name="connsiteX75" fmla="*/ 2919152 w 12191999"/>
                <a:gd name="connsiteY75" fmla="*/ 266295 h 2310971"/>
                <a:gd name="connsiteX76" fmla="*/ 2968911 w 12191999"/>
                <a:gd name="connsiteY76" fmla="*/ 190779 h 2310971"/>
                <a:gd name="connsiteX77" fmla="*/ 2956030 w 12191999"/>
                <a:gd name="connsiteY77" fmla="*/ 268614 h 2310971"/>
                <a:gd name="connsiteX78" fmla="*/ 2979675 w 12191999"/>
                <a:gd name="connsiteY78" fmla="*/ 270104 h 2310971"/>
                <a:gd name="connsiteX79" fmla="*/ 2989732 w 12191999"/>
                <a:gd name="connsiteY79" fmla="*/ 212308 h 2310971"/>
                <a:gd name="connsiteX80" fmla="*/ 3020258 w 12191999"/>
                <a:gd name="connsiteY80" fmla="*/ 272754 h 2310971"/>
                <a:gd name="connsiteX81" fmla="*/ 3077428 w 12191999"/>
                <a:gd name="connsiteY81" fmla="*/ 277060 h 2310971"/>
                <a:gd name="connsiteX82" fmla="*/ 3077604 w 12191999"/>
                <a:gd name="connsiteY82" fmla="*/ 276729 h 2310971"/>
                <a:gd name="connsiteX83" fmla="*/ 3114659 w 12191999"/>
                <a:gd name="connsiteY83" fmla="*/ 179021 h 2310971"/>
                <a:gd name="connsiteX84" fmla="*/ 3129304 w 12191999"/>
                <a:gd name="connsiteY84" fmla="*/ 280703 h 2310971"/>
                <a:gd name="connsiteX85" fmla="*/ 3129658 w 12191999"/>
                <a:gd name="connsiteY85" fmla="*/ 281035 h 2310971"/>
                <a:gd name="connsiteX86" fmla="*/ 3147126 w 12191999"/>
                <a:gd name="connsiteY86" fmla="*/ 282359 h 2310971"/>
                <a:gd name="connsiteX87" fmla="*/ 3160360 w 12191999"/>
                <a:gd name="connsiteY87" fmla="*/ 224066 h 2310971"/>
                <a:gd name="connsiteX88" fmla="*/ 3177653 w 12191999"/>
                <a:gd name="connsiteY88" fmla="*/ 284843 h 2310971"/>
                <a:gd name="connsiteX89" fmla="*/ 3212943 w 12191999"/>
                <a:gd name="connsiteY89" fmla="*/ 287990 h 2310971"/>
                <a:gd name="connsiteX90" fmla="*/ 3229176 w 12191999"/>
                <a:gd name="connsiteY90" fmla="*/ 210983 h 2310971"/>
                <a:gd name="connsiteX91" fmla="*/ 3252996 w 12191999"/>
                <a:gd name="connsiteY91" fmla="*/ 291468 h 2310971"/>
                <a:gd name="connsiteX92" fmla="*/ 3297109 w 12191999"/>
                <a:gd name="connsiteY92" fmla="*/ 295442 h 2310971"/>
                <a:gd name="connsiteX93" fmla="*/ 3303991 w 12191999"/>
                <a:gd name="connsiteY93" fmla="*/ 229862 h 2310971"/>
                <a:gd name="connsiteX94" fmla="*/ 3338046 w 12191999"/>
                <a:gd name="connsiteY94" fmla="*/ 299417 h 2310971"/>
                <a:gd name="connsiteX95" fmla="*/ 3376160 w 12191999"/>
                <a:gd name="connsiteY95" fmla="*/ 303392 h 2310971"/>
                <a:gd name="connsiteX96" fmla="*/ 3368748 w 12191999"/>
                <a:gd name="connsiteY96" fmla="*/ 244435 h 2310971"/>
                <a:gd name="connsiteX97" fmla="*/ 3398746 w 12191999"/>
                <a:gd name="connsiteY97" fmla="*/ 305876 h 2310971"/>
                <a:gd name="connsiteX98" fmla="*/ 3438447 w 12191999"/>
                <a:gd name="connsiteY98" fmla="*/ 309850 h 2310971"/>
                <a:gd name="connsiteX99" fmla="*/ 3468443 w 12191999"/>
                <a:gd name="connsiteY99" fmla="*/ 222079 h 2310971"/>
                <a:gd name="connsiteX100" fmla="*/ 3477442 w 12191999"/>
                <a:gd name="connsiteY100" fmla="*/ 314156 h 2310971"/>
                <a:gd name="connsiteX101" fmla="*/ 3507616 w 12191999"/>
                <a:gd name="connsiteY101" fmla="*/ 317799 h 2310971"/>
                <a:gd name="connsiteX102" fmla="*/ 3516438 w 12191999"/>
                <a:gd name="connsiteY102" fmla="*/ 261162 h 2310971"/>
                <a:gd name="connsiteX103" fmla="*/ 3543612 w 12191999"/>
                <a:gd name="connsiteY103" fmla="*/ 322105 h 2310971"/>
                <a:gd name="connsiteX104" fmla="*/ 3620545 w 12191999"/>
                <a:gd name="connsiteY104" fmla="*/ 331213 h 2310971"/>
                <a:gd name="connsiteX105" fmla="*/ 3641189 w 12191999"/>
                <a:gd name="connsiteY105" fmla="*/ 276729 h 2310971"/>
                <a:gd name="connsiteX106" fmla="*/ 3656893 w 12191999"/>
                <a:gd name="connsiteY106" fmla="*/ 335850 h 2310971"/>
                <a:gd name="connsiteX107" fmla="*/ 3656893 w 12191999"/>
                <a:gd name="connsiteY107" fmla="*/ 336181 h 2310971"/>
                <a:gd name="connsiteX108" fmla="*/ 3690242 w 12191999"/>
                <a:gd name="connsiteY108" fmla="*/ 340653 h 2310971"/>
                <a:gd name="connsiteX109" fmla="*/ 3711946 w 12191999"/>
                <a:gd name="connsiteY109" fmla="*/ 288652 h 2310971"/>
                <a:gd name="connsiteX110" fmla="*/ 3716004 w 12191999"/>
                <a:gd name="connsiteY110" fmla="*/ 344131 h 2310971"/>
                <a:gd name="connsiteX111" fmla="*/ 3727474 w 12191999"/>
                <a:gd name="connsiteY111" fmla="*/ 345621 h 2310971"/>
                <a:gd name="connsiteX112" fmla="*/ 3747412 w 12191999"/>
                <a:gd name="connsiteY112" fmla="*/ 244104 h 2310971"/>
                <a:gd name="connsiteX113" fmla="*/ 3762940 w 12191999"/>
                <a:gd name="connsiteY113" fmla="*/ 350092 h 2310971"/>
                <a:gd name="connsiteX114" fmla="*/ 3812699 w 12191999"/>
                <a:gd name="connsiteY114" fmla="*/ 259174 h 2310971"/>
                <a:gd name="connsiteX115" fmla="*/ 3812699 w 12191999"/>
                <a:gd name="connsiteY115" fmla="*/ 346615 h 2310971"/>
                <a:gd name="connsiteX116" fmla="*/ 3854518 w 12191999"/>
                <a:gd name="connsiteY116" fmla="*/ 295939 h 2310971"/>
                <a:gd name="connsiteX117" fmla="*/ 3837227 w 12191999"/>
                <a:gd name="connsiteY117" fmla="*/ 351252 h 2310971"/>
                <a:gd name="connsiteX118" fmla="*/ 3840579 w 12191999"/>
                <a:gd name="connsiteY118" fmla="*/ 361519 h 2310971"/>
                <a:gd name="connsiteX119" fmla="*/ 3861929 w 12191999"/>
                <a:gd name="connsiteY119" fmla="*/ 364832 h 2310971"/>
                <a:gd name="connsiteX120" fmla="*/ 3903395 w 12191999"/>
                <a:gd name="connsiteY120" fmla="*/ 273582 h 2310971"/>
                <a:gd name="connsiteX121" fmla="*/ 3895631 w 12191999"/>
                <a:gd name="connsiteY121" fmla="*/ 370131 h 2310971"/>
                <a:gd name="connsiteX122" fmla="*/ 3897748 w 12191999"/>
                <a:gd name="connsiteY122" fmla="*/ 370462 h 2310971"/>
                <a:gd name="connsiteX123" fmla="*/ 3915746 w 12191999"/>
                <a:gd name="connsiteY123" fmla="*/ 316640 h 2310971"/>
                <a:gd name="connsiteX124" fmla="*/ 3928099 w 12191999"/>
                <a:gd name="connsiteY124" fmla="*/ 371952 h 2310971"/>
                <a:gd name="connsiteX125" fmla="*/ 3960036 w 12191999"/>
                <a:gd name="connsiteY125" fmla="*/ 311009 h 2310971"/>
                <a:gd name="connsiteX126" fmla="*/ 3952095 w 12191999"/>
                <a:gd name="connsiteY126" fmla="*/ 361188 h 2310971"/>
                <a:gd name="connsiteX127" fmla="*/ 3958448 w 12191999"/>
                <a:gd name="connsiteY127" fmla="*/ 380067 h 2310971"/>
                <a:gd name="connsiteX128" fmla="*/ 3979092 w 12191999"/>
                <a:gd name="connsiteY128" fmla="*/ 383379 h 2310971"/>
                <a:gd name="connsiteX129" fmla="*/ 3984563 w 12191999"/>
                <a:gd name="connsiteY129" fmla="*/ 375430 h 2310971"/>
                <a:gd name="connsiteX130" fmla="*/ 3989679 w 12191999"/>
                <a:gd name="connsiteY130" fmla="*/ 278882 h 2310971"/>
                <a:gd name="connsiteX131" fmla="*/ 4010325 w 12191999"/>
                <a:gd name="connsiteY131" fmla="*/ 378908 h 2310971"/>
                <a:gd name="connsiteX132" fmla="*/ 4034851 w 12191999"/>
                <a:gd name="connsiteY132" fmla="*/ 309850 h 2310971"/>
                <a:gd name="connsiteX133" fmla="*/ 4030086 w 12191999"/>
                <a:gd name="connsiteY133" fmla="*/ 392157 h 2310971"/>
                <a:gd name="connsiteX134" fmla="*/ 4061847 w 12191999"/>
                <a:gd name="connsiteY134" fmla="*/ 397621 h 2310971"/>
                <a:gd name="connsiteX135" fmla="*/ 4098550 w 12191999"/>
                <a:gd name="connsiteY135" fmla="*/ 298257 h 2310971"/>
                <a:gd name="connsiteX136" fmla="*/ 4093962 w 12191999"/>
                <a:gd name="connsiteY136" fmla="*/ 386029 h 2310971"/>
                <a:gd name="connsiteX137" fmla="*/ 4101020 w 12191999"/>
                <a:gd name="connsiteY137" fmla="*/ 345455 h 2310971"/>
                <a:gd name="connsiteX138" fmla="*/ 4109666 w 12191999"/>
                <a:gd name="connsiteY138" fmla="*/ 390335 h 2310971"/>
                <a:gd name="connsiteX139" fmla="*/ 4133664 w 12191999"/>
                <a:gd name="connsiteY139" fmla="*/ 410208 h 2310971"/>
                <a:gd name="connsiteX140" fmla="*/ 4137723 w 12191999"/>
                <a:gd name="connsiteY140" fmla="*/ 411036 h 2310971"/>
                <a:gd name="connsiteX141" fmla="*/ 4185717 w 12191999"/>
                <a:gd name="connsiteY141" fmla="*/ 316640 h 2310971"/>
                <a:gd name="connsiteX142" fmla="*/ 4167365 w 12191999"/>
                <a:gd name="connsiteY142" fmla="*/ 406896 h 2310971"/>
                <a:gd name="connsiteX143" fmla="*/ 4174071 w 12191999"/>
                <a:gd name="connsiteY143" fmla="*/ 417825 h 2310971"/>
                <a:gd name="connsiteX144" fmla="*/ 4198774 w 12191999"/>
                <a:gd name="connsiteY144" fmla="*/ 422628 h 2310971"/>
                <a:gd name="connsiteX145" fmla="*/ 4248357 w 12191999"/>
                <a:gd name="connsiteY145" fmla="*/ 304054 h 2310971"/>
                <a:gd name="connsiteX146" fmla="*/ 4245356 w 12191999"/>
                <a:gd name="connsiteY146" fmla="*/ 431571 h 2310971"/>
                <a:gd name="connsiteX147" fmla="*/ 4261237 w 12191999"/>
                <a:gd name="connsiteY147" fmla="*/ 434718 h 2310971"/>
                <a:gd name="connsiteX148" fmla="*/ 4263002 w 12191999"/>
                <a:gd name="connsiteY148" fmla="*/ 434221 h 2310971"/>
                <a:gd name="connsiteX149" fmla="*/ 4312056 w 12191999"/>
                <a:gd name="connsiteY149" fmla="*/ 298257 h 2310971"/>
                <a:gd name="connsiteX150" fmla="*/ 4304644 w 12191999"/>
                <a:gd name="connsiteY150" fmla="*/ 443163 h 2310971"/>
                <a:gd name="connsiteX151" fmla="*/ 4319996 w 12191999"/>
                <a:gd name="connsiteY151" fmla="*/ 446144 h 2310971"/>
                <a:gd name="connsiteX152" fmla="*/ 4351933 w 12191999"/>
                <a:gd name="connsiteY152" fmla="*/ 452934 h 2310971"/>
                <a:gd name="connsiteX153" fmla="*/ 4375932 w 12191999"/>
                <a:gd name="connsiteY153" fmla="*/ 354729 h 2310971"/>
                <a:gd name="connsiteX154" fmla="*/ 4391459 w 12191999"/>
                <a:gd name="connsiteY154" fmla="*/ 461380 h 2310971"/>
                <a:gd name="connsiteX155" fmla="*/ 4400458 w 12191999"/>
                <a:gd name="connsiteY155" fmla="*/ 463367 h 2310971"/>
                <a:gd name="connsiteX156" fmla="*/ 4396046 w 12191999"/>
                <a:gd name="connsiteY156" fmla="*/ 435380 h 2310971"/>
                <a:gd name="connsiteX157" fmla="*/ 4475450 w 12191999"/>
                <a:gd name="connsiteY157" fmla="*/ 295111 h 2310971"/>
                <a:gd name="connsiteX158" fmla="*/ 4461156 w 12191999"/>
                <a:gd name="connsiteY158" fmla="*/ 462539 h 2310971"/>
                <a:gd name="connsiteX159" fmla="*/ 4497329 w 12191999"/>
                <a:gd name="connsiteY159" fmla="*/ 374271 h 2310971"/>
                <a:gd name="connsiteX160" fmla="*/ 4523973 w 12191999"/>
                <a:gd name="connsiteY160" fmla="*/ 460386 h 2310971"/>
                <a:gd name="connsiteX161" fmla="*/ 4523973 w 12191999"/>
                <a:gd name="connsiteY161" fmla="*/ 344793 h 2310971"/>
                <a:gd name="connsiteX162" fmla="*/ 4565439 w 12191999"/>
                <a:gd name="connsiteY162" fmla="*/ 465520 h 2310971"/>
                <a:gd name="connsiteX163" fmla="*/ 4584320 w 12191999"/>
                <a:gd name="connsiteY163" fmla="*/ 410539 h 2310971"/>
                <a:gd name="connsiteX164" fmla="*/ 4609200 w 12191999"/>
                <a:gd name="connsiteY164" fmla="*/ 510234 h 2310971"/>
                <a:gd name="connsiteX165" fmla="*/ 4610611 w 12191999"/>
                <a:gd name="connsiteY165" fmla="*/ 510565 h 2310971"/>
                <a:gd name="connsiteX166" fmla="*/ 4672721 w 12191999"/>
                <a:gd name="connsiteY166" fmla="*/ 383545 h 2310971"/>
                <a:gd name="connsiteX167" fmla="*/ 4673603 w 12191999"/>
                <a:gd name="connsiteY167" fmla="*/ 505597 h 2310971"/>
                <a:gd name="connsiteX168" fmla="*/ 4726715 w 12191999"/>
                <a:gd name="connsiteY168" fmla="*/ 415010 h 2310971"/>
                <a:gd name="connsiteX169" fmla="*/ 4726715 w 12191999"/>
                <a:gd name="connsiteY169" fmla="*/ 507915 h 2310971"/>
                <a:gd name="connsiteX170" fmla="*/ 4790943 w 12191999"/>
                <a:gd name="connsiteY170" fmla="*/ 383379 h 2310971"/>
                <a:gd name="connsiteX171" fmla="*/ 4791120 w 12191999"/>
                <a:gd name="connsiteY171" fmla="*/ 509572 h 2310971"/>
                <a:gd name="connsiteX172" fmla="*/ 4840174 w 12191999"/>
                <a:gd name="connsiteY172" fmla="*/ 451278 h 2310971"/>
                <a:gd name="connsiteX173" fmla="*/ 4818293 w 12191999"/>
                <a:gd name="connsiteY173" fmla="*/ 532756 h 2310971"/>
                <a:gd name="connsiteX174" fmla="*/ 4835586 w 12191999"/>
                <a:gd name="connsiteY174" fmla="*/ 565878 h 2310971"/>
                <a:gd name="connsiteX175" fmla="*/ 4866817 w 12191999"/>
                <a:gd name="connsiteY175" fmla="*/ 574158 h 2310971"/>
                <a:gd name="connsiteX176" fmla="*/ 4866641 w 12191999"/>
                <a:gd name="connsiteY176" fmla="*/ 546502 h 2310971"/>
                <a:gd name="connsiteX177" fmla="*/ 4929281 w 12191999"/>
                <a:gd name="connsiteY177" fmla="*/ 383545 h 2310971"/>
                <a:gd name="connsiteX178" fmla="*/ 4910048 w 12191999"/>
                <a:gd name="connsiteY178" fmla="*/ 555444 h 2310971"/>
                <a:gd name="connsiteX179" fmla="*/ 4934221 w 12191999"/>
                <a:gd name="connsiteY179" fmla="*/ 496654 h 2310971"/>
                <a:gd name="connsiteX180" fmla="*/ 4953454 w 12191999"/>
                <a:gd name="connsiteY180" fmla="*/ 578133 h 2310971"/>
                <a:gd name="connsiteX181" fmla="*/ 5033034 w 12191999"/>
                <a:gd name="connsiteY181" fmla="*/ 465023 h 2310971"/>
                <a:gd name="connsiteX182" fmla="*/ 5001803 w 12191999"/>
                <a:gd name="connsiteY182" fmla="*/ 587241 h 2310971"/>
                <a:gd name="connsiteX183" fmla="*/ 5086146 w 12191999"/>
                <a:gd name="connsiteY183" fmla="*/ 519342 h 2310971"/>
                <a:gd name="connsiteX184" fmla="*/ 5037445 w 12191999"/>
                <a:gd name="connsiteY184" fmla="*/ 619700 h 2310971"/>
                <a:gd name="connsiteX185" fmla="*/ 5052973 w 12191999"/>
                <a:gd name="connsiteY185" fmla="*/ 623840 h 2310971"/>
                <a:gd name="connsiteX186" fmla="*/ 5062149 w 12191999"/>
                <a:gd name="connsiteY186" fmla="*/ 621190 h 2310971"/>
                <a:gd name="connsiteX187" fmla="*/ 5126024 w 12191999"/>
                <a:gd name="connsiteY187" fmla="*/ 451278 h 2310971"/>
                <a:gd name="connsiteX188" fmla="*/ 5126024 w 12191999"/>
                <a:gd name="connsiteY188" fmla="*/ 605458 h 2310971"/>
                <a:gd name="connsiteX189" fmla="*/ 5132023 w 12191999"/>
                <a:gd name="connsiteY189" fmla="*/ 645700 h 2310971"/>
                <a:gd name="connsiteX190" fmla="*/ 5138552 w 12191999"/>
                <a:gd name="connsiteY190" fmla="*/ 647522 h 2310971"/>
                <a:gd name="connsiteX191" fmla="*/ 5139434 w 12191999"/>
                <a:gd name="connsiteY191" fmla="*/ 639242 h 2310971"/>
                <a:gd name="connsiteX192" fmla="*/ 5228542 w 12191999"/>
                <a:gd name="connsiteY192" fmla="*/ 510400 h 2310971"/>
                <a:gd name="connsiteX193" fmla="*/ 5187605 w 12191999"/>
                <a:gd name="connsiteY193" fmla="*/ 648350 h 2310971"/>
                <a:gd name="connsiteX194" fmla="*/ 5284124 w 12191999"/>
                <a:gd name="connsiteY194" fmla="*/ 582604 h 2310971"/>
                <a:gd name="connsiteX195" fmla="*/ 5255186 w 12191999"/>
                <a:gd name="connsiteY195" fmla="*/ 665408 h 2310971"/>
                <a:gd name="connsiteX196" fmla="*/ 5334942 w 12191999"/>
                <a:gd name="connsiteY196" fmla="*/ 578133 h 2310971"/>
                <a:gd name="connsiteX197" fmla="*/ 5309179 w 12191999"/>
                <a:gd name="connsiteY197" fmla="*/ 659280 h 2310971"/>
                <a:gd name="connsiteX198" fmla="*/ 5273183 w 12191999"/>
                <a:gd name="connsiteY198" fmla="*/ 685777 h 2310971"/>
                <a:gd name="connsiteX199" fmla="*/ 5296828 w 12191999"/>
                <a:gd name="connsiteY199" fmla="*/ 692567 h 2310971"/>
                <a:gd name="connsiteX200" fmla="*/ 5309179 w 12191999"/>
                <a:gd name="connsiteY200" fmla="*/ 689089 h 2310971"/>
                <a:gd name="connsiteX201" fmla="*/ 5424226 w 12191999"/>
                <a:gd name="connsiteY201" fmla="*/ 501125 h 2310971"/>
                <a:gd name="connsiteX202" fmla="*/ 5390347 w 12191999"/>
                <a:gd name="connsiteY202" fmla="*/ 710784 h 2310971"/>
                <a:gd name="connsiteX203" fmla="*/ 5518274 w 12191999"/>
                <a:gd name="connsiteY203" fmla="*/ 627980 h 2310971"/>
                <a:gd name="connsiteX204" fmla="*/ 5472396 w 12191999"/>
                <a:gd name="connsiteY204" fmla="*/ 738937 h 2310971"/>
                <a:gd name="connsiteX205" fmla="*/ 5478397 w 12191999"/>
                <a:gd name="connsiteY205" fmla="*/ 745727 h 2310971"/>
                <a:gd name="connsiteX206" fmla="*/ 5568563 w 12191999"/>
                <a:gd name="connsiteY206" fmla="*/ 772886 h 2310971"/>
                <a:gd name="connsiteX207" fmla="*/ 5612499 w 12191999"/>
                <a:gd name="connsiteY207" fmla="*/ 591712 h 2310971"/>
                <a:gd name="connsiteX208" fmla="*/ 5651142 w 12191999"/>
                <a:gd name="connsiteY208" fmla="*/ 768415 h 2310971"/>
                <a:gd name="connsiteX209" fmla="*/ 5658024 w 12191999"/>
                <a:gd name="connsiteY209" fmla="*/ 766593 h 2310971"/>
                <a:gd name="connsiteX210" fmla="*/ 5743425 w 12191999"/>
                <a:gd name="connsiteY210" fmla="*/ 660108 h 2310971"/>
                <a:gd name="connsiteX211" fmla="*/ 5743602 w 12191999"/>
                <a:gd name="connsiteY211" fmla="*/ 799880 h 2310971"/>
                <a:gd name="connsiteX212" fmla="*/ 5830768 w 12191999"/>
                <a:gd name="connsiteY212" fmla="*/ 680312 h 2310971"/>
                <a:gd name="connsiteX213" fmla="*/ 5773422 w 12191999"/>
                <a:gd name="connsiteY213" fmla="*/ 829855 h 2310971"/>
                <a:gd name="connsiteX214" fmla="*/ 5806242 w 12191999"/>
                <a:gd name="connsiteY214" fmla="*/ 845091 h 2310971"/>
                <a:gd name="connsiteX215" fmla="*/ 5841356 w 12191999"/>
                <a:gd name="connsiteY215" fmla="*/ 855855 h 2310971"/>
                <a:gd name="connsiteX216" fmla="*/ 5956578 w 12191999"/>
                <a:gd name="connsiteY216" fmla="*/ 709790 h 2310971"/>
                <a:gd name="connsiteX217" fmla="*/ 5915818 w 12191999"/>
                <a:gd name="connsiteY217" fmla="*/ 878875 h 2310971"/>
                <a:gd name="connsiteX218" fmla="*/ 5946520 w 12191999"/>
                <a:gd name="connsiteY218" fmla="*/ 888314 h 2310971"/>
                <a:gd name="connsiteX219" fmla="*/ 6029805 w 12191999"/>
                <a:gd name="connsiteY219" fmla="*/ 800046 h 2310971"/>
                <a:gd name="connsiteX220" fmla="*/ 5996279 w 12191999"/>
                <a:gd name="connsiteY220" fmla="*/ 903716 h 2310971"/>
                <a:gd name="connsiteX221" fmla="*/ 6013395 w 12191999"/>
                <a:gd name="connsiteY221" fmla="*/ 909015 h 2310971"/>
                <a:gd name="connsiteX222" fmla="*/ 6082388 w 12191999"/>
                <a:gd name="connsiteY222" fmla="*/ 780008 h 2310971"/>
                <a:gd name="connsiteX223" fmla="*/ 6067919 w 12191999"/>
                <a:gd name="connsiteY223" fmla="*/ 925907 h 2310971"/>
                <a:gd name="connsiteX224" fmla="*/ 6072507 w 12191999"/>
                <a:gd name="connsiteY224" fmla="*/ 927232 h 2310971"/>
                <a:gd name="connsiteX225" fmla="*/ 6125618 w 12191999"/>
                <a:gd name="connsiteY225" fmla="*/ 704656 h 2310971"/>
                <a:gd name="connsiteX226" fmla="*/ 6139382 w 12191999"/>
                <a:gd name="connsiteY226" fmla="*/ 929716 h 2310971"/>
                <a:gd name="connsiteX227" fmla="*/ 6212255 w 12191999"/>
                <a:gd name="connsiteY227" fmla="*/ 835320 h 2310971"/>
                <a:gd name="connsiteX228" fmla="*/ 6202374 w 12191999"/>
                <a:gd name="connsiteY228" fmla="*/ 967309 h 2310971"/>
                <a:gd name="connsiteX229" fmla="*/ 6243664 w 12191999"/>
                <a:gd name="connsiteY229" fmla="*/ 980060 h 2310971"/>
                <a:gd name="connsiteX230" fmla="*/ 6365238 w 12191999"/>
                <a:gd name="connsiteY230" fmla="*/ 800212 h 2310971"/>
                <a:gd name="connsiteX231" fmla="*/ 6336829 w 12191999"/>
                <a:gd name="connsiteY231" fmla="*/ 1008545 h 2310971"/>
                <a:gd name="connsiteX232" fmla="*/ 6348829 w 12191999"/>
                <a:gd name="connsiteY232" fmla="*/ 1012188 h 2310971"/>
                <a:gd name="connsiteX233" fmla="*/ 6419762 w 12191999"/>
                <a:gd name="connsiteY233" fmla="*/ 890798 h 2310971"/>
                <a:gd name="connsiteX234" fmla="*/ 6419762 w 12191999"/>
                <a:gd name="connsiteY234" fmla="*/ 1002417 h 2310971"/>
                <a:gd name="connsiteX235" fmla="*/ 6483107 w 12191999"/>
                <a:gd name="connsiteY235" fmla="*/ 872250 h 2310971"/>
                <a:gd name="connsiteX236" fmla="*/ 6483107 w 12191999"/>
                <a:gd name="connsiteY236" fmla="*/ 1048290 h 2310971"/>
                <a:gd name="connsiteX237" fmla="*/ 6586684 w 12191999"/>
                <a:gd name="connsiteY237" fmla="*/ 877715 h 2310971"/>
                <a:gd name="connsiteX238" fmla="*/ 6588272 w 12191999"/>
                <a:gd name="connsiteY238" fmla="*/ 1084227 h 2310971"/>
                <a:gd name="connsiteX239" fmla="*/ 6590214 w 12191999"/>
                <a:gd name="connsiteY239" fmla="*/ 1084889 h 2310971"/>
                <a:gd name="connsiteX240" fmla="*/ 6654441 w 12191999"/>
                <a:gd name="connsiteY240" fmla="*/ 799880 h 2310971"/>
                <a:gd name="connsiteX241" fmla="*/ 6679321 w 12191999"/>
                <a:gd name="connsiteY241" fmla="*/ 1097641 h 2310971"/>
                <a:gd name="connsiteX242" fmla="*/ 6830717 w 12191999"/>
                <a:gd name="connsiteY242" fmla="*/ 921767 h 2310971"/>
                <a:gd name="connsiteX243" fmla="*/ 6795426 w 12191999"/>
                <a:gd name="connsiteY243" fmla="*/ 1145170 h 2310971"/>
                <a:gd name="connsiteX244" fmla="*/ 6804072 w 12191999"/>
                <a:gd name="connsiteY244" fmla="*/ 1147654 h 2310971"/>
                <a:gd name="connsiteX245" fmla="*/ 6861948 w 12191999"/>
                <a:gd name="connsiteY245" fmla="*/ 1018978 h 2310971"/>
                <a:gd name="connsiteX246" fmla="*/ 6882945 w 12191999"/>
                <a:gd name="connsiteY246" fmla="*/ 1170177 h 2310971"/>
                <a:gd name="connsiteX247" fmla="*/ 6948409 w 12191999"/>
                <a:gd name="connsiteY247" fmla="*/ 1188725 h 2310971"/>
                <a:gd name="connsiteX248" fmla="*/ 6934469 w 12191999"/>
                <a:gd name="connsiteY248" fmla="*/ 1003245 h 2310971"/>
                <a:gd name="connsiteX249" fmla="*/ 7012460 w 12191999"/>
                <a:gd name="connsiteY249" fmla="*/ 1203795 h 2310971"/>
                <a:gd name="connsiteX250" fmla="*/ 7177971 w 12191999"/>
                <a:gd name="connsiteY250" fmla="*/ 990162 h 2310971"/>
                <a:gd name="connsiteX251" fmla="*/ 7099274 w 12191999"/>
                <a:gd name="connsiteY251" fmla="*/ 1231286 h 2310971"/>
                <a:gd name="connsiteX252" fmla="*/ 7102098 w 12191999"/>
                <a:gd name="connsiteY252" fmla="*/ 1232114 h 2310971"/>
                <a:gd name="connsiteX253" fmla="*/ 7271843 w 12191999"/>
                <a:gd name="connsiteY253" fmla="*/ 1111552 h 2310971"/>
                <a:gd name="connsiteX254" fmla="*/ 7181677 w 12191999"/>
                <a:gd name="connsiteY254" fmla="*/ 1254139 h 2310971"/>
                <a:gd name="connsiteX255" fmla="*/ 7300252 w 12191999"/>
                <a:gd name="connsiteY255" fmla="*/ 1286598 h 2310971"/>
                <a:gd name="connsiteX256" fmla="*/ 7381066 w 12191999"/>
                <a:gd name="connsiteY256" fmla="*/ 1053424 h 2310971"/>
                <a:gd name="connsiteX257" fmla="*/ 7445471 w 12191999"/>
                <a:gd name="connsiteY257" fmla="*/ 1278152 h 2310971"/>
                <a:gd name="connsiteX258" fmla="*/ 7608864 w 12191999"/>
                <a:gd name="connsiteY258" fmla="*/ 1053424 h 2310971"/>
                <a:gd name="connsiteX259" fmla="*/ 7560870 w 12191999"/>
                <a:gd name="connsiteY259" fmla="*/ 1355822 h 2310971"/>
                <a:gd name="connsiteX260" fmla="*/ 7562987 w 12191999"/>
                <a:gd name="connsiteY260" fmla="*/ 1356484 h 2310971"/>
                <a:gd name="connsiteX261" fmla="*/ 7677151 w 12191999"/>
                <a:gd name="connsiteY261" fmla="*/ 1184916 h 2310971"/>
                <a:gd name="connsiteX262" fmla="*/ 7677327 w 12191999"/>
                <a:gd name="connsiteY262" fmla="*/ 1345223 h 2310971"/>
                <a:gd name="connsiteX263" fmla="*/ 7773316 w 12191999"/>
                <a:gd name="connsiteY263" fmla="*/ 1165043 h 2310971"/>
                <a:gd name="connsiteX264" fmla="*/ 7773316 w 12191999"/>
                <a:gd name="connsiteY264" fmla="*/ 1369733 h 2310971"/>
                <a:gd name="connsiteX265" fmla="*/ 7910066 w 12191999"/>
                <a:gd name="connsiteY265" fmla="*/ 1096979 h 2310971"/>
                <a:gd name="connsiteX266" fmla="*/ 7868600 w 12191999"/>
                <a:gd name="connsiteY266" fmla="*/ 1418421 h 2310971"/>
                <a:gd name="connsiteX267" fmla="*/ 7856954 w 12191999"/>
                <a:gd name="connsiteY267" fmla="*/ 1431835 h 2310971"/>
                <a:gd name="connsiteX268" fmla="*/ 7916947 w 12191999"/>
                <a:gd name="connsiteY268" fmla="*/ 1446906 h 2310971"/>
                <a:gd name="connsiteX269" fmla="*/ 8027936 w 12191999"/>
                <a:gd name="connsiteY269" fmla="*/ 1226317 h 2310971"/>
                <a:gd name="connsiteX270" fmla="*/ 8029876 w 12191999"/>
                <a:gd name="connsiteY270" fmla="*/ 1450549 h 2310971"/>
                <a:gd name="connsiteX271" fmla="*/ 8097103 w 12191999"/>
                <a:gd name="connsiteY271" fmla="*/ 1373873 h 2310971"/>
                <a:gd name="connsiteX272" fmla="*/ 8097103 w 12191999"/>
                <a:gd name="connsiteY272" fmla="*/ 1458332 h 2310971"/>
                <a:gd name="connsiteX273" fmla="*/ 8166272 w 12191999"/>
                <a:gd name="connsiteY273" fmla="*/ 1320713 h 2310971"/>
                <a:gd name="connsiteX274" fmla="*/ 8173507 w 12191999"/>
                <a:gd name="connsiteY274" fmla="*/ 1509505 h 2310971"/>
                <a:gd name="connsiteX275" fmla="*/ 8186741 w 12191999"/>
                <a:gd name="connsiteY275" fmla="*/ 1512651 h 2310971"/>
                <a:gd name="connsiteX276" fmla="*/ 8253263 w 12191999"/>
                <a:gd name="connsiteY276" fmla="*/ 1493441 h 2310971"/>
                <a:gd name="connsiteX277" fmla="*/ 8386484 w 12191999"/>
                <a:gd name="connsiteY277" fmla="*/ 1179119 h 2310971"/>
                <a:gd name="connsiteX278" fmla="*/ 8345547 w 12191999"/>
                <a:gd name="connsiteY278" fmla="*/ 1518448 h 2310971"/>
                <a:gd name="connsiteX279" fmla="*/ 8424244 w 12191999"/>
                <a:gd name="connsiteY279" fmla="*/ 1348866 h 2310971"/>
                <a:gd name="connsiteX280" fmla="*/ 8461475 w 12191999"/>
                <a:gd name="connsiteY280" fmla="*/ 1539645 h 2310971"/>
                <a:gd name="connsiteX281" fmla="*/ 8499588 w 12191999"/>
                <a:gd name="connsiteY281" fmla="*/ 1403351 h 2310971"/>
                <a:gd name="connsiteX282" fmla="*/ 8544231 w 12191999"/>
                <a:gd name="connsiteY282" fmla="*/ 1557696 h 2310971"/>
                <a:gd name="connsiteX283" fmla="*/ 8568757 w 12191999"/>
                <a:gd name="connsiteY283" fmla="*/ 1459492 h 2310971"/>
                <a:gd name="connsiteX284" fmla="*/ 8642160 w 12191999"/>
                <a:gd name="connsiteY284" fmla="*/ 1578894 h 2310971"/>
                <a:gd name="connsiteX285" fmla="*/ 8707095 w 12191999"/>
                <a:gd name="connsiteY285" fmla="*/ 1435810 h 2310971"/>
                <a:gd name="connsiteX286" fmla="*/ 8698272 w 12191999"/>
                <a:gd name="connsiteY286" fmla="*/ 1630232 h 2310971"/>
                <a:gd name="connsiteX287" fmla="*/ 8704624 w 12191999"/>
                <a:gd name="connsiteY287" fmla="*/ 1631557 h 2310971"/>
                <a:gd name="connsiteX288" fmla="*/ 8864312 w 12191999"/>
                <a:gd name="connsiteY288" fmla="*/ 1406332 h 2310971"/>
                <a:gd name="connsiteX289" fmla="*/ 8865547 w 12191999"/>
                <a:gd name="connsiteY289" fmla="*/ 1651098 h 2310971"/>
                <a:gd name="connsiteX290" fmla="*/ 8961890 w 12191999"/>
                <a:gd name="connsiteY290" fmla="*/ 1547926 h 2310971"/>
                <a:gd name="connsiteX291" fmla="*/ 8963478 w 12191999"/>
                <a:gd name="connsiteY291" fmla="*/ 1687532 h 2310971"/>
                <a:gd name="connsiteX292" fmla="*/ 8998592 w 12191999"/>
                <a:gd name="connsiteY292" fmla="*/ 1694985 h 2310971"/>
                <a:gd name="connsiteX293" fmla="*/ 9065819 w 12191999"/>
                <a:gd name="connsiteY293" fmla="*/ 1667991 h 2310971"/>
                <a:gd name="connsiteX294" fmla="*/ 9134811 w 12191999"/>
                <a:gd name="connsiteY294" fmla="*/ 1442103 h 2310971"/>
                <a:gd name="connsiteX295" fmla="*/ 9169396 w 12191999"/>
                <a:gd name="connsiteY295" fmla="*/ 1704921 h 2310971"/>
                <a:gd name="connsiteX296" fmla="*/ 9185101 w 12191999"/>
                <a:gd name="connsiteY296" fmla="*/ 1553887 h 2310971"/>
                <a:gd name="connsiteX297" fmla="*/ 9268385 w 12191999"/>
                <a:gd name="connsiteY297" fmla="*/ 1709061 h 2310971"/>
                <a:gd name="connsiteX298" fmla="*/ 9348493 w 12191999"/>
                <a:gd name="connsiteY298" fmla="*/ 1615825 h 2310971"/>
                <a:gd name="connsiteX299" fmla="*/ 9393841 w 12191999"/>
                <a:gd name="connsiteY299" fmla="*/ 1775138 h 2310971"/>
                <a:gd name="connsiteX300" fmla="*/ 9401428 w 12191999"/>
                <a:gd name="connsiteY300" fmla="*/ 1776629 h 2310971"/>
                <a:gd name="connsiteX301" fmla="*/ 9493183 w 12191999"/>
                <a:gd name="connsiteY301" fmla="*/ 1621786 h 2310971"/>
                <a:gd name="connsiteX302" fmla="*/ 9506770 w 12191999"/>
                <a:gd name="connsiteY302" fmla="*/ 1797164 h 2310971"/>
                <a:gd name="connsiteX303" fmla="*/ 9508358 w 12191999"/>
                <a:gd name="connsiteY303" fmla="*/ 1797329 h 2310971"/>
                <a:gd name="connsiteX304" fmla="*/ 9565528 w 12191999"/>
                <a:gd name="connsiteY304" fmla="*/ 1713201 h 2310971"/>
                <a:gd name="connsiteX305" fmla="*/ 9565528 w 12191999"/>
                <a:gd name="connsiteY305" fmla="*/ 1795839 h 2310971"/>
                <a:gd name="connsiteX306" fmla="*/ 9612641 w 12191999"/>
                <a:gd name="connsiteY306" fmla="*/ 1645303 h 2310971"/>
                <a:gd name="connsiteX307" fmla="*/ 9631521 w 12191999"/>
                <a:gd name="connsiteY307" fmla="*/ 1819521 h 2310971"/>
                <a:gd name="connsiteX308" fmla="*/ 9701220 w 12191999"/>
                <a:gd name="connsiteY308" fmla="*/ 1695481 h 2310971"/>
                <a:gd name="connsiteX309" fmla="*/ 9732098 w 12191999"/>
                <a:gd name="connsiteY309" fmla="*/ 1837406 h 2310971"/>
                <a:gd name="connsiteX310" fmla="*/ 9766859 w 12191999"/>
                <a:gd name="connsiteY310" fmla="*/ 1574920 h 2310971"/>
                <a:gd name="connsiteX311" fmla="*/ 9830911 w 12191999"/>
                <a:gd name="connsiteY311" fmla="*/ 1818361 h 2310971"/>
                <a:gd name="connsiteX312" fmla="*/ 9826499 w 12191999"/>
                <a:gd name="connsiteY312" fmla="*/ 1837406 h 2310971"/>
                <a:gd name="connsiteX313" fmla="*/ 9895668 w 12191999"/>
                <a:gd name="connsiteY313" fmla="*/ 1660207 h 2310971"/>
                <a:gd name="connsiteX314" fmla="*/ 9897608 w 12191999"/>
                <a:gd name="connsiteY314" fmla="*/ 1837406 h 2310971"/>
                <a:gd name="connsiteX315" fmla="*/ 9964836 w 12191999"/>
                <a:gd name="connsiteY315" fmla="*/ 1857776 h 2310971"/>
                <a:gd name="connsiteX316" fmla="*/ 10043358 w 12191999"/>
                <a:gd name="connsiteY316" fmla="*/ 1716182 h 2310971"/>
                <a:gd name="connsiteX317" fmla="*/ 10024477 w 12191999"/>
                <a:gd name="connsiteY317" fmla="*/ 1857776 h 2310971"/>
                <a:gd name="connsiteX318" fmla="*/ 10073177 w 12191999"/>
                <a:gd name="connsiteY318" fmla="*/ 1762055 h 2310971"/>
                <a:gd name="connsiteX319" fmla="*/ 10089412 w 12191999"/>
                <a:gd name="connsiteY319" fmla="*/ 1882451 h 2310971"/>
                <a:gd name="connsiteX320" fmla="*/ 10181519 w 12191999"/>
                <a:gd name="connsiteY320" fmla="*/ 1791202 h 2310971"/>
                <a:gd name="connsiteX321" fmla="*/ 10172520 w 12191999"/>
                <a:gd name="connsiteY321" fmla="*/ 1916897 h 2310971"/>
                <a:gd name="connsiteX322" fmla="*/ 10210809 w 12191999"/>
                <a:gd name="connsiteY322" fmla="*/ 1923356 h 2310971"/>
                <a:gd name="connsiteX323" fmla="*/ 10232513 w 12191999"/>
                <a:gd name="connsiteY323" fmla="*/ 1912095 h 2310971"/>
                <a:gd name="connsiteX324" fmla="*/ 10263744 w 12191999"/>
                <a:gd name="connsiteY324" fmla="*/ 1677099 h 2310971"/>
                <a:gd name="connsiteX325" fmla="*/ 10316856 w 12191999"/>
                <a:gd name="connsiteY325" fmla="*/ 1926006 h 2310971"/>
                <a:gd name="connsiteX326" fmla="*/ 10308915 w 12191999"/>
                <a:gd name="connsiteY326" fmla="*/ 1939751 h 2310971"/>
                <a:gd name="connsiteX327" fmla="*/ 10355499 w 12191999"/>
                <a:gd name="connsiteY327" fmla="*/ 1947535 h 2310971"/>
                <a:gd name="connsiteX328" fmla="*/ 10362911 w 12191999"/>
                <a:gd name="connsiteY328" fmla="*/ 1940745 h 2310971"/>
                <a:gd name="connsiteX329" fmla="*/ 10427492 w 12191999"/>
                <a:gd name="connsiteY329" fmla="*/ 1784246 h 2310971"/>
                <a:gd name="connsiteX330" fmla="*/ 10465604 w 12191999"/>
                <a:gd name="connsiteY330" fmla="*/ 1950019 h 2310971"/>
                <a:gd name="connsiteX331" fmla="*/ 10484661 w 12191999"/>
                <a:gd name="connsiteY331" fmla="*/ 1842540 h 2310971"/>
                <a:gd name="connsiteX332" fmla="*/ 10548889 w 12191999"/>
                <a:gd name="connsiteY332" fmla="*/ 1963267 h 2310971"/>
                <a:gd name="connsiteX333" fmla="*/ 10593885 w 12191999"/>
                <a:gd name="connsiteY333" fmla="*/ 1865725 h 2310971"/>
                <a:gd name="connsiteX334" fmla="*/ 10620705 w 12191999"/>
                <a:gd name="connsiteY334" fmla="*/ 1989433 h 2310971"/>
                <a:gd name="connsiteX335" fmla="*/ 10625646 w 12191999"/>
                <a:gd name="connsiteY335" fmla="*/ 1990095 h 2310971"/>
                <a:gd name="connsiteX336" fmla="*/ 10648583 w 12191999"/>
                <a:gd name="connsiteY336" fmla="*/ 1801138 h 2310971"/>
                <a:gd name="connsiteX337" fmla="*/ 10721105 w 12191999"/>
                <a:gd name="connsiteY337" fmla="*/ 1979000 h 2310971"/>
                <a:gd name="connsiteX338" fmla="*/ 10797508 w 12191999"/>
                <a:gd name="connsiteY338" fmla="*/ 1907789 h 2310971"/>
                <a:gd name="connsiteX339" fmla="*/ 10784275 w 12191999"/>
                <a:gd name="connsiteY339" fmla="*/ 2013777 h 2310971"/>
                <a:gd name="connsiteX340" fmla="*/ 10845856 w 12191999"/>
                <a:gd name="connsiteY340" fmla="*/ 2022886 h 2310971"/>
                <a:gd name="connsiteX341" fmla="*/ 10874618 w 12191999"/>
                <a:gd name="connsiteY341" fmla="*/ 1942732 h 2310971"/>
                <a:gd name="connsiteX342" fmla="*/ 10893322 w 12191999"/>
                <a:gd name="connsiteY342" fmla="*/ 2030007 h 2310971"/>
                <a:gd name="connsiteX343" fmla="*/ 10897909 w 12191999"/>
                <a:gd name="connsiteY343" fmla="*/ 2030503 h 2310971"/>
                <a:gd name="connsiteX344" fmla="*/ 10907084 w 12191999"/>
                <a:gd name="connsiteY344" fmla="*/ 1842705 h 2310971"/>
                <a:gd name="connsiteX345" fmla="*/ 10984901 w 12191999"/>
                <a:gd name="connsiteY345" fmla="*/ 2039612 h 2310971"/>
                <a:gd name="connsiteX346" fmla="*/ 11063950 w 12191999"/>
                <a:gd name="connsiteY346" fmla="*/ 1728934 h 2310971"/>
                <a:gd name="connsiteX347" fmla="*/ 11102239 w 12191999"/>
                <a:gd name="connsiteY347" fmla="*/ 2058657 h 2310971"/>
                <a:gd name="connsiteX348" fmla="*/ 11103121 w 12191999"/>
                <a:gd name="connsiteY348" fmla="*/ 2058822 h 2310971"/>
                <a:gd name="connsiteX349" fmla="*/ 11208640 w 12191999"/>
                <a:gd name="connsiteY349" fmla="*/ 1941242 h 2310971"/>
                <a:gd name="connsiteX350" fmla="*/ 11223284 w 12191999"/>
                <a:gd name="connsiteY350" fmla="*/ 2075052 h 2310971"/>
                <a:gd name="connsiteX351" fmla="*/ 11309040 w 12191999"/>
                <a:gd name="connsiteY351" fmla="*/ 2086478 h 2310971"/>
                <a:gd name="connsiteX352" fmla="*/ 11388266 w 12191999"/>
                <a:gd name="connsiteY352" fmla="*/ 1880795 h 2310971"/>
                <a:gd name="connsiteX353" fmla="*/ 11428674 w 12191999"/>
                <a:gd name="connsiteY353" fmla="*/ 2101549 h 2310971"/>
                <a:gd name="connsiteX354" fmla="*/ 11516546 w 12191999"/>
                <a:gd name="connsiteY354" fmla="*/ 2112645 h 2310971"/>
                <a:gd name="connsiteX355" fmla="*/ 11550425 w 12191999"/>
                <a:gd name="connsiteY355" fmla="*/ 1965089 h 2310971"/>
                <a:gd name="connsiteX356" fmla="*/ 11654354 w 12191999"/>
                <a:gd name="connsiteY356" fmla="*/ 2129205 h 2310971"/>
                <a:gd name="connsiteX357" fmla="*/ 11674999 w 12191999"/>
                <a:gd name="connsiteY357" fmla="*/ 2131689 h 2310971"/>
                <a:gd name="connsiteX358" fmla="*/ 11712936 w 12191999"/>
                <a:gd name="connsiteY358" fmla="*/ 1943229 h 2310971"/>
                <a:gd name="connsiteX359" fmla="*/ 11784223 w 12191999"/>
                <a:gd name="connsiteY359" fmla="*/ 2144275 h 2310971"/>
                <a:gd name="connsiteX360" fmla="*/ 11833451 w 12191999"/>
                <a:gd name="connsiteY360" fmla="*/ 2149906 h 2310971"/>
                <a:gd name="connsiteX361" fmla="*/ 11885329 w 12191999"/>
                <a:gd name="connsiteY361" fmla="*/ 1903483 h 2310971"/>
                <a:gd name="connsiteX362" fmla="*/ 11947792 w 12191999"/>
                <a:gd name="connsiteY362" fmla="*/ 2162492 h 2310971"/>
                <a:gd name="connsiteX363" fmla="*/ 12024018 w 12191999"/>
                <a:gd name="connsiteY363" fmla="*/ 2170441 h 2310971"/>
                <a:gd name="connsiteX364" fmla="*/ 12099364 w 12191999"/>
                <a:gd name="connsiteY364" fmla="*/ 1985293 h 2310971"/>
                <a:gd name="connsiteX365" fmla="*/ 12120184 w 12191999"/>
                <a:gd name="connsiteY365" fmla="*/ 2180543 h 2310971"/>
                <a:gd name="connsiteX366" fmla="*/ 12191824 w 12191999"/>
                <a:gd name="connsiteY366" fmla="*/ 2188161 h 2310971"/>
                <a:gd name="connsiteX367" fmla="*/ 12191999 w 12191999"/>
                <a:gd name="connsiteY367" fmla="*/ 2188161 h 2310971"/>
                <a:gd name="connsiteX368" fmla="*/ 12191999 w 12191999"/>
                <a:gd name="connsiteY368" fmla="*/ 2310971 h 2310971"/>
                <a:gd name="connsiteX369" fmla="*/ 0 w 12191999"/>
                <a:gd name="connsiteY369" fmla="*/ 2310971 h 2310971"/>
                <a:gd name="connsiteX370" fmla="*/ 0 w 12191999"/>
                <a:gd name="connsiteY370" fmla="*/ 371775 h 2310971"/>
                <a:gd name="connsiteX371" fmla="*/ 31709 w 12191999"/>
                <a:gd name="connsiteY371" fmla="*/ 364335 h 2310971"/>
                <a:gd name="connsiteX372" fmla="*/ 88350 w 12191999"/>
                <a:gd name="connsiteY372" fmla="*/ 90421 h 2310971"/>
                <a:gd name="connsiteX373" fmla="*/ 136697 w 12191999"/>
                <a:gd name="connsiteY373" fmla="*/ 327404 h 2310971"/>
                <a:gd name="connsiteX374" fmla="*/ 126286 w 12191999"/>
                <a:gd name="connsiteY374" fmla="*/ 370131 h 2310971"/>
                <a:gd name="connsiteX375" fmla="*/ 179398 w 12191999"/>
                <a:gd name="connsiteY375" fmla="*/ 364169 h 2310971"/>
                <a:gd name="connsiteX376" fmla="*/ 237804 w 12191999"/>
                <a:gd name="connsiteY376" fmla="*/ 186308 h 2310971"/>
                <a:gd name="connsiteX377" fmla="*/ 240626 w 12191999"/>
                <a:gd name="connsiteY377" fmla="*/ 357711 h 2310971"/>
                <a:gd name="connsiteX378" fmla="*/ 322500 w 12191999"/>
                <a:gd name="connsiteY378" fmla="*/ 349099 h 2310971"/>
                <a:gd name="connsiteX379" fmla="*/ 359379 w 12191999"/>
                <a:gd name="connsiteY379" fmla="*/ 188792 h 2310971"/>
                <a:gd name="connsiteX380" fmla="*/ 380199 w 12191999"/>
                <a:gd name="connsiteY380" fmla="*/ 342640 h 2310971"/>
                <a:gd name="connsiteX381" fmla="*/ 381081 w 12191999"/>
                <a:gd name="connsiteY381" fmla="*/ 343137 h 2310971"/>
                <a:gd name="connsiteX382" fmla="*/ 443722 w 12191999"/>
                <a:gd name="connsiteY382" fmla="*/ 336844 h 2310971"/>
                <a:gd name="connsiteX383" fmla="*/ 487304 w 12191999"/>
                <a:gd name="connsiteY383" fmla="*/ 105326 h 2310971"/>
                <a:gd name="connsiteX384" fmla="*/ 528241 w 12191999"/>
                <a:gd name="connsiteY384" fmla="*/ 328729 h 2310971"/>
                <a:gd name="connsiteX385" fmla="*/ 608351 w 12191999"/>
                <a:gd name="connsiteY385" fmla="*/ 321111 h 2310971"/>
                <a:gd name="connsiteX386" fmla="*/ 625819 w 12191999"/>
                <a:gd name="connsiteY386" fmla="*/ 256525 h 2310971"/>
                <a:gd name="connsiteX387" fmla="*/ 645582 w 12191999"/>
                <a:gd name="connsiteY387" fmla="*/ 317965 h 2310971"/>
                <a:gd name="connsiteX388" fmla="*/ 705575 w 12191999"/>
                <a:gd name="connsiteY388" fmla="*/ 312666 h 2310971"/>
                <a:gd name="connsiteX389" fmla="*/ 733102 w 12191999"/>
                <a:gd name="connsiteY389" fmla="*/ 220919 h 2310971"/>
                <a:gd name="connsiteX390" fmla="*/ 751275 w 12191999"/>
                <a:gd name="connsiteY390" fmla="*/ 308691 h 2310971"/>
                <a:gd name="connsiteX391" fmla="*/ 824503 w 12191999"/>
                <a:gd name="connsiteY391" fmla="*/ 302563 h 2310971"/>
                <a:gd name="connsiteX392" fmla="*/ 703104 w 12191999"/>
                <a:gd name="connsiteY392" fmla="*/ 0 h 2310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</a:cxnLst>
              <a:rect l="l" t="t" r="r" b="b"/>
              <a:pathLst>
                <a:path w="12191999" h="2310971">
                  <a:moveTo>
                    <a:pt x="703104" y="0"/>
                  </a:moveTo>
                  <a:cubicBezTo>
                    <a:pt x="781449" y="44051"/>
                    <a:pt x="826797" y="133810"/>
                    <a:pt x="852382" y="211314"/>
                  </a:cubicBezTo>
                  <a:cubicBezTo>
                    <a:pt x="851853" y="152689"/>
                    <a:pt x="862087" y="72039"/>
                    <a:pt x="916257" y="34115"/>
                  </a:cubicBezTo>
                  <a:cubicBezTo>
                    <a:pt x="916257" y="34115"/>
                    <a:pt x="881849" y="231849"/>
                    <a:pt x="986838" y="288487"/>
                  </a:cubicBezTo>
                  <a:cubicBezTo>
                    <a:pt x="986838" y="288487"/>
                    <a:pt x="972721" y="201875"/>
                    <a:pt x="1027774" y="141097"/>
                  </a:cubicBezTo>
                  <a:cubicBezTo>
                    <a:pt x="1027774" y="141097"/>
                    <a:pt x="1004129" y="209658"/>
                    <a:pt x="1069593" y="258512"/>
                  </a:cubicBezTo>
                  <a:cubicBezTo>
                    <a:pt x="1135057" y="307366"/>
                    <a:pt x="1142115" y="173390"/>
                    <a:pt x="1142115" y="173390"/>
                  </a:cubicBezTo>
                  <a:cubicBezTo>
                    <a:pt x="1142115" y="173390"/>
                    <a:pt x="1173346" y="237314"/>
                    <a:pt x="1179521" y="276894"/>
                  </a:cubicBezTo>
                  <a:cubicBezTo>
                    <a:pt x="1195755" y="275901"/>
                    <a:pt x="1211989" y="274907"/>
                    <a:pt x="1228399" y="273913"/>
                  </a:cubicBezTo>
                  <a:cubicBezTo>
                    <a:pt x="1238986" y="264971"/>
                    <a:pt x="1247279" y="257850"/>
                    <a:pt x="1247279" y="257850"/>
                  </a:cubicBezTo>
                  <a:cubicBezTo>
                    <a:pt x="1247279" y="257850"/>
                    <a:pt x="1294391" y="208002"/>
                    <a:pt x="1234046" y="94727"/>
                  </a:cubicBezTo>
                  <a:cubicBezTo>
                    <a:pt x="1234046" y="94727"/>
                    <a:pt x="1315036" y="169581"/>
                    <a:pt x="1288040" y="270436"/>
                  </a:cubicBezTo>
                  <a:cubicBezTo>
                    <a:pt x="1307273" y="269442"/>
                    <a:pt x="1326682" y="268117"/>
                    <a:pt x="1345916" y="267124"/>
                  </a:cubicBezTo>
                  <a:lnTo>
                    <a:pt x="1351739" y="185479"/>
                  </a:lnTo>
                  <a:cubicBezTo>
                    <a:pt x="1351739" y="185479"/>
                    <a:pt x="1386323" y="232180"/>
                    <a:pt x="1394263" y="264639"/>
                  </a:cubicBezTo>
                  <a:cubicBezTo>
                    <a:pt x="1405379" y="264142"/>
                    <a:pt x="1416495" y="263646"/>
                    <a:pt x="1427612" y="262984"/>
                  </a:cubicBezTo>
                  <a:cubicBezTo>
                    <a:pt x="1426201" y="234830"/>
                    <a:pt x="1428847" y="173887"/>
                    <a:pt x="1469431" y="133645"/>
                  </a:cubicBezTo>
                  <a:cubicBezTo>
                    <a:pt x="1467843" y="138778"/>
                    <a:pt x="1447904" y="201875"/>
                    <a:pt x="1470490" y="260996"/>
                  </a:cubicBezTo>
                  <a:cubicBezTo>
                    <a:pt x="1473137" y="260831"/>
                    <a:pt x="1475783" y="260665"/>
                    <a:pt x="1478430" y="260665"/>
                  </a:cubicBezTo>
                  <a:cubicBezTo>
                    <a:pt x="1473489" y="213798"/>
                    <a:pt x="1470843" y="108306"/>
                    <a:pt x="1538777" y="54484"/>
                  </a:cubicBezTo>
                  <a:cubicBezTo>
                    <a:pt x="1538777" y="54484"/>
                    <a:pt x="1497310" y="182498"/>
                    <a:pt x="1528189" y="258347"/>
                  </a:cubicBezTo>
                  <a:cubicBezTo>
                    <a:pt x="1545129" y="257684"/>
                    <a:pt x="1562244" y="257021"/>
                    <a:pt x="1579184" y="256359"/>
                  </a:cubicBezTo>
                  <a:lnTo>
                    <a:pt x="1576890" y="159148"/>
                  </a:lnTo>
                  <a:cubicBezTo>
                    <a:pt x="1576890" y="159148"/>
                    <a:pt x="1602299" y="209823"/>
                    <a:pt x="1613062" y="255034"/>
                  </a:cubicBezTo>
                  <a:cubicBezTo>
                    <a:pt x="1630531" y="254372"/>
                    <a:pt x="1647999" y="253544"/>
                    <a:pt x="1665467" y="253047"/>
                  </a:cubicBezTo>
                  <a:cubicBezTo>
                    <a:pt x="1673409" y="203696"/>
                    <a:pt x="1678878" y="107644"/>
                    <a:pt x="1614651" y="60943"/>
                  </a:cubicBezTo>
                  <a:cubicBezTo>
                    <a:pt x="1633707" y="72867"/>
                    <a:pt x="1742930" y="147059"/>
                    <a:pt x="1729167" y="251060"/>
                  </a:cubicBezTo>
                  <a:cubicBezTo>
                    <a:pt x="1739400" y="250728"/>
                    <a:pt x="1749635" y="250397"/>
                    <a:pt x="1759869" y="250231"/>
                  </a:cubicBezTo>
                  <a:cubicBezTo>
                    <a:pt x="1776808" y="230193"/>
                    <a:pt x="1793395" y="197403"/>
                    <a:pt x="1793571" y="144243"/>
                  </a:cubicBezTo>
                  <a:cubicBezTo>
                    <a:pt x="1793571" y="144243"/>
                    <a:pt x="1816686" y="202537"/>
                    <a:pt x="1813863" y="248575"/>
                  </a:cubicBezTo>
                  <a:cubicBezTo>
                    <a:pt x="1831155" y="248078"/>
                    <a:pt x="1848447" y="247913"/>
                    <a:pt x="1865740" y="247582"/>
                  </a:cubicBezTo>
                  <a:cubicBezTo>
                    <a:pt x="1866270" y="230524"/>
                    <a:pt x="1868916" y="211314"/>
                    <a:pt x="1876151" y="194753"/>
                  </a:cubicBezTo>
                  <a:cubicBezTo>
                    <a:pt x="1876151" y="194753"/>
                    <a:pt x="1878091" y="222079"/>
                    <a:pt x="1888149" y="247085"/>
                  </a:cubicBezTo>
                  <a:lnTo>
                    <a:pt x="1914087" y="246588"/>
                  </a:lnTo>
                  <a:cubicBezTo>
                    <a:pt x="1914969" y="212308"/>
                    <a:pt x="1922027" y="162294"/>
                    <a:pt x="1953789" y="137785"/>
                  </a:cubicBezTo>
                  <a:cubicBezTo>
                    <a:pt x="1953789" y="137785"/>
                    <a:pt x="1944966" y="197238"/>
                    <a:pt x="1952378" y="245926"/>
                  </a:cubicBezTo>
                  <a:cubicBezTo>
                    <a:pt x="1971258" y="245594"/>
                    <a:pt x="1990138" y="245429"/>
                    <a:pt x="2009017" y="245263"/>
                  </a:cubicBezTo>
                  <a:cubicBezTo>
                    <a:pt x="2008841" y="222410"/>
                    <a:pt x="2014487" y="189619"/>
                    <a:pt x="2042014" y="162460"/>
                  </a:cubicBezTo>
                  <a:cubicBezTo>
                    <a:pt x="2042014" y="162460"/>
                    <a:pt x="2035132" y="209161"/>
                    <a:pt x="2052071" y="244767"/>
                  </a:cubicBezTo>
                  <a:cubicBezTo>
                    <a:pt x="2075716" y="244601"/>
                    <a:pt x="2099361" y="244270"/>
                    <a:pt x="2122829" y="244270"/>
                  </a:cubicBezTo>
                  <a:cubicBezTo>
                    <a:pt x="2124769" y="228040"/>
                    <a:pt x="2123359" y="212805"/>
                    <a:pt x="2123359" y="212805"/>
                  </a:cubicBezTo>
                  <a:cubicBezTo>
                    <a:pt x="2123359" y="212805"/>
                    <a:pt x="2135533" y="225390"/>
                    <a:pt x="2144532" y="244270"/>
                  </a:cubicBezTo>
                  <a:lnTo>
                    <a:pt x="2154060" y="244270"/>
                  </a:lnTo>
                  <a:cubicBezTo>
                    <a:pt x="2158648" y="207339"/>
                    <a:pt x="2175058" y="138116"/>
                    <a:pt x="2236287" y="108804"/>
                  </a:cubicBezTo>
                  <a:cubicBezTo>
                    <a:pt x="2236287" y="108804"/>
                    <a:pt x="2189350" y="187467"/>
                    <a:pt x="2217759" y="244435"/>
                  </a:cubicBezTo>
                  <a:lnTo>
                    <a:pt x="2235581" y="244435"/>
                  </a:lnTo>
                  <a:cubicBezTo>
                    <a:pt x="2235934" y="221085"/>
                    <a:pt x="2239463" y="187135"/>
                    <a:pt x="2254990" y="171237"/>
                  </a:cubicBezTo>
                  <a:cubicBezTo>
                    <a:pt x="2254990" y="171237"/>
                    <a:pt x="2257284" y="215289"/>
                    <a:pt x="2270165" y="244601"/>
                  </a:cubicBezTo>
                  <a:cubicBezTo>
                    <a:pt x="2284634" y="244601"/>
                    <a:pt x="2299103" y="244932"/>
                    <a:pt x="2313396" y="245098"/>
                  </a:cubicBezTo>
                  <a:cubicBezTo>
                    <a:pt x="2318866" y="221250"/>
                    <a:pt x="2317454" y="188626"/>
                    <a:pt x="2317454" y="188626"/>
                  </a:cubicBezTo>
                  <a:cubicBezTo>
                    <a:pt x="2317454" y="188626"/>
                    <a:pt x="2335100" y="217110"/>
                    <a:pt x="2339511" y="245429"/>
                  </a:cubicBezTo>
                  <a:cubicBezTo>
                    <a:pt x="2347274" y="245594"/>
                    <a:pt x="2355038" y="245594"/>
                    <a:pt x="2362802" y="245760"/>
                  </a:cubicBezTo>
                  <a:cubicBezTo>
                    <a:pt x="2369860" y="231849"/>
                    <a:pt x="2374978" y="214295"/>
                    <a:pt x="2371624" y="193760"/>
                  </a:cubicBezTo>
                  <a:cubicBezTo>
                    <a:pt x="2371624" y="193760"/>
                    <a:pt x="2387153" y="220919"/>
                    <a:pt x="2393328" y="246091"/>
                  </a:cubicBezTo>
                  <a:cubicBezTo>
                    <a:pt x="2412561" y="246423"/>
                    <a:pt x="2431617" y="246920"/>
                    <a:pt x="2450852" y="247251"/>
                  </a:cubicBezTo>
                  <a:cubicBezTo>
                    <a:pt x="2457027" y="220422"/>
                    <a:pt x="2464614" y="164613"/>
                    <a:pt x="2434088" y="124370"/>
                  </a:cubicBezTo>
                  <a:cubicBezTo>
                    <a:pt x="2434088" y="124370"/>
                    <a:pt x="2487553" y="174549"/>
                    <a:pt x="2495493" y="227047"/>
                  </a:cubicBezTo>
                  <a:cubicBezTo>
                    <a:pt x="2500081" y="203696"/>
                    <a:pt x="2511197" y="175212"/>
                    <a:pt x="2538018" y="161467"/>
                  </a:cubicBezTo>
                  <a:cubicBezTo>
                    <a:pt x="2538018" y="161467"/>
                    <a:pt x="2512432" y="214295"/>
                    <a:pt x="2527078" y="249072"/>
                  </a:cubicBezTo>
                  <a:cubicBezTo>
                    <a:pt x="2537488" y="249404"/>
                    <a:pt x="2548076" y="249569"/>
                    <a:pt x="2558662" y="249900"/>
                  </a:cubicBezTo>
                  <a:cubicBezTo>
                    <a:pt x="2558310" y="231021"/>
                    <a:pt x="2552664" y="206346"/>
                    <a:pt x="2552664" y="206346"/>
                  </a:cubicBezTo>
                  <a:lnTo>
                    <a:pt x="2580896" y="250728"/>
                  </a:lnTo>
                  <a:cubicBezTo>
                    <a:pt x="2583013" y="250728"/>
                    <a:pt x="2585130" y="250728"/>
                    <a:pt x="2587071" y="250894"/>
                  </a:cubicBezTo>
                  <a:cubicBezTo>
                    <a:pt x="2583190" y="226881"/>
                    <a:pt x="2580366" y="178855"/>
                    <a:pt x="2617245" y="161467"/>
                  </a:cubicBezTo>
                  <a:cubicBezTo>
                    <a:pt x="2617245" y="161467"/>
                    <a:pt x="2607010" y="217607"/>
                    <a:pt x="2652711" y="253047"/>
                  </a:cubicBezTo>
                  <a:lnTo>
                    <a:pt x="2653064" y="253378"/>
                  </a:lnTo>
                  <a:cubicBezTo>
                    <a:pt x="2662416" y="253710"/>
                    <a:pt x="2671944" y="254041"/>
                    <a:pt x="2681472" y="254372"/>
                  </a:cubicBezTo>
                  <a:cubicBezTo>
                    <a:pt x="2699294" y="235990"/>
                    <a:pt x="2700529" y="179021"/>
                    <a:pt x="2700529" y="179021"/>
                  </a:cubicBezTo>
                  <a:cubicBezTo>
                    <a:pt x="2700529" y="179021"/>
                    <a:pt x="2727879" y="223237"/>
                    <a:pt x="2733349" y="256525"/>
                  </a:cubicBezTo>
                  <a:cubicBezTo>
                    <a:pt x="2750288" y="257187"/>
                    <a:pt x="2767404" y="258181"/>
                    <a:pt x="2784520" y="259009"/>
                  </a:cubicBezTo>
                  <a:cubicBezTo>
                    <a:pt x="2795284" y="242614"/>
                    <a:pt x="2809046" y="211645"/>
                    <a:pt x="2802518" y="165441"/>
                  </a:cubicBezTo>
                  <a:cubicBezTo>
                    <a:pt x="2802518" y="165441"/>
                    <a:pt x="2859512" y="207008"/>
                    <a:pt x="2836220" y="261327"/>
                  </a:cubicBezTo>
                  <a:cubicBezTo>
                    <a:pt x="2852630" y="262487"/>
                    <a:pt x="2869216" y="263315"/>
                    <a:pt x="2885803" y="264308"/>
                  </a:cubicBezTo>
                  <a:cubicBezTo>
                    <a:pt x="2885803" y="264308"/>
                    <a:pt x="2896036" y="201378"/>
                    <a:pt x="2896036" y="201378"/>
                  </a:cubicBezTo>
                  <a:lnTo>
                    <a:pt x="2916328" y="266130"/>
                  </a:lnTo>
                  <a:cubicBezTo>
                    <a:pt x="2917211" y="266130"/>
                    <a:pt x="2918093" y="266295"/>
                    <a:pt x="2919152" y="266295"/>
                  </a:cubicBezTo>
                  <a:cubicBezTo>
                    <a:pt x="2920034" y="248244"/>
                    <a:pt x="2926915" y="206015"/>
                    <a:pt x="2968911" y="190779"/>
                  </a:cubicBezTo>
                  <a:cubicBezTo>
                    <a:pt x="2968911" y="190779"/>
                    <a:pt x="2948090" y="237646"/>
                    <a:pt x="2956030" y="268614"/>
                  </a:cubicBezTo>
                  <a:cubicBezTo>
                    <a:pt x="2963971" y="269111"/>
                    <a:pt x="2971734" y="269608"/>
                    <a:pt x="2979675" y="270104"/>
                  </a:cubicBezTo>
                  <a:cubicBezTo>
                    <a:pt x="2985850" y="256525"/>
                    <a:pt x="2992026" y="236486"/>
                    <a:pt x="2989732" y="212308"/>
                  </a:cubicBezTo>
                  <a:cubicBezTo>
                    <a:pt x="2989732" y="212308"/>
                    <a:pt x="3010554" y="242614"/>
                    <a:pt x="3020258" y="272754"/>
                  </a:cubicBezTo>
                  <a:cubicBezTo>
                    <a:pt x="3039315" y="274079"/>
                    <a:pt x="3058371" y="275569"/>
                    <a:pt x="3077428" y="277060"/>
                  </a:cubicBezTo>
                  <a:cubicBezTo>
                    <a:pt x="3077428" y="277060"/>
                    <a:pt x="3077604" y="276729"/>
                    <a:pt x="3077604" y="276729"/>
                  </a:cubicBezTo>
                  <a:cubicBezTo>
                    <a:pt x="3077604" y="276729"/>
                    <a:pt x="3058371" y="218104"/>
                    <a:pt x="3114659" y="179021"/>
                  </a:cubicBezTo>
                  <a:cubicBezTo>
                    <a:pt x="3114659" y="179021"/>
                    <a:pt x="3102484" y="251557"/>
                    <a:pt x="3129304" y="280703"/>
                  </a:cubicBezTo>
                  <a:lnTo>
                    <a:pt x="3129658" y="281035"/>
                  </a:lnTo>
                  <a:cubicBezTo>
                    <a:pt x="3135480" y="281366"/>
                    <a:pt x="3141303" y="281862"/>
                    <a:pt x="3147126" y="282359"/>
                  </a:cubicBezTo>
                  <a:cubicBezTo>
                    <a:pt x="3158243" y="268117"/>
                    <a:pt x="3160360" y="224066"/>
                    <a:pt x="3160360" y="224066"/>
                  </a:cubicBezTo>
                  <a:cubicBezTo>
                    <a:pt x="3160360" y="224066"/>
                    <a:pt x="3182769" y="258015"/>
                    <a:pt x="3177653" y="284843"/>
                  </a:cubicBezTo>
                  <a:cubicBezTo>
                    <a:pt x="3189474" y="285837"/>
                    <a:pt x="3201120" y="286831"/>
                    <a:pt x="3212943" y="287990"/>
                  </a:cubicBezTo>
                  <a:cubicBezTo>
                    <a:pt x="3215765" y="282359"/>
                    <a:pt x="3234822" y="243938"/>
                    <a:pt x="3229176" y="210983"/>
                  </a:cubicBezTo>
                  <a:cubicBezTo>
                    <a:pt x="3229176" y="210983"/>
                    <a:pt x="3256879" y="256690"/>
                    <a:pt x="3252996" y="291468"/>
                  </a:cubicBezTo>
                  <a:cubicBezTo>
                    <a:pt x="3267642" y="292793"/>
                    <a:pt x="3282464" y="294117"/>
                    <a:pt x="3297109" y="295442"/>
                  </a:cubicBezTo>
                  <a:cubicBezTo>
                    <a:pt x="3292875" y="280041"/>
                    <a:pt x="3290757" y="256194"/>
                    <a:pt x="3303991" y="229862"/>
                  </a:cubicBezTo>
                  <a:cubicBezTo>
                    <a:pt x="3303991" y="229862"/>
                    <a:pt x="3315813" y="274741"/>
                    <a:pt x="3338046" y="299417"/>
                  </a:cubicBezTo>
                  <a:lnTo>
                    <a:pt x="3376160" y="303392"/>
                  </a:lnTo>
                  <a:cubicBezTo>
                    <a:pt x="3380394" y="284346"/>
                    <a:pt x="3369807" y="248244"/>
                    <a:pt x="3368748" y="244435"/>
                  </a:cubicBezTo>
                  <a:cubicBezTo>
                    <a:pt x="3371396" y="246754"/>
                    <a:pt x="3400510" y="273913"/>
                    <a:pt x="3398746" y="305876"/>
                  </a:cubicBezTo>
                  <a:lnTo>
                    <a:pt x="3438447" y="309850"/>
                  </a:lnTo>
                  <a:cubicBezTo>
                    <a:pt x="3435624" y="280206"/>
                    <a:pt x="3439153" y="243110"/>
                    <a:pt x="3468443" y="222079"/>
                  </a:cubicBezTo>
                  <a:cubicBezTo>
                    <a:pt x="3468443" y="222079"/>
                    <a:pt x="3460856" y="284512"/>
                    <a:pt x="3477442" y="314156"/>
                  </a:cubicBezTo>
                  <a:cubicBezTo>
                    <a:pt x="3487500" y="315315"/>
                    <a:pt x="3497559" y="316640"/>
                    <a:pt x="3507616" y="317799"/>
                  </a:cubicBezTo>
                  <a:cubicBezTo>
                    <a:pt x="3516262" y="298754"/>
                    <a:pt x="3516438" y="261162"/>
                    <a:pt x="3516438" y="261162"/>
                  </a:cubicBezTo>
                  <a:cubicBezTo>
                    <a:pt x="3516438" y="261162"/>
                    <a:pt x="3540965" y="296933"/>
                    <a:pt x="3543612" y="322105"/>
                  </a:cubicBezTo>
                  <a:cubicBezTo>
                    <a:pt x="3569197" y="325086"/>
                    <a:pt x="3594959" y="328067"/>
                    <a:pt x="3620545" y="331213"/>
                  </a:cubicBezTo>
                  <a:cubicBezTo>
                    <a:pt x="3629013" y="316640"/>
                    <a:pt x="3638189" y="296933"/>
                    <a:pt x="3641189" y="276729"/>
                  </a:cubicBezTo>
                  <a:cubicBezTo>
                    <a:pt x="3641189" y="276729"/>
                    <a:pt x="3666246" y="303226"/>
                    <a:pt x="3656893" y="335850"/>
                  </a:cubicBezTo>
                  <a:lnTo>
                    <a:pt x="3656893" y="336181"/>
                  </a:lnTo>
                  <a:lnTo>
                    <a:pt x="3690242" y="340653"/>
                  </a:lnTo>
                  <a:cubicBezTo>
                    <a:pt x="3690242" y="328067"/>
                    <a:pt x="3694301" y="309187"/>
                    <a:pt x="3711946" y="288652"/>
                  </a:cubicBezTo>
                  <a:cubicBezTo>
                    <a:pt x="3711946" y="288652"/>
                    <a:pt x="3700476" y="318296"/>
                    <a:pt x="3716004" y="344131"/>
                  </a:cubicBezTo>
                  <a:cubicBezTo>
                    <a:pt x="3719886" y="344627"/>
                    <a:pt x="3723592" y="345124"/>
                    <a:pt x="3727474" y="345621"/>
                  </a:cubicBezTo>
                  <a:cubicBezTo>
                    <a:pt x="3725886" y="322767"/>
                    <a:pt x="3725886" y="274907"/>
                    <a:pt x="3747412" y="244104"/>
                  </a:cubicBezTo>
                  <a:cubicBezTo>
                    <a:pt x="3747412" y="244104"/>
                    <a:pt x="3738942" y="306372"/>
                    <a:pt x="3762940" y="350092"/>
                  </a:cubicBezTo>
                  <a:cubicBezTo>
                    <a:pt x="3796466" y="327735"/>
                    <a:pt x="3812699" y="259174"/>
                    <a:pt x="3812699" y="259174"/>
                  </a:cubicBezTo>
                  <a:cubicBezTo>
                    <a:pt x="3827521" y="300576"/>
                    <a:pt x="3812699" y="346615"/>
                    <a:pt x="3812699" y="346615"/>
                  </a:cubicBezTo>
                  <a:cubicBezTo>
                    <a:pt x="3834933" y="348933"/>
                    <a:pt x="3854518" y="295939"/>
                    <a:pt x="3854518" y="295939"/>
                  </a:cubicBezTo>
                  <a:cubicBezTo>
                    <a:pt x="3861753" y="327073"/>
                    <a:pt x="3837227" y="351252"/>
                    <a:pt x="3837227" y="351252"/>
                  </a:cubicBezTo>
                  <a:cubicBezTo>
                    <a:pt x="3837227" y="351252"/>
                    <a:pt x="3838637" y="355392"/>
                    <a:pt x="3840579" y="361519"/>
                  </a:cubicBezTo>
                  <a:cubicBezTo>
                    <a:pt x="3847637" y="362679"/>
                    <a:pt x="3854694" y="363838"/>
                    <a:pt x="3861929" y="364832"/>
                  </a:cubicBezTo>
                  <a:cubicBezTo>
                    <a:pt x="3866694" y="319124"/>
                    <a:pt x="3896161" y="281862"/>
                    <a:pt x="3903395" y="273582"/>
                  </a:cubicBezTo>
                  <a:cubicBezTo>
                    <a:pt x="3872517" y="314984"/>
                    <a:pt x="3888397" y="356054"/>
                    <a:pt x="3895631" y="370131"/>
                  </a:cubicBezTo>
                  <a:cubicBezTo>
                    <a:pt x="3896337" y="370296"/>
                    <a:pt x="3897043" y="370462"/>
                    <a:pt x="3897748" y="370462"/>
                  </a:cubicBezTo>
                  <a:cubicBezTo>
                    <a:pt x="3892102" y="342475"/>
                    <a:pt x="3915746" y="316640"/>
                    <a:pt x="3915746" y="316640"/>
                  </a:cubicBezTo>
                  <a:cubicBezTo>
                    <a:pt x="3904807" y="351252"/>
                    <a:pt x="3928099" y="371952"/>
                    <a:pt x="3928099" y="371952"/>
                  </a:cubicBezTo>
                  <a:cubicBezTo>
                    <a:pt x="3929333" y="331710"/>
                    <a:pt x="3960036" y="311009"/>
                    <a:pt x="3960036" y="311009"/>
                  </a:cubicBezTo>
                  <a:cubicBezTo>
                    <a:pt x="3945214" y="335188"/>
                    <a:pt x="3952095" y="361188"/>
                    <a:pt x="3952095" y="361188"/>
                  </a:cubicBezTo>
                  <a:cubicBezTo>
                    <a:pt x="3952095" y="361188"/>
                    <a:pt x="3954212" y="371787"/>
                    <a:pt x="3958448" y="380067"/>
                  </a:cubicBezTo>
                  <a:cubicBezTo>
                    <a:pt x="3965330" y="381226"/>
                    <a:pt x="3972212" y="382220"/>
                    <a:pt x="3979092" y="383379"/>
                  </a:cubicBezTo>
                  <a:cubicBezTo>
                    <a:pt x="3980857" y="381226"/>
                    <a:pt x="3982621" y="378742"/>
                    <a:pt x="3984563" y="375430"/>
                  </a:cubicBezTo>
                  <a:cubicBezTo>
                    <a:pt x="4005737" y="337838"/>
                    <a:pt x="3990738" y="283022"/>
                    <a:pt x="3989679" y="278882"/>
                  </a:cubicBezTo>
                  <a:cubicBezTo>
                    <a:pt x="4018793" y="306703"/>
                    <a:pt x="4010325" y="378908"/>
                    <a:pt x="4010325" y="378908"/>
                  </a:cubicBezTo>
                  <a:cubicBezTo>
                    <a:pt x="4028675" y="367316"/>
                    <a:pt x="4034851" y="309850"/>
                    <a:pt x="4034851" y="309850"/>
                  </a:cubicBezTo>
                  <a:cubicBezTo>
                    <a:pt x="4044203" y="343965"/>
                    <a:pt x="4037321" y="373609"/>
                    <a:pt x="4030086" y="392157"/>
                  </a:cubicBezTo>
                  <a:cubicBezTo>
                    <a:pt x="4040674" y="393978"/>
                    <a:pt x="4051261" y="395800"/>
                    <a:pt x="4061847" y="397621"/>
                  </a:cubicBezTo>
                  <a:cubicBezTo>
                    <a:pt x="4053907" y="330717"/>
                    <a:pt x="4098550" y="298257"/>
                    <a:pt x="4098550" y="298257"/>
                  </a:cubicBezTo>
                  <a:cubicBezTo>
                    <a:pt x="4060613" y="353570"/>
                    <a:pt x="4093962" y="386029"/>
                    <a:pt x="4093962" y="386029"/>
                  </a:cubicBezTo>
                  <a:lnTo>
                    <a:pt x="4101020" y="345455"/>
                  </a:lnTo>
                  <a:lnTo>
                    <a:pt x="4109666" y="390335"/>
                  </a:lnTo>
                  <a:lnTo>
                    <a:pt x="4133664" y="410208"/>
                  </a:lnTo>
                  <a:cubicBezTo>
                    <a:pt x="4135075" y="410539"/>
                    <a:pt x="4136311" y="410704"/>
                    <a:pt x="4137723" y="411036"/>
                  </a:cubicBezTo>
                  <a:cubicBezTo>
                    <a:pt x="4140898" y="353736"/>
                    <a:pt x="4185717" y="316640"/>
                    <a:pt x="4185717" y="316640"/>
                  </a:cubicBezTo>
                  <a:cubicBezTo>
                    <a:pt x="4153779" y="354729"/>
                    <a:pt x="4167365" y="406896"/>
                    <a:pt x="4167365" y="406896"/>
                  </a:cubicBezTo>
                  <a:cubicBezTo>
                    <a:pt x="4167365" y="406896"/>
                    <a:pt x="4170012" y="411533"/>
                    <a:pt x="4174071" y="417825"/>
                  </a:cubicBezTo>
                  <a:cubicBezTo>
                    <a:pt x="4182364" y="419316"/>
                    <a:pt x="4190481" y="420972"/>
                    <a:pt x="4198774" y="422628"/>
                  </a:cubicBezTo>
                  <a:cubicBezTo>
                    <a:pt x="4195069" y="369137"/>
                    <a:pt x="4248357" y="304054"/>
                    <a:pt x="4248357" y="304054"/>
                  </a:cubicBezTo>
                  <a:cubicBezTo>
                    <a:pt x="4248357" y="304054"/>
                    <a:pt x="4225242" y="408717"/>
                    <a:pt x="4245356" y="431571"/>
                  </a:cubicBezTo>
                  <a:cubicBezTo>
                    <a:pt x="4250651" y="432730"/>
                    <a:pt x="4255944" y="433724"/>
                    <a:pt x="4261237" y="434718"/>
                  </a:cubicBezTo>
                  <a:cubicBezTo>
                    <a:pt x="4261943" y="434552"/>
                    <a:pt x="4262473" y="434386"/>
                    <a:pt x="4263002" y="434221"/>
                  </a:cubicBezTo>
                  <a:cubicBezTo>
                    <a:pt x="4310821" y="413354"/>
                    <a:pt x="4312056" y="298257"/>
                    <a:pt x="4312056" y="298257"/>
                  </a:cubicBezTo>
                  <a:cubicBezTo>
                    <a:pt x="4333935" y="363838"/>
                    <a:pt x="4321408" y="412030"/>
                    <a:pt x="4304644" y="443163"/>
                  </a:cubicBezTo>
                  <a:cubicBezTo>
                    <a:pt x="4309762" y="444157"/>
                    <a:pt x="4314878" y="445151"/>
                    <a:pt x="4319996" y="446144"/>
                  </a:cubicBezTo>
                  <a:cubicBezTo>
                    <a:pt x="4330759" y="448297"/>
                    <a:pt x="4341346" y="450616"/>
                    <a:pt x="4351933" y="452934"/>
                  </a:cubicBezTo>
                  <a:cubicBezTo>
                    <a:pt x="4351227" y="397125"/>
                    <a:pt x="4375932" y="354729"/>
                    <a:pt x="4375932" y="354729"/>
                  </a:cubicBezTo>
                  <a:cubicBezTo>
                    <a:pt x="4356698" y="397787"/>
                    <a:pt x="4376637" y="439355"/>
                    <a:pt x="4391459" y="461380"/>
                  </a:cubicBezTo>
                  <a:cubicBezTo>
                    <a:pt x="4394458" y="462043"/>
                    <a:pt x="4397458" y="462705"/>
                    <a:pt x="4400458" y="463367"/>
                  </a:cubicBezTo>
                  <a:cubicBezTo>
                    <a:pt x="4397635" y="453431"/>
                    <a:pt x="4396046" y="443991"/>
                    <a:pt x="4396046" y="435380"/>
                  </a:cubicBezTo>
                  <a:cubicBezTo>
                    <a:pt x="4396046" y="367316"/>
                    <a:pt x="4470685" y="299417"/>
                    <a:pt x="4475450" y="295111"/>
                  </a:cubicBezTo>
                  <a:cubicBezTo>
                    <a:pt x="4422515" y="378908"/>
                    <a:pt x="4461156" y="462539"/>
                    <a:pt x="4461156" y="462539"/>
                  </a:cubicBezTo>
                  <a:lnTo>
                    <a:pt x="4497329" y="374271"/>
                  </a:lnTo>
                  <a:cubicBezTo>
                    <a:pt x="4497329" y="374271"/>
                    <a:pt x="4487624" y="494336"/>
                    <a:pt x="4523973" y="460386"/>
                  </a:cubicBezTo>
                  <a:cubicBezTo>
                    <a:pt x="4560146" y="426437"/>
                    <a:pt x="4523973" y="344793"/>
                    <a:pt x="4523973" y="344793"/>
                  </a:cubicBezTo>
                  <a:cubicBezTo>
                    <a:pt x="4585907" y="375927"/>
                    <a:pt x="4568616" y="452934"/>
                    <a:pt x="4565439" y="465520"/>
                  </a:cubicBezTo>
                  <a:lnTo>
                    <a:pt x="4584320" y="410539"/>
                  </a:lnTo>
                  <a:lnTo>
                    <a:pt x="4609200" y="510234"/>
                  </a:lnTo>
                  <a:cubicBezTo>
                    <a:pt x="4609200" y="510234"/>
                    <a:pt x="4610082" y="510400"/>
                    <a:pt x="4610611" y="510565"/>
                  </a:cubicBezTo>
                  <a:cubicBezTo>
                    <a:pt x="4608316" y="450781"/>
                    <a:pt x="4669016" y="387354"/>
                    <a:pt x="4672721" y="383545"/>
                  </a:cubicBezTo>
                  <a:cubicBezTo>
                    <a:pt x="4636197" y="460386"/>
                    <a:pt x="4673603" y="505597"/>
                    <a:pt x="4673603" y="505597"/>
                  </a:cubicBezTo>
                  <a:cubicBezTo>
                    <a:pt x="4666369" y="458068"/>
                    <a:pt x="4726715" y="415010"/>
                    <a:pt x="4726715" y="415010"/>
                  </a:cubicBezTo>
                  <a:cubicBezTo>
                    <a:pt x="4726715" y="415010"/>
                    <a:pt x="4675897" y="517024"/>
                    <a:pt x="4726715" y="507915"/>
                  </a:cubicBezTo>
                  <a:cubicBezTo>
                    <a:pt x="4777357" y="498807"/>
                    <a:pt x="4790943" y="383379"/>
                    <a:pt x="4790943" y="383379"/>
                  </a:cubicBezTo>
                  <a:cubicBezTo>
                    <a:pt x="4813176" y="437698"/>
                    <a:pt x="4792884" y="504107"/>
                    <a:pt x="4791120" y="509572"/>
                  </a:cubicBezTo>
                  <a:lnTo>
                    <a:pt x="4840174" y="451278"/>
                  </a:lnTo>
                  <a:lnTo>
                    <a:pt x="4818293" y="532756"/>
                  </a:lnTo>
                  <a:cubicBezTo>
                    <a:pt x="4818293" y="532756"/>
                    <a:pt x="4826234" y="550145"/>
                    <a:pt x="4835586" y="565878"/>
                  </a:cubicBezTo>
                  <a:cubicBezTo>
                    <a:pt x="4845996" y="568693"/>
                    <a:pt x="4856406" y="571508"/>
                    <a:pt x="4866817" y="574158"/>
                  </a:cubicBezTo>
                  <a:cubicBezTo>
                    <a:pt x="4867523" y="567368"/>
                    <a:pt x="4867523" y="558260"/>
                    <a:pt x="4866641" y="546502"/>
                  </a:cubicBezTo>
                  <a:cubicBezTo>
                    <a:pt x="4859583" y="441011"/>
                    <a:pt x="4925400" y="386692"/>
                    <a:pt x="4929281" y="383545"/>
                  </a:cubicBezTo>
                  <a:cubicBezTo>
                    <a:pt x="4873876" y="471813"/>
                    <a:pt x="4910048" y="555444"/>
                    <a:pt x="4910048" y="555444"/>
                  </a:cubicBezTo>
                  <a:lnTo>
                    <a:pt x="4934221" y="496654"/>
                  </a:lnTo>
                  <a:lnTo>
                    <a:pt x="4953454" y="578133"/>
                  </a:lnTo>
                  <a:cubicBezTo>
                    <a:pt x="4955925" y="519011"/>
                    <a:pt x="5028446" y="468170"/>
                    <a:pt x="5033034" y="465023"/>
                  </a:cubicBezTo>
                  <a:cubicBezTo>
                    <a:pt x="4982569" y="519342"/>
                    <a:pt x="5001803" y="587241"/>
                    <a:pt x="5001803" y="587241"/>
                  </a:cubicBezTo>
                  <a:cubicBezTo>
                    <a:pt x="5022800" y="543356"/>
                    <a:pt x="5082440" y="520667"/>
                    <a:pt x="5086146" y="519342"/>
                  </a:cubicBezTo>
                  <a:cubicBezTo>
                    <a:pt x="5082969" y="523814"/>
                    <a:pt x="5028799" y="599331"/>
                    <a:pt x="5037445" y="619700"/>
                  </a:cubicBezTo>
                  <a:cubicBezTo>
                    <a:pt x="5042739" y="621025"/>
                    <a:pt x="5047857" y="622515"/>
                    <a:pt x="5052973" y="623840"/>
                  </a:cubicBezTo>
                  <a:cubicBezTo>
                    <a:pt x="5055797" y="623343"/>
                    <a:pt x="5058620" y="622515"/>
                    <a:pt x="5062149" y="621190"/>
                  </a:cubicBezTo>
                  <a:cubicBezTo>
                    <a:pt x="5132200" y="594031"/>
                    <a:pt x="5126024" y="451278"/>
                    <a:pt x="5126024" y="451278"/>
                  </a:cubicBezTo>
                  <a:cubicBezTo>
                    <a:pt x="5177724" y="503444"/>
                    <a:pt x="5126024" y="605458"/>
                    <a:pt x="5126024" y="605458"/>
                  </a:cubicBezTo>
                  <a:cubicBezTo>
                    <a:pt x="5126024" y="605458"/>
                    <a:pt x="5129024" y="623675"/>
                    <a:pt x="5132023" y="645700"/>
                  </a:cubicBezTo>
                  <a:cubicBezTo>
                    <a:pt x="5134141" y="646197"/>
                    <a:pt x="5136434" y="646860"/>
                    <a:pt x="5138552" y="647522"/>
                  </a:cubicBezTo>
                  <a:cubicBezTo>
                    <a:pt x="5138905" y="644707"/>
                    <a:pt x="5139082" y="642223"/>
                    <a:pt x="5139434" y="639242"/>
                  </a:cubicBezTo>
                  <a:cubicBezTo>
                    <a:pt x="5146492" y="560247"/>
                    <a:pt x="5223601" y="513215"/>
                    <a:pt x="5228542" y="510400"/>
                  </a:cubicBezTo>
                  <a:cubicBezTo>
                    <a:pt x="5161137" y="582770"/>
                    <a:pt x="5187605" y="648350"/>
                    <a:pt x="5187605" y="648350"/>
                  </a:cubicBezTo>
                  <a:cubicBezTo>
                    <a:pt x="5219013" y="598502"/>
                    <a:pt x="5284124" y="582604"/>
                    <a:pt x="5284124" y="582604"/>
                  </a:cubicBezTo>
                  <a:cubicBezTo>
                    <a:pt x="5284124" y="582604"/>
                    <a:pt x="5211778" y="659611"/>
                    <a:pt x="5255186" y="665408"/>
                  </a:cubicBezTo>
                  <a:cubicBezTo>
                    <a:pt x="5298769" y="671204"/>
                    <a:pt x="5334942" y="578133"/>
                    <a:pt x="5334942" y="578133"/>
                  </a:cubicBezTo>
                  <a:cubicBezTo>
                    <a:pt x="5337235" y="630299"/>
                    <a:pt x="5309179" y="659280"/>
                    <a:pt x="5309179" y="659280"/>
                  </a:cubicBezTo>
                  <a:cubicBezTo>
                    <a:pt x="5309179" y="659280"/>
                    <a:pt x="5284124" y="674847"/>
                    <a:pt x="5273183" y="685777"/>
                  </a:cubicBezTo>
                  <a:cubicBezTo>
                    <a:pt x="5280947" y="688096"/>
                    <a:pt x="5288887" y="690249"/>
                    <a:pt x="5296828" y="692567"/>
                  </a:cubicBezTo>
                  <a:cubicBezTo>
                    <a:pt x="5300534" y="691573"/>
                    <a:pt x="5304592" y="690580"/>
                    <a:pt x="5309179" y="689089"/>
                  </a:cubicBezTo>
                  <a:cubicBezTo>
                    <a:pt x="5401817" y="661930"/>
                    <a:pt x="5424226" y="501125"/>
                    <a:pt x="5424226" y="501125"/>
                  </a:cubicBezTo>
                  <a:cubicBezTo>
                    <a:pt x="5489335" y="634770"/>
                    <a:pt x="5390347" y="710784"/>
                    <a:pt x="5390347" y="710784"/>
                  </a:cubicBezTo>
                  <a:cubicBezTo>
                    <a:pt x="5474867" y="711943"/>
                    <a:pt x="5518274" y="627980"/>
                    <a:pt x="5518274" y="627980"/>
                  </a:cubicBezTo>
                  <a:cubicBezTo>
                    <a:pt x="5518274" y="714096"/>
                    <a:pt x="5472396" y="738937"/>
                    <a:pt x="5472396" y="738937"/>
                  </a:cubicBezTo>
                  <a:cubicBezTo>
                    <a:pt x="5472396" y="738937"/>
                    <a:pt x="5474690" y="741587"/>
                    <a:pt x="5478397" y="745727"/>
                  </a:cubicBezTo>
                  <a:cubicBezTo>
                    <a:pt x="5508393" y="754835"/>
                    <a:pt x="5538566" y="763944"/>
                    <a:pt x="5568563" y="772886"/>
                  </a:cubicBezTo>
                  <a:cubicBezTo>
                    <a:pt x="5549153" y="675013"/>
                    <a:pt x="5612499" y="591712"/>
                    <a:pt x="5612499" y="591712"/>
                  </a:cubicBezTo>
                  <a:cubicBezTo>
                    <a:pt x="5581090" y="686936"/>
                    <a:pt x="5651142" y="768415"/>
                    <a:pt x="5651142" y="768415"/>
                  </a:cubicBezTo>
                  <a:lnTo>
                    <a:pt x="5658024" y="766593"/>
                  </a:lnTo>
                  <a:cubicBezTo>
                    <a:pt x="5678139" y="704988"/>
                    <a:pt x="5739544" y="662592"/>
                    <a:pt x="5743425" y="660108"/>
                  </a:cubicBezTo>
                  <a:cubicBezTo>
                    <a:pt x="5739896" y="666898"/>
                    <a:pt x="5655730" y="827371"/>
                    <a:pt x="5743602" y="799880"/>
                  </a:cubicBezTo>
                  <a:cubicBezTo>
                    <a:pt x="5833415" y="771727"/>
                    <a:pt x="5830768" y="680312"/>
                    <a:pt x="5830768" y="680312"/>
                  </a:cubicBezTo>
                  <a:cubicBezTo>
                    <a:pt x="5858295" y="772555"/>
                    <a:pt x="5773422" y="829855"/>
                    <a:pt x="5773422" y="829855"/>
                  </a:cubicBezTo>
                  <a:cubicBezTo>
                    <a:pt x="5773422" y="829855"/>
                    <a:pt x="5785774" y="834658"/>
                    <a:pt x="5806242" y="845091"/>
                  </a:cubicBezTo>
                  <a:cubicBezTo>
                    <a:pt x="5817887" y="848734"/>
                    <a:pt x="5829710" y="852378"/>
                    <a:pt x="5841356" y="855855"/>
                  </a:cubicBezTo>
                  <a:cubicBezTo>
                    <a:pt x="5858824" y="771065"/>
                    <a:pt x="5956578" y="709790"/>
                    <a:pt x="5956578" y="709790"/>
                  </a:cubicBezTo>
                  <a:cubicBezTo>
                    <a:pt x="5900819" y="766428"/>
                    <a:pt x="5903290" y="832339"/>
                    <a:pt x="5915818" y="878875"/>
                  </a:cubicBezTo>
                  <a:lnTo>
                    <a:pt x="5946520" y="888314"/>
                  </a:lnTo>
                  <a:cubicBezTo>
                    <a:pt x="5966282" y="833167"/>
                    <a:pt x="6026100" y="801867"/>
                    <a:pt x="6029805" y="800046"/>
                  </a:cubicBezTo>
                  <a:cubicBezTo>
                    <a:pt x="6027864" y="804517"/>
                    <a:pt x="5996985" y="876059"/>
                    <a:pt x="5996279" y="903716"/>
                  </a:cubicBezTo>
                  <a:cubicBezTo>
                    <a:pt x="6001926" y="905537"/>
                    <a:pt x="6007749" y="907193"/>
                    <a:pt x="6013395" y="909015"/>
                  </a:cubicBezTo>
                  <a:cubicBezTo>
                    <a:pt x="6047274" y="882518"/>
                    <a:pt x="6082388" y="780008"/>
                    <a:pt x="6082388" y="780008"/>
                  </a:cubicBezTo>
                  <a:cubicBezTo>
                    <a:pt x="6089093" y="821906"/>
                    <a:pt x="6072507" y="904213"/>
                    <a:pt x="6067919" y="925907"/>
                  </a:cubicBezTo>
                  <a:cubicBezTo>
                    <a:pt x="6069506" y="926238"/>
                    <a:pt x="6071095" y="926735"/>
                    <a:pt x="6072507" y="927232"/>
                  </a:cubicBezTo>
                  <a:cubicBezTo>
                    <a:pt x="6129324" y="882352"/>
                    <a:pt x="6125618" y="704656"/>
                    <a:pt x="6125618" y="704656"/>
                  </a:cubicBezTo>
                  <a:cubicBezTo>
                    <a:pt x="6182082" y="772389"/>
                    <a:pt x="6157733" y="876225"/>
                    <a:pt x="6139382" y="929716"/>
                  </a:cubicBezTo>
                  <a:cubicBezTo>
                    <a:pt x="6164438" y="882518"/>
                    <a:pt x="6212255" y="835320"/>
                    <a:pt x="6212255" y="835320"/>
                  </a:cubicBezTo>
                  <a:cubicBezTo>
                    <a:pt x="6186847" y="876556"/>
                    <a:pt x="6190553" y="928557"/>
                    <a:pt x="6202374" y="967309"/>
                  </a:cubicBezTo>
                  <a:cubicBezTo>
                    <a:pt x="6216137" y="971614"/>
                    <a:pt x="6229901" y="975754"/>
                    <a:pt x="6243664" y="980060"/>
                  </a:cubicBezTo>
                  <a:cubicBezTo>
                    <a:pt x="6248604" y="894607"/>
                    <a:pt x="6358356" y="805676"/>
                    <a:pt x="6365238" y="800212"/>
                  </a:cubicBezTo>
                  <a:cubicBezTo>
                    <a:pt x="6279483" y="885002"/>
                    <a:pt x="6314597" y="971449"/>
                    <a:pt x="6336829" y="1008545"/>
                  </a:cubicBezTo>
                  <a:cubicBezTo>
                    <a:pt x="6340888" y="1009704"/>
                    <a:pt x="6344770" y="1011029"/>
                    <a:pt x="6348829" y="1012188"/>
                  </a:cubicBezTo>
                  <a:cubicBezTo>
                    <a:pt x="6349534" y="949920"/>
                    <a:pt x="6415527" y="894276"/>
                    <a:pt x="6419762" y="890798"/>
                  </a:cubicBezTo>
                  <a:cubicBezTo>
                    <a:pt x="6417116" y="896263"/>
                    <a:pt x="6351299" y="1026761"/>
                    <a:pt x="6419762" y="1002417"/>
                  </a:cubicBezTo>
                  <a:cubicBezTo>
                    <a:pt x="6489989" y="977576"/>
                    <a:pt x="6483107" y="872250"/>
                    <a:pt x="6483107" y="872250"/>
                  </a:cubicBezTo>
                  <a:cubicBezTo>
                    <a:pt x="6537984" y="968137"/>
                    <a:pt x="6483107" y="1048290"/>
                    <a:pt x="6483107" y="1048290"/>
                  </a:cubicBezTo>
                  <a:cubicBezTo>
                    <a:pt x="6576627" y="1014175"/>
                    <a:pt x="6586684" y="877715"/>
                    <a:pt x="6586684" y="877715"/>
                  </a:cubicBezTo>
                  <a:cubicBezTo>
                    <a:pt x="6648090" y="962175"/>
                    <a:pt x="6597624" y="1066507"/>
                    <a:pt x="6588272" y="1084227"/>
                  </a:cubicBezTo>
                  <a:cubicBezTo>
                    <a:pt x="6588978" y="1084227"/>
                    <a:pt x="6589684" y="1084724"/>
                    <a:pt x="6590214" y="1084889"/>
                  </a:cubicBezTo>
                  <a:cubicBezTo>
                    <a:pt x="6663970" y="1035704"/>
                    <a:pt x="6654441" y="799880"/>
                    <a:pt x="6654441" y="799880"/>
                  </a:cubicBezTo>
                  <a:cubicBezTo>
                    <a:pt x="6758371" y="897423"/>
                    <a:pt x="6696966" y="1057896"/>
                    <a:pt x="6679321" y="1097641"/>
                  </a:cubicBezTo>
                  <a:cubicBezTo>
                    <a:pt x="6739667" y="976748"/>
                    <a:pt x="6825422" y="924913"/>
                    <a:pt x="6830717" y="921767"/>
                  </a:cubicBezTo>
                  <a:cubicBezTo>
                    <a:pt x="6756254" y="1013844"/>
                    <a:pt x="6779721" y="1105921"/>
                    <a:pt x="6795426" y="1145170"/>
                  </a:cubicBezTo>
                  <a:cubicBezTo>
                    <a:pt x="6798425" y="1145998"/>
                    <a:pt x="6801248" y="1146826"/>
                    <a:pt x="6804072" y="1147654"/>
                  </a:cubicBezTo>
                  <a:cubicBezTo>
                    <a:pt x="6806189" y="1087539"/>
                    <a:pt x="6861948" y="1018978"/>
                    <a:pt x="6861948" y="1018978"/>
                  </a:cubicBezTo>
                  <a:cubicBezTo>
                    <a:pt x="6861948" y="1018978"/>
                    <a:pt x="6864065" y="1113870"/>
                    <a:pt x="6882945" y="1170177"/>
                  </a:cubicBezTo>
                  <a:cubicBezTo>
                    <a:pt x="6904825" y="1176304"/>
                    <a:pt x="6926706" y="1182597"/>
                    <a:pt x="6948409" y="1188725"/>
                  </a:cubicBezTo>
                  <a:cubicBezTo>
                    <a:pt x="6988993" y="1130928"/>
                    <a:pt x="6936763" y="1008876"/>
                    <a:pt x="6934469" y="1003245"/>
                  </a:cubicBezTo>
                  <a:cubicBezTo>
                    <a:pt x="7021989" y="1065348"/>
                    <a:pt x="7012460" y="1203795"/>
                    <a:pt x="7012460" y="1203795"/>
                  </a:cubicBezTo>
                  <a:cubicBezTo>
                    <a:pt x="7041751" y="1075781"/>
                    <a:pt x="7162973" y="999271"/>
                    <a:pt x="7177971" y="990162"/>
                  </a:cubicBezTo>
                  <a:cubicBezTo>
                    <a:pt x="7056220" y="1074291"/>
                    <a:pt x="7091158" y="1205782"/>
                    <a:pt x="7099274" y="1231286"/>
                  </a:cubicBezTo>
                  <a:cubicBezTo>
                    <a:pt x="7100334" y="1231617"/>
                    <a:pt x="7101215" y="1231783"/>
                    <a:pt x="7102098" y="1232114"/>
                  </a:cubicBezTo>
                  <a:cubicBezTo>
                    <a:pt x="7135446" y="1116520"/>
                    <a:pt x="7271843" y="1111552"/>
                    <a:pt x="7271843" y="1111552"/>
                  </a:cubicBezTo>
                  <a:cubicBezTo>
                    <a:pt x="7271843" y="1111552"/>
                    <a:pt x="7202851" y="1194686"/>
                    <a:pt x="7181677" y="1254139"/>
                  </a:cubicBezTo>
                  <a:cubicBezTo>
                    <a:pt x="7221202" y="1264904"/>
                    <a:pt x="7260727" y="1275834"/>
                    <a:pt x="7300252" y="1286598"/>
                  </a:cubicBezTo>
                  <a:cubicBezTo>
                    <a:pt x="7419356" y="1219196"/>
                    <a:pt x="7382831" y="1061373"/>
                    <a:pt x="7381066" y="1053424"/>
                  </a:cubicBezTo>
                  <a:cubicBezTo>
                    <a:pt x="7452528" y="1117348"/>
                    <a:pt x="7452353" y="1220356"/>
                    <a:pt x="7445471" y="1278152"/>
                  </a:cubicBezTo>
                  <a:cubicBezTo>
                    <a:pt x="7477585" y="1178788"/>
                    <a:pt x="7601100" y="1060711"/>
                    <a:pt x="7608864" y="1053424"/>
                  </a:cubicBezTo>
                  <a:cubicBezTo>
                    <a:pt x="7505816" y="1194190"/>
                    <a:pt x="7551164" y="1330981"/>
                    <a:pt x="7560870" y="1355822"/>
                  </a:cubicBezTo>
                  <a:cubicBezTo>
                    <a:pt x="7561575" y="1356153"/>
                    <a:pt x="7562282" y="1356319"/>
                    <a:pt x="7562987" y="1356484"/>
                  </a:cubicBezTo>
                  <a:cubicBezTo>
                    <a:pt x="7570927" y="1281133"/>
                    <a:pt x="7671857" y="1189387"/>
                    <a:pt x="7677151" y="1184916"/>
                  </a:cubicBezTo>
                  <a:cubicBezTo>
                    <a:pt x="7674151" y="1192865"/>
                    <a:pt x="7600395" y="1383478"/>
                    <a:pt x="7677327" y="1345223"/>
                  </a:cubicBezTo>
                  <a:cubicBezTo>
                    <a:pt x="7756025" y="1306306"/>
                    <a:pt x="7773316" y="1165043"/>
                    <a:pt x="7773316" y="1165043"/>
                  </a:cubicBezTo>
                  <a:cubicBezTo>
                    <a:pt x="7833840" y="1286929"/>
                    <a:pt x="7773316" y="1369733"/>
                    <a:pt x="7773316" y="1369733"/>
                  </a:cubicBezTo>
                  <a:cubicBezTo>
                    <a:pt x="7885716" y="1311274"/>
                    <a:pt x="7910066" y="1096979"/>
                    <a:pt x="7910066" y="1096979"/>
                  </a:cubicBezTo>
                  <a:cubicBezTo>
                    <a:pt x="7998292" y="1286929"/>
                    <a:pt x="7868600" y="1418421"/>
                    <a:pt x="7868600" y="1418421"/>
                  </a:cubicBezTo>
                  <a:lnTo>
                    <a:pt x="7856954" y="1431835"/>
                  </a:lnTo>
                  <a:cubicBezTo>
                    <a:pt x="7877070" y="1436803"/>
                    <a:pt x="7897008" y="1441938"/>
                    <a:pt x="7916947" y="1446906"/>
                  </a:cubicBezTo>
                  <a:cubicBezTo>
                    <a:pt x="7941298" y="1429186"/>
                    <a:pt x="8044699" y="1346216"/>
                    <a:pt x="8027936" y="1226317"/>
                  </a:cubicBezTo>
                  <a:cubicBezTo>
                    <a:pt x="8027936" y="1226317"/>
                    <a:pt x="8091281" y="1344395"/>
                    <a:pt x="8029876" y="1450549"/>
                  </a:cubicBezTo>
                  <a:lnTo>
                    <a:pt x="8097103" y="1373873"/>
                  </a:lnTo>
                  <a:lnTo>
                    <a:pt x="8097103" y="1458332"/>
                  </a:lnTo>
                  <a:cubicBezTo>
                    <a:pt x="8097103" y="1458332"/>
                    <a:pt x="8166272" y="1430014"/>
                    <a:pt x="8166272" y="1320713"/>
                  </a:cubicBezTo>
                  <a:cubicBezTo>
                    <a:pt x="8166272" y="1320713"/>
                    <a:pt x="8214267" y="1450715"/>
                    <a:pt x="8173507" y="1509505"/>
                  </a:cubicBezTo>
                  <a:cubicBezTo>
                    <a:pt x="8177918" y="1510498"/>
                    <a:pt x="8182330" y="1511492"/>
                    <a:pt x="8186741" y="1512651"/>
                  </a:cubicBezTo>
                  <a:lnTo>
                    <a:pt x="8253263" y="1493441"/>
                  </a:lnTo>
                  <a:cubicBezTo>
                    <a:pt x="8253263" y="1493441"/>
                    <a:pt x="8213561" y="1273515"/>
                    <a:pt x="8386484" y="1179119"/>
                  </a:cubicBezTo>
                  <a:cubicBezTo>
                    <a:pt x="8386484" y="1179119"/>
                    <a:pt x="8257498" y="1406332"/>
                    <a:pt x="8345547" y="1518448"/>
                  </a:cubicBezTo>
                  <a:cubicBezTo>
                    <a:pt x="8345547" y="1518448"/>
                    <a:pt x="8339195" y="1400536"/>
                    <a:pt x="8424244" y="1348866"/>
                  </a:cubicBezTo>
                  <a:cubicBezTo>
                    <a:pt x="8424244" y="1348866"/>
                    <a:pt x="8388953" y="1469428"/>
                    <a:pt x="8461475" y="1539645"/>
                  </a:cubicBezTo>
                  <a:lnTo>
                    <a:pt x="8499588" y="1403351"/>
                  </a:lnTo>
                  <a:lnTo>
                    <a:pt x="8544231" y="1557696"/>
                  </a:lnTo>
                  <a:lnTo>
                    <a:pt x="8568757" y="1459492"/>
                  </a:lnTo>
                  <a:cubicBezTo>
                    <a:pt x="8568757" y="1459492"/>
                    <a:pt x="8602459" y="1553722"/>
                    <a:pt x="8642160" y="1578894"/>
                  </a:cubicBezTo>
                  <a:cubicBezTo>
                    <a:pt x="8642160" y="1578894"/>
                    <a:pt x="8713446" y="1542129"/>
                    <a:pt x="8707095" y="1435810"/>
                  </a:cubicBezTo>
                  <a:cubicBezTo>
                    <a:pt x="8707095" y="1435810"/>
                    <a:pt x="8761088" y="1577238"/>
                    <a:pt x="8698272" y="1630232"/>
                  </a:cubicBezTo>
                  <a:cubicBezTo>
                    <a:pt x="8700389" y="1630563"/>
                    <a:pt x="8702507" y="1631060"/>
                    <a:pt x="8704624" y="1631557"/>
                  </a:cubicBezTo>
                  <a:cubicBezTo>
                    <a:pt x="8742913" y="1622614"/>
                    <a:pt x="8877899" y="1578728"/>
                    <a:pt x="8864312" y="1406332"/>
                  </a:cubicBezTo>
                  <a:cubicBezTo>
                    <a:pt x="8864312" y="1406332"/>
                    <a:pt x="8928893" y="1580053"/>
                    <a:pt x="8865547" y="1651098"/>
                  </a:cubicBezTo>
                  <a:cubicBezTo>
                    <a:pt x="8869781" y="1649939"/>
                    <a:pt x="8937363" y="1627914"/>
                    <a:pt x="8961890" y="1547926"/>
                  </a:cubicBezTo>
                  <a:cubicBezTo>
                    <a:pt x="8961890" y="1547926"/>
                    <a:pt x="9004414" y="1642321"/>
                    <a:pt x="8963478" y="1687532"/>
                  </a:cubicBezTo>
                  <a:cubicBezTo>
                    <a:pt x="8975300" y="1690016"/>
                    <a:pt x="8986946" y="1692500"/>
                    <a:pt x="8998592" y="1694985"/>
                  </a:cubicBezTo>
                  <a:cubicBezTo>
                    <a:pt x="9029823" y="1683889"/>
                    <a:pt x="9065819" y="1667991"/>
                    <a:pt x="9065819" y="1667991"/>
                  </a:cubicBezTo>
                  <a:cubicBezTo>
                    <a:pt x="9065819" y="1667991"/>
                    <a:pt x="9015178" y="1516129"/>
                    <a:pt x="9134811" y="1442103"/>
                  </a:cubicBezTo>
                  <a:cubicBezTo>
                    <a:pt x="9134811" y="1442103"/>
                    <a:pt x="9078170" y="1634703"/>
                    <a:pt x="9169396" y="1704921"/>
                  </a:cubicBezTo>
                  <a:cubicBezTo>
                    <a:pt x="9169396" y="1704921"/>
                    <a:pt x="9131635" y="1607047"/>
                    <a:pt x="9185101" y="1553887"/>
                  </a:cubicBezTo>
                  <a:cubicBezTo>
                    <a:pt x="9185101" y="1553887"/>
                    <a:pt x="9197805" y="1660538"/>
                    <a:pt x="9268385" y="1709061"/>
                  </a:cubicBezTo>
                  <a:cubicBezTo>
                    <a:pt x="9339142" y="1757584"/>
                    <a:pt x="9348493" y="1615825"/>
                    <a:pt x="9348493" y="1615825"/>
                  </a:cubicBezTo>
                  <a:cubicBezTo>
                    <a:pt x="9348493" y="1615825"/>
                    <a:pt x="9407252" y="1712704"/>
                    <a:pt x="9393841" y="1775138"/>
                  </a:cubicBezTo>
                  <a:cubicBezTo>
                    <a:pt x="9396312" y="1775635"/>
                    <a:pt x="9398783" y="1776132"/>
                    <a:pt x="9401428" y="1776629"/>
                  </a:cubicBezTo>
                  <a:cubicBezTo>
                    <a:pt x="9426661" y="1762386"/>
                    <a:pt x="9498301" y="1714194"/>
                    <a:pt x="9493183" y="1621786"/>
                  </a:cubicBezTo>
                  <a:cubicBezTo>
                    <a:pt x="9493183" y="1621786"/>
                    <a:pt x="9529886" y="1735392"/>
                    <a:pt x="9506770" y="1797164"/>
                  </a:cubicBezTo>
                  <a:cubicBezTo>
                    <a:pt x="9507299" y="1797164"/>
                    <a:pt x="9507829" y="1797329"/>
                    <a:pt x="9508358" y="1797329"/>
                  </a:cubicBezTo>
                  <a:lnTo>
                    <a:pt x="9565528" y="1713201"/>
                  </a:lnTo>
                  <a:lnTo>
                    <a:pt x="9565528" y="1795839"/>
                  </a:lnTo>
                  <a:lnTo>
                    <a:pt x="9612641" y="1645303"/>
                  </a:lnTo>
                  <a:lnTo>
                    <a:pt x="9631521" y="1819521"/>
                  </a:lnTo>
                  <a:cubicBezTo>
                    <a:pt x="9631521" y="1819521"/>
                    <a:pt x="9657636" y="1733902"/>
                    <a:pt x="9701220" y="1695481"/>
                  </a:cubicBezTo>
                  <a:cubicBezTo>
                    <a:pt x="9701220" y="1695481"/>
                    <a:pt x="9688161" y="1796170"/>
                    <a:pt x="9732098" y="1837406"/>
                  </a:cubicBezTo>
                  <a:cubicBezTo>
                    <a:pt x="9732098" y="1837406"/>
                    <a:pt x="9819971" y="1772323"/>
                    <a:pt x="9766859" y="1574920"/>
                  </a:cubicBezTo>
                  <a:cubicBezTo>
                    <a:pt x="9771447" y="1581047"/>
                    <a:pt x="9854379" y="1695978"/>
                    <a:pt x="9830911" y="1818361"/>
                  </a:cubicBezTo>
                  <a:cubicBezTo>
                    <a:pt x="9829675" y="1824654"/>
                    <a:pt x="9828263" y="1830947"/>
                    <a:pt x="9826499" y="1837406"/>
                  </a:cubicBezTo>
                  <a:cubicBezTo>
                    <a:pt x="9826499" y="1837406"/>
                    <a:pt x="9911372" y="1763380"/>
                    <a:pt x="9895668" y="1660207"/>
                  </a:cubicBezTo>
                  <a:cubicBezTo>
                    <a:pt x="9895668" y="1660207"/>
                    <a:pt x="9949838" y="1763711"/>
                    <a:pt x="9897608" y="1837406"/>
                  </a:cubicBezTo>
                  <a:lnTo>
                    <a:pt x="9964836" y="1857776"/>
                  </a:lnTo>
                  <a:cubicBezTo>
                    <a:pt x="9964836" y="1857776"/>
                    <a:pt x="9971012" y="1757584"/>
                    <a:pt x="10043358" y="1716182"/>
                  </a:cubicBezTo>
                  <a:cubicBezTo>
                    <a:pt x="10043358" y="1716182"/>
                    <a:pt x="9999421" y="1807597"/>
                    <a:pt x="10024477" y="1857776"/>
                  </a:cubicBezTo>
                  <a:cubicBezTo>
                    <a:pt x="10024477" y="1857776"/>
                    <a:pt x="10036828" y="1795011"/>
                    <a:pt x="10073177" y="1762055"/>
                  </a:cubicBezTo>
                  <a:cubicBezTo>
                    <a:pt x="10067002" y="1773151"/>
                    <a:pt x="10073884" y="1844362"/>
                    <a:pt x="10089412" y="1882451"/>
                  </a:cubicBezTo>
                  <a:cubicBezTo>
                    <a:pt x="10119584" y="1875993"/>
                    <a:pt x="10181519" y="1854795"/>
                    <a:pt x="10181519" y="1791202"/>
                  </a:cubicBezTo>
                  <a:cubicBezTo>
                    <a:pt x="10181519" y="1791202"/>
                    <a:pt x="10196693" y="1873343"/>
                    <a:pt x="10172520" y="1916897"/>
                  </a:cubicBezTo>
                  <a:cubicBezTo>
                    <a:pt x="10185400" y="1919050"/>
                    <a:pt x="10198105" y="1921203"/>
                    <a:pt x="10210809" y="1923356"/>
                  </a:cubicBezTo>
                  <a:cubicBezTo>
                    <a:pt x="10222984" y="1917228"/>
                    <a:pt x="10232513" y="1912095"/>
                    <a:pt x="10232513" y="1912095"/>
                  </a:cubicBezTo>
                  <a:cubicBezTo>
                    <a:pt x="10232513" y="1912095"/>
                    <a:pt x="10335560" y="1821508"/>
                    <a:pt x="10263744" y="1677099"/>
                  </a:cubicBezTo>
                  <a:cubicBezTo>
                    <a:pt x="10269744" y="1682564"/>
                    <a:pt x="10392906" y="1798157"/>
                    <a:pt x="10316856" y="1926006"/>
                  </a:cubicBezTo>
                  <a:cubicBezTo>
                    <a:pt x="10313857" y="1930974"/>
                    <a:pt x="10311209" y="1935445"/>
                    <a:pt x="10308915" y="1939751"/>
                  </a:cubicBezTo>
                  <a:cubicBezTo>
                    <a:pt x="10324443" y="1942235"/>
                    <a:pt x="10339971" y="1944885"/>
                    <a:pt x="10355499" y="1947535"/>
                  </a:cubicBezTo>
                  <a:cubicBezTo>
                    <a:pt x="10360087" y="1943395"/>
                    <a:pt x="10362911" y="1940745"/>
                    <a:pt x="10362911" y="1940745"/>
                  </a:cubicBezTo>
                  <a:cubicBezTo>
                    <a:pt x="10362911" y="1940745"/>
                    <a:pt x="10353028" y="1833100"/>
                    <a:pt x="10427492" y="1784246"/>
                  </a:cubicBezTo>
                  <a:cubicBezTo>
                    <a:pt x="10427492" y="1784246"/>
                    <a:pt x="10406670" y="1905967"/>
                    <a:pt x="10465604" y="1950019"/>
                  </a:cubicBezTo>
                  <a:cubicBezTo>
                    <a:pt x="10465604" y="1950019"/>
                    <a:pt x="10452371" y="1886757"/>
                    <a:pt x="10484661" y="1842540"/>
                  </a:cubicBezTo>
                  <a:cubicBezTo>
                    <a:pt x="10484661" y="1842540"/>
                    <a:pt x="10496308" y="1939420"/>
                    <a:pt x="10548889" y="1963267"/>
                  </a:cubicBezTo>
                  <a:cubicBezTo>
                    <a:pt x="10601295" y="1986949"/>
                    <a:pt x="10593885" y="1865725"/>
                    <a:pt x="10593885" y="1865725"/>
                  </a:cubicBezTo>
                  <a:cubicBezTo>
                    <a:pt x="10593885" y="1865725"/>
                    <a:pt x="10636939" y="1944719"/>
                    <a:pt x="10620705" y="1989433"/>
                  </a:cubicBezTo>
                  <a:cubicBezTo>
                    <a:pt x="10622469" y="1989433"/>
                    <a:pt x="10624058" y="1989930"/>
                    <a:pt x="10625646" y="1990095"/>
                  </a:cubicBezTo>
                  <a:cubicBezTo>
                    <a:pt x="10644172" y="1970720"/>
                    <a:pt x="10681228" y="1915075"/>
                    <a:pt x="10648583" y="1801138"/>
                  </a:cubicBezTo>
                  <a:cubicBezTo>
                    <a:pt x="10648583" y="1801138"/>
                    <a:pt x="10739279" y="1887916"/>
                    <a:pt x="10721105" y="1979000"/>
                  </a:cubicBezTo>
                  <a:cubicBezTo>
                    <a:pt x="10729575" y="1956809"/>
                    <a:pt x="10750043" y="1921534"/>
                    <a:pt x="10797508" y="1907789"/>
                  </a:cubicBezTo>
                  <a:cubicBezTo>
                    <a:pt x="10797508" y="1907789"/>
                    <a:pt x="10763984" y="1963930"/>
                    <a:pt x="10784275" y="2013777"/>
                  </a:cubicBezTo>
                  <a:cubicBezTo>
                    <a:pt x="10804920" y="2016758"/>
                    <a:pt x="10825388" y="2019905"/>
                    <a:pt x="10845856" y="2022886"/>
                  </a:cubicBezTo>
                  <a:cubicBezTo>
                    <a:pt x="10863677" y="1991917"/>
                    <a:pt x="10874618" y="1942732"/>
                    <a:pt x="10874618" y="1942732"/>
                  </a:cubicBezTo>
                  <a:cubicBezTo>
                    <a:pt x="10874618" y="1942732"/>
                    <a:pt x="10898616" y="1998045"/>
                    <a:pt x="10893322" y="2030007"/>
                  </a:cubicBezTo>
                  <a:cubicBezTo>
                    <a:pt x="10894910" y="2030172"/>
                    <a:pt x="10896498" y="2030338"/>
                    <a:pt x="10897909" y="2030503"/>
                  </a:cubicBezTo>
                  <a:cubicBezTo>
                    <a:pt x="10916613" y="2012618"/>
                    <a:pt x="10969372" y="1948197"/>
                    <a:pt x="10907084" y="1842705"/>
                  </a:cubicBezTo>
                  <a:cubicBezTo>
                    <a:pt x="10912377" y="1846680"/>
                    <a:pt x="11003074" y="1917228"/>
                    <a:pt x="10984901" y="2039612"/>
                  </a:cubicBezTo>
                  <a:cubicBezTo>
                    <a:pt x="11026189" y="2004006"/>
                    <a:pt x="11108415" y="1907292"/>
                    <a:pt x="11063950" y="1728934"/>
                  </a:cubicBezTo>
                  <a:cubicBezTo>
                    <a:pt x="11068715" y="1737877"/>
                    <a:pt x="11166467" y="1928986"/>
                    <a:pt x="11102239" y="2058657"/>
                  </a:cubicBezTo>
                  <a:cubicBezTo>
                    <a:pt x="11102593" y="2058657"/>
                    <a:pt x="11102944" y="2058822"/>
                    <a:pt x="11103121" y="2058822"/>
                  </a:cubicBezTo>
                  <a:cubicBezTo>
                    <a:pt x="11113356" y="2056504"/>
                    <a:pt x="11198935" y="2034643"/>
                    <a:pt x="11208640" y="1941242"/>
                  </a:cubicBezTo>
                  <a:cubicBezTo>
                    <a:pt x="11208640" y="1941242"/>
                    <a:pt x="11232637" y="2009637"/>
                    <a:pt x="11223284" y="2075052"/>
                  </a:cubicBezTo>
                  <a:cubicBezTo>
                    <a:pt x="11251870" y="2078861"/>
                    <a:pt x="11280456" y="2082835"/>
                    <a:pt x="11309040" y="2086478"/>
                  </a:cubicBezTo>
                  <a:cubicBezTo>
                    <a:pt x="11309040" y="2085319"/>
                    <a:pt x="11281514" y="1929152"/>
                    <a:pt x="11388266" y="1880795"/>
                  </a:cubicBezTo>
                  <a:cubicBezTo>
                    <a:pt x="11388266" y="1880795"/>
                    <a:pt x="11378915" y="2028516"/>
                    <a:pt x="11428674" y="2101549"/>
                  </a:cubicBezTo>
                  <a:cubicBezTo>
                    <a:pt x="11457965" y="2105358"/>
                    <a:pt x="11487255" y="2109001"/>
                    <a:pt x="11516546" y="2112645"/>
                  </a:cubicBezTo>
                  <a:cubicBezTo>
                    <a:pt x="11514605" y="2078695"/>
                    <a:pt x="11505077" y="2021892"/>
                    <a:pt x="11550425" y="1965089"/>
                  </a:cubicBezTo>
                  <a:cubicBezTo>
                    <a:pt x="11550425" y="1965089"/>
                    <a:pt x="11556777" y="2101880"/>
                    <a:pt x="11654354" y="2129205"/>
                  </a:cubicBezTo>
                  <a:lnTo>
                    <a:pt x="11674999" y="2131689"/>
                  </a:lnTo>
                  <a:cubicBezTo>
                    <a:pt x="11745932" y="2125727"/>
                    <a:pt x="11714877" y="1953827"/>
                    <a:pt x="11712936" y="1943229"/>
                  </a:cubicBezTo>
                  <a:cubicBezTo>
                    <a:pt x="11718230" y="1950847"/>
                    <a:pt x="11788986" y="2058325"/>
                    <a:pt x="11784223" y="2144275"/>
                  </a:cubicBezTo>
                  <a:cubicBezTo>
                    <a:pt x="11800632" y="2146097"/>
                    <a:pt x="11817042" y="2148084"/>
                    <a:pt x="11833451" y="2149906"/>
                  </a:cubicBezTo>
                  <a:cubicBezTo>
                    <a:pt x="11871919" y="2113307"/>
                    <a:pt x="11910737" y="2041102"/>
                    <a:pt x="11885329" y="1903483"/>
                  </a:cubicBezTo>
                  <a:cubicBezTo>
                    <a:pt x="11885329" y="1903483"/>
                    <a:pt x="11979201" y="2066109"/>
                    <a:pt x="11947792" y="2162492"/>
                  </a:cubicBezTo>
                  <a:cubicBezTo>
                    <a:pt x="11973201" y="2165307"/>
                    <a:pt x="11998610" y="2167791"/>
                    <a:pt x="12024018" y="2170441"/>
                  </a:cubicBezTo>
                  <a:cubicBezTo>
                    <a:pt x="12022255" y="2111982"/>
                    <a:pt x="12032489" y="2026363"/>
                    <a:pt x="12099364" y="1985293"/>
                  </a:cubicBezTo>
                  <a:cubicBezTo>
                    <a:pt x="12099364" y="1985293"/>
                    <a:pt x="12059662" y="2094096"/>
                    <a:pt x="12120184" y="2180543"/>
                  </a:cubicBezTo>
                  <a:cubicBezTo>
                    <a:pt x="12144005" y="2183028"/>
                    <a:pt x="12168003" y="2185677"/>
                    <a:pt x="12191824" y="2188161"/>
                  </a:cubicBezTo>
                  <a:lnTo>
                    <a:pt x="12191999" y="2188161"/>
                  </a:lnTo>
                  <a:lnTo>
                    <a:pt x="12191999" y="2310971"/>
                  </a:lnTo>
                  <a:lnTo>
                    <a:pt x="0" y="2310971"/>
                  </a:lnTo>
                  <a:lnTo>
                    <a:pt x="0" y="371775"/>
                  </a:lnTo>
                  <a:lnTo>
                    <a:pt x="31709" y="364335"/>
                  </a:lnTo>
                  <a:cubicBezTo>
                    <a:pt x="131227" y="315481"/>
                    <a:pt x="88350" y="90421"/>
                    <a:pt x="88350" y="90421"/>
                  </a:cubicBezTo>
                  <a:cubicBezTo>
                    <a:pt x="181692" y="178689"/>
                    <a:pt x="136697" y="327404"/>
                    <a:pt x="136697" y="327404"/>
                  </a:cubicBezTo>
                  <a:cubicBezTo>
                    <a:pt x="136697" y="327404"/>
                    <a:pt x="123816" y="353901"/>
                    <a:pt x="126286" y="370131"/>
                  </a:cubicBezTo>
                  <a:cubicBezTo>
                    <a:pt x="143932" y="368143"/>
                    <a:pt x="161577" y="366156"/>
                    <a:pt x="179398" y="364169"/>
                  </a:cubicBezTo>
                  <a:cubicBezTo>
                    <a:pt x="224569" y="317799"/>
                    <a:pt x="237804" y="186308"/>
                    <a:pt x="237804" y="186308"/>
                  </a:cubicBezTo>
                  <a:cubicBezTo>
                    <a:pt x="275035" y="269276"/>
                    <a:pt x="255095" y="329888"/>
                    <a:pt x="240626" y="357711"/>
                  </a:cubicBezTo>
                  <a:cubicBezTo>
                    <a:pt x="267976" y="354729"/>
                    <a:pt x="295150" y="351914"/>
                    <a:pt x="322500" y="349099"/>
                  </a:cubicBezTo>
                  <a:cubicBezTo>
                    <a:pt x="298326" y="269111"/>
                    <a:pt x="359379" y="188792"/>
                    <a:pt x="359379" y="188792"/>
                  </a:cubicBezTo>
                  <a:cubicBezTo>
                    <a:pt x="330793" y="268945"/>
                    <a:pt x="380199" y="342640"/>
                    <a:pt x="380199" y="342640"/>
                  </a:cubicBezTo>
                  <a:lnTo>
                    <a:pt x="381081" y="343137"/>
                  </a:lnTo>
                  <a:cubicBezTo>
                    <a:pt x="402079" y="340984"/>
                    <a:pt x="422900" y="338831"/>
                    <a:pt x="443722" y="336844"/>
                  </a:cubicBezTo>
                  <a:cubicBezTo>
                    <a:pt x="407902" y="214295"/>
                    <a:pt x="487304" y="105326"/>
                    <a:pt x="487304" y="105326"/>
                  </a:cubicBezTo>
                  <a:cubicBezTo>
                    <a:pt x="462073" y="217110"/>
                    <a:pt x="490658" y="287162"/>
                    <a:pt x="528241" y="328729"/>
                  </a:cubicBezTo>
                  <a:cubicBezTo>
                    <a:pt x="555062" y="326245"/>
                    <a:pt x="581706" y="323595"/>
                    <a:pt x="608351" y="321111"/>
                  </a:cubicBezTo>
                  <a:cubicBezTo>
                    <a:pt x="611703" y="289315"/>
                    <a:pt x="625819" y="256525"/>
                    <a:pt x="625819" y="256525"/>
                  </a:cubicBezTo>
                  <a:cubicBezTo>
                    <a:pt x="625819" y="256525"/>
                    <a:pt x="633936" y="289977"/>
                    <a:pt x="645582" y="317965"/>
                  </a:cubicBezTo>
                  <a:cubicBezTo>
                    <a:pt x="665697" y="316143"/>
                    <a:pt x="685635" y="314321"/>
                    <a:pt x="705575" y="312666"/>
                  </a:cubicBezTo>
                  <a:cubicBezTo>
                    <a:pt x="721632" y="273251"/>
                    <a:pt x="733102" y="220919"/>
                    <a:pt x="733102" y="220919"/>
                  </a:cubicBezTo>
                  <a:cubicBezTo>
                    <a:pt x="749864" y="249404"/>
                    <a:pt x="752158" y="284678"/>
                    <a:pt x="751275" y="308691"/>
                  </a:cubicBezTo>
                  <a:cubicBezTo>
                    <a:pt x="775626" y="306538"/>
                    <a:pt x="800152" y="304550"/>
                    <a:pt x="824503" y="302563"/>
                  </a:cubicBezTo>
                  <a:cubicBezTo>
                    <a:pt x="815151" y="184486"/>
                    <a:pt x="703104" y="0"/>
                    <a:pt x="703104" y="0"/>
                  </a:cubicBezTo>
                  <a:close/>
                </a:path>
              </a:pathLst>
            </a:custGeom>
            <a:gradFill>
              <a:gsLst>
                <a:gs pos="0">
                  <a:srgbClr val="7F905A"/>
                </a:gs>
                <a:gs pos="100000">
                  <a:srgbClr val="BDD377"/>
                </a:gs>
              </a:gsLst>
              <a:lin ang="21101917" scaled="1"/>
            </a:gradFill>
            <a:ln w="165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3FC3C2F-6C8E-4038-17CD-7E3A514095F3}"/>
                </a:ext>
              </a:extLst>
            </p:cNvPr>
            <p:cNvSpPr/>
            <p:nvPr/>
          </p:nvSpPr>
          <p:spPr>
            <a:xfrm>
              <a:off x="-1" y="5216532"/>
              <a:ext cx="9285498" cy="1641468"/>
            </a:xfrm>
            <a:custGeom>
              <a:avLst/>
              <a:gdLst>
                <a:gd name="connsiteX0" fmla="*/ 8310807 w 9285498"/>
                <a:gd name="connsiteY0" fmla="*/ 1592474 h 1641468"/>
                <a:gd name="connsiteX1" fmla="*/ 8276608 w 9285498"/>
                <a:gd name="connsiteY1" fmla="*/ 1639267 h 1641468"/>
                <a:gd name="connsiteX2" fmla="*/ 8275110 w 9285498"/>
                <a:gd name="connsiteY2" fmla="*/ 1641468 h 1641468"/>
                <a:gd name="connsiteX3" fmla="*/ 8162100 w 9285498"/>
                <a:gd name="connsiteY3" fmla="*/ 1641468 h 1641468"/>
                <a:gd name="connsiteX4" fmla="*/ 8202977 w 9285498"/>
                <a:gd name="connsiteY4" fmla="*/ 1619406 h 1641468"/>
                <a:gd name="connsiteX5" fmla="*/ 8310807 w 9285498"/>
                <a:gd name="connsiteY5" fmla="*/ 1592474 h 1641468"/>
                <a:gd name="connsiteX6" fmla="*/ 9262217 w 9285498"/>
                <a:gd name="connsiteY6" fmla="*/ 1569454 h 1641468"/>
                <a:gd name="connsiteX7" fmla="*/ 9285498 w 9285498"/>
                <a:gd name="connsiteY7" fmla="*/ 1641468 h 1641468"/>
                <a:gd name="connsiteX8" fmla="*/ 9250354 w 9285498"/>
                <a:gd name="connsiteY8" fmla="*/ 1641468 h 1641468"/>
                <a:gd name="connsiteX9" fmla="*/ 9255404 w 9285498"/>
                <a:gd name="connsiteY9" fmla="*/ 1615705 h 1641468"/>
                <a:gd name="connsiteX10" fmla="*/ 9262217 w 9285498"/>
                <a:gd name="connsiteY10" fmla="*/ 1569454 h 1641468"/>
                <a:gd name="connsiteX11" fmla="*/ 8813423 w 9285498"/>
                <a:gd name="connsiteY11" fmla="*/ 1500231 h 1641468"/>
                <a:gd name="connsiteX12" fmla="*/ 8765627 w 9285498"/>
                <a:gd name="connsiteY12" fmla="*/ 1583440 h 1641468"/>
                <a:gd name="connsiteX13" fmla="*/ 8743837 w 9285498"/>
                <a:gd name="connsiteY13" fmla="*/ 1641468 h 1641468"/>
                <a:gd name="connsiteX14" fmla="*/ 8692493 w 9285498"/>
                <a:gd name="connsiteY14" fmla="*/ 1641468 h 1641468"/>
                <a:gd name="connsiteX15" fmla="*/ 8701307 w 9285498"/>
                <a:gd name="connsiteY15" fmla="*/ 1628742 h 1641468"/>
                <a:gd name="connsiteX16" fmla="*/ 8739398 w 9285498"/>
                <a:gd name="connsiteY16" fmla="*/ 1581875 h 1641468"/>
                <a:gd name="connsiteX17" fmla="*/ 8739562 w 9285498"/>
                <a:gd name="connsiteY17" fmla="*/ 1581875 h 1641468"/>
                <a:gd name="connsiteX18" fmla="*/ 8813423 w 9285498"/>
                <a:gd name="connsiteY18" fmla="*/ 1500231 h 1641468"/>
                <a:gd name="connsiteX19" fmla="*/ 8473764 w 9285498"/>
                <a:gd name="connsiteY19" fmla="*/ 1500231 h 1641468"/>
                <a:gd name="connsiteX20" fmla="*/ 8535139 w 9285498"/>
                <a:gd name="connsiteY20" fmla="*/ 1585920 h 1641468"/>
                <a:gd name="connsiteX21" fmla="*/ 8552673 w 9285498"/>
                <a:gd name="connsiteY21" fmla="*/ 1641468 h 1641468"/>
                <a:gd name="connsiteX22" fmla="*/ 8481442 w 9285498"/>
                <a:gd name="connsiteY22" fmla="*/ 1641468 h 1641468"/>
                <a:gd name="connsiteX23" fmla="*/ 8483592 w 9285498"/>
                <a:gd name="connsiteY23" fmla="*/ 1594718 h 1641468"/>
                <a:gd name="connsiteX24" fmla="*/ 8473764 w 9285498"/>
                <a:gd name="connsiteY24" fmla="*/ 1500231 h 1641468"/>
                <a:gd name="connsiteX25" fmla="*/ 7699719 w 9285498"/>
                <a:gd name="connsiteY25" fmla="*/ 1445415 h 1641468"/>
                <a:gd name="connsiteX26" fmla="*/ 7714251 w 9285498"/>
                <a:gd name="connsiteY26" fmla="*/ 1610437 h 1641468"/>
                <a:gd name="connsiteX27" fmla="*/ 7721164 w 9285498"/>
                <a:gd name="connsiteY27" fmla="*/ 1641468 h 1641468"/>
                <a:gd name="connsiteX28" fmla="*/ 7615174 w 9285498"/>
                <a:gd name="connsiteY28" fmla="*/ 1641468 h 1641468"/>
                <a:gd name="connsiteX29" fmla="*/ 7628247 w 9285498"/>
                <a:gd name="connsiteY29" fmla="*/ 1577670 h 1641468"/>
                <a:gd name="connsiteX30" fmla="*/ 7699719 w 9285498"/>
                <a:gd name="connsiteY30" fmla="*/ 1445415 h 1641468"/>
                <a:gd name="connsiteX31" fmla="*/ 7807860 w 9285498"/>
                <a:gd name="connsiteY31" fmla="*/ 1420408 h 1641468"/>
                <a:gd name="connsiteX32" fmla="*/ 7914925 w 9285498"/>
                <a:gd name="connsiteY32" fmla="*/ 1616735 h 1641468"/>
                <a:gd name="connsiteX33" fmla="*/ 7918473 w 9285498"/>
                <a:gd name="connsiteY33" fmla="*/ 1641468 h 1641468"/>
                <a:gd name="connsiteX34" fmla="*/ 7850110 w 9285498"/>
                <a:gd name="connsiteY34" fmla="*/ 1641468 h 1641468"/>
                <a:gd name="connsiteX35" fmla="*/ 7851456 w 9285498"/>
                <a:gd name="connsiteY35" fmla="*/ 1631611 h 1641468"/>
                <a:gd name="connsiteX36" fmla="*/ 7807860 w 9285498"/>
                <a:gd name="connsiteY36" fmla="*/ 1420408 h 1641468"/>
                <a:gd name="connsiteX37" fmla="*/ 8172526 w 9285498"/>
                <a:gd name="connsiteY37" fmla="*/ 1398714 h 1641468"/>
                <a:gd name="connsiteX38" fmla="*/ 8039792 w 9285498"/>
                <a:gd name="connsiteY38" fmla="*/ 1625512 h 1641468"/>
                <a:gd name="connsiteX39" fmla="*/ 8039130 w 9285498"/>
                <a:gd name="connsiteY39" fmla="*/ 1641468 h 1641468"/>
                <a:gd name="connsiteX40" fmla="*/ 7958697 w 9285498"/>
                <a:gd name="connsiteY40" fmla="*/ 1641468 h 1641468"/>
                <a:gd name="connsiteX41" fmla="*/ 7980234 w 9285498"/>
                <a:gd name="connsiteY41" fmla="*/ 1598342 h 1641468"/>
                <a:gd name="connsiteX42" fmla="*/ 8172526 w 9285498"/>
                <a:gd name="connsiteY42" fmla="*/ 1398714 h 1641468"/>
                <a:gd name="connsiteX43" fmla="*/ 803029 w 9285498"/>
                <a:gd name="connsiteY43" fmla="*/ 0 h 1641468"/>
                <a:gd name="connsiteX44" fmla="*/ 775538 w 9285498"/>
                <a:gd name="connsiteY44" fmla="*/ 215289 h 1641468"/>
                <a:gd name="connsiteX45" fmla="*/ 802201 w 9285498"/>
                <a:gd name="connsiteY45" fmla="*/ 215289 h 1641468"/>
                <a:gd name="connsiteX46" fmla="*/ 831016 w 9285498"/>
                <a:gd name="connsiteY46" fmla="*/ 99032 h 1641468"/>
                <a:gd name="connsiteX47" fmla="*/ 853704 w 9285498"/>
                <a:gd name="connsiteY47" fmla="*/ 215454 h 1641468"/>
                <a:gd name="connsiteX48" fmla="*/ 918125 w 9285498"/>
                <a:gd name="connsiteY48" fmla="*/ 216282 h 1641468"/>
                <a:gd name="connsiteX49" fmla="*/ 924253 w 9285498"/>
                <a:gd name="connsiteY49" fmla="*/ 126523 h 1641468"/>
                <a:gd name="connsiteX50" fmla="*/ 957043 w 9285498"/>
                <a:gd name="connsiteY50" fmla="*/ 216779 h 1641468"/>
                <a:gd name="connsiteX51" fmla="*/ 991820 w 9285498"/>
                <a:gd name="connsiteY51" fmla="*/ 217276 h 1641468"/>
                <a:gd name="connsiteX52" fmla="*/ 1004903 w 9285498"/>
                <a:gd name="connsiteY52" fmla="*/ 134804 h 1641468"/>
                <a:gd name="connsiteX53" fmla="*/ 1037362 w 9285498"/>
                <a:gd name="connsiteY53" fmla="*/ 217938 h 1641468"/>
                <a:gd name="connsiteX54" fmla="*/ 1123146 w 9285498"/>
                <a:gd name="connsiteY54" fmla="*/ 219760 h 1641468"/>
                <a:gd name="connsiteX55" fmla="*/ 1098305 w 9285498"/>
                <a:gd name="connsiteY55" fmla="*/ 24675 h 1641468"/>
                <a:gd name="connsiteX56" fmla="*/ 1189720 w 9285498"/>
                <a:gd name="connsiteY56" fmla="*/ 187632 h 1641468"/>
                <a:gd name="connsiteX57" fmla="*/ 1252982 w 9285498"/>
                <a:gd name="connsiteY57" fmla="*/ 83465 h 1641468"/>
                <a:gd name="connsiteX58" fmla="*/ 1236753 w 9285498"/>
                <a:gd name="connsiteY58" fmla="*/ 222575 h 1641468"/>
                <a:gd name="connsiteX59" fmla="*/ 1283785 w 9285498"/>
                <a:gd name="connsiteY59" fmla="*/ 223900 h 1641468"/>
                <a:gd name="connsiteX60" fmla="*/ 1275008 w 9285498"/>
                <a:gd name="connsiteY60" fmla="*/ 155173 h 1641468"/>
                <a:gd name="connsiteX61" fmla="*/ 1316906 w 9285498"/>
                <a:gd name="connsiteY61" fmla="*/ 225225 h 1641468"/>
                <a:gd name="connsiteX62" fmla="*/ 1326180 w 9285498"/>
                <a:gd name="connsiteY62" fmla="*/ 225556 h 1641468"/>
                <a:gd name="connsiteX63" fmla="*/ 1371225 w 9285498"/>
                <a:gd name="connsiteY63" fmla="*/ 83465 h 1641468"/>
                <a:gd name="connsiteX64" fmla="*/ 1424054 w 9285498"/>
                <a:gd name="connsiteY64" fmla="*/ 228868 h 1641468"/>
                <a:gd name="connsiteX65" fmla="*/ 1424550 w 9285498"/>
                <a:gd name="connsiteY65" fmla="*/ 229365 h 1641468"/>
                <a:gd name="connsiteX66" fmla="*/ 1466946 w 9285498"/>
                <a:gd name="connsiteY66" fmla="*/ 231021 h 1641468"/>
                <a:gd name="connsiteX67" fmla="*/ 1495430 w 9285498"/>
                <a:gd name="connsiteY67" fmla="*/ 111288 h 1641468"/>
                <a:gd name="connsiteX68" fmla="*/ 1544284 w 9285498"/>
                <a:gd name="connsiteY68" fmla="*/ 234499 h 1641468"/>
                <a:gd name="connsiteX69" fmla="*/ 1620629 w 9285498"/>
                <a:gd name="connsiteY69" fmla="*/ 238308 h 1641468"/>
                <a:gd name="connsiteX70" fmla="*/ 1647457 w 9285498"/>
                <a:gd name="connsiteY70" fmla="*/ 89758 h 1641468"/>
                <a:gd name="connsiteX71" fmla="*/ 1697636 w 9285498"/>
                <a:gd name="connsiteY71" fmla="*/ 242117 h 1641468"/>
                <a:gd name="connsiteX72" fmla="*/ 1771662 w 9285498"/>
                <a:gd name="connsiteY72" fmla="*/ 246754 h 1641468"/>
                <a:gd name="connsiteX73" fmla="*/ 1786898 w 9285498"/>
                <a:gd name="connsiteY73" fmla="*/ 146893 h 1641468"/>
                <a:gd name="connsiteX74" fmla="*/ 1817038 w 9285498"/>
                <a:gd name="connsiteY74" fmla="*/ 249735 h 1641468"/>
                <a:gd name="connsiteX75" fmla="*/ 1821344 w 9285498"/>
                <a:gd name="connsiteY75" fmla="*/ 249735 h 1641468"/>
                <a:gd name="connsiteX76" fmla="*/ 1895536 w 9285498"/>
                <a:gd name="connsiteY76" fmla="*/ 129836 h 1641468"/>
                <a:gd name="connsiteX77" fmla="*/ 1876326 w 9285498"/>
                <a:gd name="connsiteY77" fmla="*/ 253544 h 1641468"/>
                <a:gd name="connsiteX78" fmla="*/ 1911600 w 9285498"/>
                <a:gd name="connsiteY78" fmla="*/ 255862 h 1641468"/>
                <a:gd name="connsiteX79" fmla="*/ 1926504 w 9285498"/>
                <a:gd name="connsiteY79" fmla="*/ 164116 h 1641468"/>
                <a:gd name="connsiteX80" fmla="*/ 1972046 w 9285498"/>
                <a:gd name="connsiteY80" fmla="*/ 260002 h 1641468"/>
                <a:gd name="connsiteX81" fmla="*/ 2057334 w 9285498"/>
                <a:gd name="connsiteY81" fmla="*/ 266958 h 1641468"/>
                <a:gd name="connsiteX82" fmla="*/ 2057499 w 9285498"/>
                <a:gd name="connsiteY82" fmla="*/ 266295 h 1641468"/>
                <a:gd name="connsiteX83" fmla="*/ 2112812 w 9285498"/>
                <a:gd name="connsiteY83" fmla="*/ 111122 h 1641468"/>
                <a:gd name="connsiteX84" fmla="*/ 2134672 w 9285498"/>
                <a:gd name="connsiteY84" fmla="*/ 272754 h 1641468"/>
                <a:gd name="connsiteX85" fmla="*/ 2135169 w 9285498"/>
                <a:gd name="connsiteY85" fmla="*/ 273251 h 1641468"/>
                <a:gd name="connsiteX86" fmla="*/ 2161169 w 9285498"/>
                <a:gd name="connsiteY86" fmla="*/ 275238 h 1641468"/>
                <a:gd name="connsiteX87" fmla="*/ 2180876 w 9285498"/>
                <a:gd name="connsiteY87" fmla="*/ 182664 h 1641468"/>
                <a:gd name="connsiteX88" fmla="*/ 2206711 w 9285498"/>
                <a:gd name="connsiteY88" fmla="*/ 279213 h 1641468"/>
                <a:gd name="connsiteX89" fmla="*/ 2259374 w 9285498"/>
                <a:gd name="connsiteY89" fmla="*/ 284181 h 1641468"/>
                <a:gd name="connsiteX90" fmla="*/ 2283553 w 9285498"/>
                <a:gd name="connsiteY90" fmla="*/ 161963 h 1641468"/>
                <a:gd name="connsiteX91" fmla="*/ 2318992 w 9285498"/>
                <a:gd name="connsiteY91" fmla="*/ 289812 h 1641468"/>
                <a:gd name="connsiteX92" fmla="*/ 2384738 w 9285498"/>
                <a:gd name="connsiteY92" fmla="*/ 296105 h 1641468"/>
                <a:gd name="connsiteX93" fmla="*/ 2395006 w 9285498"/>
                <a:gd name="connsiteY93" fmla="*/ 191938 h 1641468"/>
                <a:gd name="connsiteX94" fmla="*/ 2445847 w 9285498"/>
                <a:gd name="connsiteY94" fmla="*/ 302397 h 1641468"/>
                <a:gd name="connsiteX95" fmla="*/ 2502650 w 9285498"/>
                <a:gd name="connsiteY95" fmla="*/ 308691 h 1641468"/>
                <a:gd name="connsiteX96" fmla="*/ 2491554 w 9285498"/>
                <a:gd name="connsiteY96" fmla="*/ 215123 h 1641468"/>
                <a:gd name="connsiteX97" fmla="*/ 2536268 w 9285498"/>
                <a:gd name="connsiteY97" fmla="*/ 312665 h 1641468"/>
                <a:gd name="connsiteX98" fmla="*/ 2595555 w 9285498"/>
                <a:gd name="connsiteY98" fmla="*/ 318958 h 1641468"/>
                <a:gd name="connsiteX99" fmla="*/ 2640269 w 9285498"/>
                <a:gd name="connsiteY99" fmla="*/ 179518 h 1641468"/>
                <a:gd name="connsiteX100" fmla="*/ 2653683 w 9285498"/>
                <a:gd name="connsiteY100" fmla="*/ 325748 h 1641468"/>
                <a:gd name="connsiteX101" fmla="*/ 2698728 w 9285498"/>
                <a:gd name="connsiteY101" fmla="*/ 331544 h 1641468"/>
                <a:gd name="connsiteX102" fmla="*/ 2711811 w 9285498"/>
                <a:gd name="connsiteY102" fmla="*/ 241620 h 1641468"/>
                <a:gd name="connsiteX103" fmla="*/ 2752385 w 9285498"/>
                <a:gd name="connsiteY103" fmla="*/ 338500 h 1641468"/>
                <a:gd name="connsiteX104" fmla="*/ 2866985 w 9285498"/>
                <a:gd name="connsiteY104" fmla="*/ 352908 h 1641468"/>
                <a:gd name="connsiteX105" fmla="*/ 2897788 w 9285498"/>
                <a:gd name="connsiteY105" fmla="*/ 266295 h 1641468"/>
                <a:gd name="connsiteX106" fmla="*/ 2921138 w 9285498"/>
                <a:gd name="connsiteY106" fmla="*/ 360360 h 1641468"/>
                <a:gd name="connsiteX107" fmla="*/ 2921138 w 9285498"/>
                <a:gd name="connsiteY107" fmla="*/ 360857 h 1641468"/>
                <a:gd name="connsiteX108" fmla="*/ 2970986 w 9285498"/>
                <a:gd name="connsiteY108" fmla="*/ 367978 h 1641468"/>
                <a:gd name="connsiteX109" fmla="*/ 3003113 w 9285498"/>
                <a:gd name="connsiteY109" fmla="*/ 285506 h 1641468"/>
                <a:gd name="connsiteX110" fmla="*/ 3009406 w 9285498"/>
                <a:gd name="connsiteY110" fmla="*/ 373443 h 1641468"/>
                <a:gd name="connsiteX111" fmla="*/ 3026464 w 9285498"/>
                <a:gd name="connsiteY111" fmla="*/ 375762 h 1641468"/>
                <a:gd name="connsiteX112" fmla="*/ 3056108 w 9285498"/>
                <a:gd name="connsiteY112" fmla="*/ 214626 h 1641468"/>
                <a:gd name="connsiteX113" fmla="*/ 3079292 w 9285498"/>
                <a:gd name="connsiteY113" fmla="*/ 382883 h 1641468"/>
                <a:gd name="connsiteX114" fmla="*/ 3153484 w 9285498"/>
                <a:gd name="connsiteY114" fmla="*/ 238473 h 1641468"/>
                <a:gd name="connsiteX115" fmla="*/ 3153484 w 9285498"/>
                <a:gd name="connsiteY115" fmla="*/ 377417 h 1641468"/>
                <a:gd name="connsiteX116" fmla="*/ 3215918 w 9285498"/>
                <a:gd name="connsiteY116" fmla="*/ 296933 h 1641468"/>
                <a:gd name="connsiteX117" fmla="*/ 3190083 w 9285498"/>
                <a:gd name="connsiteY117" fmla="*/ 384704 h 1641468"/>
                <a:gd name="connsiteX118" fmla="*/ 3195052 w 9285498"/>
                <a:gd name="connsiteY118" fmla="*/ 401099 h 1641468"/>
                <a:gd name="connsiteX119" fmla="*/ 3226848 w 9285498"/>
                <a:gd name="connsiteY119" fmla="*/ 406398 h 1641468"/>
                <a:gd name="connsiteX120" fmla="*/ 3290275 w 9285498"/>
                <a:gd name="connsiteY120" fmla="*/ 259340 h 1641468"/>
                <a:gd name="connsiteX121" fmla="*/ 3277193 w 9285498"/>
                <a:gd name="connsiteY121" fmla="*/ 414679 h 1641468"/>
                <a:gd name="connsiteX122" fmla="*/ 3280339 w 9285498"/>
                <a:gd name="connsiteY122" fmla="*/ 415341 h 1641468"/>
                <a:gd name="connsiteX123" fmla="*/ 3307167 w 9285498"/>
                <a:gd name="connsiteY123" fmla="*/ 329723 h 1641468"/>
                <a:gd name="connsiteX124" fmla="*/ 3325550 w 9285498"/>
                <a:gd name="connsiteY124" fmla="*/ 417660 h 1641468"/>
                <a:gd name="connsiteX125" fmla="*/ 3373244 w 9285498"/>
                <a:gd name="connsiteY125" fmla="*/ 320780 h 1641468"/>
                <a:gd name="connsiteX126" fmla="*/ 3361321 w 9285498"/>
                <a:gd name="connsiteY126" fmla="*/ 400603 h 1641468"/>
                <a:gd name="connsiteX127" fmla="*/ 3370760 w 9285498"/>
                <a:gd name="connsiteY127" fmla="*/ 430577 h 1641468"/>
                <a:gd name="connsiteX128" fmla="*/ 3401563 w 9285498"/>
                <a:gd name="connsiteY128" fmla="*/ 435711 h 1641468"/>
                <a:gd name="connsiteX129" fmla="*/ 3409678 w 9285498"/>
                <a:gd name="connsiteY129" fmla="*/ 423125 h 1641468"/>
                <a:gd name="connsiteX130" fmla="*/ 3417296 w 9285498"/>
                <a:gd name="connsiteY130" fmla="*/ 269773 h 1641468"/>
                <a:gd name="connsiteX131" fmla="*/ 3448099 w 9285498"/>
                <a:gd name="connsiteY131" fmla="*/ 428755 h 1641468"/>
                <a:gd name="connsiteX132" fmla="*/ 3484698 w 9285498"/>
                <a:gd name="connsiteY132" fmla="*/ 318958 h 1641468"/>
                <a:gd name="connsiteX133" fmla="*/ 3477576 w 9285498"/>
                <a:gd name="connsiteY133" fmla="*/ 449788 h 1641468"/>
                <a:gd name="connsiteX134" fmla="*/ 3524940 w 9285498"/>
                <a:gd name="connsiteY134" fmla="*/ 458399 h 1641468"/>
                <a:gd name="connsiteX135" fmla="*/ 3579756 w 9285498"/>
                <a:gd name="connsiteY135" fmla="*/ 300576 h 1641468"/>
                <a:gd name="connsiteX136" fmla="*/ 3572800 w 9285498"/>
                <a:gd name="connsiteY136" fmla="*/ 440017 h 1641468"/>
                <a:gd name="connsiteX137" fmla="*/ 3583399 w 9285498"/>
                <a:gd name="connsiteY137" fmla="*/ 375596 h 1641468"/>
                <a:gd name="connsiteX138" fmla="*/ 3596316 w 9285498"/>
                <a:gd name="connsiteY138" fmla="*/ 446806 h 1641468"/>
                <a:gd name="connsiteX139" fmla="*/ 3632088 w 9285498"/>
                <a:gd name="connsiteY139" fmla="*/ 478437 h 1641468"/>
                <a:gd name="connsiteX140" fmla="*/ 3638049 w 9285498"/>
                <a:gd name="connsiteY140" fmla="*/ 479763 h 1641468"/>
                <a:gd name="connsiteX141" fmla="*/ 3708929 w 9285498"/>
                <a:gd name="connsiteY141" fmla="*/ 330385 h 1641468"/>
                <a:gd name="connsiteX142" fmla="*/ 3682266 w 9285498"/>
                <a:gd name="connsiteY142" fmla="*/ 473138 h 1641468"/>
                <a:gd name="connsiteX143" fmla="*/ 3692203 w 9285498"/>
                <a:gd name="connsiteY143" fmla="*/ 490527 h 1641468"/>
                <a:gd name="connsiteX144" fmla="*/ 3729133 w 9285498"/>
                <a:gd name="connsiteY144" fmla="*/ 498145 h 1641468"/>
                <a:gd name="connsiteX145" fmla="*/ 3802994 w 9285498"/>
                <a:gd name="connsiteY145" fmla="*/ 309850 h 1641468"/>
                <a:gd name="connsiteX146" fmla="*/ 3798522 w 9285498"/>
                <a:gd name="connsiteY146" fmla="*/ 512387 h 1641468"/>
                <a:gd name="connsiteX147" fmla="*/ 3822204 w 9285498"/>
                <a:gd name="connsiteY147" fmla="*/ 517355 h 1641468"/>
                <a:gd name="connsiteX148" fmla="*/ 3824854 w 9285498"/>
                <a:gd name="connsiteY148" fmla="*/ 516527 h 1641468"/>
                <a:gd name="connsiteX149" fmla="*/ 3898052 w 9285498"/>
                <a:gd name="connsiteY149" fmla="*/ 300576 h 1641468"/>
                <a:gd name="connsiteX150" fmla="*/ 3886956 w 9285498"/>
                <a:gd name="connsiteY150" fmla="*/ 530769 h 1641468"/>
                <a:gd name="connsiteX151" fmla="*/ 3909810 w 9285498"/>
                <a:gd name="connsiteY151" fmla="*/ 535572 h 1641468"/>
                <a:gd name="connsiteX152" fmla="*/ 3957505 w 9285498"/>
                <a:gd name="connsiteY152" fmla="*/ 546336 h 1641468"/>
                <a:gd name="connsiteX153" fmla="*/ 3992944 w 9285498"/>
                <a:gd name="connsiteY153" fmla="*/ 391163 h 1641468"/>
                <a:gd name="connsiteX154" fmla="*/ 4016461 w 9285498"/>
                <a:gd name="connsiteY154" fmla="*/ 559750 h 1641468"/>
                <a:gd name="connsiteX155" fmla="*/ 4029875 w 9285498"/>
                <a:gd name="connsiteY155" fmla="*/ 562897 h 1641468"/>
                <a:gd name="connsiteX156" fmla="*/ 4023250 w 9285498"/>
                <a:gd name="connsiteY156" fmla="*/ 518349 h 1641468"/>
                <a:gd name="connsiteX157" fmla="*/ 4141659 w 9285498"/>
                <a:gd name="connsiteY157" fmla="*/ 295608 h 1641468"/>
                <a:gd name="connsiteX158" fmla="*/ 4120296 w 9285498"/>
                <a:gd name="connsiteY158" fmla="*/ 561572 h 1641468"/>
                <a:gd name="connsiteX159" fmla="*/ 4174284 w 9285498"/>
                <a:gd name="connsiteY159" fmla="*/ 421303 h 1641468"/>
                <a:gd name="connsiteX160" fmla="*/ 4214030 w 9285498"/>
                <a:gd name="connsiteY160" fmla="*/ 558094 h 1641468"/>
                <a:gd name="connsiteX161" fmla="*/ 4214195 w 9285498"/>
                <a:gd name="connsiteY161" fmla="*/ 374602 h 1641468"/>
                <a:gd name="connsiteX162" fmla="*/ 4275801 w 9285498"/>
                <a:gd name="connsiteY162" fmla="*/ 566209 h 1641468"/>
                <a:gd name="connsiteX163" fmla="*/ 4303954 w 9285498"/>
                <a:gd name="connsiteY163" fmla="*/ 478934 h 1641468"/>
                <a:gd name="connsiteX164" fmla="*/ 4341050 w 9285498"/>
                <a:gd name="connsiteY164" fmla="*/ 637254 h 1641468"/>
                <a:gd name="connsiteX165" fmla="*/ 4343037 w 9285498"/>
                <a:gd name="connsiteY165" fmla="*/ 637751 h 1641468"/>
                <a:gd name="connsiteX166" fmla="*/ 4435777 w 9285498"/>
                <a:gd name="connsiteY166" fmla="*/ 436042 h 1641468"/>
                <a:gd name="connsiteX167" fmla="*/ 4437101 w 9285498"/>
                <a:gd name="connsiteY167" fmla="*/ 629967 h 1641468"/>
                <a:gd name="connsiteX168" fmla="*/ 4516096 w 9285498"/>
                <a:gd name="connsiteY168" fmla="*/ 486221 h 1641468"/>
                <a:gd name="connsiteX169" fmla="*/ 4516262 w 9285498"/>
                <a:gd name="connsiteY169" fmla="*/ 633611 h 1641468"/>
                <a:gd name="connsiteX170" fmla="*/ 4611984 w 9285498"/>
                <a:gd name="connsiteY170" fmla="*/ 435711 h 1641468"/>
                <a:gd name="connsiteX171" fmla="*/ 4612314 w 9285498"/>
                <a:gd name="connsiteY171" fmla="*/ 636261 h 1641468"/>
                <a:gd name="connsiteX172" fmla="*/ 4685347 w 9285498"/>
                <a:gd name="connsiteY172" fmla="*/ 543686 h 1641468"/>
                <a:gd name="connsiteX173" fmla="*/ 4652722 w 9285498"/>
                <a:gd name="connsiteY173" fmla="*/ 673025 h 1641468"/>
                <a:gd name="connsiteX174" fmla="*/ 4678556 w 9285498"/>
                <a:gd name="connsiteY174" fmla="*/ 725688 h 1641468"/>
                <a:gd name="connsiteX175" fmla="*/ 4725092 w 9285498"/>
                <a:gd name="connsiteY175" fmla="*/ 738771 h 1641468"/>
                <a:gd name="connsiteX176" fmla="*/ 4724761 w 9285498"/>
                <a:gd name="connsiteY176" fmla="*/ 694885 h 1641468"/>
                <a:gd name="connsiteX177" fmla="*/ 4818163 w 9285498"/>
                <a:gd name="connsiteY177" fmla="*/ 436042 h 1641468"/>
                <a:gd name="connsiteX178" fmla="*/ 4789513 w 9285498"/>
                <a:gd name="connsiteY178" fmla="*/ 709127 h 1641468"/>
                <a:gd name="connsiteX179" fmla="*/ 4825616 w 9285498"/>
                <a:gd name="connsiteY179" fmla="*/ 615725 h 1641468"/>
                <a:gd name="connsiteX180" fmla="*/ 4854265 w 9285498"/>
                <a:gd name="connsiteY180" fmla="*/ 745230 h 1641468"/>
                <a:gd name="connsiteX181" fmla="*/ 4972839 w 9285498"/>
                <a:gd name="connsiteY181" fmla="*/ 565547 h 1641468"/>
                <a:gd name="connsiteX182" fmla="*/ 4926304 w 9285498"/>
                <a:gd name="connsiteY182" fmla="*/ 759638 h 1641468"/>
                <a:gd name="connsiteX183" fmla="*/ 5052165 w 9285498"/>
                <a:gd name="connsiteY183" fmla="*/ 651828 h 1641468"/>
                <a:gd name="connsiteX184" fmla="*/ 4979463 w 9285498"/>
                <a:gd name="connsiteY184" fmla="*/ 811141 h 1641468"/>
                <a:gd name="connsiteX185" fmla="*/ 5002649 w 9285498"/>
                <a:gd name="connsiteY185" fmla="*/ 817766 h 1641468"/>
                <a:gd name="connsiteX186" fmla="*/ 5016394 w 9285498"/>
                <a:gd name="connsiteY186" fmla="*/ 813626 h 1641468"/>
                <a:gd name="connsiteX187" fmla="*/ 5111619 w 9285498"/>
                <a:gd name="connsiteY187" fmla="*/ 543686 h 1641468"/>
                <a:gd name="connsiteX188" fmla="*/ 5111619 w 9285498"/>
                <a:gd name="connsiteY188" fmla="*/ 788619 h 1641468"/>
                <a:gd name="connsiteX189" fmla="*/ 5120560 w 9285498"/>
                <a:gd name="connsiteY189" fmla="*/ 852543 h 1641468"/>
                <a:gd name="connsiteX190" fmla="*/ 5130165 w 9285498"/>
                <a:gd name="connsiteY190" fmla="*/ 855358 h 1641468"/>
                <a:gd name="connsiteX191" fmla="*/ 5131491 w 9285498"/>
                <a:gd name="connsiteY191" fmla="*/ 842275 h 1641468"/>
                <a:gd name="connsiteX192" fmla="*/ 5264473 w 9285498"/>
                <a:gd name="connsiteY192" fmla="*/ 637586 h 1641468"/>
                <a:gd name="connsiteX193" fmla="*/ 5203364 w 9285498"/>
                <a:gd name="connsiteY193" fmla="*/ 856683 h 1641468"/>
                <a:gd name="connsiteX194" fmla="*/ 5347110 w 9285498"/>
                <a:gd name="connsiteY194" fmla="*/ 752351 h 1641468"/>
                <a:gd name="connsiteX195" fmla="*/ 5304052 w 9285498"/>
                <a:gd name="connsiteY195" fmla="*/ 883843 h 1641468"/>
                <a:gd name="connsiteX196" fmla="*/ 5422958 w 9285498"/>
                <a:gd name="connsiteY196" fmla="*/ 745230 h 1641468"/>
                <a:gd name="connsiteX197" fmla="*/ 5384704 w 9285498"/>
                <a:gd name="connsiteY197" fmla="*/ 874072 h 1641468"/>
                <a:gd name="connsiteX198" fmla="*/ 5330881 w 9285498"/>
                <a:gd name="connsiteY198" fmla="*/ 916136 h 1641468"/>
                <a:gd name="connsiteX199" fmla="*/ 5366155 w 9285498"/>
                <a:gd name="connsiteY199" fmla="*/ 926901 h 1641468"/>
                <a:gd name="connsiteX200" fmla="*/ 5384704 w 9285498"/>
                <a:gd name="connsiteY200" fmla="*/ 921435 h 1641468"/>
                <a:gd name="connsiteX201" fmla="*/ 5556107 w 9285498"/>
                <a:gd name="connsiteY201" fmla="*/ 622846 h 1641468"/>
                <a:gd name="connsiteX202" fmla="*/ 5505596 w 9285498"/>
                <a:gd name="connsiteY202" fmla="*/ 955882 h 1641468"/>
                <a:gd name="connsiteX203" fmla="*/ 5696375 w 9285498"/>
                <a:gd name="connsiteY203" fmla="*/ 824390 h 1641468"/>
                <a:gd name="connsiteX204" fmla="*/ 5627979 w 9285498"/>
                <a:gd name="connsiteY204" fmla="*/ 1000595 h 1641468"/>
                <a:gd name="connsiteX205" fmla="*/ 5636922 w 9285498"/>
                <a:gd name="connsiteY205" fmla="*/ 1011360 h 1641468"/>
                <a:gd name="connsiteX206" fmla="*/ 5771395 w 9285498"/>
                <a:gd name="connsiteY206" fmla="*/ 1054583 h 1641468"/>
                <a:gd name="connsiteX207" fmla="*/ 5836644 w 9285498"/>
                <a:gd name="connsiteY207" fmla="*/ 767090 h 1641468"/>
                <a:gd name="connsiteX208" fmla="*/ 5894440 w 9285498"/>
                <a:gd name="connsiteY208" fmla="*/ 1047462 h 1641468"/>
                <a:gd name="connsiteX209" fmla="*/ 5904708 w 9285498"/>
                <a:gd name="connsiteY209" fmla="*/ 1044481 h 1641468"/>
                <a:gd name="connsiteX210" fmla="*/ 6032060 w 9285498"/>
                <a:gd name="connsiteY210" fmla="*/ 875397 h 1641468"/>
                <a:gd name="connsiteX211" fmla="*/ 6032391 w 9285498"/>
                <a:gd name="connsiteY211" fmla="*/ 1097475 h 1641468"/>
                <a:gd name="connsiteX212" fmla="*/ 6162226 w 9285498"/>
                <a:gd name="connsiteY212" fmla="*/ 907524 h 1641468"/>
                <a:gd name="connsiteX213" fmla="*/ 6076773 w 9285498"/>
                <a:gd name="connsiteY213" fmla="*/ 1145004 h 1641468"/>
                <a:gd name="connsiteX214" fmla="*/ 6125627 w 9285498"/>
                <a:gd name="connsiteY214" fmla="*/ 1169183 h 1641468"/>
                <a:gd name="connsiteX215" fmla="*/ 6178124 w 9285498"/>
                <a:gd name="connsiteY215" fmla="*/ 1186406 h 1641468"/>
                <a:gd name="connsiteX216" fmla="*/ 6349858 w 9285498"/>
                <a:gd name="connsiteY216" fmla="*/ 954226 h 1641468"/>
                <a:gd name="connsiteX217" fmla="*/ 6289081 w 9285498"/>
                <a:gd name="connsiteY217" fmla="*/ 1222840 h 1641468"/>
                <a:gd name="connsiteX218" fmla="*/ 6334789 w 9285498"/>
                <a:gd name="connsiteY218" fmla="*/ 1237910 h 1641468"/>
                <a:gd name="connsiteX219" fmla="*/ 6458994 w 9285498"/>
                <a:gd name="connsiteY219" fmla="*/ 1097641 h 1641468"/>
                <a:gd name="connsiteX220" fmla="*/ 6408980 w 9285498"/>
                <a:gd name="connsiteY220" fmla="*/ 1262419 h 1641468"/>
                <a:gd name="connsiteX221" fmla="*/ 6434484 w 9285498"/>
                <a:gd name="connsiteY221" fmla="*/ 1270866 h 1641468"/>
                <a:gd name="connsiteX222" fmla="*/ 6537491 w 9285498"/>
                <a:gd name="connsiteY222" fmla="*/ 1065844 h 1641468"/>
                <a:gd name="connsiteX223" fmla="*/ 6515797 w 9285498"/>
                <a:gd name="connsiteY223" fmla="*/ 1297694 h 1641468"/>
                <a:gd name="connsiteX224" fmla="*/ 6522752 w 9285498"/>
                <a:gd name="connsiteY224" fmla="*/ 1299681 h 1641468"/>
                <a:gd name="connsiteX225" fmla="*/ 6601912 w 9285498"/>
                <a:gd name="connsiteY225" fmla="*/ 946111 h 1641468"/>
                <a:gd name="connsiteX226" fmla="*/ 6622447 w 9285498"/>
                <a:gd name="connsiteY226" fmla="*/ 1303656 h 1641468"/>
                <a:gd name="connsiteX227" fmla="*/ 6730920 w 9285498"/>
                <a:gd name="connsiteY227" fmla="*/ 1153947 h 1641468"/>
                <a:gd name="connsiteX228" fmla="*/ 6716346 w 9285498"/>
                <a:gd name="connsiteY228" fmla="*/ 1363440 h 1641468"/>
                <a:gd name="connsiteX229" fmla="*/ 6777787 w 9285498"/>
                <a:gd name="connsiteY229" fmla="*/ 1383644 h 1641468"/>
                <a:gd name="connsiteX230" fmla="*/ 6959126 w 9285498"/>
                <a:gd name="connsiteY230" fmla="*/ 1097972 h 1641468"/>
                <a:gd name="connsiteX231" fmla="*/ 6916730 w 9285498"/>
                <a:gd name="connsiteY231" fmla="*/ 1428854 h 1641468"/>
                <a:gd name="connsiteX232" fmla="*/ 6934616 w 9285498"/>
                <a:gd name="connsiteY232" fmla="*/ 1434651 h 1641468"/>
                <a:gd name="connsiteX233" fmla="*/ 7040439 w 9285498"/>
                <a:gd name="connsiteY233" fmla="*/ 1241884 h 1641468"/>
                <a:gd name="connsiteX234" fmla="*/ 7040439 w 9285498"/>
                <a:gd name="connsiteY234" fmla="*/ 1419084 h 1641468"/>
                <a:gd name="connsiteX235" fmla="*/ 7135000 w 9285498"/>
                <a:gd name="connsiteY235" fmla="*/ 1212406 h 1641468"/>
                <a:gd name="connsiteX236" fmla="*/ 7135000 w 9285498"/>
                <a:gd name="connsiteY236" fmla="*/ 1491951 h 1641468"/>
                <a:gd name="connsiteX237" fmla="*/ 7289345 w 9285498"/>
                <a:gd name="connsiteY237" fmla="*/ 1221018 h 1641468"/>
                <a:gd name="connsiteX238" fmla="*/ 7291664 w 9285498"/>
                <a:gd name="connsiteY238" fmla="*/ 1549085 h 1641468"/>
                <a:gd name="connsiteX239" fmla="*/ 7294645 w 9285498"/>
                <a:gd name="connsiteY239" fmla="*/ 1550244 h 1641468"/>
                <a:gd name="connsiteX240" fmla="*/ 7390365 w 9285498"/>
                <a:gd name="connsiteY240" fmla="*/ 1097475 h 1641468"/>
                <a:gd name="connsiteX241" fmla="*/ 7425971 w 9285498"/>
                <a:gd name="connsiteY241" fmla="*/ 1573926 h 1641468"/>
                <a:gd name="connsiteX242" fmla="*/ 7653183 w 9285498"/>
                <a:gd name="connsiteY242" fmla="*/ 1291070 h 1641468"/>
                <a:gd name="connsiteX243" fmla="*/ 7591528 w 9285498"/>
                <a:gd name="connsiteY243" fmla="*/ 1618781 h 1641468"/>
                <a:gd name="connsiteX244" fmla="*/ 7599033 w 9285498"/>
                <a:gd name="connsiteY244" fmla="*/ 1641468 h 1641468"/>
                <a:gd name="connsiteX245" fmla="*/ 0 w 9285498"/>
                <a:gd name="connsiteY245" fmla="*/ 1641468 h 1641468"/>
                <a:gd name="connsiteX246" fmla="*/ 0 w 9285498"/>
                <a:gd name="connsiteY246" fmla="*/ 48083 h 1641468"/>
                <a:gd name="connsiteX247" fmla="*/ 4463 w 9285498"/>
                <a:gd name="connsiteY247" fmla="*/ 54168 h 1641468"/>
                <a:gd name="connsiteX248" fmla="*/ 47200 w 9285498"/>
                <a:gd name="connsiteY248" fmla="*/ 225722 h 1641468"/>
                <a:gd name="connsiteX249" fmla="*/ 92907 w 9285498"/>
                <a:gd name="connsiteY249" fmla="*/ 224397 h 1641468"/>
                <a:gd name="connsiteX250" fmla="*/ 143086 w 9285498"/>
                <a:gd name="connsiteY250" fmla="*/ 56140 h 1641468"/>
                <a:gd name="connsiteX251" fmla="*/ 173392 w 9285498"/>
                <a:gd name="connsiteY251" fmla="*/ 221747 h 1641468"/>
                <a:gd name="connsiteX252" fmla="*/ 250730 w 9285498"/>
                <a:gd name="connsiteY252" fmla="*/ 220257 h 1641468"/>
                <a:gd name="connsiteX253" fmla="*/ 266297 w 9285498"/>
                <a:gd name="connsiteY253" fmla="*/ 136294 h 1641468"/>
                <a:gd name="connsiteX254" fmla="*/ 284183 w 9285498"/>
                <a:gd name="connsiteY254" fmla="*/ 219429 h 1641468"/>
                <a:gd name="connsiteX255" fmla="*/ 322769 w 9285498"/>
                <a:gd name="connsiteY255" fmla="*/ 218600 h 1641468"/>
                <a:gd name="connsiteX256" fmla="*/ 382057 w 9285498"/>
                <a:gd name="connsiteY256" fmla="*/ 45873 h 1641468"/>
                <a:gd name="connsiteX257" fmla="*/ 379904 w 9285498"/>
                <a:gd name="connsiteY257" fmla="*/ 217607 h 1641468"/>
                <a:gd name="connsiteX258" fmla="*/ 464363 w 9285498"/>
                <a:gd name="connsiteY258" fmla="*/ 216613 h 1641468"/>
                <a:gd name="connsiteX259" fmla="*/ 513548 w 9285498"/>
                <a:gd name="connsiteY259" fmla="*/ 84956 h 1641468"/>
                <a:gd name="connsiteX260" fmla="*/ 528618 w 9285498"/>
                <a:gd name="connsiteY260" fmla="*/ 215785 h 1641468"/>
                <a:gd name="connsiteX261" fmla="*/ 634110 w 9285498"/>
                <a:gd name="connsiteY261" fmla="*/ 214957 h 1641468"/>
                <a:gd name="connsiteX262" fmla="*/ 634772 w 9285498"/>
                <a:gd name="connsiteY262" fmla="*/ 164944 h 1641468"/>
                <a:gd name="connsiteX263" fmla="*/ 666403 w 9285498"/>
                <a:gd name="connsiteY263" fmla="*/ 214957 h 1641468"/>
                <a:gd name="connsiteX264" fmla="*/ 680645 w 9285498"/>
                <a:gd name="connsiteY264" fmla="*/ 214957 h 1641468"/>
                <a:gd name="connsiteX265" fmla="*/ 803029 w 9285498"/>
                <a:gd name="connsiteY265" fmla="*/ 0 h 164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</a:cxnLst>
              <a:rect l="l" t="t" r="r" b="b"/>
              <a:pathLst>
                <a:path w="9285498" h="1641468">
                  <a:moveTo>
                    <a:pt x="8310807" y="1592474"/>
                  </a:moveTo>
                  <a:cubicBezTo>
                    <a:pt x="8310807" y="1592474"/>
                    <a:pt x="8296345" y="1611058"/>
                    <a:pt x="8276608" y="1639267"/>
                  </a:cubicBezTo>
                  <a:lnTo>
                    <a:pt x="8275110" y="1641468"/>
                  </a:lnTo>
                  <a:lnTo>
                    <a:pt x="8162100" y="1641468"/>
                  </a:lnTo>
                  <a:lnTo>
                    <a:pt x="8202977" y="1619406"/>
                  </a:lnTo>
                  <a:cubicBezTo>
                    <a:pt x="8260008" y="1594461"/>
                    <a:pt x="8310807" y="1592474"/>
                    <a:pt x="8310807" y="1592474"/>
                  </a:cubicBezTo>
                  <a:close/>
                  <a:moveTo>
                    <a:pt x="9262217" y="1569454"/>
                  </a:moveTo>
                  <a:lnTo>
                    <a:pt x="9285498" y="1641468"/>
                  </a:lnTo>
                  <a:lnTo>
                    <a:pt x="9250354" y="1641468"/>
                  </a:lnTo>
                  <a:lnTo>
                    <a:pt x="9255404" y="1615705"/>
                  </a:lnTo>
                  <a:cubicBezTo>
                    <a:pt x="9260323" y="1587205"/>
                    <a:pt x="9262217" y="1569454"/>
                    <a:pt x="9262217" y="1569454"/>
                  </a:cubicBezTo>
                  <a:close/>
                  <a:moveTo>
                    <a:pt x="8813423" y="1500231"/>
                  </a:moveTo>
                  <a:cubicBezTo>
                    <a:pt x="8794213" y="1528177"/>
                    <a:pt x="8778459" y="1556025"/>
                    <a:pt x="8765627" y="1583440"/>
                  </a:cubicBezTo>
                  <a:lnTo>
                    <a:pt x="8743837" y="1641468"/>
                  </a:lnTo>
                  <a:lnTo>
                    <a:pt x="8692493" y="1641468"/>
                  </a:lnTo>
                  <a:lnTo>
                    <a:pt x="8701307" y="1628742"/>
                  </a:lnTo>
                  <a:cubicBezTo>
                    <a:pt x="8714391" y="1612015"/>
                    <a:pt x="8727308" y="1596283"/>
                    <a:pt x="8739398" y="1581875"/>
                  </a:cubicBezTo>
                  <a:lnTo>
                    <a:pt x="8739562" y="1581875"/>
                  </a:lnTo>
                  <a:cubicBezTo>
                    <a:pt x="8778149" y="1536002"/>
                    <a:pt x="8808952" y="1504702"/>
                    <a:pt x="8813423" y="1500231"/>
                  </a:cubicBezTo>
                  <a:close/>
                  <a:moveTo>
                    <a:pt x="8473764" y="1500231"/>
                  </a:moveTo>
                  <a:cubicBezTo>
                    <a:pt x="8500385" y="1525610"/>
                    <a:pt x="8520341" y="1554871"/>
                    <a:pt x="8535139" y="1585920"/>
                  </a:cubicBezTo>
                  <a:lnTo>
                    <a:pt x="8552673" y="1641468"/>
                  </a:lnTo>
                  <a:lnTo>
                    <a:pt x="8481442" y="1641468"/>
                  </a:lnTo>
                  <a:lnTo>
                    <a:pt x="8483592" y="1594718"/>
                  </a:lnTo>
                  <a:cubicBezTo>
                    <a:pt x="8483018" y="1543159"/>
                    <a:pt x="8474758" y="1504951"/>
                    <a:pt x="8473764" y="1500231"/>
                  </a:cubicBezTo>
                  <a:close/>
                  <a:moveTo>
                    <a:pt x="7699719" y="1445415"/>
                  </a:moveTo>
                  <a:cubicBezTo>
                    <a:pt x="7699719" y="1445415"/>
                    <a:pt x="7701489" y="1530278"/>
                    <a:pt x="7714251" y="1610437"/>
                  </a:cubicBezTo>
                  <a:lnTo>
                    <a:pt x="7721164" y="1641468"/>
                  </a:lnTo>
                  <a:lnTo>
                    <a:pt x="7615174" y="1641468"/>
                  </a:lnTo>
                  <a:lnTo>
                    <a:pt x="7628247" y="1577670"/>
                  </a:lnTo>
                  <a:cubicBezTo>
                    <a:pt x="7652956" y="1506710"/>
                    <a:pt x="7699719" y="1445415"/>
                    <a:pt x="7699719" y="1445415"/>
                  </a:cubicBezTo>
                  <a:close/>
                  <a:moveTo>
                    <a:pt x="7807860" y="1420408"/>
                  </a:moveTo>
                  <a:cubicBezTo>
                    <a:pt x="7873109" y="1469759"/>
                    <a:pt x="7902173" y="1549416"/>
                    <a:pt x="7914925" y="1616735"/>
                  </a:cubicBezTo>
                  <a:lnTo>
                    <a:pt x="7918473" y="1641468"/>
                  </a:lnTo>
                  <a:lnTo>
                    <a:pt x="7850110" y="1641468"/>
                  </a:lnTo>
                  <a:lnTo>
                    <a:pt x="7851456" y="1631611"/>
                  </a:lnTo>
                  <a:cubicBezTo>
                    <a:pt x="7854903" y="1537875"/>
                    <a:pt x="7810468" y="1427115"/>
                    <a:pt x="7807860" y="1420408"/>
                  </a:cubicBezTo>
                  <a:close/>
                  <a:moveTo>
                    <a:pt x="8172526" y="1398714"/>
                  </a:moveTo>
                  <a:cubicBezTo>
                    <a:pt x="8080863" y="1465371"/>
                    <a:pt x="8048114" y="1551238"/>
                    <a:pt x="8039792" y="1625512"/>
                  </a:cubicBezTo>
                  <a:lnTo>
                    <a:pt x="8039130" y="1641468"/>
                  </a:lnTo>
                  <a:lnTo>
                    <a:pt x="7958697" y="1641468"/>
                  </a:lnTo>
                  <a:lnTo>
                    <a:pt x="7980234" y="1598342"/>
                  </a:lnTo>
                  <a:cubicBezTo>
                    <a:pt x="8053600" y="1474883"/>
                    <a:pt x="8163460" y="1404428"/>
                    <a:pt x="8172526" y="1398714"/>
                  </a:cubicBezTo>
                  <a:close/>
                  <a:moveTo>
                    <a:pt x="803029" y="0"/>
                  </a:moveTo>
                  <a:cubicBezTo>
                    <a:pt x="799882" y="5796"/>
                    <a:pt x="734302" y="126855"/>
                    <a:pt x="775538" y="215289"/>
                  </a:cubicBezTo>
                  <a:lnTo>
                    <a:pt x="802201" y="215289"/>
                  </a:lnTo>
                  <a:cubicBezTo>
                    <a:pt x="802697" y="178192"/>
                    <a:pt x="807997" y="124205"/>
                    <a:pt x="831016" y="99032"/>
                  </a:cubicBezTo>
                  <a:cubicBezTo>
                    <a:pt x="831016" y="99032"/>
                    <a:pt x="834494" y="168918"/>
                    <a:pt x="853704" y="215454"/>
                  </a:cubicBezTo>
                  <a:cubicBezTo>
                    <a:pt x="875233" y="215454"/>
                    <a:pt x="896928" y="215951"/>
                    <a:pt x="918125" y="216282"/>
                  </a:cubicBezTo>
                  <a:cubicBezTo>
                    <a:pt x="926406" y="178358"/>
                    <a:pt x="924253" y="126523"/>
                    <a:pt x="924253" y="126523"/>
                  </a:cubicBezTo>
                  <a:cubicBezTo>
                    <a:pt x="924253" y="126523"/>
                    <a:pt x="950584" y="171900"/>
                    <a:pt x="957043" y="216779"/>
                  </a:cubicBezTo>
                  <a:cubicBezTo>
                    <a:pt x="968635" y="217110"/>
                    <a:pt x="980228" y="217110"/>
                    <a:pt x="991820" y="217276"/>
                  </a:cubicBezTo>
                  <a:cubicBezTo>
                    <a:pt x="1002419" y="195250"/>
                    <a:pt x="1010037" y="167428"/>
                    <a:pt x="1004903" y="134804"/>
                  </a:cubicBezTo>
                  <a:cubicBezTo>
                    <a:pt x="1004903" y="134804"/>
                    <a:pt x="1028088" y="177861"/>
                    <a:pt x="1037362" y="217938"/>
                  </a:cubicBezTo>
                  <a:cubicBezTo>
                    <a:pt x="1066012" y="218435"/>
                    <a:pt x="1094496" y="219263"/>
                    <a:pt x="1123146" y="219760"/>
                  </a:cubicBezTo>
                  <a:cubicBezTo>
                    <a:pt x="1132255" y="177034"/>
                    <a:pt x="1143682" y="88600"/>
                    <a:pt x="1098305" y="24675"/>
                  </a:cubicBezTo>
                  <a:cubicBezTo>
                    <a:pt x="1103108" y="29478"/>
                    <a:pt x="1178128" y="106816"/>
                    <a:pt x="1189720" y="187632"/>
                  </a:cubicBezTo>
                  <a:cubicBezTo>
                    <a:pt x="1196510" y="150536"/>
                    <a:pt x="1213071" y="105326"/>
                    <a:pt x="1252982" y="83465"/>
                  </a:cubicBezTo>
                  <a:cubicBezTo>
                    <a:pt x="1252982" y="83465"/>
                    <a:pt x="1214893" y="167428"/>
                    <a:pt x="1236753" y="222575"/>
                  </a:cubicBezTo>
                  <a:cubicBezTo>
                    <a:pt x="1252320" y="223072"/>
                    <a:pt x="1268052" y="223403"/>
                    <a:pt x="1283785" y="223900"/>
                  </a:cubicBezTo>
                  <a:cubicBezTo>
                    <a:pt x="1283288" y="195747"/>
                    <a:pt x="1275836" y="159479"/>
                    <a:pt x="1275008" y="155173"/>
                  </a:cubicBezTo>
                  <a:lnTo>
                    <a:pt x="1316906" y="225225"/>
                  </a:lnTo>
                  <a:cubicBezTo>
                    <a:pt x="1320218" y="225225"/>
                    <a:pt x="1323365" y="225225"/>
                    <a:pt x="1326180" y="225556"/>
                  </a:cubicBezTo>
                  <a:cubicBezTo>
                    <a:pt x="1320384" y="187301"/>
                    <a:pt x="1316244" y="111122"/>
                    <a:pt x="1371225" y="83465"/>
                  </a:cubicBezTo>
                  <a:cubicBezTo>
                    <a:pt x="1371225" y="83465"/>
                    <a:pt x="1355989" y="172562"/>
                    <a:pt x="1424054" y="228868"/>
                  </a:cubicBezTo>
                  <a:lnTo>
                    <a:pt x="1424550" y="229365"/>
                  </a:lnTo>
                  <a:cubicBezTo>
                    <a:pt x="1438462" y="230027"/>
                    <a:pt x="1452704" y="230524"/>
                    <a:pt x="1466946" y="231021"/>
                  </a:cubicBezTo>
                  <a:cubicBezTo>
                    <a:pt x="1493443" y="201875"/>
                    <a:pt x="1495430" y="111288"/>
                    <a:pt x="1495430" y="111288"/>
                  </a:cubicBezTo>
                  <a:cubicBezTo>
                    <a:pt x="1495430" y="111288"/>
                    <a:pt x="1536169" y="181505"/>
                    <a:pt x="1544284" y="234499"/>
                  </a:cubicBezTo>
                  <a:cubicBezTo>
                    <a:pt x="1569456" y="235493"/>
                    <a:pt x="1595125" y="237148"/>
                    <a:pt x="1620629" y="238308"/>
                  </a:cubicBezTo>
                  <a:cubicBezTo>
                    <a:pt x="1636693" y="212307"/>
                    <a:pt x="1657062" y="163123"/>
                    <a:pt x="1647457" y="89758"/>
                  </a:cubicBezTo>
                  <a:cubicBezTo>
                    <a:pt x="1647457" y="89758"/>
                    <a:pt x="1732413" y="155836"/>
                    <a:pt x="1697636" y="242117"/>
                  </a:cubicBezTo>
                  <a:cubicBezTo>
                    <a:pt x="1722146" y="243938"/>
                    <a:pt x="1746821" y="245263"/>
                    <a:pt x="1771662" y="246754"/>
                  </a:cubicBezTo>
                  <a:cubicBezTo>
                    <a:pt x="1771662" y="246754"/>
                    <a:pt x="1786898" y="146893"/>
                    <a:pt x="1786898" y="146893"/>
                  </a:cubicBezTo>
                  <a:lnTo>
                    <a:pt x="1817038" y="249735"/>
                  </a:lnTo>
                  <a:cubicBezTo>
                    <a:pt x="1818363" y="249735"/>
                    <a:pt x="1819688" y="249735"/>
                    <a:pt x="1821344" y="249735"/>
                  </a:cubicBezTo>
                  <a:cubicBezTo>
                    <a:pt x="1822669" y="221085"/>
                    <a:pt x="1832937" y="154014"/>
                    <a:pt x="1895536" y="129836"/>
                  </a:cubicBezTo>
                  <a:cubicBezTo>
                    <a:pt x="1895536" y="129836"/>
                    <a:pt x="1864402" y="204359"/>
                    <a:pt x="1876326" y="253544"/>
                  </a:cubicBezTo>
                  <a:cubicBezTo>
                    <a:pt x="1888084" y="254206"/>
                    <a:pt x="1899676" y="255034"/>
                    <a:pt x="1911600" y="255862"/>
                  </a:cubicBezTo>
                  <a:cubicBezTo>
                    <a:pt x="1920708" y="234333"/>
                    <a:pt x="1929982" y="202371"/>
                    <a:pt x="1926504" y="164116"/>
                  </a:cubicBezTo>
                  <a:cubicBezTo>
                    <a:pt x="1926504" y="164116"/>
                    <a:pt x="1957638" y="212142"/>
                    <a:pt x="1972046" y="260002"/>
                  </a:cubicBezTo>
                  <a:cubicBezTo>
                    <a:pt x="2000531" y="262155"/>
                    <a:pt x="2028849" y="264474"/>
                    <a:pt x="2057334" y="266958"/>
                  </a:cubicBezTo>
                  <a:cubicBezTo>
                    <a:pt x="2057334" y="266627"/>
                    <a:pt x="2057499" y="266295"/>
                    <a:pt x="2057499" y="266295"/>
                  </a:cubicBezTo>
                  <a:cubicBezTo>
                    <a:pt x="2057499" y="266295"/>
                    <a:pt x="2028849" y="173224"/>
                    <a:pt x="2112812" y="111122"/>
                  </a:cubicBezTo>
                  <a:cubicBezTo>
                    <a:pt x="2112812" y="111122"/>
                    <a:pt x="2094595" y="226384"/>
                    <a:pt x="2134672" y="272754"/>
                  </a:cubicBezTo>
                  <a:lnTo>
                    <a:pt x="2135169" y="273251"/>
                  </a:lnTo>
                  <a:cubicBezTo>
                    <a:pt x="2143780" y="273748"/>
                    <a:pt x="2152558" y="274576"/>
                    <a:pt x="2161169" y="275238"/>
                  </a:cubicBezTo>
                  <a:cubicBezTo>
                    <a:pt x="2177730" y="252715"/>
                    <a:pt x="2180876" y="182664"/>
                    <a:pt x="2180876" y="182664"/>
                  </a:cubicBezTo>
                  <a:cubicBezTo>
                    <a:pt x="2180876" y="182664"/>
                    <a:pt x="2214329" y="236652"/>
                    <a:pt x="2206711" y="279213"/>
                  </a:cubicBezTo>
                  <a:cubicBezTo>
                    <a:pt x="2224265" y="280869"/>
                    <a:pt x="2241654" y="282359"/>
                    <a:pt x="2259374" y="284181"/>
                  </a:cubicBezTo>
                  <a:cubicBezTo>
                    <a:pt x="2263514" y="275238"/>
                    <a:pt x="2291998" y="214295"/>
                    <a:pt x="2283553" y="161963"/>
                  </a:cubicBezTo>
                  <a:cubicBezTo>
                    <a:pt x="2283553" y="161963"/>
                    <a:pt x="2324788" y="234499"/>
                    <a:pt x="2318992" y="289812"/>
                  </a:cubicBezTo>
                  <a:cubicBezTo>
                    <a:pt x="2340852" y="291965"/>
                    <a:pt x="2363044" y="293952"/>
                    <a:pt x="2384738" y="296105"/>
                  </a:cubicBezTo>
                  <a:cubicBezTo>
                    <a:pt x="2378445" y="271595"/>
                    <a:pt x="2375299" y="233671"/>
                    <a:pt x="2395006" y="191938"/>
                  </a:cubicBezTo>
                  <a:cubicBezTo>
                    <a:pt x="2395006" y="191938"/>
                    <a:pt x="2412726" y="263149"/>
                    <a:pt x="2445847" y="302397"/>
                  </a:cubicBezTo>
                  <a:cubicBezTo>
                    <a:pt x="2464726" y="304550"/>
                    <a:pt x="2483771" y="306703"/>
                    <a:pt x="2502650" y="308691"/>
                  </a:cubicBezTo>
                  <a:cubicBezTo>
                    <a:pt x="2508943" y="278550"/>
                    <a:pt x="2493210" y="221085"/>
                    <a:pt x="2491554" y="215123"/>
                  </a:cubicBezTo>
                  <a:cubicBezTo>
                    <a:pt x="2495529" y="218766"/>
                    <a:pt x="2538918" y="261824"/>
                    <a:pt x="2536268" y="312665"/>
                  </a:cubicBezTo>
                  <a:cubicBezTo>
                    <a:pt x="2556141" y="314818"/>
                    <a:pt x="2575848" y="316806"/>
                    <a:pt x="2595555" y="318958"/>
                  </a:cubicBezTo>
                  <a:cubicBezTo>
                    <a:pt x="2591250" y="271926"/>
                    <a:pt x="2596549" y="212970"/>
                    <a:pt x="2640269" y="179518"/>
                  </a:cubicBezTo>
                  <a:cubicBezTo>
                    <a:pt x="2640269" y="179518"/>
                    <a:pt x="2629008" y="278716"/>
                    <a:pt x="2653683" y="325748"/>
                  </a:cubicBezTo>
                  <a:cubicBezTo>
                    <a:pt x="2668588" y="327735"/>
                    <a:pt x="2683658" y="329723"/>
                    <a:pt x="2698728" y="331544"/>
                  </a:cubicBezTo>
                  <a:cubicBezTo>
                    <a:pt x="2711480" y="301404"/>
                    <a:pt x="2711811" y="241620"/>
                    <a:pt x="2711811" y="241620"/>
                  </a:cubicBezTo>
                  <a:cubicBezTo>
                    <a:pt x="2711811" y="241620"/>
                    <a:pt x="2748410" y="298423"/>
                    <a:pt x="2752385" y="338500"/>
                  </a:cubicBezTo>
                  <a:cubicBezTo>
                    <a:pt x="2790474" y="343137"/>
                    <a:pt x="2828895" y="347939"/>
                    <a:pt x="2866985" y="352908"/>
                  </a:cubicBezTo>
                  <a:cubicBezTo>
                    <a:pt x="2879571" y="329723"/>
                    <a:pt x="2893316" y="298423"/>
                    <a:pt x="2897788" y="266295"/>
                  </a:cubicBezTo>
                  <a:cubicBezTo>
                    <a:pt x="2897788" y="266295"/>
                    <a:pt x="2935215" y="308525"/>
                    <a:pt x="2921138" y="360360"/>
                  </a:cubicBezTo>
                  <a:lnTo>
                    <a:pt x="2921138" y="360857"/>
                  </a:lnTo>
                  <a:cubicBezTo>
                    <a:pt x="2937699" y="363175"/>
                    <a:pt x="2954425" y="365494"/>
                    <a:pt x="2970986" y="367978"/>
                  </a:cubicBezTo>
                  <a:cubicBezTo>
                    <a:pt x="2970986" y="347939"/>
                    <a:pt x="2976948" y="318130"/>
                    <a:pt x="3003113" y="285506"/>
                  </a:cubicBezTo>
                  <a:cubicBezTo>
                    <a:pt x="3002120" y="288818"/>
                    <a:pt x="2987050" y="333863"/>
                    <a:pt x="3009406" y="373443"/>
                  </a:cubicBezTo>
                  <a:cubicBezTo>
                    <a:pt x="3015203" y="374271"/>
                    <a:pt x="3020668" y="375099"/>
                    <a:pt x="3026464" y="375762"/>
                  </a:cubicBezTo>
                  <a:cubicBezTo>
                    <a:pt x="3024145" y="339494"/>
                    <a:pt x="3024145" y="263480"/>
                    <a:pt x="3056108" y="214626"/>
                  </a:cubicBezTo>
                  <a:cubicBezTo>
                    <a:pt x="3056108" y="214626"/>
                    <a:pt x="3043522" y="313493"/>
                    <a:pt x="3079292" y="382883"/>
                  </a:cubicBezTo>
                  <a:cubicBezTo>
                    <a:pt x="3129306" y="347442"/>
                    <a:pt x="3153484" y="238473"/>
                    <a:pt x="3153484" y="238473"/>
                  </a:cubicBezTo>
                  <a:cubicBezTo>
                    <a:pt x="3175676" y="304219"/>
                    <a:pt x="3153484" y="377417"/>
                    <a:pt x="3153484" y="377417"/>
                  </a:cubicBezTo>
                  <a:cubicBezTo>
                    <a:pt x="3186606" y="381061"/>
                    <a:pt x="3215918" y="296933"/>
                    <a:pt x="3215918" y="296933"/>
                  </a:cubicBezTo>
                  <a:cubicBezTo>
                    <a:pt x="3226682" y="346284"/>
                    <a:pt x="3190083" y="384704"/>
                    <a:pt x="3190083" y="384704"/>
                  </a:cubicBezTo>
                  <a:cubicBezTo>
                    <a:pt x="3190083" y="384704"/>
                    <a:pt x="3192236" y="391329"/>
                    <a:pt x="3195052" y="401099"/>
                  </a:cubicBezTo>
                  <a:cubicBezTo>
                    <a:pt x="3205650" y="402921"/>
                    <a:pt x="3216084" y="404743"/>
                    <a:pt x="3226848" y="406398"/>
                  </a:cubicBezTo>
                  <a:cubicBezTo>
                    <a:pt x="3234466" y="329060"/>
                    <a:pt x="3283982" y="266627"/>
                    <a:pt x="3290275" y="259340"/>
                  </a:cubicBezTo>
                  <a:cubicBezTo>
                    <a:pt x="3242084" y="325748"/>
                    <a:pt x="3266428" y="392156"/>
                    <a:pt x="3277193" y="414679"/>
                  </a:cubicBezTo>
                  <a:cubicBezTo>
                    <a:pt x="3278186" y="415010"/>
                    <a:pt x="3279180" y="415341"/>
                    <a:pt x="3280339" y="415341"/>
                  </a:cubicBezTo>
                  <a:cubicBezTo>
                    <a:pt x="3271893" y="370793"/>
                    <a:pt x="3307167" y="329723"/>
                    <a:pt x="3307167" y="329723"/>
                  </a:cubicBezTo>
                  <a:cubicBezTo>
                    <a:pt x="3290772" y="384704"/>
                    <a:pt x="3325550" y="417660"/>
                    <a:pt x="3325550" y="417660"/>
                  </a:cubicBezTo>
                  <a:cubicBezTo>
                    <a:pt x="3327371" y="353736"/>
                    <a:pt x="3373244" y="320780"/>
                    <a:pt x="3373244" y="320780"/>
                  </a:cubicBezTo>
                  <a:cubicBezTo>
                    <a:pt x="3351053" y="359201"/>
                    <a:pt x="3361321" y="400603"/>
                    <a:pt x="3361321" y="400603"/>
                  </a:cubicBezTo>
                  <a:cubicBezTo>
                    <a:pt x="3361321" y="400603"/>
                    <a:pt x="3364467" y="417328"/>
                    <a:pt x="3370760" y="430577"/>
                  </a:cubicBezTo>
                  <a:cubicBezTo>
                    <a:pt x="3381028" y="432399"/>
                    <a:pt x="3391296" y="433889"/>
                    <a:pt x="3401563" y="435711"/>
                  </a:cubicBezTo>
                  <a:cubicBezTo>
                    <a:pt x="3404213" y="432399"/>
                    <a:pt x="3406862" y="428424"/>
                    <a:pt x="3409678" y="423125"/>
                  </a:cubicBezTo>
                  <a:cubicBezTo>
                    <a:pt x="3441309" y="363506"/>
                    <a:pt x="3418952" y="276398"/>
                    <a:pt x="3417296" y="269773"/>
                  </a:cubicBezTo>
                  <a:cubicBezTo>
                    <a:pt x="3460850" y="313990"/>
                    <a:pt x="3448099" y="428755"/>
                    <a:pt x="3448099" y="428755"/>
                  </a:cubicBezTo>
                  <a:cubicBezTo>
                    <a:pt x="3475424" y="410208"/>
                    <a:pt x="3484698" y="318958"/>
                    <a:pt x="3484698" y="318958"/>
                  </a:cubicBezTo>
                  <a:cubicBezTo>
                    <a:pt x="3498609" y="373112"/>
                    <a:pt x="3488341" y="420310"/>
                    <a:pt x="3477576" y="449788"/>
                  </a:cubicBezTo>
                  <a:cubicBezTo>
                    <a:pt x="3493309" y="452603"/>
                    <a:pt x="3509207" y="455584"/>
                    <a:pt x="3524940" y="458399"/>
                  </a:cubicBezTo>
                  <a:cubicBezTo>
                    <a:pt x="3513182" y="352079"/>
                    <a:pt x="3579756" y="300576"/>
                    <a:pt x="3579756" y="300576"/>
                  </a:cubicBezTo>
                  <a:cubicBezTo>
                    <a:pt x="3523118" y="388513"/>
                    <a:pt x="3572800" y="440017"/>
                    <a:pt x="3572800" y="440017"/>
                  </a:cubicBezTo>
                  <a:lnTo>
                    <a:pt x="3583399" y="375596"/>
                  </a:lnTo>
                  <a:lnTo>
                    <a:pt x="3596316" y="446806"/>
                  </a:lnTo>
                  <a:lnTo>
                    <a:pt x="3632088" y="478437"/>
                  </a:lnTo>
                  <a:cubicBezTo>
                    <a:pt x="3634075" y="478934"/>
                    <a:pt x="3635896" y="479266"/>
                    <a:pt x="3638049" y="479763"/>
                  </a:cubicBezTo>
                  <a:cubicBezTo>
                    <a:pt x="3642521" y="394309"/>
                    <a:pt x="3701642" y="337010"/>
                    <a:pt x="3708929" y="330385"/>
                  </a:cubicBezTo>
                  <a:cubicBezTo>
                    <a:pt x="3662228" y="390997"/>
                    <a:pt x="3682266" y="473138"/>
                    <a:pt x="3682266" y="473138"/>
                  </a:cubicBezTo>
                  <a:cubicBezTo>
                    <a:pt x="3682266" y="473138"/>
                    <a:pt x="3686241" y="480590"/>
                    <a:pt x="3692203" y="490527"/>
                  </a:cubicBezTo>
                  <a:cubicBezTo>
                    <a:pt x="3704623" y="492845"/>
                    <a:pt x="3716713" y="495495"/>
                    <a:pt x="3729133" y="498145"/>
                  </a:cubicBezTo>
                  <a:cubicBezTo>
                    <a:pt x="3723502" y="413188"/>
                    <a:pt x="3802994" y="309850"/>
                    <a:pt x="3802994" y="309850"/>
                  </a:cubicBezTo>
                  <a:cubicBezTo>
                    <a:pt x="3802994" y="309850"/>
                    <a:pt x="3768548" y="476119"/>
                    <a:pt x="3798522" y="512387"/>
                  </a:cubicBezTo>
                  <a:cubicBezTo>
                    <a:pt x="3806471" y="514209"/>
                    <a:pt x="3814420" y="515699"/>
                    <a:pt x="3822204" y="517355"/>
                  </a:cubicBezTo>
                  <a:cubicBezTo>
                    <a:pt x="3823363" y="517024"/>
                    <a:pt x="3824026" y="516858"/>
                    <a:pt x="3824854" y="516527"/>
                  </a:cubicBezTo>
                  <a:cubicBezTo>
                    <a:pt x="3896230" y="483406"/>
                    <a:pt x="3898052" y="300576"/>
                    <a:pt x="3898052" y="300576"/>
                  </a:cubicBezTo>
                  <a:cubicBezTo>
                    <a:pt x="3930676" y="404743"/>
                    <a:pt x="3911963" y="481253"/>
                    <a:pt x="3886956" y="530769"/>
                  </a:cubicBezTo>
                  <a:cubicBezTo>
                    <a:pt x="3894574" y="532260"/>
                    <a:pt x="3902192" y="533916"/>
                    <a:pt x="3909810" y="535572"/>
                  </a:cubicBezTo>
                  <a:cubicBezTo>
                    <a:pt x="3925874" y="538884"/>
                    <a:pt x="3941606" y="542527"/>
                    <a:pt x="3957505" y="546336"/>
                  </a:cubicBezTo>
                  <a:cubicBezTo>
                    <a:pt x="3956345" y="463036"/>
                    <a:pt x="3988804" y="398615"/>
                    <a:pt x="3992944" y="391163"/>
                  </a:cubicBezTo>
                  <a:cubicBezTo>
                    <a:pt x="3964791" y="459227"/>
                    <a:pt x="3994435" y="524808"/>
                    <a:pt x="4016461" y="559750"/>
                  </a:cubicBezTo>
                  <a:cubicBezTo>
                    <a:pt x="4020932" y="560744"/>
                    <a:pt x="4025403" y="561738"/>
                    <a:pt x="4029875" y="562897"/>
                  </a:cubicBezTo>
                  <a:cubicBezTo>
                    <a:pt x="4025569" y="546999"/>
                    <a:pt x="4023250" y="532094"/>
                    <a:pt x="4023250" y="518349"/>
                  </a:cubicBezTo>
                  <a:cubicBezTo>
                    <a:pt x="4023250" y="410208"/>
                    <a:pt x="4134538" y="302397"/>
                    <a:pt x="4141659" y="295608"/>
                  </a:cubicBezTo>
                  <a:cubicBezTo>
                    <a:pt x="4062665" y="428755"/>
                    <a:pt x="4120296" y="561572"/>
                    <a:pt x="4120296" y="561572"/>
                  </a:cubicBezTo>
                  <a:lnTo>
                    <a:pt x="4174284" y="421303"/>
                  </a:lnTo>
                  <a:cubicBezTo>
                    <a:pt x="4174284" y="421303"/>
                    <a:pt x="4159710" y="612082"/>
                    <a:pt x="4214030" y="558094"/>
                  </a:cubicBezTo>
                  <a:cubicBezTo>
                    <a:pt x="4266693" y="505431"/>
                    <a:pt x="4216182" y="379736"/>
                    <a:pt x="4214195" y="374602"/>
                  </a:cubicBezTo>
                  <a:cubicBezTo>
                    <a:pt x="4306272" y="424118"/>
                    <a:pt x="4280438" y="546336"/>
                    <a:pt x="4275801" y="566209"/>
                  </a:cubicBezTo>
                  <a:lnTo>
                    <a:pt x="4303954" y="478934"/>
                  </a:lnTo>
                  <a:lnTo>
                    <a:pt x="4341050" y="637254"/>
                  </a:lnTo>
                  <a:cubicBezTo>
                    <a:pt x="4341050" y="637254"/>
                    <a:pt x="4342375" y="637586"/>
                    <a:pt x="4343037" y="637751"/>
                  </a:cubicBezTo>
                  <a:cubicBezTo>
                    <a:pt x="4339725" y="542859"/>
                    <a:pt x="4430146" y="442169"/>
                    <a:pt x="4435777" y="436042"/>
                  </a:cubicBezTo>
                  <a:cubicBezTo>
                    <a:pt x="4381293" y="558094"/>
                    <a:pt x="4437101" y="629967"/>
                    <a:pt x="4437101" y="629967"/>
                  </a:cubicBezTo>
                  <a:cubicBezTo>
                    <a:pt x="4426503" y="556604"/>
                    <a:pt x="4510962" y="490030"/>
                    <a:pt x="4516096" y="486221"/>
                  </a:cubicBezTo>
                  <a:cubicBezTo>
                    <a:pt x="4513115" y="492680"/>
                    <a:pt x="4442070" y="647687"/>
                    <a:pt x="4516262" y="633611"/>
                  </a:cubicBezTo>
                  <a:cubicBezTo>
                    <a:pt x="4591779" y="619203"/>
                    <a:pt x="4611984" y="435711"/>
                    <a:pt x="4611984" y="435711"/>
                  </a:cubicBezTo>
                  <a:cubicBezTo>
                    <a:pt x="4645104" y="522158"/>
                    <a:pt x="4614798" y="627649"/>
                    <a:pt x="4612314" y="636261"/>
                  </a:cubicBezTo>
                  <a:lnTo>
                    <a:pt x="4685347" y="543686"/>
                  </a:lnTo>
                  <a:lnTo>
                    <a:pt x="4652722" y="673025"/>
                  </a:lnTo>
                  <a:cubicBezTo>
                    <a:pt x="4652722" y="673025"/>
                    <a:pt x="4664646" y="700682"/>
                    <a:pt x="4678556" y="725688"/>
                  </a:cubicBezTo>
                  <a:cubicBezTo>
                    <a:pt x="4694123" y="730160"/>
                    <a:pt x="4709525" y="734631"/>
                    <a:pt x="4725092" y="738771"/>
                  </a:cubicBezTo>
                  <a:cubicBezTo>
                    <a:pt x="4726085" y="728007"/>
                    <a:pt x="4726085" y="713599"/>
                    <a:pt x="4724761" y="694885"/>
                  </a:cubicBezTo>
                  <a:cubicBezTo>
                    <a:pt x="4714327" y="527292"/>
                    <a:pt x="4812366" y="441011"/>
                    <a:pt x="4818163" y="436042"/>
                  </a:cubicBezTo>
                  <a:cubicBezTo>
                    <a:pt x="4735691" y="576311"/>
                    <a:pt x="4789513" y="709127"/>
                    <a:pt x="4789513" y="709127"/>
                  </a:cubicBezTo>
                  <a:lnTo>
                    <a:pt x="4825616" y="615725"/>
                  </a:lnTo>
                  <a:lnTo>
                    <a:pt x="4854265" y="745230"/>
                  </a:lnTo>
                  <a:cubicBezTo>
                    <a:pt x="4857909" y="651165"/>
                    <a:pt x="4966050" y="570515"/>
                    <a:pt x="4972839" y="565547"/>
                  </a:cubicBezTo>
                  <a:cubicBezTo>
                    <a:pt x="4897654" y="651828"/>
                    <a:pt x="4926304" y="759638"/>
                    <a:pt x="4926304" y="759638"/>
                  </a:cubicBezTo>
                  <a:cubicBezTo>
                    <a:pt x="4957604" y="689917"/>
                    <a:pt x="5046535" y="653815"/>
                    <a:pt x="5052165" y="651828"/>
                  </a:cubicBezTo>
                  <a:cubicBezTo>
                    <a:pt x="5047362" y="658949"/>
                    <a:pt x="4966546" y="778848"/>
                    <a:pt x="4979463" y="811141"/>
                  </a:cubicBezTo>
                  <a:cubicBezTo>
                    <a:pt x="4987414" y="813294"/>
                    <a:pt x="4995030" y="815613"/>
                    <a:pt x="5002649" y="817766"/>
                  </a:cubicBezTo>
                  <a:cubicBezTo>
                    <a:pt x="5006789" y="816938"/>
                    <a:pt x="5011094" y="815613"/>
                    <a:pt x="5016394" y="813626"/>
                  </a:cubicBezTo>
                  <a:cubicBezTo>
                    <a:pt x="5120726" y="770402"/>
                    <a:pt x="5111619" y="543686"/>
                    <a:pt x="5111619" y="543686"/>
                  </a:cubicBezTo>
                  <a:cubicBezTo>
                    <a:pt x="5188625" y="626490"/>
                    <a:pt x="5111619" y="788619"/>
                    <a:pt x="5111619" y="788619"/>
                  </a:cubicBezTo>
                  <a:cubicBezTo>
                    <a:pt x="5111619" y="788619"/>
                    <a:pt x="5116089" y="817434"/>
                    <a:pt x="5120560" y="852543"/>
                  </a:cubicBezTo>
                  <a:cubicBezTo>
                    <a:pt x="5123707" y="853205"/>
                    <a:pt x="5127019" y="854365"/>
                    <a:pt x="5130165" y="855358"/>
                  </a:cubicBezTo>
                  <a:cubicBezTo>
                    <a:pt x="5130828" y="850887"/>
                    <a:pt x="5130994" y="846912"/>
                    <a:pt x="5131491" y="842275"/>
                  </a:cubicBezTo>
                  <a:cubicBezTo>
                    <a:pt x="5142089" y="716746"/>
                    <a:pt x="5257020" y="642057"/>
                    <a:pt x="5264473" y="637586"/>
                  </a:cubicBezTo>
                  <a:cubicBezTo>
                    <a:pt x="5163949" y="752517"/>
                    <a:pt x="5203364" y="856683"/>
                    <a:pt x="5203364" y="856683"/>
                  </a:cubicBezTo>
                  <a:cubicBezTo>
                    <a:pt x="5249071" y="779510"/>
                    <a:pt x="5342308" y="753510"/>
                    <a:pt x="5347110" y="752351"/>
                  </a:cubicBezTo>
                  <a:cubicBezTo>
                    <a:pt x="5342142" y="757982"/>
                    <a:pt x="5240956" y="874734"/>
                    <a:pt x="5304052" y="883843"/>
                  </a:cubicBezTo>
                  <a:cubicBezTo>
                    <a:pt x="5369136" y="892951"/>
                    <a:pt x="5422958" y="745230"/>
                    <a:pt x="5422958" y="745230"/>
                  </a:cubicBezTo>
                  <a:cubicBezTo>
                    <a:pt x="5426436" y="828033"/>
                    <a:pt x="5384704" y="874072"/>
                    <a:pt x="5384704" y="874072"/>
                  </a:cubicBezTo>
                  <a:cubicBezTo>
                    <a:pt x="5384704" y="874072"/>
                    <a:pt x="5347276" y="898747"/>
                    <a:pt x="5330881" y="916136"/>
                  </a:cubicBezTo>
                  <a:cubicBezTo>
                    <a:pt x="5342473" y="919779"/>
                    <a:pt x="5354397" y="923257"/>
                    <a:pt x="5366155" y="926901"/>
                  </a:cubicBezTo>
                  <a:cubicBezTo>
                    <a:pt x="5371786" y="925410"/>
                    <a:pt x="5377749" y="923754"/>
                    <a:pt x="5384704" y="921435"/>
                  </a:cubicBezTo>
                  <a:cubicBezTo>
                    <a:pt x="5522819" y="878212"/>
                    <a:pt x="5556107" y="622846"/>
                    <a:pt x="5556107" y="622846"/>
                  </a:cubicBezTo>
                  <a:cubicBezTo>
                    <a:pt x="5653152" y="835154"/>
                    <a:pt x="5505596" y="955882"/>
                    <a:pt x="5505596" y="955882"/>
                  </a:cubicBezTo>
                  <a:cubicBezTo>
                    <a:pt x="5631622" y="957703"/>
                    <a:pt x="5696375" y="824390"/>
                    <a:pt x="5696375" y="824390"/>
                  </a:cubicBezTo>
                  <a:cubicBezTo>
                    <a:pt x="5696375" y="961181"/>
                    <a:pt x="5627979" y="1000595"/>
                    <a:pt x="5627979" y="1000595"/>
                  </a:cubicBezTo>
                  <a:cubicBezTo>
                    <a:pt x="5627979" y="1000595"/>
                    <a:pt x="5631457" y="1004735"/>
                    <a:pt x="5636922" y="1011360"/>
                  </a:cubicBezTo>
                  <a:cubicBezTo>
                    <a:pt x="5681636" y="1025933"/>
                    <a:pt x="5726681" y="1040341"/>
                    <a:pt x="5771395" y="1054583"/>
                  </a:cubicBezTo>
                  <a:cubicBezTo>
                    <a:pt x="5743242" y="903218"/>
                    <a:pt x="5831842" y="773880"/>
                    <a:pt x="5836644" y="767090"/>
                  </a:cubicBezTo>
                  <a:cubicBezTo>
                    <a:pt x="5790108" y="918123"/>
                    <a:pt x="5894440" y="1047462"/>
                    <a:pt x="5894440" y="1047462"/>
                  </a:cubicBezTo>
                  <a:lnTo>
                    <a:pt x="5904708" y="1044481"/>
                  </a:lnTo>
                  <a:cubicBezTo>
                    <a:pt x="5934683" y="946608"/>
                    <a:pt x="6026264" y="879372"/>
                    <a:pt x="6032060" y="875397"/>
                  </a:cubicBezTo>
                  <a:cubicBezTo>
                    <a:pt x="6026760" y="886161"/>
                    <a:pt x="5901231" y="1141030"/>
                    <a:pt x="6032391" y="1097475"/>
                  </a:cubicBezTo>
                  <a:cubicBezTo>
                    <a:pt x="6166201" y="1052761"/>
                    <a:pt x="6162226" y="907524"/>
                    <a:pt x="6162226" y="907524"/>
                  </a:cubicBezTo>
                  <a:cubicBezTo>
                    <a:pt x="6203297" y="1054086"/>
                    <a:pt x="6076773" y="1145004"/>
                    <a:pt x="6076773" y="1145004"/>
                  </a:cubicBezTo>
                  <a:cubicBezTo>
                    <a:pt x="6076773" y="1145004"/>
                    <a:pt x="6095156" y="1152623"/>
                    <a:pt x="6125627" y="1169183"/>
                  </a:cubicBezTo>
                  <a:cubicBezTo>
                    <a:pt x="6143016" y="1174979"/>
                    <a:pt x="6160736" y="1180775"/>
                    <a:pt x="6178124" y="1186406"/>
                  </a:cubicBezTo>
                  <a:cubicBezTo>
                    <a:pt x="6204125" y="1051602"/>
                    <a:pt x="6349858" y="954226"/>
                    <a:pt x="6349858" y="954226"/>
                  </a:cubicBezTo>
                  <a:cubicBezTo>
                    <a:pt x="6266724" y="1044316"/>
                    <a:pt x="6270367" y="1148979"/>
                    <a:pt x="6289081" y="1222840"/>
                  </a:cubicBezTo>
                  <a:cubicBezTo>
                    <a:pt x="6304317" y="1227973"/>
                    <a:pt x="6319553" y="1232941"/>
                    <a:pt x="6334789" y="1237910"/>
                  </a:cubicBezTo>
                  <a:cubicBezTo>
                    <a:pt x="6364267" y="1150304"/>
                    <a:pt x="6453528" y="1100622"/>
                    <a:pt x="6458994" y="1097641"/>
                  </a:cubicBezTo>
                  <a:cubicBezTo>
                    <a:pt x="6456178" y="1104762"/>
                    <a:pt x="6410140" y="1218368"/>
                    <a:pt x="6408980" y="1262419"/>
                  </a:cubicBezTo>
                  <a:cubicBezTo>
                    <a:pt x="6417426" y="1265235"/>
                    <a:pt x="6426203" y="1267885"/>
                    <a:pt x="6434484" y="1270866"/>
                  </a:cubicBezTo>
                  <a:cubicBezTo>
                    <a:pt x="6484994" y="1228636"/>
                    <a:pt x="6537491" y="1065844"/>
                    <a:pt x="6537491" y="1065844"/>
                  </a:cubicBezTo>
                  <a:cubicBezTo>
                    <a:pt x="6547428" y="1132419"/>
                    <a:pt x="6522752" y="1263082"/>
                    <a:pt x="6515797" y="1297694"/>
                  </a:cubicBezTo>
                  <a:cubicBezTo>
                    <a:pt x="6518281" y="1298191"/>
                    <a:pt x="6520599" y="1298853"/>
                    <a:pt x="6522752" y="1299681"/>
                  </a:cubicBezTo>
                  <a:cubicBezTo>
                    <a:pt x="6607377" y="1228470"/>
                    <a:pt x="6601912" y="946111"/>
                    <a:pt x="6601912" y="946111"/>
                  </a:cubicBezTo>
                  <a:cubicBezTo>
                    <a:pt x="6686040" y="1053755"/>
                    <a:pt x="6649772" y="1218700"/>
                    <a:pt x="6622447" y="1303656"/>
                  </a:cubicBezTo>
                  <a:cubicBezTo>
                    <a:pt x="6658550" y="1230954"/>
                    <a:pt x="6726614" y="1158418"/>
                    <a:pt x="6730920" y="1153947"/>
                  </a:cubicBezTo>
                  <a:cubicBezTo>
                    <a:pt x="6693161" y="1219362"/>
                    <a:pt x="6698627" y="1301834"/>
                    <a:pt x="6716346" y="1363440"/>
                  </a:cubicBezTo>
                  <a:cubicBezTo>
                    <a:pt x="6736882" y="1370230"/>
                    <a:pt x="6757417" y="1376854"/>
                    <a:pt x="6777787" y="1383644"/>
                  </a:cubicBezTo>
                  <a:cubicBezTo>
                    <a:pt x="6785239" y="1247846"/>
                    <a:pt x="6948858" y="1106583"/>
                    <a:pt x="6959126" y="1097972"/>
                  </a:cubicBezTo>
                  <a:cubicBezTo>
                    <a:pt x="6831277" y="1232610"/>
                    <a:pt x="6883609" y="1369898"/>
                    <a:pt x="6916730" y="1428854"/>
                  </a:cubicBezTo>
                  <a:cubicBezTo>
                    <a:pt x="6922858" y="1430676"/>
                    <a:pt x="6928654" y="1432829"/>
                    <a:pt x="6934616" y="1434651"/>
                  </a:cubicBezTo>
                  <a:cubicBezTo>
                    <a:pt x="6935775" y="1335784"/>
                    <a:pt x="7034145" y="1247349"/>
                    <a:pt x="7040439" y="1241884"/>
                  </a:cubicBezTo>
                  <a:cubicBezTo>
                    <a:pt x="7036464" y="1250496"/>
                    <a:pt x="6938259" y="1457836"/>
                    <a:pt x="7040439" y="1419084"/>
                  </a:cubicBezTo>
                  <a:cubicBezTo>
                    <a:pt x="7145268" y="1379669"/>
                    <a:pt x="7135000" y="1212406"/>
                    <a:pt x="7135000" y="1212406"/>
                  </a:cubicBezTo>
                  <a:cubicBezTo>
                    <a:pt x="7216810" y="1364765"/>
                    <a:pt x="7135000" y="1491951"/>
                    <a:pt x="7135000" y="1491951"/>
                  </a:cubicBezTo>
                  <a:cubicBezTo>
                    <a:pt x="7274441" y="1437797"/>
                    <a:pt x="7289345" y="1221018"/>
                    <a:pt x="7289345" y="1221018"/>
                  </a:cubicBezTo>
                  <a:cubicBezTo>
                    <a:pt x="7380926" y="1355159"/>
                    <a:pt x="7305740" y="1520932"/>
                    <a:pt x="7291664" y="1549085"/>
                  </a:cubicBezTo>
                  <a:cubicBezTo>
                    <a:pt x="7292823" y="1549416"/>
                    <a:pt x="7293817" y="1549913"/>
                    <a:pt x="7294645" y="1550244"/>
                  </a:cubicBezTo>
                  <a:cubicBezTo>
                    <a:pt x="7404607" y="1472078"/>
                    <a:pt x="7390365" y="1097475"/>
                    <a:pt x="7390365" y="1097475"/>
                  </a:cubicBezTo>
                  <a:cubicBezTo>
                    <a:pt x="7548520" y="1255629"/>
                    <a:pt x="7449818" y="1517454"/>
                    <a:pt x="7425971" y="1573926"/>
                  </a:cubicBezTo>
                  <a:cubicBezTo>
                    <a:pt x="7515895" y="1379338"/>
                    <a:pt x="7645069" y="1296038"/>
                    <a:pt x="7653183" y="1291070"/>
                  </a:cubicBezTo>
                  <a:cubicBezTo>
                    <a:pt x="7556097" y="1418877"/>
                    <a:pt x="7570714" y="1546937"/>
                    <a:pt x="7591528" y="1618781"/>
                  </a:cubicBezTo>
                  <a:lnTo>
                    <a:pt x="7599033" y="1641468"/>
                  </a:lnTo>
                  <a:lnTo>
                    <a:pt x="0" y="1641468"/>
                  </a:lnTo>
                  <a:lnTo>
                    <a:pt x="0" y="48083"/>
                  </a:lnTo>
                  <a:lnTo>
                    <a:pt x="4463" y="54168"/>
                  </a:lnTo>
                  <a:cubicBezTo>
                    <a:pt x="34353" y="101688"/>
                    <a:pt x="55274" y="159955"/>
                    <a:pt x="47200" y="225722"/>
                  </a:cubicBezTo>
                  <a:cubicBezTo>
                    <a:pt x="62436" y="225225"/>
                    <a:pt x="77671" y="224728"/>
                    <a:pt x="92907" y="224397"/>
                  </a:cubicBezTo>
                  <a:cubicBezTo>
                    <a:pt x="118245" y="192601"/>
                    <a:pt x="142920" y="140600"/>
                    <a:pt x="143086" y="56140"/>
                  </a:cubicBezTo>
                  <a:cubicBezTo>
                    <a:pt x="143086" y="56140"/>
                    <a:pt x="177698" y="148714"/>
                    <a:pt x="173392" y="221747"/>
                  </a:cubicBezTo>
                  <a:cubicBezTo>
                    <a:pt x="199227" y="221085"/>
                    <a:pt x="224896" y="220753"/>
                    <a:pt x="250730" y="220257"/>
                  </a:cubicBezTo>
                  <a:cubicBezTo>
                    <a:pt x="251558" y="193097"/>
                    <a:pt x="255533" y="162625"/>
                    <a:pt x="266297" y="136294"/>
                  </a:cubicBezTo>
                  <a:cubicBezTo>
                    <a:pt x="266297" y="136294"/>
                    <a:pt x="269113" y="179683"/>
                    <a:pt x="284183" y="219429"/>
                  </a:cubicBezTo>
                  <a:cubicBezTo>
                    <a:pt x="297100" y="219263"/>
                    <a:pt x="310018" y="218932"/>
                    <a:pt x="322769" y="218600"/>
                  </a:cubicBezTo>
                  <a:cubicBezTo>
                    <a:pt x="324094" y="164281"/>
                    <a:pt x="334693" y="84790"/>
                    <a:pt x="382057" y="45873"/>
                  </a:cubicBezTo>
                  <a:cubicBezTo>
                    <a:pt x="382057" y="45873"/>
                    <a:pt x="368808" y="140269"/>
                    <a:pt x="379904" y="217607"/>
                  </a:cubicBezTo>
                  <a:cubicBezTo>
                    <a:pt x="408057" y="217110"/>
                    <a:pt x="436210" y="216779"/>
                    <a:pt x="464363" y="216613"/>
                  </a:cubicBezTo>
                  <a:cubicBezTo>
                    <a:pt x="464032" y="180180"/>
                    <a:pt x="472478" y="128179"/>
                    <a:pt x="513548" y="84956"/>
                  </a:cubicBezTo>
                  <a:cubicBezTo>
                    <a:pt x="513548" y="84956"/>
                    <a:pt x="503281" y="159148"/>
                    <a:pt x="528618" y="215785"/>
                  </a:cubicBezTo>
                  <a:cubicBezTo>
                    <a:pt x="563893" y="215454"/>
                    <a:pt x="599001" y="214957"/>
                    <a:pt x="634110" y="214957"/>
                  </a:cubicBezTo>
                  <a:cubicBezTo>
                    <a:pt x="636925" y="189123"/>
                    <a:pt x="634772" y="164944"/>
                    <a:pt x="634772" y="164944"/>
                  </a:cubicBezTo>
                  <a:cubicBezTo>
                    <a:pt x="634772" y="164944"/>
                    <a:pt x="652989" y="184982"/>
                    <a:pt x="666403" y="214957"/>
                  </a:cubicBezTo>
                  <a:lnTo>
                    <a:pt x="680645" y="214957"/>
                  </a:lnTo>
                  <a:cubicBezTo>
                    <a:pt x="687435" y="156333"/>
                    <a:pt x="711945" y="46535"/>
                    <a:pt x="803029" y="0"/>
                  </a:cubicBezTo>
                  <a:close/>
                </a:path>
              </a:pathLst>
            </a:custGeom>
            <a:gradFill>
              <a:gsLst>
                <a:gs pos="0">
                  <a:srgbClr val="7F905A"/>
                </a:gs>
                <a:gs pos="35000">
                  <a:srgbClr val="BDD377"/>
                </a:gs>
              </a:gsLst>
              <a:lin ang="21101917" scaled="1"/>
            </a:gradFill>
            <a:ln w="165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FE6029D-BBE1-391A-EF6C-83FAC7ED683A}"/>
              </a:ext>
            </a:extLst>
          </p:cNvPr>
          <p:cNvSpPr txBox="1"/>
          <p:nvPr userDrawn="1"/>
        </p:nvSpPr>
        <p:spPr>
          <a:xfrm>
            <a:off x="2810494" y="-83125"/>
            <a:ext cx="9381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+mn-lt"/>
              </a:rPr>
              <a:t>Attribution: </a:t>
            </a:r>
            <a:r>
              <a:rPr lang="en-US" sz="2400" dirty="0">
                <a:latin typeface="+mn-lt"/>
              </a:rPr>
              <a:t>The presentation template is designed by </a:t>
            </a:r>
            <a:r>
              <a:rPr lang="en-US" sz="2400" b="1" dirty="0" err="1">
                <a:latin typeface="+mn-lt"/>
              </a:rPr>
              <a:t>SketchBubble.com</a:t>
            </a:r>
            <a:endParaRPr lang="en-US" sz="2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10789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748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53600" y="158744"/>
            <a:ext cx="11886461" cy="439200"/>
          </a:xfrm>
        </p:spPr>
        <p:txBody>
          <a:bodyPr>
            <a:noAutofit/>
          </a:bodyPr>
          <a:lstStyle>
            <a:lvl1pPr>
              <a:defRPr sz="2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51940" y="583128"/>
            <a:ext cx="11886461" cy="5832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0293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5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452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26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389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8769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268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6268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8891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4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919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388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/>
            <a:ahLst/>
            <a:cxnLst/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t>9/10/2026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564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6A364-A39C-470E-B89A-9BD899585684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1420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FigureOut">
              <a:rPr lang="en-US" dirty="0"/>
              <a:t>9/10/2026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051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dirty="0"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891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884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/>
            <a:ahLst/>
            <a:cxnLst/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3727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 noChangeAspect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/>
            <a:ahLst/>
            <a:cxnLst/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E16723-2C2F-40DB-89B2-A94AAE77E75C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4028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B73AF-3955-4569-8B4F-B329360A9CBD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0668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ADC593-EA98-4C39-A75F-3F3A9C691019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2376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/>
            <a:ahLst/>
            <a:cxnLst/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06872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86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424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190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2692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9687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C8C146-0A20-4029-98D5-9A42EEDF8B24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7397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/>
            <a:ahLst/>
            <a:cxnLst/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3859A7-84EB-4384-87AF-59CC16704CF8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4660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/>
            <a:ahLst/>
            <a:cxnLst/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endParaRPr/>
          </a:p>
        </p:txBody>
      </p:sp>
    </p:spTree>
    <p:extLst>
      <p:ext uri="{BB962C8B-B14F-4D97-AF65-F5344CB8AC3E}">
        <p14:creationId xmlns:p14="http://schemas.microsoft.com/office/powerpoint/2010/main" val="145711817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573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40A1F3-DA5D-4F2E-B759-748FF8D0ACA9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/>
            <a:ahLst/>
            <a:cxnLst/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771039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/>
            <a:ahLst/>
            <a:cxnLst/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652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765B10-D26A-480A-9509-A9831C5E60D8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5811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CB42A-67CE-499B-A4FA-7D4E4469B142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9464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9E5040-F7E0-40EC-B8E9-CED28200FAA3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7515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CFF128-BAC7-4E0D-8F77-28A571D93B6F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00499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33033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682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99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29" Type="http://schemas.openxmlformats.org/officeDocument/2006/relationships/theme" Target="../theme/theme4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28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Relationship Id="rId27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D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Questrial" pitchFamily="2" charset="0"/>
              </a:defRPr>
            </a:lvl1pPr>
          </a:lstStyle>
          <a:p>
            <a:fld id="{55ED228B-CD6F-4D93-A075-1E2773C93620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Questrial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Questrial" pitchFamily="2" charset="0"/>
              </a:defRPr>
            </a:lvl1pPr>
          </a:lstStyle>
          <a:p>
            <a:fld id="{E0142D3E-FA9B-4295-ADA1-4DDAF2079E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42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90" r:id="rId2"/>
    <p:sldLayoutId id="2147483691" r:id="rId3"/>
    <p:sldLayoutId id="2147483692" r:id="rId4"/>
    <p:sldLayoutId id="2147483683" r:id="rId5"/>
    <p:sldLayoutId id="2147483693" r:id="rId6"/>
    <p:sldLayoutId id="214748369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Questrial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Questrial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Questrial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Questrial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Questrial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Questrial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D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Questrial" pitchFamily="2" charset="0"/>
              </a:defRPr>
            </a:lvl1pPr>
          </a:lstStyle>
          <a:p>
            <a:fld id="{55ED228B-CD6F-4D93-A075-1E2773C93620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Questrial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Questrial" pitchFamily="2" charset="0"/>
              </a:defRPr>
            </a:lvl1pPr>
          </a:lstStyle>
          <a:p>
            <a:fld id="{E0142D3E-FA9B-4295-ADA1-4DDAF2079E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54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Questrial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Questrial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Questrial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Questrial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Questrial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Questrial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47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FA43F5B-065E-43CE-B3FD-98C48A6F94D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20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  <p:sldLayoutId id="2147483739" r:id="rId20"/>
    <p:sldLayoutId id="2147483740" r:id="rId21"/>
    <p:sldLayoutId id="2147483741" r:id="rId22"/>
    <p:sldLayoutId id="2147483742" r:id="rId23"/>
    <p:sldLayoutId id="2147483743" r:id="rId24"/>
    <p:sldLayoutId id="2147483744" r:id="rId25"/>
    <p:sldLayoutId id="2147483745" r:id="rId26"/>
    <p:sldLayoutId id="2147483746" r:id="rId27"/>
    <p:sldLayoutId id="2147483747" r:id="rId2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42.svg"/><Relationship Id="rId11" Type="http://schemas.openxmlformats.org/officeDocument/2006/relationships/image" Target="../media/image47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A7185-5209-7CA7-1E7E-8447FC80D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EA178A-A16C-F7BA-81D1-1D625B8626A7}"/>
              </a:ext>
            </a:extLst>
          </p:cNvPr>
          <p:cNvSpPr txBox="1"/>
          <p:nvPr/>
        </p:nvSpPr>
        <p:spPr>
          <a:xfrm>
            <a:off x="595550" y="1657256"/>
            <a:ext cx="1014613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600" normalizeH="0" baseline="0" noProof="0" dirty="0">
                <a:ln>
                  <a:noFill/>
                </a:ln>
                <a:solidFill>
                  <a:srgbClr val="667448"/>
                </a:solidFill>
                <a:effectLst/>
                <a:uLnTx/>
                <a:uFillTx/>
                <a:latin typeface="Questrial" pitchFamily="2" charset="0"/>
                <a:ea typeface="+mn-ea"/>
                <a:cs typeface="+mn-cs"/>
              </a:rPr>
              <a:t>LUMPY Skin Disease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600" normalizeH="0" baseline="0" noProof="0" dirty="0">
                <a:ln>
                  <a:noFill/>
                </a:ln>
                <a:solidFill>
                  <a:srgbClr val="667448"/>
                </a:solidFill>
                <a:effectLst/>
                <a:uLnTx/>
                <a:uFillTx/>
                <a:latin typeface="Questrial" pitchFamily="2" charset="0"/>
                <a:ea typeface="+mn-ea"/>
                <a:cs typeface="+mn-cs"/>
              </a:rPr>
              <a:t>Detection Using XAI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7595989-5A0D-748E-6023-7DA2A4EE9A5A}"/>
              </a:ext>
            </a:extLst>
          </p:cNvPr>
          <p:cNvGrpSpPr/>
          <p:nvPr/>
        </p:nvGrpSpPr>
        <p:grpSpPr>
          <a:xfrm>
            <a:off x="6750295" y="1085472"/>
            <a:ext cx="6195228" cy="5373996"/>
            <a:chOff x="5996772" y="1135714"/>
            <a:chExt cx="6195228" cy="5373996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25CA828-C39C-1376-A9F9-3C93E5D3E76F}"/>
                </a:ext>
              </a:extLst>
            </p:cNvPr>
            <p:cNvGrpSpPr/>
            <p:nvPr/>
          </p:nvGrpSpPr>
          <p:grpSpPr>
            <a:xfrm>
              <a:off x="10910304" y="3611315"/>
              <a:ext cx="1281696" cy="1160239"/>
              <a:chOff x="10910304" y="3611315"/>
              <a:chExt cx="1281696" cy="1160239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C56D2F2D-C1CA-57A7-74B1-8F65B600946F}"/>
                  </a:ext>
                </a:extLst>
              </p:cNvPr>
              <p:cNvSpPr/>
              <p:nvPr/>
            </p:nvSpPr>
            <p:spPr>
              <a:xfrm>
                <a:off x="10910304" y="3991254"/>
                <a:ext cx="1110666" cy="766061"/>
              </a:xfrm>
              <a:custGeom>
                <a:avLst/>
                <a:gdLst>
                  <a:gd name="connsiteX0" fmla="*/ 327826 w 1266857"/>
                  <a:gd name="connsiteY0" fmla="*/ 310416 h 873791"/>
                  <a:gd name="connsiteX1" fmla="*/ 423468 w 1266857"/>
                  <a:gd name="connsiteY1" fmla="*/ 348062 h 873791"/>
                  <a:gd name="connsiteX2" fmla="*/ 603562 w 1266857"/>
                  <a:gd name="connsiteY2" fmla="*/ 461002 h 873791"/>
                  <a:gd name="connsiteX3" fmla="*/ 673768 w 1266857"/>
                  <a:gd name="connsiteY3" fmla="*/ 531208 h 873791"/>
                  <a:gd name="connsiteX4" fmla="*/ 688013 w 1266857"/>
                  <a:gd name="connsiteY4" fmla="*/ 804910 h 873791"/>
                  <a:gd name="connsiteX5" fmla="*/ 712432 w 1266857"/>
                  <a:gd name="connsiteY5" fmla="*/ 842556 h 873791"/>
                  <a:gd name="connsiteX6" fmla="*/ 766359 w 1266857"/>
                  <a:gd name="connsiteY6" fmla="*/ 830347 h 873791"/>
                  <a:gd name="connsiteX7" fmla="*/ 852845 w 1266857"/>
                  <a:gd name="connsiteY7" fmla="*/ 653305 h 873791"/>
                  <a:gd name="connsiteX8" fmla="*/ 1007501 w 1266857"/>
                  <a:gd name="connsiteY8" fmla="*/ 587170 h 873791"/>
                  <a:gd name="connsiteX9" fmla="*/ 1131634 w 1266857"/>
                  <a:gd name="connsiteY9" fmla="*/ 659410 h 873791"/>
                  <a:gd name="connsiteX10" fmla="*/ 1132651 w 1266857"/>
                  <a:gd name="connsiteY10" fmla="*/ 815084 h 873791"/>
                  <a:gd name="connsiteX11" fmla="*/ 1154018 w 1266857"/>
                  <a:gd name="connsiteY11" fmla="*/ 871046 h 873791"/>
                  <a:gd name="connsiteX12" fmla="*/ 1210997 w 1266857"/>
                  <a:gd name="connsiteY12" fmla="*/ 847644 h 873791"/>
                  <a:gd name="connsiteX13" fmla="*/ 1229311 w 1266857"/>
                  <a:gd name="connsiteY13" fmla="*/ 525103 h 873791"/>
                  <a:gd name="connsiteX14" fmla="*/ 1002414 w 1266857"/>
                  <a:gd name="connsiteY14" fmla="*/ 272769 h 873791"/>
                  <a:gd name="connsiteX15" fmla="*/ 653418 w 1266857"/>
                  <a:gd name="connsiteY15" fmla="*/ 45872 h 873791"/>
                  <a:gd name="connsiteX16" fmla="*/ 246427 w 1266857"/>
                  <a:gd name="connsiteY16" fmla="*/ 36714 h 873791"/>
                  <a:gd name="connsiteX17" fmla="*/ 6302 w 1266857"/>
                  <a:gd name="connsiteY17" fmla="*/ 320590 h 873791"/>
                  <a:gd name="connsiteX18" fmla="*/ 20547 w 1266857"/>
                  <a:gd name="connsiteY18" fmla="*/ 403006 h 873791"/>
                  <a:gd name="connsiteX19" fmla="*/ 112120 w 1266857"/>
                  <a:gd name="connsiteY19" fmla="*/ 358237 h 873791"/>
                  <a:gd name="connsiteX20" fmla="*/ 325791 w 1266857"/>
                  <a:gd name="connsiteY20" fmla="*/ 310416 h 873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66857" h="873791">
                    <a:moveTo>
                      <a:pt x="327826" y="310416"/>
                    </a:moveTo>
                    <a:cubicBezTo>
                      <a:pt x="361402" y="317538"/>
                      <a:pt x="392944" y="332800"/>
                      <a:pt x="423468" y="348062"/>
                    </a:cubicBezTo>
                    <a:cubicBezTo>
                      <a:pt x="486552" y="381639"/>
                      <a:pt x="546583" y="419286"/>
                      <a:pt x="603562" y="461002"/>
                    </a:cubicBezTo>
                    <a:cubicBezTo>
                      <a:pt x="631034" y="480335"/>
                      <a:pt x="657488" y="501701"/>
                      <a:pt x="673768" y="531208"/>
                    </a:cubicBezTo>
                    <a:cubicBezTo>
                      <a:pt x="718537" y="611589"/>
                      <a:pt x="665628" y="715372"/>
                      <a:pt x="688013" y="804910"/>
                    </a:cubicBezTo>
                    <a:cubicBezTo>
                      <a:pt x="692083" y="820172"/>
                      <a:pt x="698188" y="835434"/>
                      <a:pt x="712432" y="842556"/>
                    </a:cubicBezTo>
                    <a:cubicBezTo>
                      <a:pt x="729729" y="851714"/>
                      <a:pt x="752114" y="842556"/>
                      <a:pt x="766359" y="830347"/>
                    </a:cubicBezTo>
                    <a:cubicBezTo>
                      <a:pt x="816215" y="786595"/>
                      <a:pt x="815198" y="708249"/>
                      <a:pt x="852845" y="653305"/>
                    </a:cubicBezTo>
                    <a:cubicBezTo>
                      <a:pt x="886421" y="605484"/>
                      <a:pt x="949505" y="583100"/>
                      <a:pt x="1007501" y="587170"/>
                    </a:cubicBezTo>
                    <a:cubicBezTo>
                      <a:pt x="1057358" y="590222"/>
                      <a:pt x="1110267" y="613624"/>
                      <a:pt x="1131634" y="659410"/>
                    </a:cubicBezTo>
                    <a:cubicBezTo>
                      <a:pt x="1154018" y="707232"/>
                      <a:pt x="1136721" y="762175"/>
                      <a:pt x="1132651" y="815084"/>
                    </a:cubicBezTo>
                    <a:cubicBezTo>
                      <a:pt x="1131634" y="836452"/>
                      <a:pt x="1134686" y="861889"/>
                      <a:pt x="1154018" y="871046"/>
                    </a:cubicBezTo>
                    <a:cubicBezTo>
                      <a:pt x="1174367" y="880203"/>
                      <a:pt x="1196752" y="864941"/>
                      <a:pt x="1210997" y="847644"/>
                    </a:cubicBezTo>
                    <a:cubicBezTo>
                      <a:pt x="1284255" y="760141"/>
                      <a:pt x="1280185" y="626851"/>
                      <a:pt x="1229311" y="525103"/>
                    </a:cubicBezTo>
                    <a:cubicBezTo>
                      <a:pt x="1178437" y="423356"/>
                      <a:pt x="1089917" y="346027"/>
                      <a:pt x="1002414" y="272769"/>
                    </a:cubicBezTo>
                    <a:cubicBezTo>
                      <a:pt x="894561" y="184249"/>
                      <a:pt x="782638" y="97763"/>
                      <a:pt x="653418" y="45872"/>
                    </a:cubicBezTo>
                    <a:cubicBezTo>
                      <a:pt x="524199" y="-6020"/>
                      <a:pt x="373612" y="-20265"/>
                      <a:pt x="246427" y="36714"/>
                    </a:cubicBezTo>
                    <a:cubicBezTo>
                      <a:pt x="129417" y="88605"/>
                      <a:pt x="41914" y="197476"/>
                      <a:pt x="6302" y="320590"/>
                    </a:cubicBezTo>
                    <a:cubicBezTo>
                      <a:pt x="197" y="340940"/>
                      <a:pt x="-8960" y="393849"/>
                      <a:pt x="20547" y="403006"/>
                    </a:cubicBezTo>
                    <a:cubicBezTo>
                      <a:pt x="40897" y="409111"/>
                      <a:pt x="92788" y="368412"/>
                      <a:pt x="112120" y="358237"/>
                    </a:cubicBezTo>
                    <a:cubicBezTo>
                      <a:pt x="178256" y="324660"/>
                      <a:pt x="250497" y="296171"/>
                      <a:pt x="325791" y="310416"/>
                    </a:cubicBezTo>
                    <a:close/>
                  </a:path>
                </a:pathLst>
              </a:custGeom>
              <a:solidFill>
                <a:srgbClr val="694520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FFE0381A-3EF1-E618-13B1-BD333C3F052C}"/>
                  </a:ext>
                </a:extLst>
              </p:cNvPr>
              <p:cNvSpPr/>
              <p:nvPr/>
            </p:nvSpPr>
            <p:spPr>
              <a:xfrm>
                <a:off x="11217814" y="3611315"/>
                <a:ext cx="974186" cy="1160239"/>
              </a:xfrm>
              <a:custGeom>
                <a:avLst/>
                <a:gdLst>
                  <a:gd name="connsiteX0" fmla="*/ 717833 w 974186"/>
                  <a:gd name="connsiteY0" fmla="*/ 8 h 1160239"/>
                  <a:gd name="connsiteX1" fmla="*/ 931053 w 974186"/>
                  <a:gd name="connsiteY1" fmla="*/ 37703 h 1160239"/>
                  <a:gd name="connsiteX2" fmla="*/ 974186 w 974186"/>
                  <a:gd name="connsiteY2" fmla="*/ 58030 h 1160239"/>
                  <a:gd name="connsiteX3" fmla="*/ 974186 w 974186"/>
                  <a:gd name="connsiteY3" fmla="*/ 999291 h 1160239"/>
                  <a:gd name="connsiteX4" fmla="*/ 955782 w 974186"/>
                  <a:gd name="connsiteY4" fmla="*/ 1000867 h 1160239"/>
                  <a:gd name="connsiteX5" fmla="*/ 890664 w 974186"/>
                  <a:gd name="connsiteY5" fmla="*/ 1001760 h 1160239"/>
                  <a:gd name="connsiteX6" fmla="*/ 753291 w 974186"/>
                  <a:gd name="connsiteY6" fmla="*/ 1152514 h 1160239"/>
                  <a:gd name="connsiteX7" fmla="*/ 706013 w 974186"/>
                  <a:gd name="connsiteY7" fmla="*/ 1152514 h 1160239"/>
                  <a:gd name="connsiteX8" fmla="*/ 699768 w 974186"/>
                  <a:gd name="connsiteY8" fmla="*/ 1100775 h 1160239"/>
                  <a:gd name="connsiteX9" fmla="*/ 744370 w 974186"/>
                  <a:gd name="connsiteY9" fmla="*/ 973215 h 1160239"/>
                  <a:gd name="connsiteX10" fmla="*/ 703336 w 974186"/>
                  <a:gd name="connsiteY10" fmla="*/ 881335 h 1160239"/>
                  <a:gd name="connsiteX11" fmla="*/ 602537 w 974186"/>
                  <a:gd name="connsiteY11" fmla="*/ 864387 h 1160239"/>
                  <a:gd name="connsiteX12" fmla="*/ 552583 w 974186"/>
                  <a:gd name="connsiteY12" fmla="*/ 894716 h 1160239"/>
                  <a:gd name="connsiteX13" fmla="*/ 536526 w 974186"/>
                  <a:gd name="connsiteY13" fmla="*/ 933073 h 1160239"/>
                  <a:gd name="connsiteX14" fmla="*/ 509766 w 974186"/>
                  <a:gd name="connsiteY14" fmla="*/ 1025845 h 1160239"/>
                  <a:gd name="connsiteX15" fmla="*/ 472300 w 974186"/>
                  <a:gd name="connsiteY15" fmla="*/ 1074015 h 1160239"/>
                  <a:gd name="connsiteX16" fmla="*/ 430374 w 974186"/>
                  <a:gd name="connsiteY16" fmla="*/ 1038334 h 1160239"/>
                  <a:gd name="connsiteX17" fmla="*/ 429483 w 974186"/>
                  <a:gd name="connsiteY17" fmla="*/ 977675 h 1160239"/>
                  <a:gd name="connsiteX18" fmla="*/ 372392 w 974186"/>
                  <a:gd name="connsiteY18" fmla="*/ 828705 h 1160239"/>
                  <a:gd name="connsiteX19" fmla="*/ 326899 w 974186"/>
                  <a:gd name="connsiteY19" fmla="*/ 723446 h 1160239"/>
                  <a:gd name="connsiteX20" fmla="*/ 183281 w 974186"/>
                  <a:gd name="connsiteY20" fmla="*/ 623538 h 1160239"/>
                  <a:gd name="connsiteX21" fmla="*/ 6659 w 974186"/>
                  <a:gd name="connsiteY21" fmla="*/ 601238 h 1160239"/>
                  <a:gd name="connsiteX22" fmla="*/ 9334 w 974186"/>
                  <a:gd name="connsiteY22" fmla="*/ 601238 h 1160239"/>
                  <a:gd name="connsiteX23" fmla="*/ 104782 w 974186"/>
                  <a:gd name="connsiteY23" fmla="*/ 239964 h 1160239"/>
                  <a:gd name="connsiteX24" fmla="*/ 426806 w 974186"/>
                  <a:gd name="connsiteY24" fmla="*/ 49070 h 1160239"/>
                  <a:gd name="connsiteX25" fmla="*/ 717833 w 974186"/>
                  <a:gd name="connsiteY25" fmla="*/ 8 h 1160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974186" h="1160239">
                    <a:moveTo>
                      <a:pt x="717833" y="8"/>
                    </a:moveTo>
                    <a:cubicBezTo>
                      <a:pt x="791258" y="342"/>
                      <a:pt x="863555" y="11716"/>
                      <a:pt x="931053" y="37703"/>
                    </a:cubicBezTo>
                    <a:lnTo>
                      <a:pt x="974186" y="58030"/>
                    </a:lnTo>
                    <a:lnTo>
                      <a:pt x="974186" y="999291"/>
                    </a:lnTo>
                    <a:lnTo>
                      <a:pt x="955782" y="1000867"/>
                    </a:lnTo>
                    <a:cubicBezTo>
                      <a:pt x="933481" y="999083"/>
                      <a:pt x="911180" y="995515"/>
                      <a:pt x="890664" y="1001760"/>
                    </a:cubicBezTo>
                    <a:cubicBezTo>
                      <a:pt x="823761" y="1020493"/>
                      <a:pt x="814840" y="1119508"/>
                      <a:pt x="753291" y="1152514"/>
                    </a:cubicBezTo>
                    <a:cubicBezTo>
                      <a:pt x="738126" y="1161433"/>
                      <a:pt x="718500" y="1164110"/>
                      <a:pt x="706013" y="1152514"/>
                    </a:cubicBezTo>
                    <a:cubicBezTo>
                      <a:pt x="692632" y="1140025"/>
                      <a:pt x="695309" y="1118616"/>
                      <a:pt x="699768" y="1100775"/>
                    </a:cubicBezTo>
                    <a:cubicBezTo>
                      <a:pt x="710472" y="1057066"/>
                      <a:pt x="737234" y="1017816"/>
                      <a:pt x="744370" y="973215"/>
                    </a:cubicBezTo>
                    <a:cubicBezTo>
                      <a:pt x="749723" y="938426"/>
                      <a:pt x="731882" y="901852"/>
                      <a:pt x="703336" y="881335"/>
                    </a:cubicBezTo>
                    <a:cubicBezTo>
                      <a:pt x="674791" y="860818"/>
                      <a:pt x="636434" y="856359"/>
                      <a:pt x="602537" y="864387"/>
                    </a:cubicBezTo>
                    <a:cubicBezTo>
                      <a:pt x="582912" y="869739"/>
                      <a:pt x="564179" y="878659"/>
                      <a:pt x="552583" y="894716"/>
                    </a:cubicBezTo>
                    <a:cubicBezTo>
                      <a:pt x="544554" y="905420"/>
                      <a:pt x="540094" y="919693"/>
                      <a:pt x="536526" y="933073"/>
                    </a:cubicBezTo>
                    <a:cubicBezTo>
                      <a:pt x="527606" y="964295"/>
                      <a:pt x="518685" y="994624"/>
                      <a:pt x="509766" y="1025845"/>
                    </a:cubicBezTo>
                    <a:cubicBezTo>
                      <a:pt x="503521" y="1046362"/>
                      <a:pt x="493709" y="1071338"/>
                      <a:pt x="472300" y="1074015"/>
                    </a:cubicBezTo>
                    <a:cubicBezTo>
                      <a:pt x="451783" y="1077583"/>
                      <a:pt x="434835" y="1057958"/>
                      <a:pt x="430374" y="1038334"/>
                    </a:cubicBezTo>
                    <a:cubicBezTo>
                      <a:pt x="425914" y="1018709"/>
                      <a:pt x="429483" y="998192"/>
                      <a:pt x="429483" y="977675"/>
                    </a:cubicBezTo>
                    <a:cubicBezTo>
                      <a:pt x="427698" y="924153"/>
                      <a:pt x="393801" y="877767"/>
                      <a:pt x="372392" y="828705"/>
                    </a:cubicBezTo>
                    <a:cubicBezTo>
                      <a:pt x="357228" y="793024"/>
                      <a:pt x="347416" y="755559"/>
                      <a:pt x="326899" y="723446"/>
                    </a:cubicBezTo>
                    <a:cubicBezTo>
                      <a:pt x="294785" y="672600"/>
                      <a:pt x="240371" y="640486"/>
                      <a:pt x="183281" y="623538"/>
                    </a:cubicBezTo>
                    <a:cubicBezTo>
                      <a:pt x="126191" y="606590"/>
                      <a:pt x="66425" y="603914"/>
                      <a:pt x="6659" y="601238"/>
                    </a:cubicBezTo>
                    <a:lnTo>
                      <a:pt x="9334" y="601238"/>
                    </a:lnTo>
                    <a:cubicBezTo>
                      <a:pt x="-19210" y="478137"/>
                      <a:pt x="19147" y="333628"/>
                      <a:pt x="104782" y="239964"/>
                    </a:cubicBezTo>
                    <a:cubicBezTo>
                      <a:pt x="189525" y="147193"/>
                      <a:pt x="306382" y="88319"/>
                      <a:pt x="426806" y="49070"/>
                    </a:cubicBezTo>
                    <a:cubicBezTo>
                      <a:pt x="520024" y="18740"/>
                      <a:pt x="619932" y="-439"/>
                      <a:pt x="717833" y="8"/>
                    </a:cubicBezTo>
                    <a:close/>
                  </a:path>
                </a:pathLst>
              </a:custGeom>
              <a:solidFill>
                <a:srgbClr val="E5AC9C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9C492287-D552-E165-9387-850E68481843}"/>
                  </a:ext>
                </a:extLst>
              </p:cNvPr>
              <p:cNvSpPr/>
              <p:nvPr/>
            </p:nvSpPr>
            <p:spPr>
              <a:xfrm>
                <a:off x="12008128" y="4049792"/>
                <a:ext cx="183872" cy="486141"/>
              </a:xfrm>
              <a:custGeom>
                <a:avLst/>
                <a:gdLst>
                  <a:gd name="connsiteX0" fmla="*/ 183872 w 183872"/>
                  <a:gd name="connsiteY0" fmla="*/ 0 h 486141"/>
                  <a:gd name="connsiteX1" fmla="*/ 183872 w 183872"/>
                  <a:gd name="connsiteY1" fmla="*/ 476393 h 486141"/>
                  <a:gd name="connsiteX2" fmla="*/ 177288 w 183872"/>
                  <a:gd name="connsiteY2" fmla="*/ 478652 h 486141"/>
                  <a:gd name="connsiteX3" fmla="*/ 126219 w 183872"/>
                  <a:gd name="connsiteY3" fmla="*/ 485677 h 486141"/>
                  <a:gd name="connsiteX4" fmla="*/ 37016 w 183872"/>
                  <a:gd name="connsiteY4" fmla="*/ 423235 h 486141"/>
                  <a:gd name="connsiteX5" fmla="*/ 5795 w 183872"/>
                  <a:gd name="connsiteY5" fmla="*/ 357225 h 486141"/>
                  <a:gd name="connsiteX6" fmla="*/ 37016 w 183872"/>
                  <a:gd name="connsiteY6" fmla="*/ 183278 h 486141"/>
                  <a:gd name="connsiteX7" fmla="*/ 137816 w 183872"/>
                  <a:gd name="connsiteY7" fmla="*/ 57501 h 486141"/>
                  <a:gd name="connsiteX8" fmla="*/ 174278 w 183872"/>
                  <a:gd name="connsiteY8" fmla="*/ 5874 h 486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3872" h="486141">
                    <a:moveTo>
                      <a:pt x="183872" y="0"/>
                    </a:moveTo>
                    <a:lnTo>
                      <a:pt x="183872" y="476393"/>
                    </a:lnTo>
                    <a:lnTo>
                      <a:pt x="177288" y="478652"/>
                    </a:lnTo>
                    <a:cubicBezTo>
                      <a:pt x="160562" y="483893"/>
                      <a:pt x="143613" y="487461"/>
                      <a:pt x="126219" y="485677"/>
                    </a:cubicBezTo>
                    <a:cubicBezTo>
                      <a:pt x="88754" y="482109"/>
                      <a:pt x="58425" y="454456"/>
                      <a:pt x="37016" y="423235"/>
                    </a:cubicBezTo>
                    <a:cubicBezTo>
                      <a:pt x="22744" y="402718"/>
                      <a:pt x="12039" y="380417"/>
                      <a:pt x="5795" y="357225"/>
                    </a:cubicBezTo>
                    <a:cubicBezTo>
                      <a:pt x="-9369" y="299242"/>
                      <a:pt x="6687" y="235908"/>
                      <a:pt x="37016" y="183278"/>
                    </a:cubicBezTo>
                    <a:cubicBezTo>
                      <a:pt x="64670" y="136000"/>
                      <a:pt x="109270" y="102995"/>
                      <a:pt x="137816" y="57501"/>
                    </a:cubicBezTo>
                    <a:cubicBezTo>
                      <a:pt x="149858" y="37876"/>
                      <a:pt x="160117" y="19143"/>
                      <a:pt x="174278" y="5874"/>
                    </a:cubicBezTo>
                    <a:close/>
                  </a:path>
                </a:pathLst>
              </a:custGeom>
              <a:solidFill>
                <a:srgbClr val="EFCDC4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C647ACA3-DD7E-B090-4CDF-1D6A14BB8399}"/>
                  </a:ext>
                </a:extLst>
              </p:cNvPr>
              <p:cNvSpPr/>
              <p:nvPr/>
            </p:nvSpPr>
            <p:spPr>
              <a:xfrm>
                <a:off x="11518341" y="3778578"/>
                <a:ext cx="638807" cy="569064"/>
              </a:xfrm>
              <a:custGeom>
                <a:avLst/>
                <a:gdLst>
                  <a:gd name="connsiteX0" fmla="*/ 711792 w 728642"/>
                  <a:gd name="connsiteY0" fmla="*/ 149061 h 649091"/>
                  <a:gd name="connsiteX1" fmla="*/ 719932 w 728642"/>
                  <a:gd name="connsiteY1" fmla="*/ 275228 h 649091"/>
                  <a:gd name="connsiteX2" fmla="*/ 686355 w 728642"/>
                  <a:gd name="connsiteY2" fmla="*/ 345434 h 649091"/>
                  <a:gd name="connsiteX3" fmla="*/ 671092 w 728642"/>
                  <a:gd name="connsiteY3" fmla="*/ 417675 h 649091"/>
                  <a:gd name="connsiteX4" fmla="*/ 591729 w 728642"/>
                  <a:gd name="connsiteY4" fmla="*/ 589629 h 649091"/>
                  <a:gd name="connsiteX5" fmla="*/ 585625 w 728642"/>
                  <a:gd name="connsiteY5" fmla="*/ 631346 h 649091"/>
                  <a:gd name="connsiteX6" fmla="*/ 552048 w 728642"/>
                  <a:gd name="connsiteY6" fmla="*/ 646608 h 649091"/>
                  <a:gd name="connsiteX7" fmla="*/ 542890 w 728642"/>
                  <a:gd name="connsiteY7" fmla="*/ 636433 h 649091"/>
                  <a:gd name="connsiteX8" fmla="*/ 357709 w 728642"/>
                  <a:gd name="connsiteY8" fmla="*/ 590646 h 649091"/>
                  <a:gd name="connsiteX9" fmla="*/ 159301 w 728642"/>
                  <a:gd name="connsiteY9" fmla="*/ 617101 h 649091"/>
                  <a:gd name="connsiteX10" fmla="*/ 37203 w 728642"/>
                  <a:gd name="connsiteY10" fmla="*/ 539772 h 649091"/>
                  <a:gd name="connsiteX11" fmla="*/ 8714 w 728642"/>
                  <a:gd name="connsiteY11" fmla="*/ 327120 h 649091"/>
                  <a:gd name="connsiteX12" fmla="*/ 195930 w 728642"/>
                  <a:gd name="connsiteY12" fmla="*/ 49349 h 649091"/>
                  <a:gd name="connsiteX13" fmla="*/ 499138 w 728642"/>
                  <a:gd name="connsiteY13" fmla="*/ 6614 h 649091"/>
                  <a:gd name="connsiteX14" fmla="*/ 712809 w 728642"/>
                  <a:gd name="connsiteY14" fmla="*/ 150079 h 649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28642" h="649091">
                    <a:moveTo>
                      <a:pt x="711792" y="149061"/>
                    </a:moveTo>
                    <a:cubicBezTo>
                      <a:pt x="729089" y="188743"/>
                      <a:pt x="735193" y="234529"/>
                      <a:pt x="719932" y="275228"/>
                    </a:cubicBezTo>
                    <a:cubicBezTo>
                      <a:pt x="710774" y="299648"/>
                      <a:pt x="694495" y="321015"/>
                      <a:pt x="686355" y="345434"/>
                    </a:cubicBezTo>
                    <a:cubicBezTo>
                      <a:pt x="678215" y="368836"/>
                      <a:pt x="678215" y="393256"/>
                      <a:pt x="671092" y="417675"/>
                    </a:cubicBezTo>
                    <a:cubicBezTo>
                      <a:pt x="653796" y="478724"/>
                      <a:pt x="596816" y="526546"/>
                      <a:pt x="591729" y="589629"/>
                    </a:cubicBezTo>
                    <a:cubicBezTo>
                      <a:pt x="590712" y="603874"/>
                      <a:pt x="591729" y="618118"/>
                      <a:pt x="585625" y="631346"/>
                    </a:cubicBezTo>
                    <a:cubicBezTo>
                      <a:pt x="579519" y="644573"/>
                      <a:pt x="563240" y="653730"/>
                      <a:pt x="552048" y="646608"/>
                    </a:cubicBezTo>
                    <a:cubicBezTo>
                      <a:pt x="547978" y="643555"/>
                      <a:pt x="544925" y="639485"/>
                      <a:pt x="542890" y="636433"/>
                    </a:cubicBezTo>
                    <a:cubicBezTo>
                      <a:pt x="502191" y="582507"/>
                      <a:pt x="423845" y="578437"/>
                      <a:pt x="357709" y="590646"/>
                    </a:cubicBezTo>
                    <a:cubicBezTo>
                      <a:pt x="291573" y="602856"/>
                      <a:pt x="225437" y="628293"/>
                      <a:pt x="159301" y="617101"/>
                    </a:cubicBezTo>
                    <a:cubicBezTo>
                      <a:pt x="110462" y="608961"/>
                      <a:pt x="64675" y="580472"/>
                      <a:pt x="37203" y="539772"/>
                    </a:cubicBezTo>
                    <a:cubicBezTo>
                      <a:pt x="-4513" y="479741"/>
                      <a:pt x="-6548" y="399361"/>
                      <a:pt x="8714" y="327120"/>
                    </a:cubicBezTo>
                    <a:cubicBezTo>
                      <a:pt x="33133" y="215197"/>
                      <a:pt x="99270" y="110397"/>
                      <a:pt x="195930" y="49349"/>
                    </a:cubicBezTo>
                    <a:cubicBezTo>
                      <a:pt x="292590" y="-11700"/>
                      <a:pt x="388234" y="-2543"/>
                      <a:pt x="499138" y="6614"/>
                    </a:cubicBezTo>
                    <a:cubicBezTo>
                      <a:pt x="593764" y="14754"/>
                      <a:pt x="673127" y="57488"/>
                      <a:pt x="712809" y="150079"/>
                    </a:cubicBezTo>
                    <a:close/>
                  </a:path>
                </a:pathLst>
              </a:custGeom>
              <a:solidFill>
                <a:srgbClr val="EFCDC4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28EA7CAA-A62F-6FE4-D30B-E287479798A2}"/>
                  </a:ext>
                </a:extLst>
              </p:cNvPr>
              <p:cNvSpPr/>
              <p:nvPr/>
            </p:nvSpPr>
            <p:spPr>
              <a:xfrm>
                <a:off x="11779318" y="4395582"/>
                <a:ext cx="242633" cy="163970"/>
              </a:xfrm>
              <a:custGeom>
                <a:avLst/>
                <a:gdLst>
                  <a:gd name="connsiteX0" fmla="*/ 153639 w 276754"/>
                  <a:gd name="connsiteY0" fmla="*/ 54757 h 187029"/>
                  <a:gd name="connsiteX1" fmla="*/ 35612 w 276754"/>
                  <a:gd name="connsiteY1" fmla="*/ 39495 h 187029"/>
                  <a:gd name="connsiteX2" fmla="*/ 0 w 276754"/>
                  <a:gd name="connsiteY2" fmla="*/ 27286 h 187029"/>
                  <a:gd name="connsiteX3" fmla="*/ 27472 w 276754"/>
                  <a:gd name="connsiteY3" fmla="*/ 13041 h 187029"/>
                  <a:gd name="connsiteX4" fmla="*/ 175006 w 276754"/>
                  <a:gd name="connsiteY4" fmla="*/ 15076 h 187029"/>
                  <a:gd name="connsiteX5" fmla="*/ 258440 w 276754"/>
                  <a:gd name="connsiteY5" fmla="*/ 87317 h 187029"/>
                  <a:gd name="connsiteX6" fmla="*/ 276754 w 276754"/>
                  <a:gd name="connsiteY6" fmla="*/ 149383 h 187029"/>
                  <a:gd name="connsiteX7" fmla="*/ 265562 w 276754"/>
                  <a:gd name="connsiteY7" fmla="*/ 187029 h 187029"/>
                  <a:gd name="connsiteX8" fmla="*/ 259457 w 276754"/>
                  <a:gd name="connsiteY8" fmla="*/ 150400 h 187029"/>
                  <a:gd name="connsiteX9" fmla="*/ 154656 w 276754"/>
                  <a:gd name="connsiteY9" fmla="*/ 55775 h 18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6754" h="187029">
                    <a:moveTo>
                      <a:pt x="153639" y="54757"/>
                    </a:moveTo>
                    <a:cubicBezTo>
                      <a:pt x="92590" y="41530"/>
                      <a:pt x="60031" y="45600"/>
                      <a:pt x="35612" y="39495"/>
                    </a:cubicBezTo>
                    <a:cubicBezTo>
                      <a:pt x="12209" y="35426"/>
                      <a:pt x="0" y="27286"/>
                      <a:pt x="0" y="27286"/>
                    </a:cubicBezTo>
                    <a:cubicBezTo>
                      <a:pt x="0" y="27286"/>
                      <a:pt x="4070" y="22198"/>
                      <a:pt x="27472" y="13041"/>
                    </a:cubicBezTo>
                    <a:cubicBezTo>
                      <a:pt x="49856" y="5919"/>
                      <a:pt x="96660" y="-13414"/>
                      <a:pt x="175006" y="15076"/>
                    </a:cubicBezTo>
                    <a:cubicBezTo>
                      <a:pt x="217740" y="33391"/>
                      <a:pt x="244195" y="62897"/>
                      <a:pt x="258440" y="87317"/>
                    </a:cubicBezTo>
                    <a:cubicBezTo>
                      <a:pt x="272684" y="112754"/>
                      <a:pt x="276754" y="134121"/>
                      <a:pt x="276754" y="149383"/>
                    </a:cubicBezTo>
                    <a:cubicBezTo>
                      <a:pt x="276754" y="179907"/>
                      <a:pt x="265562" y="187029"/>
                      <a:pt x="265562" y="187029"/>
                    </a:cubicBezTo>
                    <a:cubicBezTo>
                      <a:pt x="265562" y="187029"/>
                      <a:pt x="268614" y="176855"/>
                      <a:pt x="259457" y="150400"/>
                    </a:cubicBezTo>
                    <a:cubicBezTo>
                      <a:pt x="250300" y="125981"/>
                      <a:pt x="223845" y="75107"/>
                      <a:pt x="154656" y="55775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7423A37-9F82-54D4-4900-D690C789F59A}"/>
                </a:ext>
              </a:extLst>
            </p:cNvPr>
            <p:cNvSpPr/>
            <p:nvPr/>
          </p:nvSpPr>
          <p:spPr>
            <a:xfrm>
              <a:off x="7063915" y="3126948"/>
              <a:ext cx="5128085" cy="3168498"/>
            </a:xfrm>
            <a:custGeom>
              <a:avLst/>
              <a:gdLst>
                <a:gd name="connsiteX0" fmla="*/ 5128085 w 5128085"/>
                <a:gd name="connsiteY0" fmla="*/ 1400482 h 3168498"/>
                <a:gd name="connsiteX1" fmla="*/ 5128085 w 5128085"/>
                <a:gd name="connsiteY1" fmla="*/ 1630015 h 3168498"/>
                <a:gd name="connsiteX2" fmla="*/ 5123842 w 5128085"/>
                <a:gd name="connsiteY2" fmla="*/ 1621379 h 3168498"/>
                <a:gd name="connsiteX3" fmla="*/ 5024937 w 5128085"/>
                <a:gd name="connsiteY3" fmla="*/ 1470960 h 3168498"/>
                <a:gd name="connsiteX4" fmla="*/ 5101234 w 5128085"/>
                <a:gd name="connsiteY4" fmla="*/ 1416477 h 3168498"/>
                <a:gd name="connsiteX5" fmla="*/ 3913062 w 5128085"/>
                <a:gd name="connsiteY5" fmla="*/ 103 h 3168498"/>
                <a:gd name="connsiteX6" fmla="*/ 3986527 w 5128085"/>
                <a:gd name="connsiteY6" fmla="*/ 15402 h 3168498"/>
                <a:gd name="connsiteX7" fmla="*/ 4214079 w 5128085"/>
                <a:gd name="connsiteY7" fmla="*/ 22301 h 3168498"/>
                <a:gd name="connsiteX8" fmla="*/ 4627982 w 5128085"/>
                <a:gd name="connsiteY8" fmla="*/ 115072 h 3168498"/>
                <a:gd name="connsiteX9" fmla="*/ 4985415 w 5128085"/>
                <a:gd name="connsiteY9" fmla="*/ 235773 h 3168498"/>
                <a:gd name="connsiteX10" fmla="*/ 5028740 w 5128085"/>
                <a:gd name="connsiteY10" fmla="*/ 231164 h 3168498"/>
                <a:gd name="connsiteX11" fmla="*/ 5028505 w 5128085"/>
                <a:gd name="connsiteY11" fmla="*/ 230144 h 3168498"/>
                <a:gd name="connsiteX12" fmla="*/ 5126629 w 5128085"/>
                <a:gd name="connsiteY12" fmla="*/ 159673 h 3168498"/>
                <a:gd name="connsiteX13" fmla="*/ 5128085 w 5128085"/>
                <a:gd name="connsiteY13" fmla="*/ 159329 h 3168498"/>
                <a:gd name="connsiteX14" fmla="*/ 5128085 w 5128085"/>
                <a:gd name="connsiteY14" fmla="*/ 327058 h 3168498"/>
                <a:gd name="connsiteX15" fmla="*/ 5102463 w 5128085"/>
                <a:gd name="connsiteY15" fmla="*/ 309872 h 3168498"/>
                <a:gd name="connsiteX16" fmla="*/ 5084703 w 5128085"/>
                <a:gd name="connsiteY16" fmla="*/ 310427 h 3168498"/>
                <a:gd name="connsiteX17" fmla="*/ 4936625 w 5128085"/>
                <a:gd name="connsiteY17" fmla="*/ 331836 h 3168498"/>
                <a:gd name="connsiteX18" fmla="*/ 4835826 w 5128085"/>
                <a:gd name="connsiteY18" fmla="*/ 435312 h 3168498"/>
                <a:gd name="connsiteX19" fmla="*/ 4845638 w 5128085"/>
                <a:gd name="connsiteY19" fmla="*/ 487050 h 3168498"/>
                <a:gd name="connsiteX20" fmla="*/ 4883103 w 5128085"/>
                <a:gd name="connsiteY20" fmla="*/ 503106 h 3168498"/>
                <a:gd name="connsiteX21" fmla="*/ 5028505 w 5128085"/>
                <a:gd name="connsiteY21" fmla="*/ 645831 h 3168498"/>
                <a:gd name="connsiteX22" fmla="*/ 4615493 w 5128085"/>
                <a:gd name="connsiteY22" fmla="*/ 615502 h 3168498"/>
                <a:gd name="connsiteX23" fmla="*/ 4351452 w 5128085"/>
                <a:gd name="connsiteY23" fmla="*/ 933066 h 3168498"/>
                <a:gd name="connsiteX24" fmla="*/ 4289901 w 5128085"/>
                <a:gd name="connsiteY24" fmla="*/ 1045462 h 3168498"/>
                <a:gd name="connsiteX25" fmla="*/ 4118631 w 5128085"/>
                <a:gd name="connsiteY25" fmla="*/ 1116824 h 3168498"/>
                <a:gd name="connsiteX26" fmla="*/ 3867078 w 5128085"/>
                <a:gd name="connsiteY26" fmla="*/ 1254197 h 3168498"/>
                <a:gd name="connsiteX27" fmla="*/ 3380920 w 5128085"/>
                <a:gd name="connsiteY27" fmla="*/ 1320208 h 3168498"/>
                <a:gd name="connsiteX28" fmla="*/ 2889409 w 5128085"/>
                <a:gd name="connsiteY28" fmla="*/ 1244384 h 3168498"/>
                <a:gd name="connsiteX29" fmla="*/ 2449637 w 5128085"/>
                <a:gd name="connsiteY29" fmla="*/ 1196215 h 3168498"/>
                <a:gd name="connsiteX30" fmla="*/ 2112449 w 5128085"/>
                <a:gd name="connsiteY30" fmla="*/ 1118608 h 3168498"/>
                <a:gd name="connsiteX31" fmla="*/ 1824322 w 5128085"/>
                <a:gd name="connsiteY31" fmla="*/ 1268469 h 3168498"/>
                <a:gd name="connsiteX32" fmla="*/ 1825496 w 5128085"/>
                <a:gd name="connsiteY32" fmla="*/ 1233538 h 3168498"/>
                <a:gd name="connsiteX33" fmla="*/ 1819904 w 5128085"/>
                <a:gd name="connsiteY33" fmla="*/ 1242308 h 3168498"/>
                <a:gd name="connsiteX34" fmla="*/ 1758312 w 5128085"/>
                <a:gd name="connsiteY34" fmla="*/ 1432603 h 3168498"/>
                <a:gd name="connsiteX35" fmla="*/ 1646808 w 5128085"/>
                <a:gd name="connsiteY35" fmla="*/ 2191723 h 3168498"/>
                <a:gd name="connsiteX36" fmla="*/ 1608450 w 5128085"/>
                <a:gd name="connsiteY36" fmla="*/ 2379050 h 3168498"/>
                <a:gd name="connsiteX37" fmla="*/ 1664649 w 5128085"/>
                <a:gd name="connsiteY37" fmla="*/ 2744783 h 3168498"/>
                <a:gd name="connsiteX38" fmla="*/ 1629859 w 5128085"/>
                <a:gd name="connsiteY38" fmla="*/ 3168498 h 3168498"/>
                <a:gd name="connsiteX39" fmla="*/ 1568309 w 5128085"/>
                <a:gd name="connsiteY39" fmla="*/ 2639523 h 3168498"/>
                <a:gd name="connsiteX40" fmla="*/ 1530843 w 5128085"/>
                <a:gd name="connsiteY40" fmla="*/ 2811686 h 3168498"/>
                <a:gd name="connsiteX41" fmla="*/ 1408635 w 5128085"/>
                <a:gd name="connsiteY41" fmla="*/ 2756379 h 3168498"/>
                <a:gd name="connsiteX42" fmla="*/ 1415771 w 5128085"/>
                <a:gd name="connsiteY42" fmla="*/ 2577081 h 3168498"/>
                <a:gd name="connsiteX43" fmla="*/ 1369385 w 5128085"/>
                <a:gd name="connsiteY43" fmla="*/ 2384402 h 3168498"/>
                <a:gd name="connsiteX44" fmla="*/ 1265017 w 5128085"/>
                <a:gd name="connsiteY44" fmla="*/ 2262193 h 3168498"/>
                <a:gd name="connsiteX45" fmla="*/ 1286427 w 5128085"/>
                <a:gd name="connsiteY45" fmla="*/ 2120361 h 3168498"/>
                <a:gd name="connsiteX46" fmla="*/ 1263233 w 5128085"/>
                <a:gd name="connsiteY46" fmla="*/ 1857211 h 3168498"/>
                <a:gd name="connsiteX47" fmla="*/ 1283750 w 5128085"/>
                <a:gd name="connsiteY47" fmla="*/ 1769792 h 3168498"/>
                <a:gd name="connsiteX48" fmla="*/ 1257881 w 5128085"/>
                <a:gd name="connsiteY48" fmla="*/ 1687725 h 3168498"/>
                <a:gd name="connsiteX49" fmla="*/ 1232013 w 5128085"/>
                <a:gd name="connsiteY49" fmla="*/ 1667208 h 3168498"/>
                <a:gd name="connsiteX50" fmla="*/ 1225690 w 5128085"/>
                <a:gd name="connsiteY50" fmla="*/ 1645078 h 3168498"/>
                <a:gd name="connsiteX51" fmla="*/ 1214284 w 5128085"/>
                <a:gd name="connsiteY51" fmla="*/ 1642677 h 3168498"/>
                <a:gd name="connsiteX52" fmla="*/ 1112481 w 5128085"/>
                <a:gd name="connsiteY52" fmla="*/ 1651151 h 3168498"/>
                <a:gd name="connsiteX53" fmla="*/ 914449 w 5128085"/>
                <a:gd name="connsiteY53" fmla="*/ 1678804 h 3168498"/>
                <a:gd name="connsiteX54" fmla="*/ 740502 w 5128085"/>
                <a:gd name="connsiteY54" fmla="*/ 1576221 h 3168498"/>
                <a:gd name="connsiteX55" fmla="*/ 624538 w 5128085"/>
                <a:gd name="connsiteY55" fmla="*/ 1405842 h 3168498"/>
                <a:gd name="connsiteX56" fmla="*/ 312326 w 5128085"/>
                <a:gd name="connsiteY56" fmla="*/ 1012456 h 3168498"/>
                <a:gd name="connsiteX57" fmla="*/ 216879 w 5128085"/>
                <a:gd name="connsiteY57" fmla="*/ 862595 h 3168498"/>
                <a:gd name="connsiteX58" fmla="*/ 229368 w 5128085"/>
                <a:gd name="connsiteY58" fmla="*/ 706489 h 3168498"/>
                <a:gd name="connsiteX59" fmla="*/ 216879 w 5128085"/>
                <a:gd name="connsiteY59" fmla="*/ 683297 h 3168498"/>
                <a:gd name="connsiteX60" fmla="*/ 125891 w 5128085"/>
                <a:gd name="connsiteY60" fmla="*/ 709166 h 3168498"/>
                <a:gd name="connsiteX61" fmla="*/ 12603 w 5128085"/>
                <a:gd name="connsiteY61" fmla="*/ 649400 h 3168498"/>
                <a:gd name="connsiteX62" fmla="*/ 5467 w 5128085"/>
                <a:gd name="connsiteY62" fmla="*/ 508458 h 3168498"/>
                <a:gd name="connsiteX63" fmla="*/ 4575 w 5128085"/>
                <a:gd name="connsiteY63" fmla="*/ 509351 h 3168498"/>
                <a:gd name="connsiteX64" fmla="*/ 48285 w 5128085"/>
                <a:gd name="connsiteY64" fmla="*/ 227467 h 3168498"/>
                <a:gd name="connsiteX65" fmla="*/ 283781 w 5128085"/>
                <a:gd name="connsiteY65" fmla="*/ 129344 h 3168498"/>
                <a:gd name="connsiteX66" fmla="*/ 459512 w 5128085"/>
                <a:gd name="connsiteY66" fmla="*/ 91879 h 3168498"/>
                <a:gd name="connsiteX67" fmla="*/ 681629 w 5128085"/>
                <a:gd name="connsiteY67" fmla="*/ 108828 h 3168498"/>
                <a:gd name="connsiteX68" fmla="*/ 1038442 w 5128085"/>
                <a:gd name="connsiteY68" fmla="*/ 155213 h 3168498"/>
                <a:gd name="connsiteX69" fmla="*/ 1458589 w 5128085"/>
                <a:gd name="connsiteY69" fmla="*/ 363949 h 3168498"/>
                <a:gd name="connsiteX70" fmla="*/ 1472223 w 5128085"/>
                <a:gd name="connsiteY70" fmla="*/ 373447 h 3168498"/>
                <a:gd name="connsiteX71" fmla="*/ 1479105 w 5128085"/>
                <a:gd name="connsiteY71" fmla="*/ 359489 h 3168498"/>
                <a:gd name="connsiteX72" fmla="*/ 1821646 w 5128085"/>
                <a:gd name="connsiteY72" fmla="*/ 59767 h 3168498"/>
                <a:gd name="connsiteX73" fmla="*/ 1906389 w 5128085"/>
                <a:gd name="connsiteY73" fmla="*/ 40142 h 3168498"/>
                <a:gd name="connsiteX74" fmla="*/ 1938503 w 5128085"/>
                <a:gd name="connsiteY74" fmla="*/ 107044 h 3168498"/>
                <a:gd name="connsiteX75" fmla="*/ 1959020 w 5128085"/>
                <a:gd name="connsiteY75" fmla="*/ 111504 h 3168498"/>
                <a:gd name="connsiteX76" fmla="*/ 1959020 w 5128085"/>
                <a:gd name="connsiteY76" fmla="*/ 109720 h 3168498"/>
                <a:gd name="connsiteX77" fmla="*/ 1994656 w 5128085"/>
                <a:gd name="connsiteY77" fmla="*/ 168651 h 3168498"/>
                <a:gd name="connsiteX78" fmla="*/ 1996484 w 5128085"/>
                <a:gd name="connsiteY78" fmla="*/ 145401 h 3168498"/>
                <a:gd name="connsiteX79" fmla="*/ 2050898 w 5128085"/>
                <a:gd name="connsiteY79" fmla="*/ 107936 h 3168498"/>
                <a:gd name="connsiteX80" fmla="*/ 2097284 w 5128085"/>
                <a:gd name="connsiteY80" fmla="*/ 164134 h 3168498"/>
                <a:gd name="connsiteX81" fmla="*/ 2223061 w 5128085"/>
                <a:gd name="connsiteY81" fmla="*/ 507566 h 3168498"/>
                <a:gd name="connsiteX82" fmla="*/ 2293531 w 5128085"/>
                <a:gd name="connsiteY82" fmla="*/ 642263 h 3168498"/>
                <a:gd name="connsiteX83" fmla="*/ 2430904 w 5128085"/>
                <a:gd name="connsiteY83" fmla="*/ 686865 h 3168498"/>
                <a:gd name="connsiteX84" fmla="*/ 2461234 w 5128085"/>
                <a:gd name="connsiteY84" fmla="*/ 676160 h 3168498"/>
                <a:gd name="connsiteX85" fmla="*/ 2549545 w 5128085"/>
                <a:gd name="connsiteY85" fmla="*/ 718085 h 3168498"/>
                <a:gd name="connsiteX86" fmla="*/ 2847484 w 5128085"/>
                <a:gd name="connsiteY86" fmla="*/ 789449 h 3168498"/>
                <a:gd name="connsiteX87" fmla="*/ 3140071 w 5128085"/>
                <a:gd name="connsiteY87" fmla="*/ 678836 h 3168498"/>
                <a:gd name="connsiteX88" fmla="*/ 3637825 w 5128085"/>
                <a:gd name="connsiteY88" fmla="*/ 226576 h 3168498"/>
                <a:gd name="connsiteX89" fmla="*/ 3869241 w 5128085"/>
                <a:gd name="connsiteY89" fmla="*/ 11236 h 3168498"/>
                <a:gd name="connsiteX90" fmla="*/ 3912572 w 5128085"/>
                <a:gd name="connsiteY90" fmla="*/ 0 h 3168498"/>
                <a:gd name="connsiteX91" fmla="*/ 3913464 w 5128085"/>
                <a:gd name="connsiteY91" fmla="*/ 0 h 3168498"/>
                <a:gd name="connsiteX92" fmla="*/ 3913062 w 5128085"/>
                <a:gd name="connsiteY92" fmla="*/ 103 h 3168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128085" h="3168498">
                  <a:moveTo>
                    <a:pt x="5128085" y="1400482"/>
                  </a:moveTo>
                  <a:lnTo>
                    <a:pt x="5128085" y="1630015"/>
                  </a:lnTo>
                  <a:lnTo>
                    <a:pt x="5123842" y="1621379"/>
                  </a:lnTo>
                  <a:cubicBezTo>
                    <a:pt x="5094516" y="1568861"/>
                    <a:pt x="5061956" y="1518238"/>
                    <a:pt x="5024937" y="1470960"/>
                  </a:cubicBezTo>
                  <a:cubicBezTo>
                    <a:pt x="5049691" y="1451336"/>
                    <a:pt x="5075170" y="1433328"/>
                    <a:pt x="5101234" y="1416477"/>
                  </a:cubicBezTo>
                  <a:close/>
                  <a:moveTo>
                    <a:pt x="3913062" y="103"/>
                  </a:moveTo>
                  <a:lnTo>
                    <a:pt x="3986527" y="15402"/>
                  </a:lnTo>
                  <a:cubicBezTo>
                    <a:pt x="4061373" y="24977"/>
                    <a:pt x="4138479" y="19625"/>
                    <a:pt x="4214079" y="22301"/>
                  </a:cubicBezTo>
                  <a:cubicBezTo>
                    <a:pt x="4355911" y="26761"/>
                    <a:pt x="4497745" y="58875"/>
                    <a:pt x="4627982" y="115072"/>
                  </a:cubicBezTo>
                  <a:cubicBezTo>
                    <a:pt x="4744281" y="165807"/>
                    <a:pt x="4862629" y="237713"/>
                    <a:pt x="4985415" y="235773"/>
                  </a:cubicBezTo>
                  <a:lnTo>
                    <a:pt x="5028740" y="231164"/>
                  </a:lnTo>
                  <a:lnTo>
                    <a:pt x="5028505" y="230144"/>
                  </a:lnTo>
                  <a:cubicBezTo>
                    <a:pt x="5027613" y="186434"/>
                    <a:pt x="5082919" y="167701"/>
                    <a:pt x="5126629" y="159673"/>
                  </a:cubicBezTo>
                  <a:lnTo>
                    <a:pt x="5128085" y="159329"/>
                  </a:lnTo>
                  <a:lnTo>
                    <a:pt x="5128085" y="327058"/>
                  </a:lnTo>
                  <a:lnTo>
                    <a:pt x="5102463" y="309872"/>
                  </a:lnTo>
                  <a:lnTo>
                    <a:pt x="5084703" y="310427"/>
                  </a:lnTo>
                  <a:cubicBezTo>
                    <a:pt x="5034749" y="312211"/>
                    <a:pt x="4983011" y="313995"/>
                    <a:pt x="4936625" y="331836"/>
                  </a:cubicBezTo>
                  <a:cubicBezTo>
                    <a:pt x="4889347" y="349676"/>
                    <a:pt x="4846531" y="386250"/>
                    <a:pt x="4835826" y="435312"/>
                  </a:cubicBezTo>
                  <a:cubicBezTo>
                    <a:pt x="4831365" y="453153"/>
                    <a:pt x="4832258" y="474561"/>
                    <a:pt x="4845638" y="487050"/>
                  </a:cubicBezTo>
                  <a:cubicBezTo>
                    <a:pt x="4855451" y="496862"/>
                    <a:pt x="4869723" y="499538"/>
                    <a:pt x="4883103" y="503106"/>
                  </a:cubicBezTo>
                  <a:cubicBezTo>
                    <a:pt x="4938410" y="517379"/>
                    <a:pt x="4998176" y="596770"/>
                    <a:pt x="5028505" y="645831"/>
                  </a:cubicBezTo>
                  <a:cubicBezTo>
                    <a:pt x="4906297" y="577145"/>
                    <a:pt x="4737702" y="546816"/>
                    <a:pt x="4615493" y="615502"/>
                  </a:cubicBezTo>
                  <a:cubicBezTo>
                    <a:pt x="4493285" y="684188"/>
                    <a:pt x="4404973" y="803721"/>
                    <a:pt x="4351452" y="933066"/>
                  </a:cubicBezTo>
                  <a:cubicBezTo>
                    <a:pt x="4335395" y="973207"/>
                    <a:pt x="4320231" y="1015132"/>
                    <a:pt x="4289901" y="1045462"/>
                  </a:cubicBezTo>
                  <a:cubicBezTo>
                    <a:pt x="4245300" y="1089171"/>
                    <a:pt x="4177505" y="1096307"/>
                    <a:pt x="4118631" y="1116824"/>
                  </a:cubicBezTo>
                  <a:cubicBezTo>
                    <a:pt x="4027644" y="1148046"/>
                    <a:pt x="3952713" y="1211379"/>
                    <a:pt x="3867078" y="1254197"/>
                  </a:cubicBezTo>
                  <a:cubicBezTo>
                    <a:pt x="3719001" y="1328236"/>
                    <a:pt x="3545946" y="1337156"/>
                    <a:pt x="3380920" y="1320208"/>
                  </a:cubicBezTo>
                  <a:cubicBezTo>
                    <a:pt x="3215894" y="1303259"/>
                    <a:pt x="3054436" y="1263117"/>
                    <a:pt x="2889409" y="1244384"/>
                  </a:cubicBezTo>
                  <a:cubicBezTo>
                    <a:pt x="2742224" y="1228328"/>
                    <a:pt x="2593255" y="1229220"/>
                    <a:pt x="2449637" y="1196215"/>
                  </a:cubicBezTo>
                  <a:cubicBezTo>
                    <a:pt x="2337241" y="1170346"/>
                    <a:pt x="2227521" y="1124852"/>
                    <a:pt x="2112449" y="1118608"/>
                  </a:cubicBezTo>
                  <a:cubicBezTo>
                    <a:pt x="1997377" y="1112363"/>
                    <a:pt x="1867140" y="1160533"/>
                    <a:pt x="1824322" y="1268469"/>
                  </a:cubicBezTo>
                  <a:lnTo>
                    <a:pt x="1825496" y="1233538"/>
                  </a:lnTo>
                  <a:lnTo>
                    <a:pt x="1819904" y="1242308"/>
                  </a:lnTo>
                  <a:cubicBezTo>
                    <a:pt x="1789087" y="1300973"/>
                    <a:pt x="1771692" y="1367040"/>
                    <a:pt x="1758312" y="1432603"/>
                  </a:cubicBezTo>
                  <a:cubicBezTo>
                    <a:pt x="1706574" y="1683265"/>
                    <a:pt x="1707466" y="1942846"/>
                    <a:pt x="1646808" y="2191723"/>
                  </a:cubicBezTo>
                  <a:cubicBezTo>
                    <a:pt x="1631643" y="2253273"/>
                    <a:pt x="1612911" y="2315715"/>
                    <a:pt x="1608450" y="2379050"/>
                  </a:cubicBezTo>
                  <a:cubicBezTo>
                    <a:pt x="1599530" y="2502150"/>
                    <a:pt x="1645023" y="2622574"/>
                    <a:pt x="1664649" y="2744783"/>
                  </a:cubicBezTo>
                  <a:cubicBezTo>
                    <a:pt x="1687841" y="2885724"/>
                    <a:pt x="1675352" y="3032909"/>
                    <a:pt x="1629859" y="3168498"/>
                  </a:cubicBezTo>
                  <a:cubicBezTo>
                    <a:pt x="1640564" y="2990091"/>
                    <a:pt x="1619154" y="2809901"/>
                    <a:pt x="1568309" y="2639523"/>
                  </a:cubicBezTo>
                  <a:cubicBezTo>
                    <a:pt x="1529059" y="2686801"/>
                    <a:pt x="1514787" y="2752811"/>
                    <a:pt x="1530843" y="2811686"/>
                  </a:cubicBezTo>
                  <a:cubicBezTo>
                    <a:pt x="1518355" y="2761731"/>
                    <a:pt x="1454129" y="2732294"/>
                    <a:pt x="1408635" y="2756379"/>
                  </a:cubicBezTo>
                  <a:cubicBezTo>
                    <a:pt x="1411311" y="2696613"/>
                    <a:pt x="1413987" y="2636847"/>
                    <a:pt x="1415771" y="2577081"/>
                  </a:cubicBezTo>
                  <a:cubicBezTo>
                    <a:pt x="1418447" y="2509287"/>
                    <a:pt x="1418447" y="2431679"/>
                    <a:pt x="1369385" y="2384402"/>
                  </a:cubicBezTo>
                  <a:cubicBezTo>
                    <a:pt x="1329244" y="2345153"/>
                    <a:pt x="1254314" y="2318392"/>
                    <a:pt x="1265017" y="2262193"/>
                  </a:cubicBezTo>
                  <a:cubicBezTo>
                    <a:pt x="1274830" y="2211347"/>
                    <a:pt x="1281074" y="2171206"/>
                    <a:pt x="1286427" y="2120361"/>
                  </a:cubicBezTo>
                  <a:cubicBezTo>
                    <a:pt x="1297130" y="2032049"/>
                    <a:pt x="1248961" y="1944631"/>
                    <a:pt x="1263233" y="1857211"/>
                  </a:cubicBezTo>
                  <a:cubicBezTo>
                    <a:pt x="1267694" y="1827774"/>
                    <a:pt x="1279290" y="1799229"/>
                    <a:pt x="1283750" y="1769792"/>
                  </a:cubicBezTo>
                  <a:cubicBezTo>
                    <a:pt x="1287318" y="1740355"/>
                    <a:pt x="1281966" y="1706458"/>
                    <a:pt x="1257881" y="1687725"/>
                  </a:cubicBezTo>
                  <a:cubicBezTo>
                    <a:pt x="1248961" y="1680589"/>
                    <a:pt x="1238257" y="1676129"/>
                    <a:pt x="1232013" y="1667208"/>
                  </a:cubicBezTo>
                  <a:lnTo>
                    <a:pt x="1225690" y="1645078"/>
                  </a:lnTo>
                  <a:lnTo>
                    <a:pt x="1214284" y="1642677"/>
                  </a:lnTo>
                  <a:cubicBezTo>
                    <a:pt x="1180721" y="1639778"/>
                    <a:pt x="1145485" y="1644015"/>
                    <a:pt x="1112481" y="1651151"/>
                  </a:cubicBezTo>
                  <a:cubicBezTo>
                    <a:pt x="1047362" y="1664532"/>
                    <a:pt x="981351" y="1687724"/>
                    <a:pt x="914449" y="1678804"/>
                  </a:cubicBezTo>
                  <a:cubicBezTo>
                    <a:pt x="846654" y="1669884"/>
                    <a:pt x="785997" y="1627066"/>
                    <a:pt x="740502" y="1576221"/>
                  </a:cubicBezTo>
                  <a:cubicBezTo>
                    <a:pt x="695009" y="1524483"/>
                    <a:pt x="661111" y="1463825"/>
                    <a:pt x="624538" y="1405842"/>
                  </a:cubicBezTo>
                  <a:cubicBezTo>
                    <a:pt x="536226" y="1264009"/>
                    <a:pt x="430967" y="1131096"/>
                    <a:pt x="312326" y="1012456"/>
                  </a:cubicBezTo>
                  <a:cubicBezTo>
                    <a:pt x="269509" y="969639"/>
                    <a:pt x="221339" y="923253"/>
                    <a:pt x="216879" y="862595"/>
                  </a:cubicBezTo>
                  <a:cubicBezTo>
                    <a:pt x="212419" y="810857"/>
                    <a:pt x="242748" y="757335"/>
                    <a:pt x="229368" y="706489"/>
                  </a:cubicBezTo>
                  <a:cubicBezTo>
                    <a:pt x="226691" y="697569"/>
                    <a:pt x="223123" y="688648"/>
                    <a:pt x="216879" y="683297"/>
                  </a:cubicBezTo>
                  <a:cubicBezTo>
                    <a:pt x="191902" y="661887"/>
                    <a:pt x="157113" y="696677"/>
                    <a:pt x="125891" y="709166"/>
                  </a:cubicBezTo>
                  <a:cubicBezTo>
                    <a:pt x="82182" y="727006"/>
                    <a:pt x="31336" y="693109"/>
                    <a:pt x="12603" y="649400"/>
                  </a:cubicBezTo>
                  <a:cubicBezTo>
                    <a:pt x="-6130" y="605690"/>
                    <a:pt x="115" y="555735"/>
                    <a:pt x="5467" y="508458"/>
                  </a:cubicBezTo>
                  <a:lnTo>
                    <a:pt x="4575" y="509351"/>
                  </a:lnTo>
                  <a:cubicBezTo>
                    <a:pt x="13495" y="439771"/>
                    <a:pt x="2791" y="281882"/>
                    <a:pt x="48285" y="227467"/>
                  </a:cubicBezTo>
                  <a:cubicBezTo>
                    <a:pt x="91994" y="175730"/>
                    <a:pt x="221339" y="148970"/>
                    <a:pt x="283781" y="129344"/>
                  </a:cubicBezTo>
                  <a:cubicBezTo>
                    <a:pt x="340872" y="110612"/>
                    <a:pt x="399746" y="95447"/>
                    <a:pt x="459512" y="91879"/>
                  </a:cubicBezTo>
                  <a:cubicBezTo>
                    <a:pt x="533551" y="87419"/>
                    <a:pt x="607590" y="99907"/>
                    <a:pt x="681629" y="108828"/>
                  </a:cubicBezTo>
                  <a:cubicBezTo>
                    <a:pt x="800269" y="123100"/>
                    <a:pt x="922477" y="124885"/>
                    <a:pt x="1038442" y="155213"/>
                  </a:cubicBezTo>
                  <a:cubicBezTo>
                    <a:pt x="1190979" y="194463"/>
                    <a:pt x="1325676" y="280098"/>
                    <a:pt x="1458589" y="363949"/>
                  </a:cubicBezTo>
                  <a:lnTo>
                    <a:pt x="1472223" y="373447"/>
                  </a:lnTo>
                  <a:lnTo>
                    <a:pt x="1479105" y="359489"/>
                  </a:lnTo>
                  <a:cubicBezTo>
                    <a:pt x="1559388" y="228361"/>
                    <a:pt x="1685165" y="131129"/>
                    <a:pt x="1821646" y="59767"/>
                  </a:cubicBezTo>
                  <a:cubicBezTo>
                    <a:pt x="1847515" y="46386"/>
                    <a:pt x="1876952" y="33005"/>
                    <a:pt x="1906389" y="40142"/>
                  </a:cubicBezTo>
                  <a:cubicBezTo>
                    <a:pt x="1934935" y="47278"/>
                    <a:pt x="1957235" y="83851"/>
                    <a:pt x="1938503" y="107044"/>
                  </a:cubicBezTo>
                  <a:cubicBezTo>
                    <a:pt x="1931366" y="109720"/>
                    <a:pt x="1966155" y="108829"/>
                    <a:pt x="1959020" y="111504"/>
                  </a:cubicBezTo>
                  <a:lnTo>
                    <a:pt x="1959020" y="109720"/>
                  </a:lnTo>
                  <a:lnTo>
                    <a:pt x="1994656" y="168651"/>
                  </a:lnTo>
                  <a:lnTo>
                    <a:pt x="1996484" y="145401"/>
                  </a:lnTo>
                  <a:cubicBezTo>
                    <a:pt x="2004512" y="123100"/>
                    <a:pt x="2027705" y="103475"/>
                    <a:pt x="2050898" y="107936"/>
                  </a:cubicBezTo>
                  <a:cubicBezTo>
                    <a:pt x="2075875" y="113288"/>
                    <a:pt x="2088364" y="140049"/>
                    <a:pt x="2097284" y="164134"/>
                  </a:cubicBezTo>
                  <a:cubicBezTo>
                    <a:pt x="2139210" y="278314"/>
                    <a:pt x="2181135" y="392494"/>
                    <a:pt x="2223061" y="507566"/>
                  </a:cubicBezTo>
                  <a:cubicBezTo>
                    <a:pt x="2240901" y="555735"/>
                    <a:pt x="2258742" y="604798"/>
                    <a:pt x="2293531" y="642263"/>
                  </a:cubicBezTo>
                  <a:cubicBezTo>
                    <a:pt x="2328320" y="679728"/>
                    <a:pt x="2382735" y="703813"/>
                    <a:pt x="2430904" y="686865"/>
                  </a:cubicBezTo>
                  <a:cubicBezTo>
                    <a:pt x="2440717" y="683297"/>
                    <a:pt x="2450529" y="677944"/>
                    <a:pt x="2461234" y="676160"/>
                  </a:cubicBezTo>
                  <a:cubicBezTo>
                    <a:pt x="2494239" y="669916"/>
                    <a:pt x="2522784" y="696677"/>
                    <a:pt x="2549545" y="718085"/>
                  </a:cubicBezTo>
                  <a:cubicBezTo>
                    <a:pt x="2631612" y="783204"/>
                    <a:pt x="2743116" y="803721"/>
                    <a:pt x="2847484" y="789449"/>
                  </a:cubicBezTo>
                  <a:cubicBezTo>
                    <a:pt x="2951852" y="776068"/>
                    <a:pt x="3049083" y="731467"/>
                    <a:pt x="3140071" y="678836"/>
                  </a:cubicBezTo>
                  <a:cubicBezTo>
                    <a:pt x="3335426" y="565548"/>
                    <a:pt x="3505804" y="409443"/>
                    <a:pt x="3637825" y="226576"/>
                  </a:cubicBezTo>
                  <a:cubicBezTo>
                    <a:pt x="3701048" y="138376"/>
                    <a:pt x="3770418" y="46079"/>
                    <a:pt x="3869241" y="11236"/>
                  </a:cubicBezTo>
                  <a:close/>
                  <a:moveTo>
                    <a:pt x="3912572" y="0"/>
                  </a:moveTo>
                  <a:lnTo>
                    <a:pt x="3913464" y="0"/>
                  </a:lnTo>
                  <a:lnTo>
                    <a:pt x="3913062" y="103"/>
                  </a:lnTo>
                  <a:close/>
                </a:path>
              </a:pathLst>
            </a:custGeom>
            <a:solidFill>
              <a:srgbClr val="D5BC90"/>
            </a:solidFill>
            <a:ln w="1017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8784268-2195-71B7-9A85-773BEAADF4EB}"/>
                </a:ext>
              </a:extLst>
            </p:cNvPr>
            <p:cNvSpPr/>
            <p:nvPr/>
          </p:nvSpPr>
          <p:spPr>
            <a:xfrm>
              <a:off x="7566301" y="1511546"/>
              <a:ext cx="4625699" cy="4998164"/>
            </a:xfrm>
            <a:custGeom>
              <a:avLst/>
              <a:gdLst>
                <a:gd name="connsiteX0" fmla="*/ 715354 w 4625699"/>
                <a:gd name="connsiteY0" fmla="*/ 2874953 h 4998164"/>
                <a:gd name="connsiteX1" fmla="*/ 715329 w 4625699"/>
                <a:gd name="connsiteY1" fmla="*/ 2875548 h 4998164"/>
                <a:gd name="connsiteX2" fmla="*/ 714462 w 4625699"/>
                <a:gd name="connsiteY2" fmla="*/ 2876737 h 4998164"/>
                <a:gd name="connsiteX3" fmla="*/ 732861 w 4625699"/>
                <a:gd name="connsiteY3" fmla="*/ 2866145 h 4998164"/>
                <a:gd name="connsiteX4" fmla="*/ 759956 w 4625699"/>
                <a:gd name="connsiteY4" fmla="*/ 2869601 h 4998164"/>
                <a:gd name="connsiteX5" fmla="*/ 989208 w 4625699"/>
                <a:gd name="connsiteY5" fmla="*/ 3213926 h 4998164"/>
                <a:gd name="connsiteX6" fmla="*/ 1010617 w 4625699"/>
                <a:gd name="connsiteY6" fmla="*/ 3642101 h 4998164"/>
                <a:gd name="connsiteX7" fmla="*/ 1140853 w 4625699"/>
                <a:gd name="connsiteY7" fmla="*/ 4732164 h 4998164"/>
                <a:gd name="connsiteX8" fmla="*/ 1078411 w 4625699"/>
                <a:gd name="connsiteY8" fmla="*/ 4842775 h 4998164"/>
                <a:gd name="connsiteX9" fmla="*/ 1016861 w 4625699"/>
                <a:gd name="connsiteY9" fmla="*/ 4849020 h 4998164"/>
                <a:gd name="connsiteX10" fmla="*/ 934794 w 4625699"/>
                <a:gd name="connsiteY10" fmla="*/ 4904327 h 4998164"/>
                <a:gd name="connsiteX11" fmla="*/ 602958 w 4625699"/>
                <a:gd name="connsiteY11" fmla="*/ 4977473 h 4998164"/>
                <a:gd name="connsiteX12" fmla="*/ 610987 w 4625699"/>
                <a:gd name="connsiteY12" fmla="*/ 4858832 h 4998164"/>
                <a:gd name="connsiteX13" fmla="*/ 669861 w 4625699"/>
                <a:gd name="connsiteY13" fmla="*/ 4749112 h 4998164"/>
                <a:gd name="connsiteX14" fmla="*/ 677889 w 4625699"/>
                <a:gd name="connsiteY14" fmla="*/ 4683102 h 4998164"/>
                <a:gd name="connsiteX15" fmla="*/ 743007 w 4625699"/>
                <a:gd name="connsiteY15" fmla="*/ 4411032 h 4998164"/>
                <a:gd name="connsiteX16" fmla="*/ 704649 w 4625699"/>
                <a:gd name="connsiteY16" fmla="*/ 3981965 h 4998164"/>
                <a:gd name="connsiteX17" fmla="*/ 653804 w 4625699"/>
                <a:gd name="connsiteY17" fmla="*/ 3851728 h 4998164"/>
                <a:gd name="connsiteX18" fmla="*/ 659156 w 4625699"/>
                <a:gd name="connsiteY18" fmla="*/ 3616232 h 4998164"/>
                <a:gd name="connsiteX19" fmla="*/ 699967 w 4625699"/>
                <a:gd name="connsiteY19" fmla="*/ 3246596 h 4998164"/>
                <a:gd name="connsiteX20" fmla="*/ 715329 w 4625699"/>
                <a:gd name="connsiteY20" fmla="*/ 2875548 h 4998164"/>
                <a:gd name="connsiteX21" fmla="*/ 719940 w 4625699"/>
                <a:gd name="connsiteY21" fmla="*/ 2869224 h 4998164"/>
                <a:gd name="connsiteX22" fmla="*/ 732861 w 4625699"/>
                <a:gd name="connsiteY22" fmla="*/ 2866145 h 4998164"/>
                <a:gd name="connsiteX23" fmla="*/ 873536 w 4625699"/>
                <a:gd name="connsiteY23" fmla="*/ 157056 h 4998164"/>
                <a:gd name="connsiteX24" fmla="*/ 993668 w 4625699"/>
                <a:gd name="connsiteY24" fmla="*/ 164068 h 4998164"/>
                <a:gd name="connsiteX25" fmla="*/ 2245190 w 4625699"/>
                <a:gd name="connsiteY25" fmla="*/ 780462 h 4998164"/>
                <a:gd name="connsiteX26" fmla="*/ 3114030 w 4625699"/>
                <a:gd name="connsiteY26" fmla="*/ 1899070 h 4998164"/>
                <a:gd name="connsiteX27" fmla="*/ 3240699 w 4625699"/>
                <a:gd name="connsiteY27" fmla="*/ 2124754 h 4998164"/>
                <a:gd name="connsiteX28" fmla="*/ 3277273 w 4625699"/>
                <a:gd name="connsiteY28" fmla="*/ 2317433 h 4998164"/>
                <a:gd name="connsiteX29" fmla="*/ 3178257 w 4625699"/>
                <a:gd name="connsiteY29" fmla="*/ 2480675 h 4998164"/>
                <a:gd name="connsiteX30" fmla="*/ 3000743 w 4625699"/>
                <a:gd name="connsiteY30" fmla="*/ 2511004 h 4998164"/>
                <a:gd name="connsiteX31" fmla="*/ 2494959 w 4625699"/>
                <a:gd name="connsiteY31" fmla="*/ 2602884 h 4998164"/>
                <a:gd name="connsiteX32" fmla="*/ 1755463 w 4625699"/>
                <a:gd name="connsiteY32" fmla="*/ 2507436 h 4998164"/>
                <a:gd name="connsiteX33" fmla="*/ 1037377 w 4625699"/>
                <a:gd name="connsiteY33" fmla="*/ 2263911 h 4998164"/>
                <a:gd name="connsiteX34" fmla="*/ 206895 w 4625699"/>
                <a:gd name="connsiteY34" fmla="*/ 1356715 h 4998164"/>
                <a:gd name="connsiteX35" fmla="*/ 17783 w 4625699"/>
                <a:gd name="connsiteY35" fmla="*/ 622572 h 4998164"/>
                <a:gd name="connsiteX36" fmla="*/ 7971 w 4625699"/>
                <a:gd name="connsiteY36" fmla="*/ 240782 h 4998164"/>
                <a:gd name="connsiteX37" fmla="*/ 242576 w 4625699"/>
                <a:gd name="connsiteY37" fmla="*/ 228294 h 4998164"/>
                <a:gd name="connsiteX38" fmla="*/ 243468 w 4625699"/>
                <a:gd name="connsiteY38" fmla="*/ 228294 h 4998164"/>
                <a:gd name="connsiteX39" fmla="*/ 514646 w 4625699"/>
                <a:gd name="connsiteY39" fmla="*/ 189044 h 4998164"/>
                <a:gd name="connsiteX40" fmla="*/ 873536 w 4625699"/>
                <a:gd name="connsiteY40" fmla="*/ 157056 h 4998164"/>
                <a:gd name="connsiteX41" fmla="*/ 4541731 w 4625699"/>
                <a:gd name="connsiteY41" fmla="*/ 156 h 4998164"/>
                <a:gd name="connsiteX42" fmla="*/ 4625699 w 4625699"/>
                <a:gd name="connsiteY42" fmla="*/ 3136 h 4998164"/>
                <a:gd name="connsiteX43" fmla="*/ 4625699 w 4625699"/>
                <a:gd name="connsiteY43" fmla="*/ 2336672 h 4998164"/>
                <a:gd name="connsiteX44" fmla="*/ 4548019 w 4625699"/>
                <a:gd name="connsiteY44" fmla="*/ 2276403 h 4998164"/>
                <a:gd name="connsiteX45" fmla="*/ 4207663 w 4625699"/>
                <a:gd name="connsiteY45" fmla="*/ 2106021 h 4998164"/>
                <a:gd name="connsiteX46" fmla="*/ 4157710 w 4625699"/>
                <a:gd name="connsiteY46" fmla="*/ 1980245 h 4998164"/>
                <a:gd name="connsiteX47" fmla="*/ 4120245 w 4625699"/>
                <a:gd name="connsiteY47" fmla="*/ 1490520 h 4998164"/>
                <a:gd name="connsiteX48" fmla="*/ 3992683 w 4625699"/>
                <a:gd name="connsiteY48" fmla="*/ 1140843 h 4998164"/>
                <a:gd name="connsiteX49" fmla="*/ 3894559 w 4625699"/>
                <a:gd name="connsiteY49" fmla="*/ 774217 h 4998164"/>
                <a:gd name="connsiteX50" fmla="*/ 3751835 w 4625699"/>
                <a:gd name="connsiteY50" fmla="*/ 86460 h 4998164"/>
                <a:gd name="connsiteX51" fmla="*/ 4541731 w 4625699"/>
                <a:gd name="connsiteY51" fmla="*/ 156 h 4998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625699" h="4998164">
                  <a:moveTo>
                    <a:pt x="715354" y="2874953"/>
                  </a:moveTo>
                  <a:lnTo>
                    <a:pt x="715329" y="2875548"/>
                  </a:lnTo>
                  <a:lnTo>
                    <a:pt x="714462" y="2876737"/>
                  </a:lnTo>
                  <a:close/>
                  <a:moveTo>
                    <a:pt x="732861" y="2866145"/>
                  </a:moveTo>
                  <a:cubicBezTo>
                    <a:pt x="742784" y="2865363"/>
                    <a:pt x="754158" y="2866925"/>
                    <a:pt x="759956" y="2869601"/>
                  </a:cubicBezTo>
                  <a:cubicBezTo>
                    <a:pt x="890192" y="2931151"/>
                    <a:pt x="963339" y="3072984"/>
                    <a:pt x="989208" y="3213926"/>
                  </a:cubicBezTo>
                  <a:cubicBezTo>
                    <a:pt x="1015077" y="3354866"/>
                    <a:pt x="1002588" y="3499375"/>
                    <a:pt x="1010617" y="3642101"/>
                  </a:cubicBezTo>
                  <a:cubicBezTo>
                    <a:pt x="1030242" y="4008726"/>
                    <a:pt x="1181888" y="4367323"/>
                    <a:pt x="1140853" y="4732164"/>
                  </a:cubicBezTo>
                  <a:cubicBezTo>
                    <a:pt x="1135502" y="4776765"/>
                    <a:pt x="1121229" y="4829395"/>
                    <a:pt x="1078411" y="4842775"/>
                  </a:cubicBezTo>
                  <a:cubicBezTo>
                    <a:pt x="1058786" y="4849020"/>
                    <a:pt x="1037378" y="4844560"/>
                    <a:pt x="1016861" y="4849020"/>
                  </a:cubicBezTo>
                  <a:cubicBezTo>
                    <a:pt x="983856" y="4855264"/>
                    <a:pt x="959771" y="4882026"/>
                    <a:pt x="934794" y="4904327"/>
                  </a:cubicBezTo>
                  <a:cubicBezTo>
                    <a:pt x="848267" y="4982825"/>
                    <a:pt x="710002" y="5026535"/>
                    <a:pt x="602958" y="4977473"/>
                  </a:cubicBezTo>
                  <a:cubicBezTo>
                    <a:pt x="579765" y="4942683"/>
                    <a:pt x="590469" y="4895406"/>
                    <a:pt x="610987" y="4858832"/>
                  </a:cubicBezTo>
                  <a:cubicBezTo>
                    <a:pt x="630611" y="4822259"/>
                    <a:pt x="659156" y="4789254"/>
                    <a:pt x="669861" y="4749112"/>
                  </a:cubicBezTo>
                  <a:cubicBezTo>
                    <a:pt x="675213" y="4727704"/>
                    <a:pt x="676105" y="4705403"/>
                    <a:pt x="677889" y="4683102"/>
                  </a:cubicBezTo>
                  <a:cubicBezTo>
                    <a:pt x="685918" y="4590330"/>
                    <a:pt x="723382" y="4502020"/>
                    <a:pt x="743007" y="4411032"/>
                  </a:cubicBezTo>
                  <a:cubicBezTo>
                    <a:pt x="774229" y="4268307"/>
                    <a:pt x="759956" y="4116662"/>
                    <a:pt x="704649" y="3981965"/>
                  </a:cubicBezTo>
                  <a:cubicBezTo>
                    <a:pt x="686809" y="3938255"/>
                    <a:pt x="665400" y="3897221"/>
                    <a:pt x="653804" y="3851728"/>
                  </a:cubicBezTo>
                  <a:cubicBezTo>
                    <a:pt x="635071" y="3775013"/>
                    <a:pt x="647560" y="3694731"/>
                    <a:pt x="659156" y="3616232"/>
                  </a:cubicBezTo>
                  <a:cubicBezTo>
                    <a:pt x="676997" y="3493577"/>
                    <a:pt x="690600" y="3370253"/>
                    <a:pt x="699967" y="3246596"/>
                  </a:cubicBezTo>
                  <a:lnTo>
                    <a:pt x="715329" y="2875548"/>
                  </a:lnTo>
                  <a:lnTo>
                    <a:pt x="719940" y="2869224"/>
                  </a:lnTo>
                  <a:cubicBezTo>
                    <a:pt x="723300" y="2867511"/>
                    <a:pt x="727899" y="2866535"/>
                    <a:pt x="732861" y="2866145"/>
                  </a:cubicBezTo>
                  <a:close/>
                  <a:moveTo>
                    <a:pt x="873536" y="157056"/>
                  </a:moveTo>
                  <a:cubicBezTo>
                    <a:pt x="913664" y="157935"/>
                    <a:pt x="953749" y="160277"/>
                    <a:pt x="993668" y="164068"/>
                  </a:cubicBezTo>
                  <a:cubicBezTo>
                    <a:pt x="1464662" y="208669"/>
                    <a:pt x="1899082" y="456654"/>
                    <a:pt x="2245190" y="780462"/>
                  </a:cubicBezTo>
                  <a:cubicBezTo>
                    <a:pt x="2591299" y="1104270"/>
                    <a:pt x="2858017" y="1501224"/>
                    <a:pt x="3114030" y="1899070"/>
                  </a:cubicBezTo>
                  <a:cubicBezTo>
                    <a:pt x="3160416" y="1971324"/>
                    <a:pt x="3206802" y="2045363"/>
                    <a:pt x="3240699" y="2124754"/>
                  </a:cubicBezTo>
                  <a:cubicBezTo>
                    <a:pt x="3266568" y="2185412"/>
                    <a:pt x="3284409" y="2252315"/>
                    <a:pt x="3277273" y="2317433"/>
                  </a:cubicBezTo>
                  <a:cubicBezTo>
                    <a:pt x="3271029" y="2383443"/>
                    <a:pt x="3236239" y="2448562"/>
                    <a:pt x="3178257" y="2480675"/>
                  </a:cubicBezTo>
                  <a:cubicBezTo>
                    <a:pt x="3124735" y="2510112"/>
                    <a:pt x="3061401" y="2507436"/>
                    <a:pt x="3000743" y="2511004"/>
                  </a:cubicBezTo>
                  <a:cubicBezTo>
                    <a:pt x="2829472" y="2520817"/>
                    <a:pt x="2665338" y="2583259"/>
                    <a:pt x="2494959" y="2602884"/>
                  </a:cubicBezTo>
                  <a:cubicBezTo>
                    <a:pt x="2246974" y="2631428"/>
                    <a:pt x="1998097" y="2568987"/>
                    <a:pt x="1755463" y="2507436"/>
                  </a:cubicBezTo>
                  <a:cubicBezTo>
                    <a:pt x="1510155" y="2444102"/>
                    <a:pt x="1262170" y="2380768"/>
                    <a:pt x="1037377" y="2263911"/>
                  </a:cubicBezTo>
                  <a:cubicBezTo>
                    <a:pt x="667184" y="2071232"/>
                    <a:pt x="377273" y="1738504"/>
                    <a:pt x="206895" y="1356715"/>
                  </a:cubicBezTo>
                  <a:cubicBezTo>
                    <a:pt x="103419" y="1124786"/>
                    <a:pt x="41868" y="875017"/>
                    <a:pt x="17783" y="622572"/>
                  </a:cubicBezTo>
                  <a:cubicBezTo>
                    <a:pt x="6187" y="500364"/>
                    <a:pt x="-9870" y="362991"/>
                    <a:pt x="7971" y="240782"/>
                  </a:cubicBezTo>
                  <a:cubicBezTo>
                    <a:pt x="28488" y="101626"/>
                    <a:pt x="147128" y="223834"/>
                    <a:pt x="242576" y="228294"/>
                  </a:cubicBezTo>
                  <a:lnTo>
                    <a:pt x="243468" y="228294"/>
                  </a:lnTo>
                  <a:cubicBezTo>
                    <a:pt x="335348" y="232754"/>
                    <a:pt x="424550" y="206885"/>
                    <a:pt x="514646" y="189044"/>
                  </a:cubicBezTo>
                  <a:cubicBezTo>
                    <a:pt x="632394" y="164959"/>
                    <a:pt x="753153" y="154423"/>
                    <a:pt x="873536" y="157056"/>
                  </a:cubicBezTo>
                  <a:close/>
                  <a:moveTo>
                    <a:pt x="4541731" y="156"/>
                  </a:moveTo>
                  <a:lnTo>
                    <a:pt x="4625699" y="3136"/>
                  </a:lnTo>
                  <a:lnTo>
                    <a:pt x="4625699" y="2336672"/>
                  </a:lnTo>
                  <a:lnTo>
                    <a:pt x="4548019" y="2276403"/>
                  </a:lnTo>
                  <a:cubicBezTo>
                    <a:pt x="4443536" y="2203615"/>
                    <a:pt x="4327419" y="2146163"/>
                    <a:pt x="4207663" y="2106021"/>
                  </a:cubicBezTo>
                  <a:cubicBezTo>
                    <a:pt x="4161278" y="2090857"/>
                    <a:pt x="4155926" y="2029306"/>
                    <a:pt x="4157710" y="1980245"/>
                  </a:cubicBezTo>
                  <a:cubicBezTo>
                    <a:pt x="4163954" y="1816111"/>
                    <a:pt x="4163061" y="1649301"/>
                    <a:pt x="4120245" y="1490520"/>
                  </a:cubicBezTo>
                  <a:cubicBezTo>
                    <a:pt x="4088131" y="1370094"/>
                    <a:pt x="4033717" y="1257699"/>
                    <a:pt x="3992683" y="1140843"/>
                  </a:cubicBezTo>
                  <a:cubicBezTo>
                    <a:pt x="3950758" y="1021310"/>
                    <a:pt x="3922213" y="897317"/>
                    <a:pt x="3894559" y="774217"/>
                  </a:cubicBezTo>
                  <a:cubicBezTo>
                    <a:pt x="3845498" y="558346"/>
                    <a:pt x="3800896" y="302333"/>
                    <a:pt x="3751835" y="86460"/>
                  </a:cubicBezTo>
                  <a:cubicBezTo>
                    <a:pt x="4006956" y="24019"/>
                    <a:pt x="4274121" y="-2297"/>
                    <a:pt x="4541731" y="156"/>
                  </a:cubicBezTo>
                  <a:close/>
                </a:path>
              </a:pathLst>
            </a:custGeom>
            <a:solidFill>
              <a:srgbClr val="F1D9BF"/>
            </a:solidFill>
            <a:ln w="1017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55D778A-CC23-B621-E9EC-B41F686EE281}"/>
                </a:ext>
              </a:extLst>
            </p:cNvPr>
            <p:cNvSpPr/>
            <p:nvPr/>
          </p:nvSpPr>
          <p:spPr>
            <a:xfrm>
              <a:off x="7661691" y="1541368"/>
              <a:ext cx="4530309" cy="2450711"/>
            </a:xfrm>
            <a:custGeom>
              <a:avLst/>
              <a:gdLst>
                <a:gd name="connsiteX0" fmla="*/ 3853 w 4530309"/>
                <a:gd name="connsiteY0" fmla="*/ 90781 h 2450711"/>
                <a:gd name="connsiteX1" fmla="*/ 36100 w 4530309"/>
                <a:gd name="connsiteY1" fmla="*/ 137620 h 2450711"/>
                <a:gd name="connsiteX2" fmla="*/ 206952 w 4530309"/>
                <a:gd name="connsiteY2" fmla="*/ 213638 h 2450711"/>
                <a:gd name="connsiteX3" fmla="*/ 381791 w 4530309"/>
                <a:gd name="connsiteY3" fmla="*/ 175280 h 2450711"/>
                <a:gd name="connsiteX4" fmla="*/ 553953 w 4530309"/>
                <a:gd name="connsiteY4" fmla="*/ 197581 h 2450711"/>
                <a:gd name="connsiteX5" fmla="*/ 619071 w 4530309"/>
                <a:gd name="connsiteY5" fmla="*/ 305517 h 2450711"/>
                <a:gd name="connsiteX6" fmla="*/ 698462 w 4530309"/>
                <a:gd name="connsiteY6" fmla="*/ 510684 h 2450711"/>
                <a:gd name="connsiteX7" fmla="*/ 854568 w 4530309"/>
                <a:gd name="connsiteY7" fmla="*/ 805947 h 2450711"/>
                <a:gd name="connsiteX8" fmla="*/ 889357 w 4530309"/>
                <a:gd name="connsiteY8" fmla="*/ 928155 h 2450711"/>
                <a:gd name="connsiteX9" fmla="*/ 895601 w 4530309"/>
                <a:gd name="connsiteY9" fmla="*/ 1020926 h 2450711"/>
                <a:gd name="connsiteX10" fmla="*/ 927715 w 4530309"/>
                <a:gd name="connsiteY10" fmla="*/ 1033415 h 2450711"/>
                <a:gd name="connsiteX11" fmla="*/ 975885 w 4530309"/>
                <a:gd name="connsiteY11" fmla="*/ 1163651 h 2450711"/>
                <a:gd name="connsiteX12" fmla="*/ 964287 w 4530309"/>
                <a:gd name="connsiteY12" fmla="*/ 1360791 h 2450711"/>
                <a:gd name="connsiteX13" fmla="*/ 999077 w 4530309"/>
                <a:gd name="connsiteY13" fmla="*/ 1428585 h 2450711"/>
                <a:gd name="connsiteX14" fmla="*/ 1035651 w 4530309"/>
                <a:gd name="connsiteY14" fmla="*/ 1386660 h 2450711"/>
                <a:gd name="connsiteX15" fmla="*/ 1046355 w 4530309"/>
                <a:gd name="connsiteY15" fmla="*/ 1327785 h 2450711"/>
                <a:gd name="connsiteX16" fmla="*/ 1095417 w 4530309"/>
                <a:gd name="connsiteY16" fmla="*/ 1317973 h 2450711"/>
                <a:gd name="connsiteX17" fmla="*/ 1115041 w 4530309"/>
                <a:gd name="connsiteY17" fmla="*/ 1210037 h 2450711"/>
                <a:gd name="connsiteX18" fmla="*/ 1172132 w 4530309"/>
                <a:gd name="connsiteY18" fmla="*/ 1218065 h 2450711"/>
                <a:gd name="connsiteX19" fmla="*/ 1208705 w 4530309"/>
                <a:gd name="connsiteY19" fmla="*/ 1269803 h 2450711"/>
                <a:gd name="connsiteX20" fmla="*/ 1348754 w 4530309"/>
                <a:gd name="connsiteY20" fmla="*/ 1385767 h 2450711"/>
                <a:gd name="connsiteX21" fmla="*/ 1390679 w 4530309"/>
                <a:gd name="connsiteY21" fmla="*/ 1478539 h 2450711"/>
                <a:gd name="connsiteX22" fmla="*/ 1433497 w 4530309"/>
                <a:gd name="connsiteY22" fmla="*/ 1515113 h 2450711"/>
                <a:gd name="connsiteX23" fmla="*/ 1527161 w 4530309"/>
                <a:gd name="connsiteY23" fmla="*/ 1688166 h 2450711"/>
                <a:gd name="connsiteX24" fmla="*/ 1514673 w 4530309"/>
                <a:gd name="connsiteY24" fmla="*/ 1742580 h 2450711"/>
                <a:gd name="connsiteX25" fmla="*/ 1487019 w 4530309"/>
                <a:gd name="connsiteY25" fmla="*/ 1763989 h 2450711"/>
                <a:gd name="connsiteX26" fmla="*/ 1476315 w 4530309"/>
                <a:gd name="connsiteY26" fmla="*/ 1872817 h 2450711"/>
                <a:gd name="connsiteX27" fmla="*/ 1432605 w 4530309"/>
                <a:gd name="connsiteY27" fmla="*/ 1963805 h 2450711"/>
                <a:gd name="connsiteX28" fmla="*/ 1388004 w 4530309"/>
                <a:gd name="connsiteY28" fmla="*/ 1956668 h 2450711"/>
                <a:gd name="connsiteX29" fmla="*/ 1339834 w 4530309"/>
                <a:gd name="connsiteY29" fmla="*/ 1986105 h 2450711"/>
                <a:gd name="connsiteX30" fmla="*/ 1092740 w 4530309"/>
                <a:gd name="connsiteY30" fmla="*/ 2167188 h 2450711"/>
                <a:gd name="connsiteX31" fmla="*/ 879545 w 4530309"/>
                <a:gd name="connsiteY31" fmla="*/ 2030706 h 2450711"/>
                <a:gd name="connsiteX32" fmla="*/ 152538 w 4530309"/>
                <a:gd name="connsiteY32" fmla="*/ 892474 h 2450711"/>
                <a:gd name="connsiteX33" fmla="*/ 41925 w 4530309"/>
                <a:gd name="connsiteY33" fmla="*/ 342982 h 2450711"/>
                <a:gd name="connsiteX34" fmla="*/ 24740 w 4530309"/>
                <a:gd name="connsiteY34" fmla="*/ 147293 h 2450711"/>
                <a:gd name="connsiteX35" fmla="*/ 0 w 4530309"/>
                <a:gd name="connsiteY35" fmla="*/ 85185 h 2450711"/>
                <a:gd name="connsiteX36" fmla="*/ 1784 w 4530309"/>
                <a:gd name="connsiteY36" fmla="*/ 85185 h 2450711"/>
                <a:gd name="connsiteX37" fmla="*/ 3853 w 4530309"/>
                <a:gd name="connsiteY37" fmla="*/ 90781 h 2450711"/>
                <a:gd name="connsiteX38" fmla="*/ 4063677 w 4530309"/>
                <a:gd name="connsiteY38" fmla="*/ 1255 h 2450711"/>
                <a:gd name="connsiteX39" fmla="*/ 4381668 w 4530309"/>
                <a:gd name="connsiteY39" fmla="*/ 68235 h 2450711"/>
                <a:gd name="connsiteX40" fmla="*/ 4496962 w 4530309"/>
                <a:gd name="connsiteY40" fmla="*/ 97114 h 2450711"/>
                <a:gd name="connsiteX41" fmla="*/ 4530309 w 4530309"/>
                <a:gd name="connsiteY41" fmla="*/ 106086 h 2450711"/>
                <a:gd name="connsiteX42" fmla="*/ 4530309 w 4530309"/>
                <a:gd name="connsiteY42" fmla="*/ 912229 h 2450711"/>
                <a:gd name="connsiteX43" fmla="*/ 4525508 w 4530309"/>
                <a:gd name="connsiteY43" fmla="*/ 908306 h 2450711"/>
                <a:gd name="connsiteX44" fmla="*/ 4457490 w 4530309"/>
                <a:gd name="connsiteY44" fmla="*/ 784537 h 2450711"/>
                <a:gd name="connsiteX45" fmla="*/ 4383451 w 4530309"/>
                <a:gd name="connsiteY45" fmla="*/ 868388 h 2450711"/>
                <a:gd name="connsiteX46" fmla="*/ 4352231 w 4530309"/>
                <a:gd name="connsiteY46" fmla="*/ 926370 h 2450711"/>
                <a:gd name="connsiteX47" fmla="*/ 4401292 w 4530309"/>
                <a:gd name="connsiteY47" fmla="*/ 1043226 h 2450711"/>
                <a:gd name="connsiteX48" fmla="*/ 4365611 w 4530309"/>
                <a:gd name="connsiteY48" fmla="*/ 1104777 h 2450711"/>
                <a:gd name="connsiteX49" fmla="*/ 4311197 w 4530309"/>
                <a:gd name="connsiteY49" fmla="*/ 1203792 h 2450711"/>
                <a:gd name="connsiteX50" fmla="*/ 4226453 w 4530309"/>
                <a:gd name="connsiteY50" fmla="*/ 1161866 h 2450711"/>
                <a:gd name="connsiteX51" fmla="*/ 4233590 w 4530309"/>
                <a:gd name="connsiteY51" fmla="*/ 1337597 h 2450711"/>
                <a:gd name="connsiteX52" fmla="*/ 4182743 w 4530309"/>
                <a:gd name="connsiteY52" fmla="*/ 1405392 h 2450711"/>
                <a:gd name="connsiteX53" fmla="*/ 4154199 w 4530309"/>
                <a:gd name="connsiteY53" fmla="*/ 1466049 h 2450711"/>
                <a:gd name="connsiteX54" fmla="*/ 4121194 w 4530309"/>
                <a:gd name="connsiteY54" fmla="*/ 1438396 h 2450711"/>
                <a:gd name="connsiteX55" fmla="*/ 4118066 w 4530309"/>
                <a:gd name="connsiteY55" fmla="*/ 1435609 h 2450711"/>
                <a:gd name="connsiteX56" fmla="*/ 4118517 w 4530309"/>
                <a:gd name="connsiteY56" fmla="*/ 1455345 h 2450711"/>
                <a:gd name="connsiteX57" fmla="*/ 4150630 w 4530309"/>
                <a:gd name="connsiteY57" fmla="*/ 1599854 h 2450711"/>
                <a:gd name="connsiteX58" fmla="*/ 4202367 w 4530309"/>
                <a:gd name="connsiteY58" fmla="*/ 1643563 h 2450711"/>
                <a:gd name="connsiteX59" fmla="*/ 4269270 w 4530309"/>
                <a:gd name="connsiteY59" fmla="*/ 1615911 h 2450711"/>
                <a:gd name="connsiteX60" fmla="*/ 4288003 w 4530309"/>
                <a:gd name="connsiteY60" fmla="*/ 1652483 h 2450711"/>
                <a:gd name="connsiteX61" fmla="*/ 4275515 w 4530309"/>
                <a:gd name="connsiteY61" fmla="*/ 1695301 h 2450711"/>
                <a:gd name="connsiteX62" fmla="*/ 4377206 w 4530309"/>
                <a:gd name="connsiteY62" fmla="*/ 1823754 h 2450711"/>
                <a:gd name="connsiteX63" fmla="*/ 4422701 w 4530309"/>
                <a:gd name="connsiteY63" fmla="*/ 1838918 h 2450711"/>
                <a:gd name="connsiteX64" fmla="*/ 4397724 w 4530309"/>
                <a:gd name="connsiteY64" fmla="*/ 1867463 h 2450711"/>
                <a:gd name="connsiteX65" fmla="*/ 4354905 w 4530309"/>
                <a:gd name="connsiteY65" fmla="*/ 1871031 h 2450711"/>
                <a:gd name="connsiteX66" fmla="*/ 4314765 w 4530309"/>
                <a:gd name="connsiteY66" fmla="*/ 1898684 h 2450711"/>
                <a:gd name="connsiteX67" fmla="*/ 4269270 w 4530309"/>
                <a:gd name="connsiteY67" fmla="*/ 1904928 h 2450711"/>
                <a:gd name="connsiteX68" fmla="*/ 4255890 w 4530309"/>
                <a:gd name="connsiteY68" fmla="*/ 1880843 h 2450711"/>
                <a:gd name="connsiteX69" fmla="*/ 4216641 w 4530309"/>
                <a:gd name="connsiteY69" fmla="*/ 1821970 h 2450711"/>
                <a:gd name="connsiteX70" fmla="*/ 4155090 w 4530309"/>
                <a:gd name="connsiteY70" fmla="*/ 1834458 h 2450711"/>
                <a:gd name="connsiteX71" fmla="*/ 4142602 w 4530309"/>
                <a:gd name="connsiteY71" fmla="*/ 1894225 h 2450711"/>
                <a:gd name="connsiteX72" fmla="*/ 4060535 w 4530309"/>
                <a:gd name="connsiteY72" fmla="*/ 1917417 h 2450711"/>
                <a:gd name="connsiteX73" fmla="*/ 4055182 w 4530309"/>
                <a:gd name="connsiteY73" fmla="*/ 1943286 h 2450711"/>
                <a:gd name="connsiteX74" fmla="*/ 4014149 w 4530309"/>
                <a:gd name="connsiteY74" fmla="*/ 1970047 h 2450711"/>
                <a:gd name="connsiteX75" fmla="*/ 3964195 w 4530309"/>
                <a:gd name="connsiteY75" fmla="*/ 1954882 h 2450711"/>
                <a:gd name="connsiteX76" fmla="*/ 3909781 w 4530309"/>
                <a:gd name="connsiteY76" fmla="*/ 2014648 h 2450711"/>
                <a:gd name="connsiteX77" fmla="*/ 3727807 w 4530309"/>
                <a:gd name="connsiteY77" fmla="*/ 2078875 h 2450711"/>
                <a:gd name="connsiteX78" fmla="*/ 3679637 w 4530309"/>
                <a:gd name="connsiteY78" fmla="*/ 2069955 h 2450711"/>
                <a:gd name="connsiteX79" fmla="*/ 3652876 w 4530309"/>
                <a:gd name="connsiteY79" fmla="*/ 2117232 h 2450711"/>
                <a:gd name="connsiteX80" fmla="*/ 3566349 w 4530309"/>
                <a:gd name="connsiteY80" fmla="*/ 2260849 h 2450711"/>
                <a:gd name="connsiteX81" fmla="*/ 3412919 w 4530309"/>
                <a:gd name="connsiteY81" fmla="*/ 2239440 h 2450711"/>
                <a:gd name="connsiteX82" fmla="*/ 3368317 w 4530309"/>
                <a:gd name="connsiteY82" fmla="*/ 2198408 h 2450711"/>
                <a:gd name="connsiteX83" fmla="*/ 3332636 w 4530309"/>
                <a:gd name="connsiteY83" fmla="*/ 2235873 h 2450711"/>
                <a:gd name="connsiteX84" fmla="*/ 3189019 w 4530309"/>
                <a:gd name="connsiteY84" fmla="*/ 2250145 h 2450711"/>
                <a:gd name="connsiteX85" fmla="*/ 3165825 w 4530309"/>
                <a:gd name="connsiteY85" fmla="*/ 2228736 h 2450711"/>
                <a:gd name="connsiteX86" fmla="*/ 3117655 w 4530309"/>
                <a:gd name="connsiteY86" fmla="*/ 2274230 h 2450711"/>
                <a:gd name="connsiteX87" fmla="*/ 3131037 w 4530309"/>
                <a:gd name="connsiteY87" fmla="*/ 2350944 h 2450711"/>
                <a:gd name="connsiteX88" fmla="*/ 3075730 w 4530309"/>
                <a:gd name="connsiteY88" fmla="*/ 2436580 h 2450711"/>
                <a:gd name="connsiteX89" fmla="*/ 2971362 w 4530309"/>
                <a:gd name="connsiteY89" fmla="*/ 2445500 h 2450711"/>
                <a:gd name="connsiteX90" fmla="*/ 2890187 w 4530309"/>
                <a:gd name="connsiteY90" fmla="*/ 2368786 h 2450711"/>
                <a:gd name="connsiteX91" fmla="*/ 2886619 w 4530309"/>
                <a:gd name="connsiteY91" fmla="*/ 2328644 h 2450711"/>
                <a:gd name="connsiteX92" fmla="*/ 2833989 w 4530309"/>
                <a:gd name="connsiteY92" fmla="*/ 2307235 h 2450711"/>
                <a:gd name="connsiteX93" fmla="*/ 2627037 w 4530309"/>
                <a:gd name="connsiteY93" fmla="*/ 2279582 h 2450711"/>
                <a:gd name="connsiteX94" fmla="*/ 2585112 w 4530309"/>
                <a:gd name="connsiteY94" fmla="*/ 2239440 h 2450711"/>
                <a:gd name="connsiteX95" fmla="*/ 2537834 w 4530309"/>
                <a:gd name="connsiteY95" fmla="*/ 2225168 h 2450711"/>
                <a:gd name="connsiteX96" fmla="*/ 2450527 w 4530309"/>
                <a:gd name="connsiteY96" fmla="*/ 2133219 h 2450711"/>
                <a:gd name="connsiteX97" fmla="*/ 2449395 w 4530309"/>
                <a:gd name="connsiteY97" fmla="*/ 2127752 h 2450711"/>
                <a:gd name="connsiteX98" fmla="*/ 2430456 w 4530309"/>
                <a:gd name="connsiteY98" fmla="*/ 2100396 h 2450711"/>
                <a:gd name="connsiteX99" fmla="*/ 2398677 w 4530309"/>
                <a:gd name="connsiteY99" fmla="*/ 2047654 h 2450711"/>
                <a:gd name="connsiteX100" fmla="*/ 2361212 w 4530309"/>
                <a:gd name="connsiteY100" fmla="*/ 2011081 h 2450711"/>
                <a:gd name="connsiteX101" fmla="*/ 2318394 w 4530309"/>
                <a:gd name="connsiteY101" fmla="*/ 2029814 h 2450711"/>
                <a:gd name="connsiteX102" fmla="*/ 2321071 w 4530309"/>
                <a:gd name="connsiteY102" fmla="*/ 2062819 h 2450711"/>
                <a:gd name="connsiteX103" fmla="*/ 2281821 w 4530309"/>
                <a:gd name="connsiteY103" fmla="*/ 2075307 h 2450711"/>
                <a:gd name="connsiteX104" fmla="*/ 2222947 w 4530309"/>
                <a:gd name="connsiteY104" fmla="*/ 2018218 h 2450711"/>
                <a:gd name="connsiteX105" fmla="*/ 2219379 w 4530309"/>
                <a:gd name="connsiteY105" fmla="*/ 1968264 h 2450711"/>
                <a:gd name="connsiteX106" fmla="*/ 2182805 w 4530309"/>
                <a:gd name="connsiteY106" fmla="*/ 1984320 h 2450711"/>
                <a:gd name="connsiteX107" fmla="*/ 2159613 w 4530309"/>
                <a:gd name="connsiteY107" fmla="*/ 2022677 h 2450711"/>
                <a:gd name="connsiteX108" fmla="*/ 2085573 w 4530309"/>
                <a:gd name="connsiteY108" fmla="*/ 1993240 h 2450711"/>
                <a:gd name="connsiteX109" fmla="*/ 1955337 w 4530309"/>
                <a:gd name="connsiteY109" fmla="*/ 1814834 h 2450711"/>
                <a:gd name="connsiteX110" fmla="*/ 1910736 w 4530309"/>
                <a:gd name="connsiteY110" fmla="*/ 1791641 h 2450711"/>
                <a:gd name="connsiteX111" fmla="*/ 1887542 w 4530309"/>
                <a:gd name="connsiteY111" fmla="*/ 1747932 h 2450711"/>
                <a:gd name="connsiteX112" fmla="*/ 1863457 w 4530309"/>
                <a:gd name="connsiteY112" fmla="*/ 1554360 h 2450711"/>
                <a:gd name="connsiteX113" fmla="*/ 1889327 w 4530309"/>
                <a:gd name="connsiteY113" fmla="*/ 1516003 h 2450711"/>
                <a:gd name="connsiteX114" fmla="*/ 1908952 w 4530309"/>
                <a:gd name="connsiteY114" fmla="*/ 1527600 h 2450711"/>
                <a:gd name="connsiteX115" fmla="*/ 1995479 w 4530309"/>
                <a:gd name="connsiteY115" fmla="*/ 1611451 h 2450711"/>
                <a:gd name="connsiteX116" fmla="*/ 2004399 w 4530309"/>
                <a:gd name="connsiteY116" fmla="*/ 1551685 h 2450711"/>
                <a:gd name="connsiteX117" fmla="*/ 2054353 w 4530309"/>
                <a:gd name="connsiteY117" fmla="*/ 1527600 h 2450711"/>
                <a:gd name="connsiteX118" fmla="*/ 2108767 w 4530309"/>
                <a:gd name="connsiteY118" fmla="*/ 1546332 h 2450711"/>
                <a:gd name="connsiteX119" fmla="*/ 2131959 w 4530309"/>
                <a:gd name="connsiteY119" fmla="*/ 1518679 h 2450711"/>
                <a:gd name="connsiteX120" fmla="*/ 2170317 w 4530309"/>
                <a:gd name="connsiteY120" fmla="*/ 1506191 h 2450711"/>
                <a:gd name="connsiteX121" fmla="*/ 2181913 w 4530309"/>
                <a:gd name="connsiteY121" fmla="*/ 1478538 h 2450711"/>
                <a:gd name="connsiteX122" fmla="*/ 2124824 w 4530309"/>
                <a:gd name="connsiteY122" fmla="*/ 1342057 h 2450711"/>
                <a:gd name="connsiteX123" fmla="*/ 2069517 w 4530309"/>
                <a:gd name="connsiteY123" fmla="*/ 1296563 h 2450711"/>
                <a:gd name="connsiteX124" fmla="*/ 2055133 w 4530309"/>
                <a:gd name="connsiteY124" fmla="*/ 1252630 h 2450711"/>
                <a:gd name="connsiteX125" fmla="*/ 2046203 w 4530309"/>
                <a:gd name="connsiteY125" fmla="*/ 1219970 h 2450711"/>
                <a:gd name="connsiteX126" fmla="*/ 2040972 w 4530309"/>
                <a:gd name="connsiteY126" fmla="*/ 1216280 h 2450711"/>
                <a:gd name="connsiteX127" fmla="*/ 2033168 w 4530309"/>
                <a:gd name="connsiteY127" fmla="*/ 1197464 h 2450711"/>
                <a:gd name="connsiteX128" fmla="*/ 2008079 w 4530309"/>
                <a:gd name="connsiteY128" fmla="*/ 1171567 h 2450711"/>
                <a:gd name="connsiteX129" fmla="*/ 1975653 w 4530309"/>
                <a:gd name="connsiteY129" fmla="*/ 1152888 h 2450711"/>
                <a:gd name="connsiteX130" fmla="*/ 1968160 w 4530309"/>
                <a:gd name="connsiteY130" fmla="*/ 1151162 h 2450711"/>
                <a:gd name="connsiteX131" fmla="*/ 1906275 w 4530309"/>
                <a:gd name="connsiteY131" fmla="*/ 1130645 h 2450711"/>
                <a:gd name="connsiteX132" fmla="*/ 1886651 w 4530309"/>
                <a:gd name="connsiteY132" fmla="*/ 1032522 h 2450711"/>
                <a:gd name="connsiteX133" fmla="*/ 1834020 w 4530309"/>
                <a:gd name="connsiteY133" fmla="*/ 957591 h 2450711"/>
                <a:gd name="connsiteX134" fmla="*/ 1768903 w 4530309"/>
                <a:gd name="connsiteY134" fmla="*/ 1001301 h 2450711"/>
                <a:gd name="connsiteX135" fmla="*/ 1739465 w 4530309"/>
                <a:gd name="connsiteY135" fmla="*/ 1011113 h 2450711"/>
                <a:gd name="connsiteX136" fmla="*/ 1710920 w 4530309"/>
                <a:gd name="connsiteY136" fmla="*/ 1081583 h 2450711"/>
                <a:gd name="connsiteX137" fmla="*/ 1619933 w 4530309"/>
                <a:gd name="connsiteY137" fmla="*/ 1188627 h 2450711"/>
                <a:gd name="connsiteX138" fmla="*/ 1562843 w 4530309"/>
                <a:gd name="connsiteY138" fmla="*/ 1193088 h 2450711"/>
                <a:gd name="connsiteX139" fmla="*/ 1544110 w 4530309"/>
                <a:gd name="connsiteY139" fmla="*/ 1235905 h 2450711"/>
                <a:gd name="connsiteX140" fmla="*/ 1477207 w 4530309"/>
                <a:gd name="connsiteY140" fmla="*/ 1218957 h 2450711"/>
                <a:gd name="connsiteX141" fmla="*/ 1264903 w 4530309"/>
                <a:gd name="connsiteY141" fmla="*/ 929938 h 2450711"/>
                <a:gd name="connsiteX142" fmla="*/ 1234574 w 4530309"/>
                <a:gd name="connsiteY142" fmla="*/ 886228 h 2450711"/>
                <a:gd name="connsiteX143" fmla="*/ 1205137 w 4530309"/>
                <a:gd name="connsiteY143" fmla="*/ 865711 h 2450711"/>
                <a:gd name="connsiteX144" fmla="*/ 1164995 w 4530309"/>
                <a:gd name="connsiteY144" fmla="*/ 811298 h 2450711"/>
                <a:gd name="connsiteX145" fmla="*/ 1051708 w 4530309"/>
                <a:gd name="connsiteY145" fmla="*/ 554393 h 2450711"/>
                <a:gd name="connsiteX146" fmla="*/ 1078468 w 4530309"/>
                <a:gd name="connsiteY146" fmla="*/ 329600 h 2450711"/>
                <a:gd name="connsiteX147" fmla="*/ 1106122 w 4530309"/>
                <a:gd name="connsiteY147" fmla="*/ 239505 h 2450711"/>
                <a:gd name="connsiteX148" fmla="*/ 1067764 w 4530309"/>
                <a:gd name="connsiteY148" fmla="*/ 210960 h 2450711"/>
                <a:gd name="connsiteX149" fmla="*/ 1029407 w 4530309"/>
                <a:gd name="connsiteY149" fmla="*/ 198471 h 2450711"/>
                <a:gd name="connsiteX150" fmla="*/ 1036543 w 4530309"/>
                <a:gd name="connsiteY150" fmla="*/ 165467 h 2450711"/>
                <a:gd name="connsiteX151" fmla="*/ 1354107 w 4530309"/>
                <a:gd name="connsiteY151" fmla="*/ 159222 h 2450711"/>
                <a:gd name="connsiteX152" fmla="*/ 2152476 w 4530309"/>
                <a:gd name="connsiteY152" fmla="*/ 151194 h 2450711"/>
                <a:gd name="connsiteX153" fmla="*/ 2503937 w 4530309"/>
                <a:gd name="connsiteY153" fmla="*/ 109269 h 2450711"/>
                <a:gd name="connsiteX154" fmla="*/ 2897324 w 4530309"/>
                <a:gd name="connsiteY154" fmla="*/ 57531 h 2450711"/>
                <a:gd name="connsiteX155" fmla="*/ 3210428 w 4530309"/>
                <a:gd name="connsiteY155" fmla="*/ 38798 h 2450711"/>
                <a:gd name="connsiteX156" fmla="*/ 3526208 w 4530309"/>
                <a:gd name="connsiteY156" fmla="*/ 76263 h 2450711"/>
                <a:gd name="connsiteX157" fmla="*/ 3810766 w 4530309"/>
                <a:gd name="connsiteY157" fmla="*/ 20065 h 2450711"/>
                <a:gd name="connsiteX158" fmla="*/ 3954787 w 4530309"/>
                <a:gd name="connsiteY158" fmla="*/ 1626 h 2450711"/>
                <a:gd name="connsiteX159" fmla="*/ 4063677 w 4530309"/>
                <a:gd name="connsiteY159" fmla="*/ 1255 h 245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4530309" h="2450711">
                  <a:moveTo>
                    <a:pt x="3853" y="90781"/>
                  </a:moveTo>
                  <a:lnTo>
                    <a:pt x="36100" y="137620"/>
                  </a:lnTo>
                  <a:cubicBezTo>
                    <a:pt x="79503" y="184535"/>
                    <a:pt x="142726" y="213638"/>
                    <a:pt x="206952" y="213638"/>
                  </a:cubicBezTo>
                  <a:cubicBezTo>
                    <a:pt x="266718" y="213638"/>
                    <a:pt x="323808" y="189553"/>
                    <a:pt x="381791" y="175280"/>
                  </a:cubicBezTo>
                  <a:cubicBezTo>
                    <a:pt x="439773" y="161008"/>
                    <a:pt x="506675" y="160115"/>
                    <a:pt x="553953" y="197581"/>
                  </a:cubicBezTo>
                  <a:cubicBezTo>
                    <a:pt x="586958" y="224341"/>
                    <a:pt x="603907" y="265375"/>
                    <a:pt x="619071" y="305517"/>
                  </a:cubicBezTo>
                  <a:cubicBezTo>
                    <a:pt x="645833" y="374203"/>
                    <a:pt x="671702" y="441998"/>
                    <a:pt x="698462" y="510684"/>
                  </a:cubicBezTo>
                  <a:cubicBezTo>
                    <a:pt x="740387" y="618620"/>
                    <a:pt x="801938" y="703363"/>
                    <a:pt x="854568" y="805947"/>
                  </a:cubicBezTo>
                  <a:cubicBezTo>
                    <a:pt x="874192" y="844304"/>
                    <a:pt x="894709" y="885337"/>
                    <a:pt x="889357" y="928155"/>
                  </a:cubicBezTo>
                  <a:cubicBezTo>
                    <a:pt x="884897" y="961160"/>
                    <a:pt x="868840" y="1001301"/>
                    <a:pt x="895601" y="1020926"/>
                  </a:cubicBezTo>
                  <a:cubicBezTo>
                    <a:pt x="904521" y="1028063"/>
                    <a:pt x="917010" y="1028954"/>
                    <a:pt x="927715" y="1033415"/>
                  </a:cubicBezTo>
                  <a:cubicBezTo>
                    <a:pt x="974101" y="1052148"/>
                    <a:pt x="978560" y="1114590"/>
                    <a:pt x="975885" y="1163651"/>
                  </a:cubicBezTo>
                  <a:cubicBezTo>
                    <a:pt x="972316" y="1229662"/>
                    <a:pt x="967856" y="1295672"/>
                    <a:pt x="964287" y="1360791"/>
                  </a:cubicBezTo>
                  <a:cubicBezTo>
                    <a:pt x="962503" y="1389336"/>
                    <a:pt x="970532" y="1428585"/>
                    <a:pt x="999077" y="1428585"/>
                  </a:cubicBezTo>
                  <a:cubicBezTo>
                    <a:pt x="1019594" y="1428585"/>
                    <a:pt x="1032083" y="1406284"/>
                    <a:pt x="1035651" y="1386660"/>
                  </a:cubicBezTo>
                  <a:cubicBezTo>
                    <a:pt x="1038327" y="1367035"/>
                    <a:pt x="1035651" y="1345626"/>
                    <a:pt x="1046355" y="1327785"/>
                  </a:cubicBezTo>
                  <a:cubicBezTo>
                    <a:pt x="1056167" y="1309945"/>
                    <a:pt x="1084712" y="1301025"/>
                    <a:pt x="1095417" y="1317973"/>
                  </a:cubicBezTo>
                  <a:cubicBezTo>
                    <a:pt x="1123962" y="1292104"/>
                    <a:pt x="1086496" y="1235906"/>
                    <a:pt x="1115041" y="1210037"/>
                  </a:cubicBezTo>
                  <a:cubicBezTo>
                    <a:pt x="1131098" y="1195764"/>
                    <a:pt x="1156967" y="1203793"/>
                    <a:pt x="1172132" y="1218065"/>
                  </a:cubicBezTo>
                  <a:cubicBezTo>
                    <a:pt x="1187296" y="1233230"/>
                    <a:pt x="1195324" y="1253747"/>
                    <a:pt x="1208705" y="1269803"/>
                  </a:cubicBezTo>
                  <a:cubicBezTo>
                    <a:pt x="1246171" y="1317973"/>
                    <a:pt x="1316641" y="1333138"/>
                    <a:pt x="1348754" y="1385767"/>
                  </a:cubicBezTo>
                  <a:cubicBezTo>
                    <a:pt x="1366595" y="1414312"/>
                    <a:pt x="1369271" y="1451778"/>
                    <a:pt x="1390679" y="1478539"/>
                  </a:cubicBezTo>
                  <a:cubicBezTo>
                    <a:pt x="1402276" y="1492812"/>
                    <a:pt x="1418333" y="1503516"/>
                    <a:pt x="1433497" y="1515113"/>
                  </a:cubicBezTo>
                  <a:cubicBezTo>
                    <a:pt x="1486128" y="1557038"/>
                    <a:pt x="1520917" y="1621264"/>
                    <a:pt x="1527161" y="1688166"/>
                  </a:cubicBezTo>
                  <a:cubicBezTo>
                    <a:pt x="1528945" y="1706899"/>
                    <a:pt x="1527161" y="1728308"/>
                    <a:pt x="1514673" y="1742580"/>
                  </a:cubicBezTo>
                  <a:cubicBezTo>
                    <a:pt x="1506645" y="1751501"/>
                    <a:pt x="1495047" y="1755960"/>
                    <a:pt x="1487019" y="1763989"/>
                  </a:cubicBezTo>
                  <a:cubicBezTo>
                    <a:pt x="1459366" y="1789858"/>
                    <a:pt x="1470071" y="1835352"/>
                    <a:pt x="1476315" y="1872817"/>
                  </a:cubicBezTo>
                  <a:cubicBezTo>
                    <a:pt x="1482560" y="1910282"/>
                    <a:pt x="1470963" y="1962021"/>
                    <a:pt x="1432605" y="1963805"/>
                  </a:cubicBezTo>
                  <a:cubicBezTo>
                    <a:pt x="1417441" y="1963805"/>
                    <a:pt x="1403168" y="1955776"/>
                    <a:pt x="1388004" y="1956668"/>
                  </a:cubicBezTo>
                  <a:cubicBezTo>
                    <a:pt x="1368379" y="1956668"/>
                    <a:pt x="1353214" y="1971833"/>
                    <a:pt x="1339834" y="1986105"/>
                  </a:cubicBezTo>
                  <a:cubicBezTo>
                    <a:pt x="1268471" y="2063712"/>
                    <a:pt x="1198001" y="2166295"/>
                    <a:pt x="1092740" y="2167188"/>
                  </a:cubicBezTo>
                  <a:cubicBezTo>
                    <a:pt x="1005322" y="2167188"/>
                    <a:pt x="936635" y="2096717"/>
                    <a:pt x="879545" y="2030706"/>
                  </a:cubicBezTo>
                  <a:cubicBezTo>
                    <a:pt x="584282" y="1686382"/>
                    <a:pt x="294371" y="1322433"/>
                    <a:pt x="152538" y="892474"/>
                  </a:cubicBezTo>
                  <a:cubicBezTo>
                    <a:pt x="93664" y="714959"/>
                    <a:pt x="61551" y="529417"/>
                    <a:pt x="41925" y="342982"/>
                  </a:cubicBezTo>
                  <a:cubicBezTo>
                    <a:pt x="34566" y="274742"/>
                    <a:pt x="39752" y="210013"/>
                    <a:pt x="24740" y="147293"/>
                  </a:cubicBezTo>
                  <a:close/>
                  <a:moveTo>
                    <a:pt x="0" y="85185"/>
                  </a:moveTo>
                  <a:lnTo>
                    <a:pt x="1784" y="85185"/>
                  </a:lnTo>
                  <a:lnTo>
                    <a:pt x="3853" y="90781"/>
                  </a:lnTo>
                  <a:close/>
                  <a:moveTo>
                    <a:pt x="4063677" y="1255"/>
                  </a:moveTo>
                  <a:cubicBezTo>
                    <a:pt x="4172460" y="6611"/>
                    <a:pt x="4280309" y="29097"/>
                    <a:pt x="4381668" y="68235"/>
                  </a:cubicBezTo>
                  <a:cubicBezTo>
                    <a:pt x="4419132" y="82953"/>
                    <a:pt x="4458605" y="88975"/>
                    <a:pt x="4496962" y="97114"/>
                  </a:cubicBezTo>
                  <a:lnTo>
                    <a:pt x="4530309" y="106086"/>
                  </a:lnTo>
                  <a:lnTo>
                    <a:pt x="4530309" y="912229"/>
                  </a:lnTo>
                  <a:lnTo>
                    <a:pt x="4525508" y="908306"/>
                  </a:lnTo>
                  <a:cubicBezTo>
                    <a:pt x="4492725" y="873740"/>
                    <a:pt x="4468640" y="830922"/>
                    <a:pt x="4457490" y="784537"/>
                  </a:cubicBezTo>
                  <a:lnTo>
                    <a:pt x="4383451" y="868388"/>
                  </a:lnTo>
                  <a:cubicBezTo>
                    <a:pt x="4368287" y="885336"/>
                    <a:pt x="4352231" y="904069"/>
                    <a:pt x="4352231" y="926370"/>
                  </a:cubicBezTo>
                  <a:cubicBezTo>
                    <a:pt x="4352231" y="970080"/>
                    <a:pt x="4407536" y="1000409"/>
                    <a:pt x="4401292" y="1043226"/>
                  </a:cubicBezTo>
                  <a:cubicBezTo>
                    <a:pt x="4397724" y="1066419"/>
                    <a:pt x="4376315" y="1083367"/>
                    <a:pt x="4365611" y="1104777"/>
                  </a:cubicBezTo>
                  <a:cubicBezTo>
                    <a:pt x="4347771" y="1141350"/>
                    <a:pt x="4351338" y="1202008"/>
                    <a:pt x="4311197" y="1203792"/>
                  </a:cubicBezTo>
                  <a:cubicBezTo>
                    <a:pt x="4275515" y="1204684"/>
                    <a:pt x="4255891" y="1141350"/>
                    <a:pt x="4226453" y="1161866"/>
                  </a:cubicBezTo>
                  <a:cubicBezTo>
                    <a:pt x="4247863" y="1218957"/>
                    <a:pt x="4268379" y="1287643"/>
                    <a:pt x="4233590" y="1337597"/>
                  </a:cubicBezTo>
                  <a:cubicBezTo>
                    <a:pt x="4217533" y="1360790"/>
                    <a:pt x="4189880" y="1377739"/>
                    <a:pt x="4182743" y="1405392"/>
                  </a:cubicBezTo>
                  <a:cubicBezTo>
                    <a:pt x="4176499" y="1428584"/>
                    <a:pt x="4178284" y="1465158"/>
                    <a:pt x="4154199" y="1466049"/>
                  </a:cubicBezTo>
                  <a:cubicBezTo>
                    <a:pt x="4139034" y="1466049"/>
                    <a:pt x="4130115" y="1450885"/>
                    <a:pt x="4121194" y="1438396"/>
                  </a:cubicBezTo>
                  <a:lnTo>
                    <a:pt x="4118066" y="1435609"/>
                  </a:lnTo>
                  <a:lnTo>
                    <a:pt x="4118517" y="1455345"/>
                  </a:lnTo>
                  <a:cubicBezTo>
                    <a:pt x="4119409" y="1505298"/>
                    <a:pt x="4131006" y="1554360"/>
                    <a:pt x="4150630" y="1599854"/>
                  </a:cubicBezTo>
                  <a:cubicBezTo>
                    <a:pt x="4160443" y="1622154"/>
                    <a:pt x="4178283" y="1647131"/>
                    <a:pt x="4202367" y="1643563"/>
                  </a:cubicBezTo>
                  <a:cubicBezTo>
                    <a:pt x="4227345" y="1639995"/>
                    <a:pt x="4245186" y="1608774"/>
                    <a:pt x="4269270" y="1615911"/>
                  </a:cubicBezTo>
                  <a:cubicBezTo>
                    <a:pt x="4283543" y="1620370"/>
                    <a:pt x="4289787" y="1637319"/>
                    <a:pt x="4288003" y="1652483"/>
                  </a:cubicBezTo>
                  <a:cubicBezTo>
                    <a:pt x="4286219" y="1667648"/>
                    <a:pt x="4279083" y="1681028"/>
                    <a:pt x="4275515" y="1695301"/>
                  </a:cubicBezTo>
                  <a:cubicBezTo>
                    <a:pt x="4259458" y="1755960"/>
                    <a:pt x="4313872" y="1825538"/>
                    <a:pt x="4377206" y="1823754"/>
                  </a:cubicBezTo>
                  <a:cubicBezTo>
                    <a:pt x="4395047" y="1823754"/>
                    <a:pt x="4418239" y="1821970"/>
                    <a:pt x="4422701" y="1838918"/>
                  </a:cubicBezTo>
                  <a:cubicBezTo>
                    <a:pt x="4427161" y="1853191"/>
                    <a:pt x="4411996" y="1865679"/>
                    <a:pt x="4397724" y="1867463"/>
                  </a:cubicBezTo>
                  <a:cubicBezTo>
                    <a:pt x="4383451" y="1870140"/>
                    <a:pt x="4368287" y="1867463"/>
                    <a:pt x="4354905" y="1871031"/>
                  </a:cubicBezTo>
                  <a:cubicBezTo>
                    <a:pt x="4338849" y="1875492"/>
                    <a:pt x="4327253" y="1888872"/>
                    <a:pt x="4314765" y="1898684"/>
                  </a:cubicBezTo>
                  <a:cubicBezTo>
                    <a:pt x="4301384" y="1908496"/>
                    <a:pt x="4282651" y="1914741"/>
                    <a:pt x="4269270" y="1904928"/>
                  </a:cubicBezTo>
                  <a:cubicBezTo>
                    <a:pt x="4262133" y="1899577"/>
                    <a:pt x="4258567" y="1889764"/>
                    <a:pt x="4255890" y="1880843"/>
                  </a:cubicBezTo>
                  <a:cubicBezTo>
                    <a:pt x="4247861" y="1858542"/>
                    <a:pt x="4237157" y="1834458"/>
                    <a:pt x="4216641" y="1821970"/>
                  </a:cubicBezTo>
                  <a:cubicBezTo>
                    <a:pt x="4196123" y="1809481"/>
                    <a:pt x="4164011" y="1812158"/>
                    <a:pt x="4155090" y="1834458"/>
                  </a:cubicBezTo>
                  <a:cubicBezTo>
                    <a:pt x="4147062" y="1853191"/>
                    <a:pt x="4156874" y="1879060"/>
                    <a:pt x="4142602" y="1894225"/>
                  </a:cubicBezTo>
                  <a:cubicBezTo>
                    <a:pt x="4122085" y="1915633"/>
                    <a:pt x="4074807" y="1890656"/>
                    <a:pt x="4060535" y="1917417"/>
                  </a:cubicBezTo>
                  <a:cubicBezTo>
                    <a:pt x="4056075" y="1925445"/>
                    <a:pt x="4057859" y="1935258"/>
                    <a:pt x="4055182" y="1943286"/>
                  </a:cubicBezTo>
                  <a:cubicBezTo>
                    <a:pt x="4049831" y="1960235"/>
                    <a:pt x="4031098" y="1970047"/>
                    <a:pt x="4014149" y="1970047"/>
                  </a:cubicBezTo>
                  <a:cubicBezTo>
                    <a:pt x="3996308" y="1970047"/>
                    <a:pt x="3980252" y="1962019"/>
                    <a:pt x="3964195" y="1954882"/>
                  </a:cubicBezTo>
                  <a:cubicBezTo>
                    <a:pt x="3935651" y="1961127"/>
                    <a:pt x="3924053" y="1989672"/>
                    <a:pt x="3909781" y="2014648"/>
                  </a:cubicBezTo>
                  <a:cubicBezTo>
                    <a:pt x="3874992" y="2075307"/>
                    <a:pt x="3792925" y="2104743"/>
                    <a:pt x="3727807" y="2078875"/>
                  </a:cubicBezTo>
                  <a:cubicBezTo>
                    <a:pt x="3712642" y="2072631"/>
                    <a:pt x="3695693" y="2063710"/>
                    <a:pt x="3679637" y="2069955"/>
                  </a:cubicBezTo>
                  <a:cubicBezTo>
                    <a:pt x="3661796" y="2077091"/>
                    <a:pt x="3657336" y="2099391"/>
                    <a:pt x="3652876" y="2117232"/>
                  </a:cubicBezTo>
                  <a:cubicBezTo>
                    <a:pt x="3641279" y="2173430"/>
                    <a:pt x="3615411" y="2229628"/>
                    <a:pt x="3566349" y="2260849"/>
                  </a:cubicBezTo>
                  <a:cubicBezTo>
                    <a:pt x="3518179" y="2292071"/>
                    <a:pt x="3445032" y="2286718"/>
                    <a:pt x="3412919" y="2239440"/>
                  </a:cubicBezTo>
                  <a:cubicBezTo>
                    <a:pt x="3401323" y="2221600"/>
                    <a:pt x="3389725" y="2196623"/>
                    <a:pt x="3368317" y="2198408"/>
                  </a:cubicBezTo>
                  <a:cubicBezTo>
                    <a:pt x="3350476" y="2200191"/>
                    <a:pt x="3342448" y="2220708"/>
                    <a:pt x="3332636" y="2235873"/>
                  </a:cubicBezTo>
                  <a:cubicBezTo>
                    <a:pt x="3303199" y="2283150"/>
                    <a:pt x="3226484" y="2291178"/>
                    <a:pt x="3189019" y="2250145"/>
                  </a:cubicBezTo>
                  <a:cubicBezTo>
                    <a:pt x="3181882" y="2242117"/>
                    <a:pt x="3175638" y="2232305"/>
                    <a:pt x="3165825" y="2228736"/>
                  </a:cubicBezTo>
                  <a:cubicBezTo>
                    <a:pt x="3141740" y="2218923"/>
                    <a:pt x="3117655" y="2248361"/>
                    <a:pt x="3117655" y="2274230"/>
                  </a:cubicBezTo>
                  <a:cubicBezTo>
                    <a:pt x="3117655" y="2300099"/>
                    <a:pt x="3130144" y="2325075"/>
                    <a:pt x="3131037" y="2350944"/>
                  </a:cubicBezTo>
                  <a:cubicBezTo>
                    <a:pt x="3131037" y="2386626"/>
                    <a:pt x="3107843" y="2419631"/>
                    <a:pt x="3075730" y="2436580"/>
                  </a:cubicBezTo>
                  <a:cubicBezTo>
                    <a:pt x="3043617" y="2453528"/>
                    <a:pt x="3006152" y="2453528"/>
                    <a:pt x="2971362" y="2445500"/>
                  </a:cubicBezTo>
                  <a:cubicBezTo>
                    <a:pt x="2933005" y="2435688"/>
                    <a:pt x="2892863" y="2408035"/>
                    <a:pt x="2890187" y="2368786"/>
                  </a:cubicBezTo>
                  <a:cubicBezTo>
                    <a:pt x="2890187" y="2355404"/>
                    <a:pt x="2892863" y="2341132"/>
                    <a:pt x="2886619" y="2328644"/>
                  </a:cubicBezTo>
                  <a:cubicBezTo>
                    <a:pt x="2877699" y="2310803"/>
                    <a:pt x="2853614" y="2306343"/>
                    <a:pt x="2833989" y="2307235"/>
                  </a:cubicBezTo>
                  <a:cubicBezTo>
                    <a:pt x="2762627" y="2308127"/>
                    <a:pt x="2679667" y="2328644"/>
                    <a:pt x="2627037" y="2279582"/>
                  </a:cubicBezTo>
                  <a:cubicBezTo>
                    <a:pt x="2612765" y="2266202"/>
                    <a:pt x="2602061" y="2249253"/>
                    <a:pt x="2585112" y="2239440"/>
                  </a:cubicBezTo>
                  <a:cubicBezTo>
                    <a:pt x="2570839" y="2231412"/>
                    <a:pt x="2552999" y="2229628"/>
                    <a:pt x="2537834" y="2225168"/>
                  </a:cubicBezTo>
                  <a:cubicBezTo>
                    <a:pt x="2495685" y="2212457"/>
                    <a:pt x="2465077" y="2175660"/>
                    <a:pt x="2450527" y="2133219"/>
                  </a:cubicBezTo>
                  <a:lnTo>
                    <a:pt x="2449395" y="2127752"/>
                  </a:lnTo>
                  <a:lnTo>
                    <a:pt x="2430456" y="2100396"/>
                  </a:lnTo>
                  <a:cubicBezTo>
                    <a:pt x="2419863" y="2082890"/>
                    <a:pt x="2409828" y="2065049"/>
                    <a:pt x="2398677" y="2047654"/>
                  </a:cubicBezTo>
                  <a:cubicBezTo>
                    <a:pt x="2388865" y="2032490"/>
                    <a:pt x="2378161" y="2017325"/>
                    <a:pt x="2361212" y="2011081"/>
                  </a:cubicBezTo>
                  <a:cubicBezTo>
                    <a:pt x="2345156" y="2004837"/>
                    <a:pt x="2321963" y="2011973"/>
                    <a:pt x="2318394" y="2029814"/>
                  </a:cubicBezTo>
                  <a:cubicBezTo>
                    <a:pt x="2316610" y="2040518"/>
                    <a:pt x="2321071" y="2052115"/>
                    <a:pt x="2321071" y="2062819"/>
                  </a:cubicBezTo>
                  <a:cubicBezTo>
                    <a:pt x="2320178" y="2073523"/>
                    <a:pt x="2288958" y="2084228"/>
                    <a:pt x="2281821" y="2075307"/>
                  </a:cubicBezTo>
                  <a:cubicBezTo>
                    <a:pt x="2250600" y="2079768"/>
                    <a:pt x="2219379" y="2049438"/>
                    <a:pt x="2222947" y="2018218"/>
                  </a:cubicBezTo>
                  <a:cubicBezTo>
                    <a:pt x="2224731" y="2000377"/>
                    <a:pt x="2233651" y="1978076"/>
                    <a:pt x="2219379" y="1968264"/>
                  </a:cubicBezTo>
                  <a:cubicBezTo>
                    <a:pt x="2207783" y="1960236"/>
                    <a:pt x="2189941" y="1970939"/>
                    <a:pt x="2182805" y="1984320"/>
                  </a:cubicBezTo>
                  <a:cubicBezTo>
                    <a:pt x="2175669" y="1997701"/>
                    <a:pt x="2172101" y="2013757"/>
                    <a:pt x="2159613" y="2022677"/>
                  </a:cubicBezTo>
                  <a:cubicBezTo>
                    <a:pt x="2135527" y="2040518"/>
                    <a:pt x="2102523" y="2017325"/>
                    <a:pt x="2085573" y="1993240"/>
                  </a:cubicBezTo>
                  <a:cubicBezTo>
                    <a:pt x="2042756" y="1931690"/>
                    <a:pt x="2022239" y="1847839"/>
                    <a:pt x="1955337" y="1814834"/>
                  </a:cubicBezTo>
                  <a:cubicBezTo>
                    <a:pt x="1940172" y="1807698"/>
                    <a:pt x="1923224" y="1803238"/>
                    <a:pt x="1910736" y="1791641"/>
                  </a:cubicBezTo>
                  <a:cubicBezTo>
                    <a:pt x="1898247" y="1780937"/>
                    <a:pt x="1892895" y="1763988"/>
                    <a:pt x="1887542" y="1747932"/>
                  </a:cubicBezTo>
                  <a:cubicBezTo>
                    <a:pt x="1868810" y="1685490"/>
                    <a:pt x="1859889" y="1619479"/>
                    <a:pt x="1863457" y="1554360"/>
                  </a:cubicBezTo>
                  <a:cubicBezTo>
                    <a:pt x="1864350" y="1537412"/>
                    <a:pt x="1872378" y="1515111"/>
                    <a:pt x="1889327" y="1516003"/>
                  </a:cubicBezTo>
                  <a:cubicBezTo>
                    <a:pt x="1897355" y="1516895"/>
                    <a:pt x="1903599" y="1522247"/>
                    <a:pt x="1908952" y="1527600"/>
                  </a:cubicBezTo>
                  <a:cubicBezTo>
                    <a:pt x="1938389" y="1556144"/>
                    <a:pt x="1966934" y="1583798"/>
                    <a:pt x="1995479" y="1611451"/>
                  </a:cubicBezTo>
                  <a:cubicBezTo>
                    <a:pt x="1995479" y="1590934"/>
                    <a:pt x="1995479" y="1569525"/>
                    <a:pt x="2004399" y="1551685"/>
                  </a:cubicBezTo>
                  <a:cubicBezTo>
                    <a:pt x="2013319" y="1533844"/>
                    <a:pt x="2035620" y="1520463"/>
                    <a:pt x="2054353" y="1527600"/>
                  </a:cubicBezTo>
                  <a:cubicBezTo>
                    <a:pt x="2073977" y="1534736"/>
                    <a:pt x="2093602" y="1560605"/>
                    <a:pt x="2108767" y="1546332"/>
                  </a:cubicBezTo>
                  <a:cubicBezTo>
                    <a:pt x="2104306" y="1532952"/>
                    <a:pt x="2118579" y="1521356"/>
                    <a:pt x="2131959" y="1518679"/>
                  </a:cubicBezTo>
                  <a:cubicBezTo>
                    <a:pt x="2145341" y="1515111"/>
                    <a:pt x="2160504" y="1515111"/>
                    <a:pt x="2170317" y="1506191"/>
                  </a:cubicBezTo>
                  <a:cubicBezTo>
                    <a:pt x="2178345" y="1499055"/>
                    <a:pt x="2181021" y="1488350"/>
                    <a:pt x="2181913" y="1478538"/>
                  </a:cubicBezTo>
                  <a:cubicBezTo>
                    <a:pt x="2188157" y="1426800"/>
                    <a:pt x="2165857" y="1373278"/>
                    <a:pt x="2124824" y="1342057"/>
                  </a:cubicBezTo>
                  <a:cubicBezTo>
                    <a:pt x="2106090" y="1327784"/>
                    <a:pt x="2082898" y="1317080"/>
                    <a:pt x="2069517" y="1296563"/>
                  </a:cubicBezTo>
                  <a:cubicBezTo>
                    <a:pt x="2061043" y="1283629"/>
                    <a:pt x="2057921" y="1268241"/>
                    <a:pt x="2055133" y="1252630"/>
                  </a:cubicBezTo>
                  <a:lnTo>
                    <a:pt x="2046203" y="1219970"/>
                  </a:lnTo>
                  <a:lnTo>
                    <a:pt x="2040972" y="1216280"/>
                  </a:lnTo>
                  <a:lnTo>
                    <a:pt x="2033168" y="1197464"/>
                  </a:lnTo>
                  <a:lnTo>
                    <a:pt x="2008079" y="1171567"/>
                  </a:lnTo>
                  <a:lnTo>
                    <a:pt x="1975653" y="1152888"/>
                  </a:lnTo>
                  <a:lnTo>
                    <a:pt x="1968160" y="1151162"/>
                  </a:lnTo>
                  <a:cubicBezTo>
                    <a:pt x="1945748" y="1147817"/>
                    <a:pt x="1922332" y="1145364"/>
                    <a:pt x="1906275" y="1130645"/>
                  </a:cubicBezTo>
                  <a:cubicBezTo>
                    <a:pt x="1880406" y="1107452"/>
                    <a:pt x="1886651" y="1067311"/>
                    <a:pt x="1886651" y="1032522"/>
                  </a:cubicBezTo>
                  <a:cubicBezTo>
                    <a:pt x="1887542" y="997732"/>
                    <a:pt x="1868810" y="953131"/>
                    <a:pt x="1834020" y="957591"/>
                  </a:cubicBezTo>
                  <a:cubicBezTo>
                    <a:pt x="1807259" y="960267"/>
                    <a:pt x="1792987" y="990596"/>
                    <a:pt x="1768903" y="1001301"/>
                  </a:cubicBezTo>
                  <a:cubicBezTo>
                    <a:pt x="1759089" y="1005760"/>
                    <a:pt x="1748386" y="1006653"/>
                    <a:pt x="1739465" y="1011113"/>
                  </a:cubicBezTo>
                  <a:cubicBezTo>
                    <a:pt x="1716272" y="1023601"/>
                    <a:pt x="1714488" y="1054823"/>
                    <a:pt x="1710920" y="1081583"/>
                  </a:cubicBezTo>
                  <a:cubicBezTo>
                    <a:pt x="1704676" y="1133321"/>
                    <a:pt x="1671670" y="1190411"/>
                    <a:pt x="1619933" y="1188627"/>
                  </a:cubicBezTo>
                  <a:cubicBezTo>
                    <a:pt x="1600308" y="1187735"/>
                    <a:pt x="1576223" y="1178815"/>
                    <a:pt x="1562843" y="1193088"/>
                  </a:cubicBezTo>
                  <a:cubicBezTo>
                    <a:pt x="1551246" y="1204684"/>
                    <a:pt x="1554815" y="1224309"/>
                    <a:pt x="1544110" y="1235905"/>
                  </a:cubicBezTo>
                  <a:cubicBezTo>
                    <a:pt x="1527161" y="1255530"/>
                    <a:pt x="1495048" y="1237689"/>
                    <a:pt x="1477207" y="1218957"/>
                  </a:cubicBezTo>
                  <a:cubicBezTo>
                    <a:pt x="1393356" y="1133321"/>
                    <a:pt x="1321101" y="1036090"/>
                    <a:pt x="1264903" y="929938"/>
                  </a:cubicBezTo>
                  <a:cubicBezTo>
                    <a:pt x="1256875" y="914774"/>
                    <a:pt x="1247955" y="897825"/>
                    <a:pt x="1234574" y="886228"/>
                  </a:cubicBezTo>
                  <a:cubicBezTo>
                    <a:pt x="1225654" y="879092"/>
                    <a:pt x="1214949" y="872848"/>
                    <a:pt x="1205137" y="865711"/>
                  </a:cubicBezTo>
                  <a:cubicBezTo>
                    <a:pt x="1187296" y="852331"/>
                    <a:pt x="1175700" y="831814"/>
                    <a:pt x="1164995" y="811298"/>
                  </a:cubicBezTo>
                  <a:cubicBezTo>
                    <a:pt x="1120394" y="730123"/>
                    <a:pt x="1060627" y="647164"/>
                    <a:pt x="1051708" y="554393"/>
                  </a:cubicBezTo>
                  <a:cubicBezTo>
                    <a:pt x="1044571" y="477678"/>
                    <a:pt x="1039219" y="395611"/>
                    <a:pt x="1078468" y="329600"/>
                  </a:cubicBezTo>
                  <a:cubicBezTo>
                    <a:pt x="1094525" y="301948"/>
                    <a:pt x="1120394" y="269834"/>
                    <a:pt x="1106122" y="239505"/>
                  </a:cubicBezTo>
                  <a:cubicBezTo>
                    <a:pt x="1099878" y="224340"/>
                    <a:pt x="1083821" y="215420"/>
                    <a:pt x="1067764" y="210960"/>
                  </a:cubicBezTo>
                  <a:cubicBezTo>
                    <a:pt x="1054383" y="208284"/>
                    <a:pt x="1040111" y="206500"/>
                    <a:pt x="1029407" y="198471"/>
                  </a:cubicBezTo>
                  <a:cubicBezTo>
                    <a:pt x="1019595" y="190443"/>
                    <a:pt x="1023162" y="169035"/>
                    <a:pt x="1036543" y="165467"/>
                  </a:cubicBezTo>
                  <a:cubicBezTo>
                    <a:pt x="1139127" y="139598"/>
                    <a:pt x="1247955" y="151194"/>
                    <a:pt x="1354107" y="159222"/>
                  </a:cubicBezTo>
                  <a:cubicBezTo>
                    <a:pt x="1619933" y="178847"/>
                    <a:pt x="1887542" y="176171"/>
                    <a:pt x="2152476" y="151194"/>
                  </a:cubicBezTo>
                  <a:cubicBezTo>
                    <a:pt x="2270224" y="140489"/>
                    <a:pt x="2387081" y="124433"/>
                    <a:pt x="2503937" y="109269"/>
                  </a:cubicBezTo>
                  <a:cubicBezTo>
                    <a:pt x="2635066" y="92319"/>
                    <a:pt x="2766195" y="74479"/>
                    <a:pt x="2897324" y="57531"/>
                  </a:cubicBezTo>
                  <a:cubicBezTo>
                    <a:pt x="3000800" y="44150"/>
                    <a:pt x="3106060" y="29878"/>
                    <a:pt x="3210428" y="38798"/>
                  </a:cubicBezTo>
                  <a:cubicBezTo>
                    <a:pt x="3316580" y="47719"/>
                    <a:pt x="3420055" y="79831"/>
                    <a:pt x="3526208" y="76263"/>
                  </a:cubicBezTo>
                  <a:cubicBezTo>
                    <a:pt x="3622547" y="72695"/>
                    <a:pt x="3716211" y="39690"/>
                    <a:pt x="3810766" y="20065"/>
                  </a:cubicBezTo>
                  <a:cubicBezTo>
                    <a:pt x="3858267" y="10476"/>
                    <a:pt x="3906437" y="4343"/>
                    <a:pt x="3954787" y="1626"/>
                  </a:cubicBezTo>
                  <a:cubicBezTo>
                    <a:pt x="3991051" y="-414"/>
                    <a:pt x="4027416" y="-531"/>
                    <a:pt x="4063677" y="1255"/>
                  </a:cubicBezTo>
                  <a:close/>
                </a:path>
              </a:pathLst>
            </a:custGeom>
            <a:solidFill>
              <a:srgbClr val="C17C40"/>
            </a:solidFill>
            <a:ln w="1017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C4BA8F2-81B7-02E3-6195-87BE751C9D1F}"/>
                </a:ext>
              </a:extLst>
            </p:cNvPr>
            <p:cNvSpPr/>
            <p:nvPr/>
          </p:nvSpPr>
          <p:spPr>
            <a:xfrm>
              <a:off x="7134355" y="1964389"/>
              <a:ext cx="1917764" cy="3604466"/>
            </a:xfrm>
            <a:custGeom>
              <a:avLst/>
              <a:gdLst>
                <a:gd name="connsiteX0" fmla="*/ 1150561 w 1917764"/>
                <a:gd name="connsiteY0" fmla="*/ 3262928 h 3604466"/>
                <a:gd name="connsiteX1" fmla="*/ 1162464 w 1917764"/>
                <a:gd name="connsiteY1" fmla="*/ 3268648 h 3604466"/>
                <a:gd name="connsiteX2" fmla="*/ 1184765 w 1917764"/>
                <a:gd name="connsiteY2" fmla="*/ 3290949 h 3604466"/>
                <a:gd name="connsiteX3" fmla="*/ 1265048 w 1917764"/>
                <a:gd name="connsiteY3" fmla="*/ 3273108 h 3604466"/>
                <a:gd name="connsiteX4" fmla="*/ 1276644 w 1917764"/>
                <a:gd name="connsiteY4" fmla="*/ 3289165 h 3604466"/>
                <a:gd name="connsiteX5" fmla="*/ 1320354 w 1917764"/>
                <a:gd name="connsiteY5" fmla="*/ 3387288 h 3604466"/>
                <a:gd name="connsiteX6" fmla="*/ 1407774 w 1917764"/>
                <a:gd name="connsiteY6" fmla="*/ 3441702 h 3604466"/>
                <a:gd name="connsiteX7" fmla="*/ 1421154 w 1917764"/>
                <a:gd name="connsiteY7" fmla="*/ 3442594 h 3604466"/>
                <a:gd name="connsiteX8" fmla="*/ 1424722 w 1917764"/>
                <a:gd name="connsiteY8" fmla="*/ 3483628 h 3604466"/>
                <a:gd name="connsiteX9" fmla="*/ 1330167 w 1917764"/>
                <a:gd name="connsiteY9" fmla="*/ 3561234 h 3604466"/>
                <a:gd name="connsiteX10" fmla="*/ 1229367 w 1917764"/>
                <a:gd name="connsiteY10" fmla="*/ 3593348 h 3604466"/>
                <a:gd name="connsiteX11" fmla="*/ 1209742 w 1917764"/>
                <a:gd name="connsiteY11" fmla="*/ 3604051 h 3604466"/>
                <a:gd name="connsiteX12" fmla="*/ 1178521 w 1917764"/>
                <a:gd name="connsiteY12" fmla="*/ 3584427 h 3604466"/>
                <a:gd name="connsiteX13" fmla="*/ 1169601 w 1917764"/>
                <a:gd name="connsiteY13" fmla="*/ 3546069 h 3604466"/>
                <a:gd name="connsiteX14" fmla="*/ 1121431 w 1917764"/>
                <a:gd name="connsiteY14" fmla="*/ 3436349 h 3604466"/>
                <a:gd name="connsiteX15" fmla="*/ 1121431 w 1917764"/>
                <a:gd name="connsiteY15" fmla="*/ 3435458 h 3604466"/>
                <a:gd name="connsiteX16" fmla="*/ 1100022 w 1917764"/>
                <a:gd name="connsiteY16" fmla="*/ 3318601 h 3604466"/>
                <a:gd name="connsiteX17" fmla="*/ 1139662 w 1917764"/>
                <a:gd name="connsiteY17" fmla="*/ 3263031 h 3604466"/>
                <a:gd name="connsiteX18" fmla="*/ 1150561 w 1917764"/>
                <a:gd name="connsiteY18" fmla="*/ 3262928 h 3604466"/>
                <a:gd name="connsiteX19" fmla="*/ 645642 w 1917764"/>
                <a:gd name="connsiteY19" fmla="*/ 131 h 3604466"/>
                <a:gd name="connsiteX20" fmla="*/ 682550 w 1917764"/>
                <a:gd name="connsiteY20" fmla="*/ 11839 h 3604466"/>
                <a:gd name="connsiteX21" fmla="*/ 756589 w 1917764"/>
                <a:gd name="connsiteY21" fmla="*/ 93014 h 3604466"/>
                <a:gd name="connsiteX22" fmla="*/ 754805 w 1917764"/>
                <a:gd name="connsiteY22" fmla="*/ 91230 h 3604466"/>
                <a:gd name="connsiteX23" fmla="*/ 910911 w 1917764"/>
                <a:gd name="connsiteY23" fmla="*/ 396304 h 3604466"/>
                <a:gd name="connsiteX24" fmla="*/ 958189 w 1917764"/>
                <a:gd name="connsiteY24" fmla="*/ 560438 h 3604466"/>
                <a:gd name="connsiteX25" fmla="*/ 1055421 w 1917764"/>
                <a:gd name="connsiteY25" fmla="*/ 716544 h 3604466"/>
                <a:gd name="connsiteX26" fmla="*/ 1541579 w 1917764"/>
                <a:gd name="connsiteY26" fmla="*/ 1316882 h 3604466"/>
                <a:gd name="connsiteX27" fmla="*/ 1650407 w 1917764"/>
                <a:gd name="connsiteY27" fmla="*/ 1367727 h 3604466"/>
                <a:gd name="connsiteX28" fmla="*/ 1659327 w 1917764"/>
                <a:gd name="connsiteY28" fmla="*/ 1293689 h 3604466"/>
                <a:gd name="connsiteX29" fmla="*/ 1652191 w 1917764"/>
                <a:gd name="connsiteY29" fmla="*/ 1249979 h 3604466"/>
                <a:gd name="connsiteX30" fmla="*/ 1686088 w 1917764"/>
                <a:gd name="connsiteY30" fmla="*/ 1223218 h 3604466"/>
                <a:gd name="connsiteX31" fmla="*/ 1706605 w 1917764"/>
                <a:gd name="connsiteY31" fmla="*/ 1225895 h 3604466"/>
                <a:gd name="connsiteX32" fmla="*/ 1759234 w 1917764"/>
                <a:gd name="connsiteY32" fmla="*/ 1184861 h 3604466"/>
                <a:gd name="connsiteX33" fmla="*/ 1776183 w 1917764"/>
                <a:gd name="connsiteY33" fmla="*/ 1207161 h 3604466"/>
                <a:gd name="connsiteX34" fmla="*/ 1874307 w 1917764"/>
                <a:gd name="connsiteY34" fmla="*/ 1554162 h 3604466"/>
                <a:gd name="connsiteX35" fmla="*/ 1911772 w 1917764"/>
                <a:gd name="connsiteY35" fmla="*/ 1610360 h 3604466"/>
                <a:gd name="connsiteX36" fmla="*/ 1904636 w 1917764"/>
                <a:gd name="connsiteY36" fmla="*/ 1673694 h 3604466"/>
                <a:gd name="connsiteX37" fmla="*/ 1868955 w 1917764"/>
                <a:gd name="connsiteY37" fmla="*/ 1695104 h 3604466"/>
                <a:gd name="connsiteX38" fmla="*/ 1858250 w 1917764"/>
                <a:gd name="connsiteY38" fmla="*/ 1780739 h 3604466"/>
                <a:gd name="connsiteX39" fmla="*/ 1907312 w 1917764"/>
                <a:gd name="connsiteY39" fmla="*/ 1824448 h 3604466"/>
                <a:gd name="connsiteX40" fmla="*/ 1897499 w 1917764"/>
                <a:gd name="connsiteY40" fmla="*/ 1877970 h 3604466"/>
                <a:gd name="connsiteX41" fmla="*/ 1843085 w 1917764"/>
                <a:gd name="connsiteY41" fmla="*/ 1877970 h 3604466"/>
                <a:gd name="connsiteX42" fmla="*/ 1833273 w 1917764"/>
                <a:gd name="connsiteY42" fmla="*/ 2087598 h 3604466"/>
                <a:gd name="connsiteX43" fmla="*/ 1790456 w 1917764"/>
                <a:gd name="connsiteY43" fmla="*/ 2085814 h 3604466"/>
                <a:gd name="connsiteX44" fmla="*/ 1749422 w 1917764"/>
                <a:gd name="connsiteY44" fmla="*/ 2056376 h 3604466"/>
                <a:gd name="connsiteX45" fmla="*/ 1734258 w 1917764"/>
                <a:gd name="connsiteY45" fmla="*/ 2065297 h 3604466"/>
                <a:gd name="connsiteX46" fmla="*/ 1731581 w 1917764"/>
                <a:gd name="connsiteY46" fmla="*/ 2218726 h 3604466"/>
                <a:gd name="connsiteX47" fmla="*/ 1687872 w 1917764"/>
                <a:gd name="connsiteY47" fmla="*/ 2266896 h 3604466"/>
                <a:gd name="connsiteX48" fmla="*/ 1671815 w 1917764"/>
                <a:gd name="connsiteY48" fmla="*/ 2249055 h 3604466"/>
                <a:gd name="connsiteX49" fmla="*/ 1609373 w 1917764"/>
                <a:gd name="connsiteY49" fmla="*/ 2269572 h 3604466"/>
                <a:gd name="connsiteX50" fmla="*/ 1613833 w 1917764"/>
                <a:gd name="connsiteY50" fmla="*/ 2345395 h 3604466"/>
                <a:gd name="connsiteX51" fmla="*/ 1654867 w 1917764"/>
                <a:gd name="connsiteY51" fmla="*/ 2381076 h 3604466"/>
                <a:gd name="connsiteX52" fmla="*/ 1673599 w 1917764"/>
                <a:gd name="connsiteY52" fmla="*/ 2364128 h 3604466"/>
                <a:gd name="connsiteX53" fmla="*/ 1753882 w 1917764"/>
                <a:gd name="connsiteY53" fmla="*/ 2406945 h 3604466"/>
                <a:gd name="connsiteX54" fmla="*/ 1728014 w 1917764"/>
                <a:gd name="connsiteY54" fmla="*/ 2513097 h 3604466"/>
                <a:gd name="connsiteX55" fmla="*/ 1638809 w 1917764"/>
                <a:gd name="connsiteY55" fmla="*/ 2882398 h 3604466"/>
                <a:gd name="connsiteX56" fmla="*/ 1604021 w 1917764"/>
                <a:gd name="connsiteY56" fmla="*/ 2827092 h 3604466"/>
                <a:gd name="connsiteX57" fmla="*/ 1537118 w 1917764"/>
                <a:gd name="connsiteY57" fmla="*/ 2795871 h 3604466"/>
                <a:gd name="connsiteX58" fmla="*/ 1556743 w 1917764"/>
                <a:gd name="connsiteY58" fmla="*/ 2695964 h 3604466"/>
                <a:gd name="connsiteX59" fmla="*/ 1549607 w 1917764"/>
                <a:gd name="connsiteY59" fmla="*/ 2600516 h 3604466"/>
                <a:gd name="connsiteX60" fmla="*/ 1488057 w 1917764"/>
                <a:gd name="connsiteY60" fmla="*/ 2603192 h 3604466"/>
                <a:gd name="connsiteX61" fmla="*/ 1429182 w 1917764"/>
                <a:gd name="connsiteY61" fmla="*/ 2531830 h 3604466"/>
                <a:gd name="connsiteX62" fmla="*/ 1462188 w 1917764"/>
                <a:gd name="connsiteY62" fmla="*/ 2470280 h 3604466"/>
                <a:gd name="connsiteX63" fmla="*/ 1461295 w 1917764"/>
                <a:gd name="connsiteY63" fmla="*/ 2405161 h 3604466"/>
                <a:gd name="connsiteX64" fmla="*/ 1386365 w 1917764"/>
                <a:gd name="connsiteY64" fmla="*/ 2394456 h 3604466"/>
                <a:gd name="connsiteX65" fmla="*/ 1351575 w 1917764"/>
                <a:gd name="connsiteY65" fmla="*/ 2320418 h 3604466"/>
                <a:gd name="connsiteX66" fmla="*/ 1317678 w 1917764"/>
                <a:gd name="connsiteY66" fmla="*/ 2200886 h 3604466"/>
                <a:gd name="connsiteX67" fmla="*/ 1315002 w 1917764"/>
                <a:gd name="connsiteY67" fmla="*/ 1966281 h 3604466"/>
                <a:gd name="connsiteX68" fmla="*/ 1356927 w 1917764"/>
                <a:gd name="connsiteY68" fmla="*/ 1901163 h 3604466"/>
                <a:gd name="connsiteX69" fmla="*/ 1348008 w 1917764"/>
                <a:gd name="connsiteY69" fmla="*/ 1828908 h 3604466"/>
                <a:gd name="connsiteX70" fmla="*/ 1237395 w 1917764"/>
                <a:gd name="connsiteY70" fmla="*/ 1771818 h 3604466"/>
                <a:gd name="connsiteX71" fmla="*/ 1201714 w 1917764"/>
                <a:gd name="connsiteY71" fmla="*/ 1789659 h 3604466"/>
                <a:gd name="connsiteX72" fmla="*/ 1097346 w 1917764"/>
                <a:gd name="connsiteY72" fmla="*/ 1785199 h 3604466"/>
                <a:gd name="connsiteX73" fmla="*/ 1042040 w 1917764"/>
                <a:gd name="connsiteY73" fmla="*/ 1753086 h 3604466"/>
                <a:gd name="connsiteX74" fmla="*/ 948376 w 1917764"/>
                <a:gd name="connsiteY74" fmla="*/ 1813744 h 3604466"/>
                <a:gd name="connsiteX75" fmla="*/ 878798 w 1917764"/>
                <a:gd name="connsiteY75" fmla="*/ 1890458 h 3604466"/>
                <a:gd name="connsiteX76" fmla="*/ 781567 w 1917764"/>
                <a:gd name="connsiteY76" fmla="*/ 1886890 h 3604466"/>
                <a:gd name="connsiteX77" fmla="*/ 758373 w 1917764"/>
                <a:gd name="connsiteY77" fmla="*/ 1867266 h 3604466"/>
                <a:gd name="connsiteX78" fmla="*/ 721800 w 1917764"/>
                <a:gd name="connsiteY78" fmla="*/ 1870834 h 3604466"/>
                <a:gd name="connsiteX79" fmla="*/ 635273 w 1917764"/>
                <a:gd name="connsiteY79" fmla="*/ 1807500 h 3604466"/>
                <a:gd name="connsiteX80" fmla="*/ 612080 w 1917764"/>
                <a:gd name="connsiteY80" fmla="*/ 1861022 h 3604466"/>
                <a:gd name="connsiteX81" fmla="*/ 582643 w 1917764"/>
                <a:gd name="connsiteY81" fmla="*/ 1908299 h 3604466"/>
                <a:gd name="connsiteX82" fmla="*/ 551422 w 1917764"/>
                <a:gd name="connsiteY82" fmla="*/ 1897595 h 3604466"/>
                <a:gd name="connsiteX83" fmla="*/ 493440 w 1917764"/>
                <a:gd name="connsiteY83" fmla="*/ 1945765 h 3604466"/>
                <a:gd name="connsiteX84" fmla="*/ 473814 w 1917764"/>
                <a:gd name="connsiteY84" fmla="*/ 1971634 h 3604466"/>
                <a:gd name="connsiteX85" fmla="*/ 428321 w 1917764"/>
                <a:gd name="connsiteY85" fmla="*/ 1941304 h 3604466"/>
                <a:gd name="connsiteX86" fmla="*/ 427429 w 1917764"/>
                <a:gd name="connsiteY86" fmla="*/ 1878862 h 3604466"/>
                <a:gd name="connsiteX87" fmla="*/ 390856 w 1917764"/>
                <a:gd name="connsiteY87" fmla="*/ 1835153 h 3604466"/>
                <a:gd name="connsiteX88" fmla="*/ 354282 w 1917764"/>
                <a:gd name="connsiteY88" fmla="*/ 1863698 h 3604466"/>
                <a:gd name="connsiteX89" fmla="*/ 321277 w 1917764"/>
                <a:gd name="connsiteY89" fmla="*/ 1951117 h 3604466"/>
                <a:gd name="connsiteX90" fmla="*/ 289164 w 1917764"/>
                <a:gd name="connsiteY90" fmla="*/ 2011775 h 3604466"/>
                <a:gd name="connsiteX91" fmla="*/ 236534 w 1917764"/>
                <a:gd name="connsiteY91" fmla="*/ 2018911 h 3604466"/>
                <a:gd name="connsiteX92" fmla="*/ 221369 w 1917764"/>
                <a:gd name="connsiteY92" fmla="*/ 1981446 h 3604466"/>
                <a:gd name="connsiteX93" fmla="*/ 168740 w 1917764"/>
                <a:gd name="connsiteY93" fmla="*/ 1804823 h 3604466"/>
                <a:gd name="connsiteX94" fmla="*/ 143762 w 1917764"/>
                <a:gd name="connsiteY94" fmla="*/ 1770926 h 3604466"/>
                <a:gd name="connsiteX95" fmla="*/ 100945 w 1917764"/>
                <a:gd name="connsiteY95" fmla="*/ 1763789 h 3604466"/>
                <a:gd name="connsiteX96" fmla="*/ 9958 w 1917764"/>
                <a:gd name="connsiteY96" fmla="*/ 1711160 h 3604466"/>
                <a:gd name="connsiteX97" fmla="*/ 27798 w 1917764"/>
                <a:gd name="connsiteY97" fmla="*/ 1613037 h 3604466"/>
                <a:gd name="connsiteX98" fmla="*/ 96485 w 1917764"/>
                <a:gd name="connsiteY98" fmla="*/ 1585384 h 3604466"/>
                <a:gd name="connsiteX99" fmla="*/ 155359 w 1917764"/>
                <a:gd name="connsiteY99" fmla="*/ 1505992 h 3604466"/>
                <a:gd name="connsiteX100" fmla="*/ 249914 w 1917764"/>
                <a:gd name="connsiteY100" fmla="*/ 1286553 h 3604466"/>
                <a:gd name="connsiteX101" fmla="*/ 346254 w 1917764"/>
                <a:gd name="connsiteY101" fmla="*/ 981478 h 3604466"/>
                <a:gd name="connsiteX102" fmla="*/ 365879 w 1917764"/>
                <a:gd name="connsiteY102" fmla="*/ 568467 h 3604466"/>
                <a:gd name="connsiteX103" fmla="*/ 579966 w 1917764"/>
                <a:gd name="connsiteY103" fmla="*/ 46628 h 3604466"/>
                <a:gd name="connsiteX104" fmla="*/ 609404 w 1917764"/>
                <a:gd name="connsiteY104" fmla="*/ 9163 h 3604466"/>
                <a:gd name="connsiteX105" fmla="*/ 645642 w 1917764"/>
                <a:gd name="connsiteY105" fmla="*/ 131 h 360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1917764" h="3604466">
                  <a:moveTo>
                    <a:pt x="1150561" y="3262928"/>
                  </a:moveTo>
                  <a:cubicBezTo>
                    <a:pt x="1154366" y="3263798"/>
                    <a:pt x="1158339" y="3265637"/>
                    <a:pt x="1162464" y="3268648"/>
                  </a:cubicBezTo>
                  <a:cubicBezTo>
                    <a:pt x="1171385" y="3274892"/>
                    <a:pt x="1175845" y="3286488"/>
                    <a:pt x="1184765" y="3290949"/>
                  </a:cubicBezTo>
                  <a:cubicBezTo>
                    <a:pt x="1210634" y="3304329"/>
                    <a:pt x="1240963" y="3257052"/>
                    <a:pt x="1265048" y="3273108"/>
                  </a:cubicBezTo>
                  <a:cubicBezTo>
                    <a:pt x="1271292" y="3276676"/>
                    <a:pt x="1273969" y="3282920"/>
                    <a:pt x="1276644" y="3289165"/>
                  </a:cubicBezTo>
                  <a:cubicBezTo>
                    <a:pt x="1290917" y="3322169"/>
                    <a:pt x="1300729" y="3356959"/>
                    <a:pt x="1320354" y="3387288"/>
                  </a:cubicBezTo>
                  <a:cubicBezTo>
                    <a:pt x="1339979" y="3417617"/>
                    <a:pt x="1372092" y="3442594"/>
                    <a:pt x="1407774" y="3441702"/>
                  </a:cubicBezTo>
                  <a:cubicBezTo>
                    <a:pt x="1412234" y="3441702"/>
                    <a:pt x="1416693" y="3440810"/>
                    <a:pt x="1421154" y="3442594"/>
                  </a:cubicBezTo>
                  <a:cubicBezTo>
                    <a:pt x="1435426" y="3447946"/>
                    <a:pt x="1432750" y="3470247"/>
                    <a:pt x="1424722" y="3483628"/>
                  </a:cubicBezTo>
                  <a:cubicBezTo>
                    <a:pt x="1404206" y="3520200"/>
                    <a:pt x="1369416" y="3547853"/>
                    <a:pt x="1330167" y="3561234"/>
                  </a:cubicBezTo>
                  <a:cubicBezTo>
                    <a:pt x="1296269" y="3571938"/>
                    <a:pt x="1258804" y="3573723"/>
                    <a:pt x="1229367" y="3593348"/>
                  </a:cubicBezTo>
                  <a:cubicBezTo>
                    <a:pt x="1223122" y="3597808"/>
                    <a:pt x="1216878" y="3602267"/>
                    <a:pt x="1209742" y="3604051"/>
                  </a:cubicBezTo>
                  <a:cubicBezTo>
                    <a:pt x="1197254" y="3606728"/>
                    <a:pt x="1183873" y="3596023"/>
                    <a:pt x="1178521" y="3584427"/>
                  </a:cubicBezTo>
                  <a:cubicBezTo>
                    <a:pt x="1173169" y="3572830"/>
                    <a:pt x="1172277" y="3559450"/>
                    <a:pt x="1169601" y="3546069"/>
                  </a:cubicBezTo>
                  <a:cubicBezTo>
                    <a:pt x="1161573" y="3506820"/>
                    <a:pt x="1139272" y="3472031"/>
                    <a:pt x="1121431" y="3436349"/>
                  </a:cubicBezTo>
                  <a:lnTo>
                    <a:pt x="1121431" y="3435458"/>
                  </a:lnTo>
                  <a:cubicBezTo>
                    <a:pt x="1102698" y="3397992"/>
                    <a:pt x="1089318" y="3359635"/>
                    <a:pt x="1100022" y="3318601"/>
                  </a:cubicBezTo>
                  <a:cubicBezTo>
                    <a:pt x="1104705" y="3301207"/>
                    <a:pt x="1118922" y="3268258"/>
                    <a:pt x="1139662" y="3263031"/>
                  </a:cubicBezTo>
                  <a:cubicBezTo>
                    <a:pt x="1143119" y="3262160"/>
                    <a:pt x="1146756" y="3262059"/>
                    <a:pt x="1150561" y="3262928"/>
                  </a:cubicBezTo>
                  <a:close/>
                  <a:moveTo>
                    <a:pt x="645642" y="131"/>
                  </a:moveTo>
                  <a:cubicBezTo>
                    <a:pt x="658465" y="911"/>
                    <a:pt x="671400" y="5149"/>
                    <a:pt x="682550" y="11839"/>
                  </a:cubicBezTo>
                  <a:cubicBezTo>
                    <a:pt x="704851" y="24327"/>
                    <a:pt x="743209" y="70713"/>
                    <a:pt x="756589" y="93014"/>
                  </a:cubicBezTo>
                  <a:lnTo>
                    <a:pt x="754805" y="91230"/>
                  </a:lnTo>
                  <a:cubicBezTo>
                    <a:pt x="816355" y="188461"/>
                    <a:pt x="877906" y="286585"/>
                    <a:pt x="910911" y="396304"/>
                  </a:cubicBezTo>
                  <a:cubicBezTo>
                    <a:pt x="926968" y="450719"/>
                    <a:pt x="935888" y="507809"/>
                    <a:pt x="958189" y="560438"/>
                  </a:cubicBezTo>
                  <a:cubicBezTo>
                    <a:pt x="981382" y="617529"/>
                    <a:pt x="1018847" y="667483"/>
                    <a:pt x="1055421" y="716544"/>
                  </a:cubicBezTo>
                  <a:cubicBezTo>
                    <a:pt x="1209742" y="922603"/>
                    <a:pt x="1364956" y="1129555"/>
                    <a:pt x="1541579" y="1316882"/>
                  </a:cubicBezTo>
                  <a:cubicBezTo>
                    <a:pt x="1571015" y="1348103"/>
                    <a:pt x="1610265" y="1381108"/>
                    <a:pt x="1650407" y="1367727"/>
                  </a:cubicBezTo>
                  <a:cubicBezTo>
                    <a:pt x="1658435" y="1343643"/>
                    <a:pt x="1661110" y="1318666"/>
                    <a:pt x="1659327" y="1293689"/>
                  </a:cubicBezTo>
                  <a:cubicBezTo>
                    <a:pt x="1658435" y="1278525"/>
                    <a:pt x="1646839" y="1265144"/>
                    <a:pt x="1652191" y="1249979"/>
                  </a:cubicBezTo>
                  <a:cubicBezTo>
                    <a:pt x="1657543" y="1234815"/>
                    <a:pt x="1670923" y="1222327"/>
                    <a:pt x="1686088" y="1223218"/>
                  </a:cubicBezTo>
                  <a:cubicBezTo>
                    <a:pt x="1693224" y="1223218"/>
                    <a:pt x="1699468" y="1226787"/>
                    <a:pt x="1706605" y="1225895"/>
                  </a:cubicBezTo>
                  <a:cubicBezTo>
                    <a:pt x="1729798" y="1223218"/>
                    <a:pt x="1736933" y="1178617"/>
                    <a:pt x="1759234" y="1184861"/>
                  </a:cubicBezTo>
                  <a:cubicBezTo>
                    <a:pt x="1768155" y="1187537"/>
                    <a:pt x="1772615" y="1198242"/>
                    <a:pt x="1776183" y="1207161"/>
                  </a:cubicBezTo>
                  <a:cubicBezTo>
                    <a:pt x="1811864" y="1323126"/>
                    <a:pt x="1803836" y="1456039"/>
                    <a:pt x="1874307" y="1554162"/>
                  </a:cubicBezTo>
                  <a:cubicBezTo>
                    <a:pt x="1887687" y="1572895"/>
                    <a:pt x="1902852" y="1588952"/>
                    <a:pt x="1911772" y="1610360"/>
                  </a:cubicBezTo>
                  <a:cubicBezTo>
                    <a:pt x="1920693" y="1630877"/>
                    <a:pt x="1920693" y="1657638"/>
                    <a:pt x="1904636" y="1673694"/>
                  </a:cubicBezTo>
                  <a:cubicBezTo>
                    <a:pt x="1894824" y="1683507"/>
                    <a:pt x="1880551" y="1687075"/>
                    <a:pt x="1868955" y="1695104"/>
                  </a:cubicBezTo>
                  <a:cubicBezTo>
                    <a:pt x="1842194" y="1713836"/>
                    <a:pt x="1836842" y="1756654"/>
                    <a:pt x="1858250" y="1780739"/>
                  </a:cubicBezTo>
                  <a:cubicBezTo>
                    <a:pt x="1872523" y="1797687"/>
                    <a:pt x="1896608" y="1805715"/>
                    <a:pt x="1907312" y="1824448"/>
                  </a:cubicBezTo>
                  <a:cubicBezTo>
                    <a:pt x="1917125" y="1841397"/>
                    <a:pt x="1912665" y="1865482"/>
                    <a:pt x="1897499" y="1877970"/>
                  </a:cubicBezTo>
                  <a:cubicBezTo>
                    <a:pt x="1882335" y="1890458"/>
                    <a:pt x="1857358" y="1890458"/>
                    <a:pt x="1843085" y="1877970"/>
                  </a:cubicBezTo>
                  <a:cubicBezTo>
                    <a:pt x="1811864" y="1942196"/>
                    <a:pt x="1805620" y="2021587"/>
                    <a:pt x="1833273" y="2087598"/>
                  </a:cubicBezTo>
                  <a:cubicBezTo>
                    <a:pt x="1829705" y="2104546"/>
                    <a:pt x="1802052" y="2099194"/>
                    <a:pt x="1790456" y="2085814"/>
                  </a:cubicBezTo>
                  <a:cubicBezTo>
                    <a:pt x="1778859" y="2072433"/>
                    <a:pt x="1767262" y="2053701"/>
                    <a:pt x="1749422" y="2056376"/>
                  </a:cubicBezTo>
                  <a:cubicBezTo>
                    <a:pt x="1743178" y="2057269"/>
                    <a:pt x="1738718" y="2060837"/>
                    <a:pt x="1734258" y="2065297"/>
                  </a:cubicBezTo>
                  <a:cubicBezTo>
                    <a:pt x="1695900" y="2102762"/>
                    <a:pt x="1728014" y="2165204"/>
                    <a:pt x="1731581" y="2218726"/>
                  </a:cubicBezTo>
                  <a:cubicBezTo>
                    <a:pt x="1733365" y="2245487"/>
                    <a:pt x="1710173" y="2282061"/>
                    <a:pt x="1687872" y="2266896"/>
                  </a:cubicBezTo>
                  <a:cubicBezTo>
                    <a:pt x="1680735" y="2262435"/>
                    <a:pt x="1677167" y="2254407"/>
                    <a:pt x="1671815" y="2249055"/>
                  </a:cubicBezTo>
                  <a:cubicBezTo>
                    <a:pt x="1653082" y="2231215"/>
                    <a:pt x="1619185" y="2245487"/>
                    <a:pt x="1609373" y="2269572"/>
                  </a:cubicBezTo>
                  <a:cubicBezTo>
                    <a:pt x="1599561" y="2293657"/>
                    <a:pt x="1605805" y="2320418"/>
                    <a:pt x="1613833" y="2345395"/>
                  </a:cubicBezTo>
                  <a:cubicBezTo>
                    <a:pt x="1620078" y="2365019"/>
                    <a:pt x="1636134" y="2389104"/>
                    <a:pt x="1654867" y="2381076"/>
                  </a:cubicBezTo>
                  <a:cubicBezTo>
                    <a:pt x="1662895" y="2377508"/>
                    <a:pt x="1667355" y="2369480"/>
                    <a:pt x="1673599" y="2364128"/>
                  </a:cubicBezTo>
                  <a:cubicBezTo>
                    <a:pt x="1701252" y="2339151"/>
                    <a:pt x="1748531" y="2370371"/>
                    <a:pt x="1753882" y="2406945"/>
                  </a:cubicBezTo>
                  <a:cubicBezTo>
                    <a:pt x="1760127" y="2443518"/>
                    <a:pt x="1741393" y="2479199"/>
                    <a:pt x="1728014" y="2513097"/>
                  </a:cubicBezTo>
                  <a:cubicBezTo>
                    <a:pt x="1682520" y="2631737"/>
                    <a:pt x="1695900" y="2769110"/>
                    <a:pt x="1638809" y="2882398"/>
                  </a:cubicBezTo>
                  <a:cubicBezTo>
                    <a:pt x="1651298" y="2860989"/>
                    <a:pt x="1627213" y="2835120"/>
                    <a:pt x="1604021" y="2827092"/>
                  </a:cubicBezTo>
                  <a:cubicBezTo>
                    <a:pt x="1580827" y="2819064"/>
                    <a:pt x="1552283" y="2816388"/>
                    <a:pt x="1537118" y="2795871"/>
                  </a:cubicBezTo>
                  <a:cubicBezTo>
                    <a:pt x="1515710" y="2766434"/>
                    <a:pt x="1538010" y="2727184"/>
                    <a:pt x="1556743" y="2695964"/>
                  </a:cubicBezTo>
                  <a:cubicBezTo>
                    <a:pt x="1574583" y="2664742"/>
                    <a:pt x="1582612" y="2614788"/>
                    <a:pt x="1549607" y="2600516"/>
                  </a:cubicBezTo>
                  <a:cubicBezTo>
                    <a:pt x="1529982" y="2592488"/>
                    <a:pt x="1508573" y="2603192"/>
                    <a:pt x="1488057" y="2603192"/>
                  </a:cubicBezTo>
                  <a:cubicBezTo>
                    <a:pt x="1453267" y="2603192"/>
                    <a:pt x="1422938" y="2566618"/>
                    <a:pt x="1429182" y="2531830"/>
                  </a:cubicBezTo>
                  <a:cubicBezTo>
                    <a:pt x="1433642" y="2508636"/>
                    <a:pt x="1450591" y="2490796"/>
                    <a:pt x="1462188" y="2470280"/>
                  </a:cubicBezTo>
                  <a:cubicBezTo>
                    <a:pt x="1473784" y="2449763"/>
                    <a:pt x="1478244" y="2421217"/>
                    <a:pt x="1461295" y="2405161"/>
                  </a:cubicBezTo>
                  <a:cubicBezTo>
                    <a:pt x="1439887" y="2423001"/>
                    <a:pt x="1405990" y="2414082"/>
                    <a:pt x="1386365" y="2394456"/>
                  </a:cubicBezTo>
                  <a:cubicBezTo>
                    <a:pt x="1366740" y="2374831"/>
                    <a:pt x="1358711" y="2346287"/>
                    <a:pt x="1351575" y="2320418"/>
                  </a:cubicBezTo>
                  <a:lnTo>
                    <a:pt x="1317678" y="2200886"/>
                  </a:lnTo>
                  <a:cubicBezTo>
                    <a:pt x="1296269" y="2123279"/>
                    <a:pt x="1274860" y="2035860"/>
                    <a:pt x="1315002" y="1966281"/>
                  </a:cubicBezTo>
                  <a:cubicBezTo>
                    <a:pt x="1327490" y="1943980"/>
                    <a:pt x="1346223" y="1924356"/>
                    <a:pt x="1356927" y="1901163"/>
                  </a:cubicBezTo>
                  <a:cubicBezTo>
                    <a:pt x="1367632" y="1877078"/>
                    <a:pt x="1367632" y="1845856"/>
                    <a:pt x="1348008" y="1828908"/>
                  </a:cubicBezTo>
                  <a:cubicBezTo>
                    <a:pt x="1317678" y="1803931"/>
                    <a:pt x="1275753" y="1762005"/>
                    <a:pt x="1237395" y="1771818"/>
                  </a:cubicBezTo>
                  <a:cubicBezTo>
                    <a:pt x="1224015" y="1775387"/>
                    <a:pt x="1213310" y="1783415"/>
                    <a:pt x="1201714" y="1789659"/>
                  </a:cubicBezTo>
                  <a:cubicBezTo>
                    <a:pt x="1168708" y="1805715"/>
                    <a:pt x="1128567" y="1803931"/>
                    <a:pt x="1097346" y="1785199"/>
                  </a:cubicBezTo>
                  <a:cubicBezTo>
                    <a:pt x="1078613" y="1774494"/>
                    <a:pt x="1063449" y="1757546"/>
                    <a:pt x="1042040" y="1753086"/>
                  </a:cubicBezTo>
                  <a:cubicBezTo>
                    <a:pt x="1003683" y="1745057"/>
                    <a:pt x="970677" y="1780739"/>
                    <a:pt x="948376" y="1813744"/>
                  </a:cubicBezTo>
                  <a:cubicBezTo>
                    <a:pt x="928752" y="1842289"/>
                    <a:pt x="908235" y="1872618"/>
                    <a:pt x="878798" y="1890458"/>
                  </a:cubicBezTo>
                  <a:cubicBezTo>
                    <a:pt x="849361" y="1908299"/>
                    <a:pt x="806543" y="1910975"/>
                    <a:pt x="781567" y="1886890"/>
                  </a:cubicBezTo>
                  <a:cubicBezTo>
                    <a:pt x="774430" y="1879754"/>
                    <a:pt x="768186" y="1870834"/>
                    <a:pt x="758373" y="1867266"/>
                  </a:cubicBezTo>
                  <a:cubicBezTo>
                    <a:pt x="746777" y="1863698"/>
                    <a:pt x="734288" y="1871726"/>
                    <a:pt x="721800" y="1870834"/>
                  </a:cubicBezTo>
                  <a:cubicBezTo>
                    <a:pt x="683443" y="1869050"/>
                    <a:pt x="671846" y="1795903"/>
                    <a:pt x="635273" y="1807500"/>
                  </a:cubicBezTo>
                  <a:cubicBezTo>
                    <a:pt x="615648" y="1813744"/>
                    <a:pt x="612972" y="1839613"/>
                    <a:pt x="612080" y="1861022"/>
                  </a:cubicBezTo>
                  <a:cubicBezTo>
                    <a:pt x="612080" y="1881538"/>
                    <a:pt x="603160" y="1908299"/>
                    <a:pt x="582643" y="1908299"/>
                  </a:cubicBezTo>
                  <a:cubicBezTo>
                    <a:pt x="571938" y="1908299"/>
                    <a:pt x="562126" y="1900271"/>
                    <a:pt x="551422" y="1897595"/>
                  </a:cubicBezTo>
                  <a:cubicBezTo>
                    <a:pt x="524661" y="1891351"/>
                    <a:pt x="505036" y="1920788"/>
                    <a:pt x="493440" y="1945765"/>
                  </a:cubicBezTo>
                  <a:cubicBezTo>
                    <a:pt x="488980" y="1955577"/>
                    <a:pt x="483627" y="1966281"/>
                    <a:pt x="473814" y="1971634"/>
                  </a:cubicBezTo>
                  <a:cubicBezTo>
                    <a:pt x="455082" y="1980554"/>
                    <a:pt x="433673" y="1961821"/>
                    <a:pt x="428321" y="1941304"/>
                  </a:cubicBezTo>
                  <a:cubicBezTo>
                    <a:pt x="422969" y="1920788"/>
                    <a:pt x="428321" y="1899379"/>
                    <a:pt x="427429" y="1878862"/>
                  </a:cubicBezTo>
                  <a:cubicBezTo>
                    <a:pt x="425645" y="1858345"/>
                    <a:pt x="412264" y="1835153"/>
                    <a:pt x="390856" y="1835153"/>
                  </a:cubicBezTo>
                  <a:cubicBezTo>
                    <a:pt x="374799" y="1835153"/>
                    <a:pt x="362311" y="1850317"/>
                    <a:pt x="354282" y="1863698"/>
                  </a:cubicBezTo>
                  <a:cubicBezTo>
                    <a:pt x="338226" y="1890458"/>
                    <a:pt x="326629" y="1919895"/>
                    <a:pt x="321277" y="1951117"/>
                  </a:cubicBezTo>
                  <a:cubicBezTo>
                    <a:pt x="317709" y="1970741"/>
                    <a:pt x="302545" y="1997503"/>
                    <a:pt x="289164" y="2011775"/>
                  </a:cubicBezTo>
                  <a:cubicBezTo>
                    <a:pt x="275783" y="2026047"/>
                    <a:pt x="250807" y="2031400"/>
                    <a:pt x="236534" y="2018911"/>
                  </a:cubicBezTo>
                  <a:cubicBezTo>
                    <a:pt x="226722" y="2009991"/>
                    <a:pt x="224045" y="1994826"/>
                    <a:pt x="221369" y="1981446"/>
                  </a:cubicBezTo>
                  <a:cubicBezTo>
                    <a:pt x="211557" y="1920788"/>
                    <a:pt x="193716" y="1861022"/>
                    <a:pt x="168740" y="1804823"/>
                  </a:cubicBezTo>
                  <a:cubicBezTo>
                    <a:pt x="163387" y="1791443"/>
                    <a:pt x="156251" y="1778062"/>
                    <a:pt x="143762" y="1770926"/>
                  </a:cubicBezTo>
                  <a:cubicBezTo>
                    <a:pt x="131274" y="1763789"/>
                    <a:pt x="115217" y="1764682"/>
                    <a:pt x="100945" y="1763789"/>
                  </a:cubicBezTo>
                  <a:cubicBezTo>
                    <a:pt x="64372" y="1761114"/>
                    <a:pt x="27798" y="1743273"/>
                    <a:pt x="9958" y="1711160"/>
                  </a:cubicBezTo>
                  <a:cubicBezTo>
                    <a:pt x="-7884" y="1679047"/>
                    <a:pt x="-1640" y="1633553"/>
                    <a:pt x="27798" y="1613037"/>
                  </a:cubicBezTo>
                  <a:cubicBezTo>
                    <a:pt x="48315" y="1598764"/>
                    <a:pt x="74184" y="1596980"/>
                    <a:pt x="96485" y="1585384"/>
                  </a:cubicBezTo>
                  <a:cubicBezTo>
                    <a:pt x="125922" y="1569327"/>
                    <a:pt x="141086" y="1536322"/>
                    <a:pt x="155359" y="1505992"/>
                  </a:cubicBezTo>
                  <a:cubicBezTo>
                    <a:pt x="188364" y="1433738"/>
                    <a:pt x="219585" y="1360592"/>
                    <a:pt x="249914" y="1286553"/>
                  </a:cubicBezTo>
                  <a:cubicBezTo>
                    <a:pt x="290948" y="1187537"/>
                    <a:pt x="330197" y="1086738"/>
                    <a:pt x="346254" y="981478"/>
                  </a:cubicBezTo>
                  <a:cubicBezTo>
                    <a:pt x="366771" y="844997"/>
                    <a:pt x="347146" y="704948"/>
                    <a:pt x="365879" y="568467"/>
                  </a:cubicBezTo>
                  <a:cubicBezTo>
                    <a:pt x="391747" y="381140"/>
                    <a:pt x="486303" y="211654"/>
                    <a:pt x="579966" y="46628"/>
                  </a:cubicBezTo>
                  <a:cubicBezTo>
                    <a:pt x="587995" y="32356"/>
                    <a:pt x="596023" y="18083"/>
                    <a:pt x="609404" y="9163"/>
                  </a:cubicBezTo>
                  <a:cubicBezTo>
                    <a:pt x="620108" y="2026"/>
                    <a:pt x="632820" y="-650"/>
                    <a:pt x="645642" y="131"/>
                  </a:cubicBezTo>
                  <a:close/>
                </a:path>
              </a:pathLst>
            </a:custGeom>
            <a:solidFill>
              <a:srgbClr val="694520"/>
            </a:solidFill>
            <a:ln w="1017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586" name="Group 585">
              <a:extLst>
                <a:ext uri="{FF2B5EF4-FFF2-40B4-BE49-F238E27FC236}">
                  <a16:creationId xmlns:a16="http://schemas.microsoft.com/office/drawing/2014/main" id="{E7E035CF-BA62-CC1C-5A34-D7FBF63B3067}"/>
                </a:ext>
              </a:extLst>
            </p:cNvPr>
            <p:cNvGrpSpPr/>
            <p:nvPr/>
          </p:nvGrpSpPr>
          <p:grpSpPr>
            <a:xfrm>
              <a:off x="5996772" y="1135714"/>
              <a:ext cx="2721086" cy="2380291"/>
              <a:chOff x="1340604" y="606562"/>
              <a:chExt cx="3103749" cy="2715029"/>
            </a:xfrm>
          </p:grpSpPr>
          <p:grpSp>
            <p:nvGrpSpPr>
              <p:cNvPr id="574" name="Group 573">
                <a:extLst>
                  <a:ext uri="{FF2B5EF4-FFF2-40B4-BE49-F238E27FC236}">
                    <a16:creationId xmlns:a16="http://schemas.microsoft.com/office/drawing/2014/main" id="{54D89870-EB92-2E9B-5EDA-5947C095E686}"/>
                  </a:ext>
                </a:extLst>
              </p:cNvPr>
              <p:cNvGrpSpPr/>
              <p:nvPr/>
            </p:nvGrpSpPr>
            <p:grpSpPr>
              <a:xfrm>
                <a:off x="1813233" y="606562"/>
                <a:ext cx="1960522" cy="662628"/>
                <a:chOff x="1813233" y="606562"/>
                <a:chExt cx="1960522" cy="662628"/>
              </a:xfrm>
            </p:grpSpPr>
            <p:sp>
              <p:nvSpPr>
                <p:cNvPr id="571" name="Freeform: Shape 570">
                  <a:extLst>
                    <a:ext uri="{FF2B5EF4-FFF2-40B4-BE49-F238E27FC236}">
                      <a16:creationId xmlns:a16="http://schemas.microsoft.com/office/drawing/2014/main" id="{EDE3130E-9853-41E2-CCB0-47EA10BF0CFA}"/>
                    </a:ext>
                  </a:extLst>
                </p:cNvPr>
                <p:cNvSpPr/>
                <p:nvPr/>
              </p:nvSpPr>
              <p:spPr>
                <a:xfrm>
                  <a:off x="1813233" y="606562"/>
                  <a:ext cx="1960522" cy="662628"/>
                </a:xfrm>
                <a:custGeom>
                  <a:avLst/>
                  <a:gdLst>
                    <a:gd name="connsiteX0" fmla="*/ 1873099 w 1960522"/>
                    <a:gd name="connsiteY0" fmla="*/ 1267 h 662628"/>
                    <a:gd name="connsiteX1" fmla="*/ 1941270 w 1960522"/>
                    <a:gd name="connsiteY1" fmla="*/ 56211 h 662628"/>
                    <a:gd name="connsiteX2" fmla="*/ 1926008 w 1960522"/>
                    <a:gd name="connsiteY2" fmla="*/ 349245 h 662628"/>
                    <a:gd name="connsiteX3" fmla="*/ 1859872 w 1960522"/>
                    <a:gd name="connsiteY3" fmla="*/ 475412 h 662628"/>
                    <a:gd name="connsiteX4" fmla="*/ 1630939 w 1960522"/>
                    <a:gd name="connsiteY4" fmla="*/ 636173 h 662628"/>
                    <a:gd name="connsiteX5" fmla="*/ 1546488 w 1960522"/>
                    <a:gd name="connsiteY5" fmla="*/ 662628 h 662628"/>
                    <a:gd name="connsiteX6" fmla="*/ 1472212 w 1960522"/>
                    <a:gd name="connsiteY6" fmla="*/ 639226 h 662628"/>
                    <a:gd name="connsiteX7" fmla="*/ 1383691 w 1960522"/>
                    <a:gd name="connsiteY7" fmla="*/ 560880 h 662628"/>
                    <a:gd name="connsiteX8" fmla="*/ 1382674 w 1960522"/>
                    <a:gd name="connsiteY8" fmla="*/ 561898 h 662628"/>
                    <a:gd name="connsiteX9" fmla="*/ 1390814 w 1960522"/>
                    <a:gd name="connsiteY9" fmla="*/ 468290 h 662628"/>
                    <a:gd name="connsiteX10" fmla="*/ 1478317 w 1960522"/>
                    <a:gd name="connsiteY10" fmla="*/ 457097 h 662628"/>
                    <a:gd name="connsiteX11" fmla="*/ 1676725 w 1960522"/>
                    <a:gd name="connsiteY11" fmla="*/ 360437 h 662628"/>
                    <a:gd name="connsiteX12" fmla="*/ 1819172 w 1960522"/>
                    <a:gd name="connsiteY12" fmla="*/ 203746 h 662628"/>
                    <a:gd name="connsiteX13" fmla="*/ 1873099 w 1960522"/>
                    <a:gd name="connsiteY13" fmla="*/ 1267 h 662628"/>
                    <a:gd name="connsiteX14" fmla="*/ 87423 w 1960522"/>
                    <a:gd name="connsiteY14" fmla="*/ 1267 h 662628"/>
                    <a:gd name="connsiteX15" fmla="*/ 141350 w 1960522"/>
                    <a:gd name="connsiteY15" fmla="*/ 203746 h 662628"/>
                    <a:gd name="connsiteX16" fmla="*/ 283797 w 1960522"/>
                    <a:gd name="connsiteY16" fmla="*/ 360437 h 662628"/>
                    <a:gd name="connsiteX17" fmla="*/ 482205 w 1960522"/>
                    <a:gd name="connsiteY17" fmla="*/ 457097 h 662628"/>
                    <a:gd name="connsiteX18" fmla="*/ 569708 w 1960522"/>
                    <a:gd name="connsiteY18" fmla="*/ 468290 h 662628"/>
                    <a:gd name="connsiteX19" fmla="*/ 577848 w 1960522"/>
                    <a:gd name="connsiteY19" fmla="*/ 561898 h 662628"/>
                    <a:gd name="connsiteX20" fmla="*/ 576831 w 1960522"/>
                    <a:gd name="connsiteY20" fmla="*/ 560880 h 662628"/>
                    <a:gd name="connsiteX21" fmla="*/ 488310 w 1960522"/>
                    <a:gd name="connsiteY21" fmla="*/ 639226 h 662628"/>
                    <a:gd name="connsiteX22" fmla="*/ 414034 w 1960522"/>
                    <a:gd name="connsiteY22" fmla="*/ 662628 h 662628"/>
                    <a:gd name="connsiteX23" fmla="*/ 329583 w 1960522"/>
                    <a:gd name="connsiteY23" fmla="*/ 636173 h 662628"/>
                    <a:gd name="connsiteX24" fmla="*/ 100651 w 1960522"/>
                    <a:gd name="connsiteY24" fmla="*/ 475412 h 662628"/>
                    <a:gd name="connsiteX25" fmla="*/ 34514 w 1960522"/>
                    <a:gd name="connsiteY25" fmla="*/ 349245 h 662628"/>
                    <a:gd name="connsiteX26" fmla="*/ 19252 w 1960522"/>
                    <a:gd name="connsiteY26" fmla="*/ 56211 h 662628"/>
                    <a:gd name="connsiteX27" fmla="*/ 87423 w 1960522"/>
                    <a:gd name="connsiteY27" fmla="*/ 1267 h 662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1960522" h="662628">
                      <a:moveTo>
                        <a:pt x="1873099" y="1267"/>
                      </a:moveTo>
                      <a:cubicBezTo>
                        <a:pt x="1903623" y="-6872"/>
                        <a:pt x="1930078" y="25687"/>
                        <a:pt x="1941270" y="56211"/>
                      </a:cubicBezTo>
                      <a:cubicBezTo>
                        <a:pt x="1975864" y="149819"/>
                        <a:pt x="1959584" y="255637"/>
                        <a:pt x="1926008" y="349245"/>
                      </a:cubicBezTo>
                      <a:cubicBezTo>
                        <a:pt x="1909728" y="394014"/>
                        <a:pt x="1889378" y="437765"/>
                        <a:pt x="1859872" y="475412"/>
                      </a:cubicBezTo>
                      <a:cubicBezTo>
                        <a:pt x="1801875" y="549688"/>
                        <a:pt x="1715390" y="594457"/>
                        <a:pt x="1630939" y="636173"/>
                      </a:cubicBezTo>
                      <a:cubicBezTo>
                        <a:pt x="1604484" y="649401"/>
                        <a:pt x="1575995" y="662628"/>
                        <a:pt x="1546488" y="662628"/>
                      </a:cubicBezTo>
                      <a:cubicBezTo>
                        <a:pt x="1521051" y="662628"/>
                        <a:pt x="1495614" y="651436"/>
                        <a:pt x="1472212" y="639226"/>
                      </a:cubicBezTo>
                      <a:cubicBezTo>
                        <a:pt x="1436600" y="619894"/>
                        <a:pt x="1400989" y="596492"/>
                        <a:pt x="1383691" y="560880"/>
                      </a:cubicBezTo>
                      <a:lnTo>
                        <a:pt x="1382674" y="561898"/>
                      </a:lnTo>
                      <a:cubicBezTo>
                        <a:pt x="1370464" y="537478"/>
                        <a:pt x="1365377" y="487622"/>
                        <a:pt x="1390814" y="468290"/>
                      </a:cubicBezTo>
                      <a:cubicBezTo>
                        <a:pt x="1411163" y="453028"/>
                        <a:pt x="1452880" y="462185"/>
                        <a:pt x="1478317" y="457097"/>
                      </a:cubicBezTo>
                      <a:cubicBezTo>
                        <a:pt x="1551575" y="442853"/>
                        <a:pt x="1618729" y="405206"/>
                        <a:pt x="1676725" y="360437"/>
                      </a:cubicBezTo>
                      <a:cubicBezTo>
                        <a:pt x="1732687" y="316686"/>
                        <a:pt x="1783561" y="264794"/>
                        <a:pt x="1819172" y="203746"/>
                      </a:cubicBezTo>
                      <a:cubicBezTo>
                        <a:pt x="1854784" y="142697"/>
                        <a:pt x="1876151" y="72491"/>
                        <a:pt x="1873099" y="1267"/>
                      </a:cubicBezTo>
                      <a:close/>
                      <a:moveTo>
                        <a:pt x="87423" y="1267"/>
                      </a:moveTo>
                      <a:cubicBezTo>
                        <a:pt x="84371" y="72491"/>
                        <a:pt x="105738" y="142697"/>
                        <a:pt x="141350" y="203746"/>
                      </a:cubicBezTo>
                      <a:cubicBezTo>
                        <a:pt x="176961" y="264794"/>
                        <a:pt x="227835" y="316686"/>
                        <a:pt x="283797" y="360437"/>
                      </a:cubicBezTo>
                      <a:cubicBezTo>
                        <a:pt x="341793" y="405206"/>
                        <a:pt x="408947" y="442853"/>
                        <a:pt x="482205" y="457097"/>
                      </a:cubicBezTo>
                      <a:cubicBezTo>
                        <a:pt x="507642" y="462185"/>
                        <a:pt x="549359" y="453028"/>
                        <a:pt x="569708" y="468290"/>
                      </a:cubicBezTo>
                      <a:cubicBezTo>
                        <a:pt x="595145" y="487622"/>
                        <a:pt x="590058" y="537478"/>
                        <a:pt x="577848" y="561898"/>
                      </a:cubicBezTo>
                      <a:lnTo>
                        <a:pt x="576831" y="560880"/>
                      </a:lnTo>
                      <a:cubicBezTo>
                        <a:pt x="559533" y="596492"/>
                        <a:pt x="523922" y="619894"/>
                        <a:pt x="488310" y="639226"/>
                      </a:cubicBezTo>
                      <a:cubicBezTo>
                        <a:pt x="464908" y="651436"/>
                        <a:pt x="439471" y="662628"/>
                        <a:pt x="414034" y="662628"/>
                      </a:cubicBezTo>
                      <a:cubicBezTo>
                        <a:pt x="384527" y="662628"/>
                        <a:pt x="356038" y="649401"/>
                        <a:pt x="329583" y="636173"/>
                      </a:cubicBezTo>
                      <a:cubicBezTo>
                        <a:pt x="245133" y="594457"/>
                        <a:pt x="158647" y="549688"/>
                        <a:pt x="100651" y="475412"/>
                      </a:cubicBezTo>
                      <a:cubicBezTo>
                        <a:pt x="71144" y="437765"/>
                        <a:pt x="50794" y="394014"/>
                        <a:pt x="34514" y="349245"/>
                      </a:cubicBezTo>
                      <a:cubicBezTo>
                        <a:pt x="938" y="255637"/>
                        <a:pt x="-15342" y="149819"/>
                        <a:pt x="19252" y="56211"/>
                      </a:cubicBezTo>
                      <a:cubicBezTo>
                        <a:pt x="30445" y="25687"/>
                        <a:pt x="56899" y="-6872"/>
                        <a:pt x="87423" y="1267"/>
                      </a:cubicBezTo>
                      <a:close/>
                    </a:path>
                  </a:pathLst>
                </a:custGeom>
                <a:solidFill>
                  <a:srgbClr val="694520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72" name="Freeform: Shape 571">
                  <a:extLst>
                    <a:ext uri="{FF2B5EF4-FFF2-40B4-BE49-F238E27FC236}">
                      <a16:creationId xmlns:a16="http://schemas.microsoft.com/office/drawing/2014/main" id="{9BFFA4C7-FAE2-D6B0-F378-09550D501C31}"/>
                    </a:ext>
                  </a:extLst>
                </p:cNvPr>
                <p:cNvSpPr/>
                <p:nvPr/>
              </p:nvSpPr>
              <p:spPr>
                <a:xfrm>
                  <a:off x="1843226" y="608429"/>
                  <a:ext cx="593915" cy="624133"/>
                </a:xfrm>
                <a:custGeom>
                  <a:avLst/>
                  <a:gdLst>
                    <a:gd name="connsiteX0" fmla="*/ 37081 w 593915"/>
                    <a:gd name="connsiteY0" fmla="*/ 49258 h 624133"/>
                    <a:gd name="connsiteX1" fmla="*/ 37590 w 593915"/>
                    <a:gd name="connsiteY1" fmla="*/ 52946 h 624133"/>
                    <a:gd name="connsiteX2" fmla="*/ 39385 w 593915"/>
                    <a:gd name="connsiteY2" fmla="*/ 56730 h 624133"/>
                    <a:gd name="connsiteX3" fmla="*/ 39681 w 593915"/>
                    <a:gd name="connsiteY3" fmla="*/ 50890 h 624133"/>
                    <a:gd name="connsiteX4" fmla="*/ 60484 w 593915"/>
                    <a:gd name="connsiteY4" fmla="*/ 419 h 624133"/>
                    <a:gd name="connsiteX5" fmla="*/ 71676 w 593915"/>
                    <a:gd name="connsiteY5" fmla="*/ 18734 h 624133"/>
                    <a:gd name="connsiteX6" fmla="*/ 327063 w 593915"/>
                    <a:gd name="connsiteY6" fmla="*/ 350431 h 624133"/>
                    <a:gd name="connsiteX7" fmla="*/ 555996 w 593915"/>
                    <a:gd name="connsiteY7" fmla="*/ 413515 h 624133"/>
                    <a:gd name="connsiteX8" fmla="*/ 585503 w 593915"/>
                    <a:gd name="connsiteY8" fmla="*/ 537647 h 624133"/>
                    <a:gd name="connsiteX9" fmla="*/ 483755 w 593915"/>
                    <a:gd name="connsiteY9" fmla="*/ 624133 h 624133"/>
                    <a:gd name="connsiteX10" fmla="*/ 521402 w 593915"/>
                    <a:gd name="connsiteY10" fmla="*/ 584451 h 624133"/>
                    <a:gd name="connsiteX11" fmla="*/ 529542 w 593915"/>
                    <a:gd name="connsiteY11" fmla="*/ 532560 h 624133"/>
                    <a:gd name="connsiteX12" fmla="*/ 481720 w 593915"/>
                    <a:gd name="connsiteY12" fmla="*/ 536630 h 624133"/>
                    <a:gd name="connsiteX13" fmla="*/ 146970 w 593915"/>
                    <a:gd name="connsiteY13" fmla="*/ 374851 h 624133"/>
                    <a:gd name="connsiteX14" fmla="*/ 36366 w 593915"/>
                    <a:gd name="connsiteY14" fmla="*/ 116443 h 624133"/>
                    <a:gd name="connsiteX15" fmla="*/ 38208 w 593915"/>
                    <a:gd name="connsiteY15" fmla="*/ 80011 h 624133"/>
                    <a:gd name="connsiteX16" fmla="*/ 27924 w 593915"/>
                    <a:gd name="connsiteY16" fmla="*/ 87922 h 624133"/>
                    <a:gd name="connsiteX17" fmla="*/ 3505 w 593915"/>
                    <a:gd name="connsiteY17" fmla="*/ 93009 h 624133"/>
                    <a:gd name="connsiteX18" fmla="*/ 452 w 593915"/>
                    <a:gd name="connsiteY18" fmla="*/ 81817 h 624133"/>
                    <a:gd name="connsiteX19" fmla="*/ 452 w 593915"/>
                    <a:gd name="connsiteY19" fmla="*/ 61468 h 624133"/>
                    <a:gd name="connsiteX20" fmla="*/ 15714 w 593915"/>
                    <a:gd name="connsiteY20" fmla="*/ 21786 h 624133"/>
                    <a:gd name="connsiteX21" fmla="*/ 27543 w 593915"/>
                    <a:gd name="connsiteY21" fmla="*/ 14537 h 624133"/>
                    <a:gd name="connsiteX22" fmla="*/ 44968 w 593915"/>
                    <a:gd name="connsiteY22" fmla="*/ 12759 h 624133"/>
                    <a:gd name="connsiteX23" fmla="*/ 47765 w 593915"/>
                    <a:gd name="connsiteY23" fmla="*/ 6142 h 624133"/>
                    <a:gd name="connsiteX24" fmla="*/ 60484 w 593915"/>
                    <a:gd name="connsiteY24" fmla="*/ 419 h 6241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593915" h="624133">
                      <a:moveTo>
                        <a:pt x="37081" y="49258"/>
                      </a:moveTo>
                      <a:cubicBezTo>
                        <a:pt x="37081" y="49258"/>
                        <a:pt x="37081" y="50784"/>
                        <a:pt x="37590" y="52946"/>
                      </a:cubicBezTo>
                      <a:lnTo>
                        <a:pt x="39385" y="56730"/>
                      </a:lnTo>
                      <a:lnTo>
                        <a:pt x="39681" y="50890"/>
                      </a:lnTo>
                      <a:close/>
                      <a:moveTo>
                        <a:pt x="60484" y="419"/>
                      </a:moveTo>
                      <a:cubicBezTo>
                        <a:pt x="67606" y="2454"/>
                        <a:pt x="69641" y="11611"/>
                        <a:pt x="71676" y="18734"/>
                      </a:cubicBezTo>
                      <a:cubicBezTo>
                        <a:pt x="95078" y="162198"/>
                        <a:pt x="194791" y="291418"/>
                        <a:pt x="327063" y="350431"/>
                      </a:cubicBezTo>
                      <a:cubicBezTo>
                        <a:pt x="397270" y="381973"/>
                        <a:pt x="492912" y="368746"/>
                        <a:pt x="555996" y="413515"/>
                      </a:cubicBezTo>
                      <a:cubicBezTo>
                        <a:pt x="593643" y="439969"/>
                        <a:pt x="602800" y="494913"/>
                        <a:pt x="585503" y="537647"/>
                      </a:cubicBezTo>
                      <a:cubicBezTo>
                        <a:pt x="568206" y="580381"/>
                        <a:pt x="527507" y="608871"/>
                        <a:pt x="483755" y="624133"/>
                      </a:cubicBezTo>
                      <a:cubicBezTo>
                        <a:pt x="498000" y="611923"/>
                        <a:pt x="511227" y="599713"/>
                        <a:pt x="521402" y="584451"/>
                      </a:cubicBezTo>
                      <a:cubicBezTo>
                        <a:pt x="531577" y="569189"/>
                        <a:pt x="535647" y="548839"/>
                        <a:pt x="529542" y="532560"/>
                      </a:cubicBezTo>
                      <a:cubicBezTo>
                        <a:pt x="519367" y="545787"/>
                        <a:pt x="499017" y="538665"/>
                        <a:pt x="481720" y="536630"/>
                      </a:cubicBezTo>
                      <a:cubicBezTo>
                        <a:pt x="355553" y="526455"/>
                        <a:pt x="231420" y="469476"/>
                        <a:pt x="146970" y="374851"/>
                      </a:cubicBezTo>
                      <a:cubicBezTo>
                        <a:pt x="83632" y="303882"/>
                        <a:pt x="43187" y="211164"/>
                        <a:pt x="36366" y="116443"/>
                      </a:cubicBezTo>
                      <a:lnTo>
                        <a:pt x="38208" y="80011"/>
                      </a:lnTo>
                      <a:lnTo>
                        <a:pt x="27924" y="87922"/>
                      </a:lnTo>
                      <a:cubicBezTo>
                        <a:pt x="16732" y="91992"/>
                        <a:pt x="3505" y="93009"/>
                        <a:pt x="3505" y="93009"/>
                      </a:cubicBezTo>
                      <a:cubicBezTo>
                        <a:pt x="3505" y="93009"/>
                        <a:pt x="2487" y="90974"/>
                        <a:pt x="452" y="81817"/>
                      </a:cubicBezTo>
                      <a:cubicBezTo>
                        <a:pt x="452" y="76730"/>
                        <a:pt x="-565" y="70625"/>
                        <a:pt x="452" y="61468"/>
                      </a:cubicBezTo>
                      <a:cubicBezTo>
                        <a:pt x="2487" y="52310"/>
                        <a:pt x="-1583" y="42135"/>
                        <a:pt x="15714" y="21786"/>
                      </a:cubicBezTo>
                      <a:cubicBezTo>
                        <a:pt x="18258" y="19242"/>
                        <a:pt x="22328" y="16444"/>
                        <a:pt x="27543" y="14537"/>
                      </a:cubicBezTo>
                      <a:lnTo>
                        <a:pt x="44968" y="12759"/>
                      </a:lnTo>
                      <a:lnTo>
                        <a:pt x="47765" y="6142"/>
                      </a:lnTo>
                      <a:cubicBezTo>
                        <a:pt x="51072" y="1691"/>
                        <a:pt x="55396" y="-1107"/>
                        <a:pt x="60484" y="419"/>
                      </a:cubicBezTo>
                      <a:close/>
                    </a:path>
                  </a:pathLst>
                </a:custGeom>
                <a:solidFill>
                  <a:srgbClr val="C17C40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73" name="Freeform: Shape 572">
                  <a:extLst>
                    <a:ext uri="{FF2B5EF4-FFF2-40B4-BE49-F238E27FC236}">
                      <a16:creationId xmlns:a16="http://schemas.microsoft.com/office/drawing/2014/main" id="{9FB027CD-CEEA-A7B7-4E23-841A0FB34BA8}"/>
                    </a:ext>
                  </a:extLst>
                </p:cNvPr>
                <p:cNvSpPr/>
                <p:nvPr/>
              </p:nvSpPr>
              <p:spPr>
                <a:xfrm>
                  <a:off x="3149848" y="608429"/>
                  <a:ext cx="557641" cy="624133"/>
                </a:xfrm>
                <a:custGeom>
                  <a:avLst/>
                  <a:gdLst>
                    <a:gd name="connsiteX0" fmla="*/ 532414 w 557641"/>
                    <a:gd name="connsiteY0" fmla="*/ 419 h 624133"/>
                    <a:gd name="connsiteX1" fmla="*/ 551746 w 557641"/>
                    <a:gd name="connsiteY1" fmla="*/ 21786 h 624133"/>
                    <a:gd name="connsiteX2" fmla="*/ 446946 w 557641"/>
                    <a:gd name="connsiteY2" fmla="*/ 374851 h 624133"/>
                    <a:gd name="connsiteX3" fmla="*/ 112195 w 557641"/>
                    <a:gd name="connsiteY3" fmla="*/ 536630 h 624133"/>
                    <a:gd name="connsiteX4" fmla="*/ 64374 w 557641"/>
                    <a:gd name="connsiteY4" fmla="*/ 532560 h 624133"/>
                    <a:gd name="connsiteX5" fmla="*/ 72514 w 557641"/>
                    <a:gd name="connsiteY5" fmla="*/ 584451 h 624133"/>
                    <a:gd name="connsiteX6" fmla="*/ 110160 w 557641"/>
                    <a:gd name="connsiteY6" fmla="*/ 624133 h 624133"/>
                    <a:gd name="connsiteX7" fmla="*/ 8412 w 557641"/>
                    <a:gd name="connsiteY7" fmla="*/ 537647 h 624133"/>
                    <a:gd name="connsiteX8" fmla="*/ 37919 w 557641"/>
                    <a:gd name="connsiteY8" fmla="*/ 413515 h 624133"/>
                    <a:gd name="connsiteX9" fmla="*/ 36902 w 557641"/>
                    <a:gd name="connsiteY9" fmla="*/ 413515 h 624133"/>
                    <a:gd name="connsiteX10" fmla="*/ 76092 w 557641"/>
                    <a:gd name="connsiteY10" fmla="*/ 395373 h 624133"/>
                    <a:gd name="connsiteX11" fmla="*/ 64756 w 557641"/>
                    <a:gd name="connsiteY11" fmla="*/ 392275 h 624133"/>
                    <a:gd name="connsiteX12" fmla="*/ 52164 w 557641"/>
                    <a:gd name="connsiteY12" fmla="*/ 386043 h 624133"/>
                    <a:gd name="connsiteX13" fmla="*/ 89079 w 557641"/>
                    <a:gd name="connsiteY13" fmla="*/ 386901 h 624133"/>
                    <a:gd name="connsiteX14" fmla="*/ 104980 w 557641"/>
                    <a:gd name="connsiteY14" fmla="*/ 386005 h 624133"/>
                    <a:gd name="connsiteX15" fmla="*/ 148697 w 557641"/>
                    <a:gd name="connsiteY15" fmla="*/ 377013 h 624133"/>
                    <a:gd name="connsiteX16" fmla="*/ 193252 w 557641"/>
                    <a:gd name="connsiteY16" fmla="*/ 369873 h 624133"/>
                    <a:gd name="connsiteX17" fmla="*/ 228188 w 557641"/>
                    <a:gd name="connsiteY17" fmla="*/ 357808 h 624133"/>
                    <a:gd name="connsiteX18" fmla="*/ 370635 w 557641"/>
                    <a:gd name="connsiteY18" fmla="*/ 258858 h 624133"/>
                    <a:gd name="connsiteX19" fmla="*/ 369617 w 557641"/>
                    <a:gd name="connsiteY19" fmla="*/ 259875 h 624133"/>
                    <a:gd name="connsiteX20" fmla="*/ 454068 w 557641"/>
                    <a:gd name="connsiteY20" fmla="*/ 138795 h 624133"/>
                    <a:gd name="connsiteX21" fmla="*/ 494767 w 557641"/>
                    <a:gd name="connsiteY21" fmla="*/ 53327 h 624133"/>
                    <a:gd name="connsiteX22" fmla="*/ 522494 w 557641"/>
                    <a:gd name="connsiteY22" fmla="*/ 11738 h 624133"/>
                    <a:gd name="connsiteX23" fmla="*/ 524039 w 557641"/>
                    <a:gd name="connsiteY23" fmla="*/ 10283 h 624133"/>
                    <a:gd name="connsiteX24" fmla="*/ 524911 w 557641"/>
                    <a:gd name="connsiteY24" fmla="*/ 7669 h 624133"/>
                    <a:gd name="connsiteX25" fmla="*/ 532414 w 557641"/>
                    <a:gd name="connsiteY25" fmla="*/ 419 h 6241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557641" h="624133">
                      <a:moveTo>
                        <a:pt x="532414" y="419"/>
                      </a:moveTo>
                      <a:cubicBezTo>
                        <a:pt x="542589" y="-2633"/>
                        <a:pt x="549711" y="11611"/>
                        <a:pt x="551746" y="21786"/>
                      </a:cubicBezTo>
                      <a:cubicBezTo>
                        <a:pt x="574131" y="146936"/>
                        <a:pt x="531396" y="280225"/>
                        <a:pt x="446946" y="374851"/>
                      </a:cubicBezTo>
                      <a:cubicBezTo>
                        <a:pt x="362495" y="469476"/>
                        <a:pt x="238362" y="526455"/>
                        <a:pt x="112195" y="536630"/>
                      </a:cubicBezTo>
                      <a:cubicBezTo>
                        <a:pt x="94898" y="538665"/>
                        <a:pt x="74549" y="545787"/>
                        <a:pt x="64374" y="532560"/>
                      </a:cubicBezTo>
                      <a:cubicBezTo>
                        <a:pt x="58269" y="548839"/>
                        <a:pt x="62339" y="569189"/>
                        <a:pt x="72514" y="584451"/>
                      </a:cubicBezTo>
                      <a:cubicBezTo>
                        <a:pt x="82688" y="599713"/>
                        <a:pt x="95915" y="611923"/>
                        <a:pt x="110160" y="624133"/>
                      </a:cubicBezTo>
                      <a:cubicBezTo>
                        <a:pt x="66409" y="608871"/>
                        <a:pt x="25710" y="580381"/>
                        <a:pt x="8412" y="537647"/>
                      </a:cubicBezTo>
                      <a:cubicBezTo>
                        <a:pt x="-8885" y="494913"/>
                        <a:pt x="273" y="439969"/>
                        <a:pt x="37919" y="413515"/>
                      </a:cubicBezTo>
                      <a:lnTo>
                        <a:pt x="36902" y="413515"/>
                      </a:lnTo>
                      <a:lnTo>
                        <a:pt x="76092" y="395373"/>
                      </a:lnTo>
                      <a:lnTo>
                        <a:pt x="64756" y="392275"/>
                      </a:lnTo>
                      <a:cubicBezTo>
                        <a:pt x="55217" y="388841"/>
                        <a:pt x="52164" y="386043"/>
                        <a:pt x="52164" y="386043"/>
                      </a:cubicBezTo>
                      <a:cubicBezTo>
                        <a:pt x="52164" y="386043"/>
                        <a:pt x="61894" y="387760"/>
                        <a:pt x="89079" y="386901"/>
                      </a:cubicBezTo>
                      <a:lnTo>
                        <a:pt x="104980" y="386005"/>
                      </a:lnTo>
                      <a:lnTo>
                        <a:pt x="148697" y="377013"/>
                      </a:lnTo>
                      <a:lnTo>
                        <a:pt x="193252" y="369873"/>
                      </a:lnTo>
                      <a:lnTo>
                        <a:pt x="228188" y="357808"/>
                      </a:lnTo>
                      <a:cubicBezTo>
                        <a:pt x="270922" y="338730"/>
                        <a:pt x="319761" y="307697"/>
                        <a:pt x="370635" y="258858"/>
                      </a:cubicBezTo>
                      <a:lnTo>
                        <a:pt x="369617" y="259875"/>
                      </a:lnTo>
                      <a:cubicBezTo>
                        <a:pt x="418456" y="220194"/>
                        <a:pt x="434736" y="173390"/>
                        <a:pt x="454068" y="138795"/>
                      </a:cubicBezTo>
                      <a:cubicBezTo>
                        <a:pt x="471365" y="103184"/>
                        <a:pt x="483575" y="74694"/>
                        <a:pt x="494767" y="53327"/>
                      </a:cubicBezTo>
                      <a:cubicBezTo>
                        <a:pt x="505960" y="32469"/>
                        <a:pt x="515626" y="19496"/>
                        <a:pt x="522494" y="11738"/>
                      </a:cubicBezTo>
                      <a:lnTo>
                        <a:pt x="524039" y="10283"/>
                      </a:lnTo>
                      <a:lnTo>
                        <a:pt x="524911" y="7669"/>
                      </a:lnTo>
                      <a:cubicBezTo>
                        <a:pt x="526564" y="4235"/>
                        <a:pt x="528853" y="1437"/>
                        <a:pt x="532414" y="419"/>
                      </a:cubicBezTo>
                      <a:close/>
                    </a:path>
                  </a:pathLst>
                </a:custGeom>
                <a:solidFill>
                  <a:srgbClr val="C17C40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BB53124-7902-8306-F342-C56DDCB5C2D1}"/>
                  </a:ext>
                </a:extLst>
              </p:cNvPr>
              <p:cNvSpPr/>
              <p:nvPr/>
            </p:nvSpPr>
            <p:spPr>
              <a:xfrm>
                <a:off x="2167131" y="936654"/>
                <a:ext cx="1249485" cy="2261553"/>
              </a:xfrm>
              <a:custGeom>
                <a:avLst/>
                <a:gdLst>
                  <a:gd name="connsiteX0" fmla="*/ 1049126 w 1249485"/>
                  <a:gd name="connsiteY0" fmla="*/ 154478 h 2261553"/>
                  <a:gd name="connsiteX1" fmla="*/ 1244482 w 1249485"/>
                  <a:gd name="connsiteY1" fmla="*/ 760894 h 2261553"/>
                  <a:gd name="connsiteX2" fmla="*/ 1152909 w 1249485"/>
                  <a:gd name="connsiteY2" fmla="*/ 1112942 h 2261553"/>
                  <a:gd name="connsiteX3" fmla="*/ 1119332 w 1249485"/>
                  <a:gd name="connsiteY3" fmla="*/ 1552492 h 2261553"/>
                  <a:gd name="connsiteX4" fmla="*/ 1040987 w 1249485"/>
                  <a:gd name="connsiteY4" fmla="*/ 1983902 h 2261553"/>
                  <a:gd name="connsiteX5" fmla="*/ 717428 w 1249485"/>
                  <a:gd name="connsiteY5" fmla="*/ 2257604 h 2261553"/>
                  <a:gd name="connsiteX6" fmla="*/ 620768 w 1249485"/>
                  <a:gd name="connsiteY6" fmla="*/ 2255569 h 2261553"/>
                  <a:gd name="connsiteX7" fmla="*/ 555649 w 1249485"/>
                  <a:gd name="connsiteY7" fmla="*/ 2236237 h 2261553"/>
                  <a:gd name="connsiteX8" fmla="*/ 368433 w 1249485"/>
                  <a:gd name="connsiteY8" fmla="*/ 2249464 h 2261553"/>
                  <a:gd name="connsiteX9" fmla="*/ 347066 w 1249485"/>
                  <a:gd name="connsiteY9" fmla="*/ 2241324 h 2261553"/>
                  <a:gd name="connsiteX10" fmla="*/ 337909 w 1249485"/>
                  <a:gd name="connsiteY10" fmla="*/ 2214870 h 2261553"/>
                  <a:gd name="connsiteX11" fmla="*/ 342996 w 1249485"/>
                  <a:gd name="connsiteY11" fmla="*/ 2076493 h 2261553"/>
                  <a:gd name="connsiteX12" fmla="*/ 235143 w 1249485"/>
                  <a:gd name="connsiteY12" fmla="*/ 1846543 h 2261553"/>
                  <a:gd name="connsiteX13" fmla="*/ 92696 w 1249485"/>
                  <a:gd name="connsiteY13" fmla="*/ 970495 h 2261553"/>
                  <a:gd name="connsiteX14" fmla="*/ 102871 w 1249485"/>
                  <a:gd name="connsiteY14" fmla="*/ 885027 h 2261553"/>
                  <a:gd name="connsiteX15" fmla="*/ 54032 w 1249485"/>
                  <a:gd name="connsiteY15" fmla="*/ 796506 h 2261553"/>
                  <a:gd name="connsiteX16" fmla="*/ 11298 w 1249485"/>
                  <a:gd name="connsiteY16" fmla="*/ 595046 h 2261553"/>
                  <a:gd name="connsiteX17" fmla="*/ 56067 w 1249485"/>
                  <a:gd name="connsiteY17" fmla="*/ 523822 h 2261553"/>
                  <a:gd name="connsiteX18" fmla="*/ 125256 w 1249485"/>
                  <a:gd name="connsiteY18" fmla="*/ 305065 h 2261553"/>
                  <a:gd name="connsiteX19" fmla="*/ 247353 w 1249485"/>
                  <a:gd name="connsiteY19" fmla="*/ 149390 h 2261553"/>
                  <a:gd name="connsiteX20" fmla="*/ 462041 w 1249485"/>
                  <a:gd name="connsiteY20" fmla="*/ 5926 h 2261553"/>
                  <a:gd name="connsiteX21" fmla="*/ 785599 w 1249485"/>
                  <a:gd name="connsiteY21" fmla="*/ 43573 h 2261553"/>
                  <a:gd name="connsiteX22" fmla="*/ 965693 w 1249485"/>
                  <a:gd name="connsiteY22" fmla="*/ 56800 h 2261553"/>
                  <a:gd name="connsiteX23" fmla="*/ 1048109 w 1249485"/>
                  <a:gd name="connsiteY23" fmla="*/ 194159 h 2261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249485" h="2261553">
                    <a:moveTo>
                      <a:pt x="1049126" y="154478"/>
                    </a:moveTo>
                    <a:cubicBezTo>
                      <a:pt x="1183434" y="326432"/>
                      <a:pt x="1271954" y="544172"/>
                      <a:pt x="1244482" y="760894"/>
                    </a:cubicBezTo>
                    <a:cubicBezTo>
                      <a:pt x="1229220" y="880957"/>
                      <a:pt x="1179364" y="994914"/>
                      <a:pt x="1152909" y="1112942"/>
                    </a:cubicBezTo>
                    <a:cubicBezTo>
                      <a:pt x="1121367" y="1256406"/>
                      <a:pt x="1124420" y="1404958"/>
                      <a:pt x="1119332" y="1552492"/>
                    </a:cubicBezTo>
                    <a:cubicBezTo>
                      <a:pt x="1114245" y="1700026"/>
                      <a:pt x="1102035" y="1849595"/>
                      <a:pt x="1040987" y="1983902"/>
                    </a:cubicBezTo>
                    <a:cubicBezTo>
                      <a:pt x="979938" y="2118209"/>
                      <a:pt x="862928" y="2234202"/>
                      <a:pt x="717428" y="2257604"/>
                    </a:cubicBezTo>
                    <a:cubicBezTo>
                      <a:pt x="684869" y="2262691"/>
                      <a:pt x="652310" y="2263709"/>
                      <a:pt x="620768" y="2255569"/>
                    </a:cubicBezTo>
                    <a:cubicBezTo>
                      <a:pt x="598383" y="2249464"/>
                      <a:pt x="578034" y="2240307"/>
                      <a:pt x="555649" y="2236237"/>
                    </a:cubicBezTo>
                    <a:cubicBezTo>
                      <a:pt x="493583" y="2225045"/>
                      <a:pt x="430499" y="2258621"/>
                      <a:pt x="368433" y="2249464"/>
                    </a:cubicBezTo>
                    <a:cubicBezTo>
                      <a:pt x="361311" y="2248447"/>
                      <a:pt x="353171" y="2246412"/>
                      <a:pt x="347066" y="2241324"/>
                    </a:cubicBezTo>
                    <a:cubicBezTo>
                      <a:pt x="339944" y="2235219"/>
                      <a:pt x="337909" y="2225045"/>
                      <a:pt x="337909" y="2214870"/>
                    </a:cubicBezTo>
                    <a:cubicBezTo>
                      <a:pt x="333839" y="2169083"/>
                      <a:pt x="346049" y="2122279"/>
                      <a:pt x="342996" y="2076493"/>
                    </a:cubicBezTo>
                    <a:cubicBezTo>
                      <a:pt x="336891" y="1991025"/>
                      <a:pt x="280930" y="1918784"/>
                      <a:pt x="235143" y="1846543"/>
                    </a:cubicBezTo>
                    <a:cubicBezTo>
                      <a:pt x="72347" y="1590139"/>
                      <a:pt x="19438" y="1265563"/>
                      <a:pt x="92696" y="970495"/>
                    </a:cubicBezTo>
                    <a:cubicBezTo>
                      <a:pt x="99819" y="942005"/>
                      <a:pt x="107959" y="913516"/>
                      <a:pt x="102871" y="885027"/>
                    </a:cubicBezTo>
                    <a:cubicBezTo>
                      <a:pt x="96766" y="851450"/>
                      <a:pt x="73364" y="823978"/>
                      <a:pt x="54032" y="796506"/>
                    </a:cubicBezTo>
                    <a:cubicBezTo>
                      <a:pt x="12316" y="737492"/>
                      <a:pt x="-17191" y="660164"/>
                      <a:pt x="11298" y="595046"/>
                    </a:cubicBezTo>
                    <a:cubicBezTo>
                      <a:pt x="22490" y="569609"/>
                      <a:pt x="41822" y="548242"/>
                      <a:pt x="56067" y="523822"/>
                    </a:cubicBezTo>
                    <a:cubicBezTo>
                      <a:pt x="94731" y="457686"/>
                      <a:pt x="94731" y="375270"/>
                      <a:pt x="125256" y="305065"/>
                    </a:cubicBezTo>
                    <a:cubicBezTo>
                      <a:pt x="151710" y="244016"/>
                      <a:pt x="200549" y="196194"/>
                      <a:pt x="247353" y="149390"/>
                    </a:cubicBezTo>
                    <a:cubicBezTo>
                      <a:pt x="309419" y="88342"/>
                      <a:pt x="376573" y="24241"/>
                      <a:pt x="462041" y="5926"/>
                    </a:cubicBezTo>
                    <a:cubicBezTo>
                      <a:pt x="568876" y="-17476"/>
                      <a:pt x="676729" y="35433"/>
                      <a:pt x="785599" y="43573"/>
                    </a:cubicBezTo>
                    <a:cubicBezTo>
                      <a:pt x="845631" y="47643"/>
                      <a:pt x="907697" y="37468"/>
                      <a:pt x="965693" y="56800"/>
                    </a:cubicBezTo>
                    <a:cubicBezTo>
                      <a:pt x="1022672" y="75115"/>
                      <a:pt x="1072528" y="139216"/>
                      <a:pt x="1048109" y="194159"/>
                    </a:cubicBezTo>
                  </a:path>
                </a:pathLst>
              </a:custGeom>
              <a:solidFill>
                <a:srgbClr val="FEF4DE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603FE4E-1BB5-5CE0-6893-A84A0313EA05}"/>
                  </a:ext>
                </a:extLst>
              </p:cNvPr>
              <p:cNvSpPr/>
              <p:nvPr/>
            </p:nvSpPr>
            <p:spPr>
              <a:xfrm>
                <a:off x="1369148" y="1453354"/>
                <a:ext cx="916342" cy="532632"/>
              </a:xfrm>
              <a:custGeom>
                <a:avLst/>
                <a:gdLst>
                  <a:gd name="connsiteX0" fmla="*/ 755355 w 916342"/>
                  <a:gd name="connsiteY0" fmla="*/ 484319 h 532632"/>
                  <a:gd name="connsiteX1" fmla="*/ 751285 w 916342"/>
                  <a:gd name="connsiteY1" fmla="*/ 437515 h 532632"/>
                  <a:gd name="connsiteX2" fmla="*/ 596628 w 916342"/>
                  <a:gd name="connsiteY2" fmla="*/ 518914 h 532632"/>
                  <a:gd name="connsiteX3" fmla="*/ 627153 w 916342"/>
                  <a:gd name="connsiteY3" fmla="*/ 499581 h 532632"/>
                  <a:gd name="connsiteX4" fmla="*/ 412465 w 916342"/>
                  <a:gd name="connsiteY4" fmla="*/ 532141 h 532632"/>
                  <a:gd name="connsiteX5" fmla="*/ 449094 w 916342"/>
                  <a:gd name="connsiteY5" fmla="*/ 517896 h 532632"/>
                  <a:gd name="connsiteX6" fmla="*/ 320891 w 916342"/>
                  <a:gd name="connsiteY6" fmla="*/ 510774 h 532632"/>
                  <a:gd name="connsiteX7" fmla="*/ 145885 w 916342"/>
                  <a:gd name="connsiteY7" fmla="*/ 442603 h 532632"/>
                  <a:gd name="connsiteX8" fmla="*/ 168270 w 916342"/>
                  <a:gd name="connsiteY8" fmla="*/ 434463 h 532632"/>
                  <a:gd name="connsiteX9" fmla="*/ 80767 w 916342"/>
                  <a:gd name="connsiteY9" fmla="*/ 399869 h 532632"/>
                  <a:gd name="connsiteX10" fmla="*/ 89924 w 916342"/>
                  <a:gd name="connsiteY10" fmla="*/ 390711 h 532632"/>
                  <a:gd name="connsiteX11" fmla="*/ 76697 w 916342"/>
                  <a:gd name="connsiteY11" fmla="*/ 379519 h 532632"/>
                  <a:gd name="connsiteX12" fmla="*/ 8526 w 916342"/>
                  <a:gd name="connsiteY12" fmla="*/ 183146 h 532632"/>
                  <a:gd name="connsiteX13" fmla="*/ 166235 w 916342"/>
                  <a:gd name="connsiteY13" fmla="*/ 32559 h 532632"/>
                  <a:gd name="connsiteX14" fmla="*/ 389063 w 916342"/>
                  <a:gd name="connsiteY14" fmla="*/ 0 h 532632"/>
                  <a:gd name="connsiteX15" fmla="*/ 715673 w 916342"/>
                  <a:gd name="connsiteY15" fmla="*/ 20350 h 532632"/>
                  <a:gd name="connsiteX16" fmla="*/ 807246 w 916342"/>
                  <a:gd name="connsiteY16" fmla="*/ 46804 h 532632"/>
                  <a:gd name="connsiteX17" fmla="*/ 884575 w 916342"/>
                  <a:gd name="connsiteY17" fmla="*/ 138377 h 532632"/>
                  <a:gd name="connsiteX18" fmla="*/ 910012 w 916342"/>
                  <a:gd name="connsiteY18" fmla="*/ 254369 h 532632"/>
                  <a:gd name="connsiteX19" fmla="*/ 840823 w 916342"/>
                  <a:gd name="connsiteY19" fmla="*/ 356117 h 532632"/>
                  <a:gd name="connsiteX20" fmla="*/ 754337 w 916342"/>
                  <a:gd name="connsiteY20" fmla="*/ 485337 h 532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16342" h="532632">
                    <a:moveTo>
                      <a:pt x="755355" y="484319"/>
                    </a:moveTo>
                    <a:cubicBezTo>
                      <a:pt x="754337" y="469057"/>
                      <a:pt x="753320" y="453795"/>
                      <a:pt x="751285" y="437515"/>
                    </a:cubicBezTo>
                    <a:cubicBezTo>
                      <a:pt x="707533" y="477197"/>
                      <a:pt x="653607" y="505686"/>
                      <a:pt x="596628" y="518914"/>
                    </a:cubicBezTo>
                    <a:cubicBezTo>
                      <a:pt x="605785" y="510774"/>
                      <a:pt x="615960" y="503651"/>
                      <a:pt x="627153" y="499581"/>
                    </a:cubicBezTo>
                    <a:cubicBezTo>
                      <a:pt x="557964" y="524001"/>
                      <a:pt x="484706" y="535193"/>
                      <a:pt x="412465" y="532141"/>
                    </a:cubicBezTo>
                    <a:cubicBezTo>
                      <a:pt x="424674" y="527053"/>
                      <a:pt x="436884" y="522983"/>
                      <a:pt x="449094" y="517896"/>
                    </a:cubicBezTo>
                    <a:cubicBezTo>
                      <a:pt x="407377" y="508739"/>
                      <a:pt x="362608" y="519931"/>
                      <a:pt x="320891" y="510774"/>
                    </a:cubicBezTo>
                    <a:cubicBezTo>
                      <a:pt x="258825" y="497547"/>
                      <a:pt x="208969" y="443620"/>
                      <a:pt x="145885" y="442603"/>
                    </a:cubicBezTo>
                    <a:lnTo>
                      <a:pt x="168270" y="434463"/>
                    </a:lnTo>
                    <a:cubicBezTo>
                      <a:pt x="139780" y="421236"/>
                      <a:pt x="111291" y="409026"/>
                      <a:pt x="80767" y="399869"/>
                    </a:cubicBezTo>
                    <a:cubicBezTo>
                      <a:pt x="85854" y="402921"/>
                      <a:pt x="91959" y="395799"/>
                      <a:pt x="89924" y="390711"/>
                    </a:cubicBezTo>
                    <a:cubicBezTo>
                      <a:pt x="87889" y="385624"/>
                      <a:pt x="81784" y="382572"/>
                      <a:pt x="76697" y="379519"/>
                    </a:cubicBezTo>
                    <a:cubicBezTo>
                      <a:pt x="10560" y="343907"/>
                      <a:pt x="-14876" y="254369"/>
                      <a:pt x="8526" y="183146"/>
                    </a:cubicBezTo>
                    <a:cubicBezTo>
                      <a:pt x="31928" y="111923"/>
                      <a:pt x="96029" y="59014"/>
                      <a:pt x="166235" y="32559"/>
                    </a:cubicBezTo>
                    <a:cubicBezTo>
                      <a:pt x="236441" y="5087"/>
                      <a:pt x="313769" y="1018"/>
                      <a:pt x="389063" y="0"/>
                    </a:cubicBezTo>
                    <a:cubicBezTo>
                      <a:pt x="497933" y="0"/>
                      <a:pt x="607820" y="6105"/>
                      <a:pt x="715673" y="20350"/>
                    </a:cubicBezTo>
                    <a:cubicBezTo>
                      <a:pt x="747215" y="24419"/>
                      <a:pt x="779774" y="29507"/>
                      <a:pt x="807246" y="46804"/>
                    </a:cubicBezTo>
                    <a:cubicBezTo>
                      <a:pt x="841841" y="67154"/>
                      <a:pt x="864225" y="103783"/>
                      <a:pt x="884575" y="138377"/>
                    </a:cubicBezTo>
                    <a:cubicBezTo>
                      <a:pt x="905942" y="173989"/>
                      <a:pt x="927309" y="216723"/>
                      <a:pt x="910012" y="254369"/>
                    </a:cubicBezTo>
                    <a:cubicBezTo>
                      <a:pt x="893732" y="288964"/>
                      <a:pt x="863208" y="323558"/>
                      <a:pt x="840823" y="356117"/>
                    </a:cubicBezTo>
                    <a:cubicBezTo>
                      <a:pt x="824543" y="380537"/>
                      <a:pt x="752302" y="457865"/>
                      <a:pt x="754337" y="485337"/>
                    </a:cubicBezTo>
                    <a:close/>
                  </a:path>
                </a:pathLst>
              </a:custGeom>
              <a:solidFill>
                <a:srgbClr val="694520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585" name="Group 584">
                <a:extLst>
                  <a:ext uri="{FF2B5EF4-FFF2-40B4-BE49-F238E27FC236}">
                    <a16:creationId xmlns:a16="http://schemas.microsoft.com/office/drawing/2014/main" id="{2D1ADAC6-7B25-31D2-6EB9-30771ED532CA}"/>
                  </a:ext>
                </a:extLst>
              </p:cNvPr>
              <p:cNvGrpSpPr/>
              <p:nvPr/>
            </p:nvGrpSpPr>
            <p:grpSpPr>
              <a:xfrm>
                <a:off x="3267131" y="1301115"/>
                <a:ext cx="1177222" cy="742375"/>
                <a:chOff x="3267131" y="1301115"/>
                <a:chExt cx="1177222" cy="742375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78BCC2E5-7174-8F11-0DD3-502F4476F1F4}"/>
                    </a:ext>
                  </a:extLst>
                </p:cNvPr>
                <p:cNvSpPr/>
                <p:nvPr/>
              </p:nvSpPr>
              <p:spPr>
                <a:xfrm>
                  <a:off x="3335770" y="1390181"/>
                  <a:ext cx="1102478" cy="653309"/>
                </a:xfrm>
                <a:custGeom>
                  <a:avLst/>
                  <a:gdLst>
                    <a:gd name="connsiteX0" fmla="*/ 83982 w 1102478"/>
                    <a:gd name="connsiteY0" fmla="*/ 270738 h 653309"/>
                    <a:gd name="connsiteX1" fmla="*/ 229482 w 1102478"/>
                    <a:gd name="connsiteY1" fmla="*/ 519003 h 653309"/>
                    <a:gd name="connsiteX2" fmla="*/ 476729 w 1102478"/>
                    <a:gd name="connsiteY2" fmla="*/ 653310 h 653309"/>
                    <a:gd name="connsiteX3" fmla="*/ 461467 w 1102478"/>
                    <a:gd name="connsiteY3" fmla="*/ 617698 h 653309"/>
                    <a:gd name="connsiteX4" fmla="*/ 718889 w 1102478"/>
                    <a:gd name="connsiteY4" fmla="*/ 561737 h 653309"/>
                    <a:gd name="connsiteX5" fmla="*/ 693452 w 1102478"/>
                    <a:gd name="connsiteY5" fmla="*/ 558684 h 653309"/>
                    <a:gd name="connsiteX6" fmla="*/ 908140 w 1102478"/>
                    <a:gd name="connsiteY6" fmla="*/ 447779 h 653309"/>
                    <a:gd name="connsiteX7" fmla="*/ 875581 w 1102478"/>
                    <a:gd name="connsiteY7" fmla="*/ 445744 h 653309"/>
                    <a:gd name="connsiteX8" fmla="*/ 1102479 w 1102478"/>
                    <a:gd name="connsiteY8" fmla="*/ 281930 h 653309"/>
                    <a:gd name="connsiteX9" fmla="*/ 1077042 w 1102478"/>
                    <a:gd name="connsiteY9" fmla="*/ 279896 h 653309"/>
                    <a:gd name="connsiteX10" fmla="*/ 1100444 w 1102478"/>
                    <a:gd name="connsiteY10" fmla="*/ 233092 h 653309"/>
                    <a:gd name="connsiteX11" fmla="*/ 1068902 w 1102478"/>
                    <a:gd name="connsiteY11" fmla="*/ 185270 h 653309"/>
                    <a:gd name="connsiteX12" fmla="*/ 422803 w 1102478"/>
                    <a:gd name="connsiteY12" fmla="*/ 29596 h 653309"/>
                    <a:gd name="connsiteX13" fmla="*/ 298670 w 1102478"/>
                    <a:gd name="connsiteY13" fmla="*/ 68260 h 653309"/>
                    <a:gd name="connsiteX14" fmla="*/ 39213 w 1102478"/>
                    <a:gd name="connsiteY14" fmla="*/ 29596 h 653309"/>
                    <a:gd name="connsiteX15" fmla="*/ 7672 w 1102478"/>
                    <a:gd name="connsiteY15" fmla="*/ 31631 h 653309"/>
                    <a:gd name="connsiteX16" fmla="*/ 1566 w 1102478"/>
                    <a:gd name="connsiteY16" fmla="*/ 47911 h 653309"/>
                    <a:gd name="connsiteX17" fmla="*/ 87035 w 1102478"/>
                    <a:gd name="connsiteY17" fmla="*/ 270738 h 653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102478" h="653309">
                      <a:moveTo>
                        <a:pt x="83982" y="270738"/>
                      </a:moveTo>
                      <a:cubicBezTo>
                        <a:pt x="124682" y="358241"/>
                        <a:pt x="166398" y="445744"/>
                        <a:pt x="229482" y="519003"/>
                      </a:cubicBezTo>
                      <a:cubicBezTo>
                        <a:pt x="292565" y="592261"/>
                        <a:pt x="380069" y="649240"/>
                        <a:pt x="476729" y="653310"/>
                      </a:cubicBezTo>
                      <a:cubicBezTo>
                        <a:pt x="471642" y="641100"/>
                        <a:pt x="466554" y="628890"/>
                        <a:pt x="461467" y="617698"/>
                      </a:cubicBezTo>
                      <a:cubicBezTo>
                        <a:pt x="549988" y="631943"/>
                        <a:pt x="643596" y="611593"/>
                        <a:pt x="718889" y="561737"/>
                      </a:cubicBezTo>
                      <a:cubicBezTo>
                        <a:pt x="709732" y="561737"/>
                        <a:pt x="702609" y="558684"/>
                        <a:pt x="693452" y="558684"/>
                      </a:cubicBezTo>
                      <a:cubicBezTo>
                        <a:pt x="771798" y="536300"/>
                        <a:pt x="845056" y="498653"/>
                        <a:pt x="908140" y="447779"/>
                      </a:cubicBezTo>
                      <a:cubicBezTo>
                        <a:pt x="896948" y="447779"/>
                        <a:pt x="885755" y="446762"/>
                        <a:pt x="875581" y="445744"/>
                      </a:cubicBezTo>
                      <a:cubicBezTo>
                        <a:pt x="970206" y="427430"/>
                        <a:pt x="1055674" y="366381"/>
                        <a:pt x="1102479" y="281930"/>
                      </a:cubicBezTo>
                      <a:cubicBezTo>
                        <a:pt x="1094339" y="277861"/>
                        <a:pt x="1085181" y="276843"/>
                        <a:pt x="1077042" y="279896"/>
                      </a:cubicBezTo>
                      <a:cubicBezTo>
                        <a:pt x="1095356" y="274808"/>
                        <a:pt x="1104513" y="251406"/>
                        <a:pt x="1100444" y="233092"/>
                      </a:cubicBezTo>
                      <a:cubicBezTo>
                        <a:pt x="1096374" y="214777"/>
                        <a:pt x="1083146" y="199515"/>
                        <a:pt x="1068902" y="185270"/>
                      </a:cubicBezTo>
                      <a:cubicBezTo>
                        <a:pt x="904070" y="20439"/>
                        <a:pt x="644613" y="-42645"/>
                        <a:pt x="422803" y="29596"/>
                      </a:cubicBezTo>
                      <a:cubicBezTo>
                        <a:pt x="381086" y="42823"/>
                        <a:pt x="341404" y="61138"/>
                        <a:pt x="298670" y="68260"/>
                      </a:cubicBezTo>
                      <a:cubicBezTo>
                        <a:pt x="211167" y="83522"/>
                        <a:pt x="123664" y="56050"/>
                        <a:pt x="39213" y="29596"/>
                      </a:cubicBezTo>
                      <a:cubicBezTo>
                        <a:pt x="28021" y="26544"/>
                        <a:pt x="14794" y="23491"/>
                        <a:pt x="7672" y="31631"/>
                      </a:cubicBezTo>
                      <a:cubicBezTo>
                        <a:pt x="3601" y="35701"/>
                        <a:pt x="2584" y="41806"/>
                        <a:pt x="1566" y="47911"/>
                      </a:cubicBezTo>
                      <a:cubicBezTo>
                        <a:pt x="-10643" y="129309"/>
                        <a:pt x="51423" y="195445"/>
                        <a:pt x="87035" y="270738"/>
                      </a:cubicBezTo>
                      <a:close/>
                    </a:path>
                  </a:pathLst>
                </a:custGeom>
                <a:solidFill>
                  <a:srgbClr val="C17C40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F456B261-FB3C-F253-8EFA-E0095DF1AA1B}"/>
                    </a:ext>
                  </a:extLst>
                </p:cNvPr>
                <p:cNvSpPr/>
                <p:nvPr/>
              </p:nvSpPr>
              <p:spPr>
                <a:xfrm>
                  <a:off x="3267131" y="1301115"/>
                  <a:ext cx="1177222" cy="326227"/>
                </a:xfrm>
                <a:custGeom>
                  <a:avLst/>
                  <a:gdLst>
                    <a:gd name="connsiteX0" fmla="*/ 46804 w 1177222"/>
                    <a:gd name="connsiteY0" fmla="*/ 41334 h 326227"/>
                    <a:gd name="connsiteX1" fmla="*/ 171954 w 1177222"/>
                    <a:gd name="connsiteY1" fmla="*/ 168519 h 326227"/>
                    <a:gd name="connsiteX2" fmla="*/ 248265 w 1177222"/>
                    <a:gd name="connsiteY2" fmla="*/ 206166 h 326227"/>
                    <a:gd name="connsiteX3" fmla="*/ 392747 w 1177222"/>
                    <a:gd name="connsiteY3" fmla="*/ 211253 h 326227"/>
                    <a:gd name="connsiteX4" fmla="*/ 545368 w 1177222"/>
                    <a:gd name="connsiteY4" fmla="*/ 154274 h 326227"/>
                    <a:gd name="connsiteX5" fmla="*/ 547403 w 1177222"/>
                    <a:gd name="connsiteY5" fmla="*/ 129855 h 326227"/>
                    <a:gd name="connsiteX6" fmla="*/ 753952 w 1177222"/>
                    <a:gd name="connsiteY6" fmla="*/ 166484 h 326227"/>
                    <a:gd name="connsiteX7" fmla="*/ 730550 w 1177222"/>
                    <a:gd name="connsiteY7" fmla="*/ 137995 h 326227"/>
                    <a:gd name="connsiteX8" fmla="*/ 916748 w 1177222"/>
                    <a:gd name="connsiteY8" fmla="*/ 208201 h 326227"/>
                    <a:gd name="connsiteX9" fmla="*/ 892329 w 1177222"/>
                    <a:gd name="connsiteY9" fmla="*/ 170554 h 326227"/>
                    <a:gd name="connsiteX10" fmla="*/ 1132454 w 1177222"/>
                    <a:gd name="connsiteY10" fmla="*/ 301808 h 326227"/>
                    <a:gd name="connsiteX11" fmla="*/ 1123296 w 1177222"/>
                    <a:gd name="connsiteY11" fmla="*/ 278406 h 326227"/>
                    <a:gd name="connsiteX12" fmla="*/ 1177223 w 1177222"/>
                    <a:gd name="connsiteY12" fmla="*/ 326228 h 326227"/>
                    <a:gd name="connsiteX13" fmla="*/ 951343 w 1177222"/>
                    <a:gd name="connsiteY13" fmla="*/ 114593 h 326227"/>
                    <a:gd name="connsiteX14" fmla="*/ 507722 w 1177222"/>
                    <a:gd name="connsiteY14" fmla="*/ 95260 h 326227"/>
                    <a:gd name="connsiteX15" fmla="*/ 396817 w 1177222"/>
                    <a:gd name="connsiteY15" fmla="*/ 131890 h 326227"/>
                    <a:gd name="connsiteX16" fmla="*/ 269632 w 1177222"/>
                    <a:gd name="connsiteY16" fmla="*/ 116628 h 326227"/>
                    <a:gd name="connsiteX17" fmla="*/ 77328 w 1177222"/>
                    <a:gd name="connsiteY17" fmla="*/ 22002 h 326227"/>
                    <a:gd name="connsiteX18" fmla="*/ 36629 w 1177222"/>
                    <a:gd name="connsiteY18" fmla="*/ 635 h 326227"/>
                    <a:gd name="connsiteX19" fmla="*/ 0 w 1177222"/>
                    <a:gd name="connsiteY19" fmla="*/ 20985 h 326227"/>
                    <a:gd name="connsiteX20" fmla="*/ 46804 w 1177222"/>
                    <a:gd name="connsiteY20" fmla="*/ 40317 h 326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177222" h="326227">
                      <a:moveTo>
                        <a:pt x="46804" y="41334"/>
                      </a:moveTo>
                      <a:cubicBezTo>
                        <a:pt x="79363" y="91191"/>
                        <a:pt x="123115" y="134942"/>
                        <a:pt x="171954" y="168519"/>
                      </a:cubicBezTo>
                      <a:cubicBezTo>
                        <a:pt x="195356" y="184798"/>
                        <a:pt x="220793" y="198026"/>
                        <a:pt x="248265" y="206166"/>
                      </a:cubicBezTo>
                      <a:cubicBezTo>
                        <a:pt x="295069" y="219393"/>
                        <a:pt x="344925" y="215323"/>
                        <a:pt x="392747" y="211253"/>
                      </a:cubicBezTo>
                      <a:cubicBezTo>
                        <a:pt x="446673" y="206166"/>
                        <a:pt x="502634" y="187851"/>
                        <a:pt x="545368" y="154274"/>
                      </a:cubicBezTo>
                      <a:cubicBezTo>
                        <a:pt x="553508" y="147152"/>
                        <a:pt x="558596" y="128837"/>
                        <a:pt x="547403" y="129855"/>
                      </a:cubicBezTo>
                      <a:cubicBezTo>
                        <a:pt x="617610" y="119680"/>
                        <a:pt x="690868" y="132907"/>
                        <a:pt x="753952" y="166484"/>
                      </a:cubicBezTo>
                      <a:cubicBezTo>
                        <a:pt x="753952" y="153257"/>
                        <a:pt x="741742" y="144099"/>
                        <a:pt x="730550" y="137995"/>
                      </a:cubicBezTo>
                      <a:cubicBezTo>
                        <a:pt x="797703" y="144099"/>
                        <a:pt x="862822" y="168519"/>
                        <a:pt x="916748" y="208201"/>
                      </a:cubicBezTo>
                      <a:cubicBezTo>
                        <a:pt x="911661" y="193956"/>
                        <a:pt x="902503" y="181746"/>
                        <a:pt x="892329" y="170554"/>
                      </a:cubicBezTo>
                      <a:cubicBezTo>
                        <a:pt x="980849" y="194973"/>
                        <a:pt x="1064283" y="240760"/>
                        <a:pt x="1132454" y="301808"/>
                      </a:cubicBezTo>
                      <a:cubicBezTo>
                        <a:pt x="1129401" y="293669"/>
                        <a:pt x="1126349" y="286546"/>
                        <a:pt x="1123296" y="278406"/>
                      </a:cubicBezTo>
                      <a:cubicBezTo>
                        <a:pt x="1144664" y="289599"/>
                        <a:pt x="1163995" y="305878"/>
                        <a:pt x="1177223" y="326228"/>
                      </a:cubicBezTo>
                      <a:cubicBezTo>
                        <a:pt x="1130419" y="232620"/>
                        <a:pt x="1045968" y="159362"/>
                        <a:pt x="951343" y="114593"/>
                      </a:cubicBezTo>
                      <a:cubicBezTo>
                        <a:pt x="813983" y="50491"/>
                        <a:pt x="650169" y="43369"/>
                        <a:pt x="507722" y="95260"/>
                      </a:cubicBezTo>
                      <a:cubicBezTo>
                        <a:pt x="471093" y="108488"/>
                        <a:pt x="435481" y="125785"/>
                        <a:pt x="396817" y="131890"/>
                      </a:cubicBezTo>
                      <a:cubicBezTo>
                        <a:pt x="354083" y="137995"/>
                        <a:pt x="310331" y="128837"/>
                        <a:pt x="269632" y="116628"/>
                      </a:cubicBezTo>
                      <a:cubicBezTo>
                        <a:pt x="201461" y="95260"/>
                        <a:pt x="136342" y="63719"/>
                        <a:pt x="77328" y="22002"/>
                      </a:cubicBezTo>
                      <a:cubicBezTo>
                        <a:pt x="65119" y="12845"/>
                        <a:pt x="51891" y="3687"/>
                        <a:pt x="36629" y="635"/>
                      </a:cubicBezTo>
                      <a:cubicBezTo>
                        <a:pt x="21367" y="-2417"/>
                        <a:pt x="3052" y="5722"/>
                        <a:pt x="0" y="20985"/>
                      </a:cubicBezTo>
                      <a:cubicBezTo>
                        <a:pt x="10175" y="25055"/>
                        <a:pt x="36629" y="36247"/>
                        <a:pt x="46804" y="40317"/>
                      </a:cubicBezTo>
                      <a:close/>
                    </a:path>
                  </a:pathLst>
                </a:custGeom>
                <a:solidFill>
                  <a:srgbClr val="EEAB75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01D238EE-DD9E-08B2-32E4-441912C3AEC6}"/>
                    </a:ext>
                  </a:extLst>
                </p:cNvPr>
                <p:cNvSpPr/>
                <p:nvPr/>
              </p:nvSpPr>
              <p:spPr>
                <a:xfrm>
                  <a:off x="3706682" y="1597526"/>
                  <a:ext cx="619644" cy="192244"/>
                </a:xfrm>
                <a:custGeom>
                  <a:avLst/>
                  <a:gdLst>
                    <a:gd name="connsiteX0" fmla="*/ 6105 w 619644"/>
                    <a:gd name="connsiteY0" fmla="*/ 21677 h 192244"/>
                    <a:gd name="connsiteX1" fmla="*/ 0 w 619644"/>
                    <a:gd name="connsiteY1" fmla="*/ 10485 h 192244"/>
                    <a:gd name="connsiteX2" fmla="*/ 188234 w 619644"/>
                    <a:gd name="connsiteY2" fmla="*/ 136652 h 192244"/>
                    <a:gd name="connsiteX3" fmla="*/ 184164 w 619644"/>
                    <a:gd name="connsiteY3" fmla="*/ 101040 h 192244"/>
                    <a:gd name="connsiteX4" fmla="*/ 377484 w 619644"/>
                    <a:gd name="connsiteY4" fmla="*/ 189561 h 192244"/>
                    <a:gd name="connsiteX5" fmla="*/ 366292 w 619644"/>
                    <a:gd name="connsiteY5" fmla="*/ 173281 h 192244"/>
                    <a:gd name="connsiteX6" fmla="*/ 454813 w 619644"/>
                    <a:gd name="connsiteY6" fmla="*/ 186508 h 192244"/>
                    <a:gd name="connsiteX7" fmla="*/ 528071 w 619644"/>
                    <a:gd name="connsiteY7" fmla="*/ 165141 h 192244"/>
                    <a:gd name="connsiteX8" fmla="*/ 498565 w 619644"/>
                    <a:gd name="connsiteY8" fmla="*/ 148862 h 192244"/>
                    <a:gd name="connsiteX9" fmla="*/ 619645 w 619644"/>
                    <a:gd name="connsiteY9" fmla="*/ 137669 h 192244"/>
                    <a:gd name="connsiteX10" fmla="*/ 562666 w 619644"/>
                    <a:gd name="connsiteY10" fmla="*/ 82726 h 192244"/>
                    <a:gd name="connsiteX11" fmla="*/ 597260 w 619644"/>
                    <a:gd name="connsiteY11" fmla="*/ 73568 h 192244"/>
                    <a:gd name="connsiteX12" fmla="*/ 370362 w 619644"/>
                    <a:gd name="connsiteY12" fmla="*/ 16590 h 192244"/>
                    <a:gd name="connsiteX13" fmla="*/ 375450 w 619644"/>
                    <a:gd name="connsiteY13" fmla="*/ 5397 h 192244"/>
                    <a:gd name="connsiteX14" fmla="*/ 360187 w 619644"/>
                    <a:gd name="connsiteY14" fmla="*/ 310 h 192244"/>
                    <a:gd name="connsiteX15" fmla="*/ 7122 w 619644"/>
                    <a:gd name="connsiteY15" fmla="*/ 23712 h 192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19644" h="192244">
                      <a:moveTo>
                        <a:pt x="6105" y="21677"/>
                      </a:moveTo>
                      <a:cubicBezTo>
                        <a:pt x="6105" y="21677"/>
                        <a:pt x="2035" y="14555"/>
                        <a:pt x="0" y="10485"/>
                      </a:cubicBezTo>
                      <a:cubicBezTo>
                        <a:pt x="51891" y="68481"/>
                        <a:pt x="110905" y="127495"/>
                        <a:pt x="188234" y="136652"/>
                      </a:cubicBezTo>
                      <a:lnTo>
                        <a:pt x="184164" y="101040"/>
                      </a:lnTo>
                      <a:cubicBezTo>
                        <a:pt x="222828" y="166159"/>
                        <a:pt x="303209" y="202788"/>
                        <a:pt x="377484" y="189561"/>
                      </a:cubicBezTo>
                      <a:cubicBezTo>
                        <a:pt x="375450" y="182438"/>
                        <a:pt x="371380" y="177351"/>
                        <a:pt x="366292" y="173281"/>
                      </a:cubicBezTo>
                      <a:cubicBezTo>
                        <a:pt x="395799" y="176334"/>
                        <a:pt x="425306" y="181421"/>
                        <a:pt x="454813" y="186508"/>
                      </a:cubicBezTo>
                      <a:cubicBezTo>
                        <a:pt x="479232" y="190578"/>
                        <a:pt x="503652" y="169211"/>
                        <a:pt x="528071" y="165141"/>
                      </a:cubicBezTo>
                      <a:cubicBezTo>
                        <a:pt x="517897" y="160054"/>
                        <a:pt x="508739" y="153949"/>
                        <a:pt x="498565" y="148862"/>
                      </a:cubicBezTo>
                      <a:cubicBezTo>
                        <a:pt x="538246" y="142757"/>
                        <a:pt x="578945" y="138687"/>
                        <a:pt x="619645" y="137669"/>
                      </a:cubicBezTo>
                      <a:cubicBezTo>
                        <a:pt x="600312" y="119355"/>
                        <a:pt x="581998" y="101040"/>
                        <a:pt x="562666" y="82726"/>
                      </a:cubicBezTo>
                      <a:cubicBezTo>
                        <a:pt x="574875" y="82726"/>
                        <a:pt x="587085" y="80691"/>
                        <a:pt x="597260" y="73568"/>
                      </a:cubicBezTo>
                      <a:cubicBezTo>
                        <a:pt x="530106" y="31852"/>
                        <a:pt x="449726" y="11502"/>
                        <a:pt x="370362" y="16590"/>
                      </a:cubicBezTo>
                      <a:cubicBezTo>
                        <a:pt x="375450" y="18625"/>
                        <a:pt x="379519" y="9467"/>
                        <a:pt x="375450" y="5397"/>
                      </a:cubicBezTo>
                      <a:cubicBezTo>
                        <a:pt x="372397" y="1327"/>
                        <a:pt x="365275" y="310"/>
                        <a:pt x="360187" y="310"/>
                      </a:cubicBezTo>
                      <a:cubicBezTo>
                        <a:pt x="245212" y="-2742"/>
                        <a:pt x="122097" y="17607"/>
                        <a:pt x="7122" y="23712"/>
                      </a:cubicBezTo>
                      <a:close/>
                    </a:path>
                  </a:pathLst>
                </a:custGeom>
                <a:solidFill>
                  <a:srgbClr val="694520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7C31CF1-8AE2-28E2-1F57-D60DA438BC91}"/>
                  </a:ext>
                </a:extLst>
              </p:cNvPr>
              <p:cNvSpPr/>
              <p:nvPr/>
            </p:nvSpPr>
            <p:spPr>
              <a:xfrm>
                <a:off x="1340604" y="1371875"/>
                <a:ext cx="864687" cy="398932"/>
              </a:xfrm>
              <a:custGeom>
                <a:avLst/>
                <a:gdLst>
                  <a:gd name="connsiteX0" fmla="*/ 691308 w 864687"/>
                  <a:gd name="connsiteY0" fmla="*/ 126249 h 398932"/>
                  <a:gd name="connsiteX1" fmla="*/ 547843 w 864687"/>
                  <a:gd name="connsiteY1" fmla="*/ 139476 h 398932"/>
                  <a:gd name="connsiteX2" fmla="*/ 437955 w 864687"/>
                  <a:gd name="connsiteY2" fmla="*/ 192385 h 398932"/>
                  <a:gd name="connsiteX3" fmla="*/ 499004 w 864687"/>
                  <a:gd name="connsiteY3" fmla="*/ 82497 h 398932"/>
                  <a:gd name="connsiteX4" fmla="*/ 348417 w 864687"/>
                  <a:gd name="connsiteY4" fmla="*/ 189332 h 398932"/>
                  <a:gd name="connsiteX5" fmla="*/ 368767 w 864687"/>
                  <a:gd name="connsiteY5" fmla="*/ 158808 h 398932"/>
                  <a:gd name="connsiteX6" fmla="*/ 209023 w 864687"/>
                  <a:gd name="connsiteY6" fmla="*/ 181192 h 398932"/>
                  <a:gd name="connsiteX7" fmla="*/ 234460 w 864687"/>
                  <a:gd name="connsiteY7" fmla="*/ 129301 h 398932"/>
                  <a:gd name="connsiteX8" fmla="*/ 130677 w 864687"/>
                  <a:gd name="connsiteY8" fmla="*/ 207647 h 398932"/>
                  <a:gd name="connsiteX9" fmla="*/ 118467 w 864687"/>
                  <a:gd name="connsiteY9" fmla="*/ 194419 h 398932"/>
                  <a:gd name="connsiteX10" fmla="*/ 102187 w 864687"/>
                  <a:gd name="connsiteY10" fmla="*/ 210699 h 398932"/>
                  <a:gd name="connsiteX11" fmla="*/ 44191 w 864687"/>
                  <a:gd name="connsiteY11" fmla="*/ 398932 h 398932"/>
                  <a:gd name="connsiteX12" fmla="*/ 3492 w 864687"/>
                  <a:gd name="connsiteY12" fmla="*/ 255468 h 398932"/>
                  <a:gd name="connsiteX13" fmla="*/ 94048 w 864687"/>
                  <a:gd name="connsiteY13" fmla="*/ 121161 h 398932"/>
                  <a:gd name="connsiteX14" fmla="*/ 580402 w 864687"/>
                  <a:gd name="connsiteY14" fmla="*/ 28571 h 398932"/>
                  <a:gd name="connsiteX15" fmla="*/ 671975 w 864687"/>
                  <a:gd name="connsiteY15" fmla="*/ 64182 h 398932"/>
                  <a:gd name="connsiteX16" fmla="*/ 792038 w 864687"/>
                  <a:gd name="connsiteY16" fmla="*/ 86567 h 398932"/>
                  <a:gd name="connsiteX17" fmla="*/ 856139 w 864687"/>
                  <a:gd name="connsiteY17" fmla="*/ 172035 h 398932"/>
                  <a:gd name="connsiteX18" fmla="*/ 693343 w 864687"/>
                  <a:gd name="connsiteY18" fmla="*/ 127266 h 398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687" h="398932">
                    <a:moveTo>
                      <a:pt x="691308" y="126249"/>
                    </a:moveTo>
                    <a:cubicBezTo>
                      <a:pt x="643486" y="119126"/>
                      <a:pt x="592612" y="119126"/>
                      <a:pt x="547843" y="139476"/>
                    </a:cubicBezTo>
                    <a:cubicBezTo>
                      <a:pt x="510196" y="156773"/>
                      <a:pt x="478655" y="188315"/>
                      <a:pt x="437955" y="192385"/>
                    </a:cubicBezTo>
                    <a:cubicBezTo>
                      <a:pt x="474585" y="168982"/>
                      <a:pt x="499004" y="126249"/>
                      <a:pt x="499004" y="82497"/>
                    </a:cubicBezTo>
                    <a:cubicBezTo>
                      <a:pt x="469497" y="139476"/>
                      <a:pt x="411501" y="180175"/>
                      <a:pt x="348417" y="189332"/>
                    </a:cubicBezTo>
                    <a:lnTo>
                      <a:pt x="368767" y="158808"/>
                    </a:lnTo>
                    <a:cubicBezTo>
                      <a:pt x="314840" y="158808"/>
                      <a:pt x="260914" y="165930"/>
                      <a:pt x="209023" y="181192"/>
                    </a:cubicBezTo>
                    <a:cubicBezTo>
                      <a:pt x="216145" y="163895"/>
                      <a:pt x="225302" y="146598"/>
                      <a:pt x="234460" y="129301"/>
                    </a:cubicBezTo>
                    <a:cubicBezTo>
                      <a:pt x="195795" y="149650"/>
                      <a:pt x="160184" y="176105"/>
                      <a:pt x="130677" y="207647"/>
                    </a:cubicBezTo>
                    <a:cubicBezTo>
                      <a:pt x="134747" y="201542"/>
                      <a:pt x="125589" y="192385"/>
                      <a:pt x="118467" y="194419"/>
                    </a:cubicBezTo>
                    <a:cubicBezTo>
                      <a:pt x="111345" y="196454"/>
                      <a:pt x="106257" y="203577"/>
                      <a:pt x="102187" y="210699"/>
                    </a:cubicBezTo>
                    <a:cubicBezTo>
                      <a:pt x="70646" y="268695"/>
                      <a:pt x="50296" y="332796"/>
                      <a:pt x="44191" y="398932"/>
                    </a:cubicBezTo>
                    <a:cubicBezTo>
                      <a:pt x="8579" y="361286"/>
                      <a:pt x="-7700" y="306342"/>
                      <a:pt x="3492" y="255468"/>
                    </a:cubicBezTo>
                    <a:cubicBezTo>
                      <a:pt x="14684" y="201542"/>
                      <a:pt x="52331" y="156773"/>
                      <a:pt x="94048" y="121161"/>
                    </a:cubicBezTo>
                    <a:cubicBezTo>
                      <a:pt x="225302" y="9239"/>
                      <a:pt x="418623" y="-33496"/>
                      <a:pt x="580402" y="28571"/>
                    </a:cubicBezTo>
                    <a:cubicBezTo>
                      <a:pt x="610927" y="40780"/>
                      <a:pt x="640434" y="56043"/>
                      <a:pt x="671975" y="64182"/>
                    </a:cubicBezTo>
                    <a:cubicBezTo>
                      <a:pt x="711657" y="74357"/>
                      <a:pt x="753374" y="73340"/>
                      <a:pt x="792038" y="86567"/>
                    </a:cubicBezTo>
                    <a:cubicBezTo>
                      <a:pt x="810353" y="92672"/>
                      <a:pt x="890733" y="150668"/>
                      <a:pt x="856139" y="172035"/>
                    </a:cubicBezTo>
                    <a:cubicBezTo>
                      <a:pt x="842912" y="180175"/>
                      <a:pt x="717762" y="130318"/>
                      <a:pt x="693343" y="127266"/>
                    </a:cubicBezTo>
                    <a:close/>
                  </a:path>
                </a:pathLst>
              </a:custGeom>
              <a:solidFill>
                <a:srgbClr val="C17C40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186625E2-D66F-F5A0-6B57-6EC626458FCC}"/>
                  </a:ext>
                </a:extLst>
              </p:cNvPr>
              <p:cNvSpPr/>
              <p:nvPr/>
            </p:nvSpPr>
            <p:spPr>
              <a:xfrm>
                <a:off x="2187560" y="877461"/>
                <a:ext cx="1141637" cy="2300516"/>
              </a:xfrm>
              <a:custGeom>
                <a:avLst/>
                <a:gdLst>
                  <a:gd name="connsiteX0" fmla="*/ 810480 w 1141637"/>
                  <a:gd name="connsiteY0" fmla="*/ 17853 h 2300516"/>
                  <a:gd name="connsiteX1" fmla="*/ 972736 w 1141637"/>
                  <a:gd name="connsiteY1" fmla="*/ 52909 h 2300516"/>
                  <a:gd name="connsiteX2" fmla="*/ 970701 w 1141637"/>
                  <a:gd name="connsiteY2" fmla="*/ 52909 h 2300516"/>
                  <a:gd name="connsiteX3" fmla="*/ 1072449 w 1141637"/>
                  <a:gd name="connsiteY3" fmla="*/ 176024 h 2300516"/>
                  <a:gd name="connsiteX4" fmla="*/ 1141637 w 1141637"/>
                  <a:gd name="connsiteY4" fmla="*/ 341872 h 2300516"/>
                  <a:gd name="connsiteX5" fmla="*/ 1008348 w 1141637"/>
                  <a:gd name="connsiteY5" fmla="*/ 304226 h 2300516"/>
                  <a:gd name="connsiteX6" fmla="*/ 976806 w 1141637"/>
                  <a:gd name="connsiteY6" fmla="*/ 280824 h 2300516"/>
                  <a:gd name="connsiteX7" fmla="*/ 963579 w 1141637"/>
                  <a:gd name="connsiteY7" fmla="*/ 294051 h 2300516"/>
                  <a:gd name="connsiteX8" fmla="*/ 822149 w 1141637"/>
                  <a:gd name="connsiteY8" fmla="*/ 386641 h 2300516"/>
                  <a:gd name="connsiteX9" fmla="*/ 874041 w 1141637"/>
                  <a:gd name="connsiteY9" fmla="*/ 287946 h 2300516"/>
                  <a:gd name="connsiteX10" fmla="*/ 823294 w 1141637"/>
                  <a:gd name="connsiteY10" fmla="*/ 338057 h 2300516"/>
                  <a:gd name="connsiteX11" fmla="*/ 766328 w 1141637"/>
                  <a:gd name="connsiteY11" fmla="*/ 373094 h 2300516"/>
                  <a:gd name="connsiteX12" fmla="*/ 769526 w 1141637"/>
                  <a:gd name="connsiteY12" fmla="*/ 388931 h 2300516"/>
                  <a:gd name="connsiteX13" fmla="*/ 741768 w 1141637"/>
                  <a:gd name="connsiteY13" fmla="*/ 432428 h 2300516"/>
                  <a:gd name="connsiteX14" fmla="*/ 678684 w 1141637"/>
                  <a:gd name="connsiteY14" fmla="*/ 462952 h 2300516"/>
                  <a:gd name="connsiteX15" fmla="*/ 642055 w 1141637"/>
                  <a:gd name="connsiteY15" fmla="*/ 527053 h 2300516"/>
                  <a:gd name="connsiteX16" fmla="*/ 642055 w 1141637"/>
                  <a:gd name="connsiteY16" fmla="*/ 529088 h 2300516"/>
                  <a:gd name="connsiteX17" fmla="*/ 693946 w 1141637"/>
                  <a:gd name="connsiteY17" fmla="*/ 758021 h 2300516"/>
                  <a:gd name="connsiteX18" fmla="*/ 693946 w 1141637"/>
                  <a:gd name="connsiteY18" fmla="*/ 798720 h 2300516"/>
                  <a:gd name="connsiteX19" fmla="*/ 724471 w 1141637"/>
                  <a:gd name="connsiteY19" fmla="*/ 871978 h 2300516"/>
                  <a:gd name="connsiteX20" fmla="*/ 683772 w 1141637"/>
                  <a:gd name="connsiteY20" fmla="*/ 824157 h 2300516"/>
                  <a:gd name="connsiteX21" fmla="*/ 551499 w 1141637"/>
                  <a:gd name="connsiteY21" fmla="*/ 814999 h 2300516"/>
                  <a:gd name="connsiteX22" fmla="*/ 495538 w 1141637"/>
                  <a:gd name="connsiteY22" fmla="*/ 948289 h 2300516"/>
                  <a:gd name="connsiteX23" fmla="*/ 498590 w 1141637"/>
                  <a:gd name="connsiteY23" fmla="*/ 1096841 h 2300516"/>
                  <a:gd name="connsiteX24" fmla="*/ 483328 w 1141637"/>
                  <a:gd name="connsiteY24" fmla="*/ 1124313 h 2300516"/>
                  <a:gd name="connsiteX25" fmla="*/ 466031 w 1141637"/>
                  <a:gd name="connsiteY25" fmla="*/ 1120243 h 2300516"/>
                  <a:gd name="connsiteX26" fmla="*/ 358179 w 1141637"/>
                  <a:gd name="connsiteY26" fmla="*/ 1150767 h 2300516"/>
                  <a:gd name="connsiteX27" fmla="*/ 268640 w 1141637"/>
                  <a:gd name="connsiteY27" fmla="*/ 1283039 h 2300516"/>
                  <a:gd name="connsiteX28" fmla="*/ 182155 w 1141637"/>
                  <a:gd name="connsiteY28" fmla="*/ 1254550 h 2300516"/>
                  <a:gd name="connsiteX29" fmla="*/ 147306 w 1141637"/>
                  <a:gd name="connsiteY29" fmla="*/ 1257475 h 2300516"/>
                  <a:gd name="connsiteX30" fmla="*/ 129864 w 1141637"/>
                  <a:gd name="connsiteY30" fmla="*/ 1251685 h 2300516"/>
                  <a:gd name="connsiteX31" fmla="*/ 126194 w 1141637"/>
                  <a:gd name="connsiteY31" fmla="*/ 1299446 h 2300516"/>
                  <a:gd name="connsiteX32" fmla="*/ 125176 w 1141637"/>
                  <a:gd name="connsiteY32" fmla="*/ 1432608 h 2300516"/>
                  <a:gd name="connsiteX33" fmla="*/ 125176 w 1141637"/>
                  <a:gd name="connsiteY33" fmla="*/ 1430573 h 2300516"/>
                  <a:gd name="connsiteX34" fmla="*/ 200470 w 1141637"/>
                  <a:gd name="connsiteY34" fmla="*/ 1658488 h 2300516"/>
                  <a:gd name="connsiteX35" fmla="*/ 266606 w 1141637"/>
                  <a:gd name="connsiteY35" fmla="*/ 1781603 h 2300516"/>
                  <a:gd name="connsiteX36" fmla="*/ 254396 w 1141637"/>
                  <a:gd name="connsiteY36" fmla="*/ 1851809 h 2300516"/>
                  <a:gd name="connsiteX37" fmla="*/ 273728 w 1141637"/>
                  <a:gd name="connsiteY37" fmla="*/ 1988151 h 2300516"/>
                  <a:gd name="connsiteX38" fmla="*/ 327654 w 1141637"/>
                  <a:gd name="connsiteY38" fmla="*/ 2083793 h 2300516"/>
                  <a:gd name="connsiteX39" fmla="*/ 329689 w 1141637"/>
                  <a:gd name="connsiteY39" fmla="*/ 2300516 h 2300516"/>
                  <a:gd name="connsiteX40" fmla="*/ 305270 w 1141637"/>
                  <a:gd name="connsiteY40" fmla="*/ 2092951 h 2300516"/>
                  <a:gd name="connsiteX41" fmla="*/ 277798 w 1141637"/>
                  <a:gd name="connsiteY41" fmla="*/ 2026815 h 2300516"/>
                  <a:gd name="connsiteX42" fmla="*/ 129246 w 1141637"/>
                  <a:gd name="connsiteY42" fmla="*/ 1803987 h 2300516"/>
                  <a:gd name="connsiteX43" fmla="*/ 34621 w 1141637"/>
                  <a:gd name="connsiteY43" fmla="*/ 1454992 h 2300516"/>
                  <a:gd name="connsiteX44" fmla="*/ 21393 w 1141637"/>
                  <a:gd name="connsiteY44" fmla="*/ 897415 h 2300516"/>
                  <a:gd name="connsiteX45" fmla="*/ 79390 w 1141637"/>
                  <a:gd name="connsiteY45" fmla="*/ 772265 h 2300516"/>
                  <a:gd name="connsiteX46" fmla="*/ 113984 w 1141637"/>
                  <a:gd name="connsiteY46" fmla="*/ 851628 h 2300516"/>
                  <a:gd name="connsiteX47" fmla="*/ 136368 w 1141637"/>
                  <a:gd name="connsiteY47" fmla="*/ 1167046 h 2300516"/>
                  <a:gd name="connsiteX48" fmla="*/ 131620 w 1141637"/>
                  <a:gd name="connsiteY48" fmla="*/ 1228837 h 2300516"/>
                  <a:gd name="connsiteX49" fmla="*/ 163331 w 1141637"/>
                  <a:gd name="connsiteY49" fmla="*/ 1188414 h 2300516"/>
                  <a:gd name="connsiteX50" fmla="*/ 194364 w 1141637"/>
                  <a:gd name="connsiteY50" fmla="*/ 1120243 h 2300516"/>
                  <a:gd name="connsiteX51" fmla="*/ 186225 w 1141637"/>
                  <a:gd name="connsiteY51" fmla="*/ 791597 h 2300516"/>
                  <a:gd name="connsiteX52" fmla="*/ 197417 w 1141637"/>
                  <a:gd name="connsiteY52" fmla="*/ 761073 h 2300516"/>
                  <a:gd name="connsiteX53" fmla="*/ 214714 w 1141637"/>
                  <a:gd name="connsiteY53" fmla="*/ 771248 h 2300516"/>
                  <a:gd name="connsiteX54" fmla="*/ 246256 w 1141637"/>
                  <a:gd name="connsiteY54" fmla="*/ 824157 h 2300516"/>
                  <a:gd name="connsiteX55" fmla="*/ 265588 w 1141637"/>
                  <a:gd name="connsiteY55" fmla="*/ 861803 h 2300516"/>
                  <a:gd name="connsiteX56" fmla="*/ 304252 w 1141637"/>
                  <a:gd name="connsiteY56" fmla="*/ 869943 h 2300516"/>
                  <a:gd name="connsiteX57" fmla="*/ 316462 w 1141637"/>
                  <a:gd name="connsiteY57" fmla="*/ 858751 h 2300516"/>
                  <a:gd name="connsiteX58" fmla="*/ 364283 w 1141637"/>
                  <a:gd name="connsiteY58" fmla="*/ 867908 h 2300516"/>
                  <a:gd name="connsiteX59" fmla="*/ 357161 w 1141637"/>
                  <a:gd name="connsiteY59" fmla="*/ 766160 h 2300516"/>
                  <a:gd name="connsiteX60" fmla="*/ 322567 w 1141637"/>
                  <a:gd name="connsiteY60" fmla="*/ 673570 h 2300516"/>
                  <a:gd name="connsiteX61" fmla="*/ 330707 w 1141637"/>
                  <a:gd name="connsiteY61" fmla="*/ 649151 h 2300516"/>
                  <a:gd name="connsiteX62" fmla="*/ 339864 w 1141637"/>
                  <a:gd name="connsiteY62" fmla="*/ 649151 h 2300516"/>
                  <a:gd name="connsiteX63" fmla="*/ 359196 w 1141637"/>
                  <a:gd name="connsiteY63" fmla="*/ 623714 h 2300516"/>
                  <a:gd name="connsiteX64" fmla="*/ 376493 w 1141637"/>
                  <a:gd name="connsiteY64" fmla="*/ 566735 h 2300516"/>
                  <a:gd name="connsiteX65" fmla="*/ 385650 w 1141637"/>
                  <a:gd name="connsiteY65" fmla="*/ 556560 h 2300516"/>
                  <a:gd name="connsiteX66" fmla="*/ 397860 w 1141637"/>
                  <a:gd name="connsiteY66" fmla="*/ 568770 h 2300516"/>
                  <a:gd name="connsiteX67" fmla="*/ 419227 w 1141637"/>
                  <a:gd name="connsiteY67" fmla="*/ 627784 h 2300516"/>
                  <a:gd name="connsiteX68" fmla="*/ 471119 w 1141637"/>
                  <a:gd name="connsiteY68" fmla="*/ 681710 h 2300516"/>
                  <a:gd name="connsiteX69" fmla="*/ 500626 w 1141637"/>
                  <a:gd name="connsiteY69" fmla="*/ 666448 h 2300516"/>
                  <a:gd name="connsiteX70" fmla="*/ 519958 w 1141637"/>
                  <a:gd name="connsiteY70" fmla="*/ 612521 h 2300516"/>
                  <a:gd name="connsiteX71" fmla="*/ 503678 w 1141637"/>
                  <a:gd name="connsiteY71" fmla="*/ 512809 h 2300516"/>
                  <a:gd name="connsiteX72" fmla="*/ 558622 w 1141637"/>
                  <a:gd name="connsiteY72" fmla="*/ 442603 h 2300516"/>
                  <a:gd name="connsiteX73" fmla="*/ 604408 w 1141637"/>
                  <a:gd name="connsiteY73" fmla="*/ 359169 h 2300516"/>
                  <a:gd name="connsiteX74" fmla="*/ 604408 w 1141637"/>
                  <a:gd name="connsiteY74" fmla="*/ 350012 h 2300516"/>
                  <a:gd name="connsiteX75" fmla="*/ 593216 w 1141637"/>
                  <a:gd name="connsiteY75" fmla="*/ 345942 h 2300516"/>
                  <a:gd name="connsiteX76" fmla="*/ 519958 w 1141637"/>
                  <a:gd name="connsiteY76" fmla="*/ 345942 h 2300516"/>
                  <a:gd name="connsiteX77" fmla="*/ 500626 w 1141637"/>
                  <a:gd name="connsiteY77" fmla="*/ 342890 h 2300516"/>
                  <a:gd name="connsiteX78" fmla="*/ 490451 w 1141637"/>
                  <a:gd name="connsiteY78" fmla="*/ 330680 h 2300516"/>
                  <a:gd name="connsiteX79" fmla="*/ 515888 w 1141637"/>
                  <a:gd name="connsiteY79" fmla="*/ 207565 h 2300516"/>
                  <a:gd name="connsiteX80" fmla="*/ 597032 w 1141637"/>
                  <a:gd name="connsiteY80" fmla="*/ 137741 h 2300516"/>
                  <a:gd name="connsiteX81" fmla="*/ 635927 w 1141637"/>
                  <a:gd name="connsiteY81" fmla="*/ 116312 h 2300516"/>
                  <a:gd name="connsiteX82" fmla="*/ 639003 w 1141637"/>
                  <a:gd name="connsiteY82" fmla="*/ 108870 h 2300516"/>
                  <a:gd name="connsiteX83" fmla="*/ 756013 w 1141637"/>
                  <a:gd name="connsiteY83" fmla="*/ 26454 h 2300516"/>
                  <a:gd name="connsiteX84" fmla="*/ 810480 w 1141637"/>
                  <a:gd name="connsiteY84" fmla="*/ 17853 h 2300516"/>
                  <a:gd name="connsiteX85" fmla="*/ 474171 w 1141637"/>
                  <a:gd name="connsiteY85" fmla="*/ 0 h 2300516"/>
                  <a:gd name="connsiteX86" fmla="*/ 544377 w 1141637"/>
                  <a:gd name="connsiteY86" fmla="*/ 45786 h 2300516"/>
                  <a:gd name="connsiteX87" fmla="*/ 457891 w 1141637"/>
                  <a:gd name="connsiteY87" fmla="*/ 188233 h 2300516"/>
                  <a:gd name="connsiteX88" fmla="*/ 457891 w 1141637"/>
                  <a:gd name="connsiteY88" fmla="*/ 189251 h 2300516"/>
                  <a:gd name="connsiteX89" fmla="*/ 227941 w 1141637"/>
                  <a:gd name="connsiteY89" fmla="*/ 323558 h 2300516"/>
                  <a:gd name="connsiteX90" fmla="*/ 218784 w 1141637"/>
                  <a:gd name="connsiteY90" fmla="*/ 332715 h 2300516"/>
                  <a:gd name="connsiteX91" fmla="*/ 206574 w 1141637"/>
                  <a:gd name="connsiteY91" fmla="*/ 330680 h 2300516"/>
                  <a:gd name="connsiteX92" fmla="*/ 146543 w 1141637"/>
                  <a:gd name="connsiteY92" fmla="*/ 346960 h 2300516"/>
                  <a:gd name="connsiteX93" fmla="*/ 108896 w 1141637"/>
                  <a:gd name="connsiteY93" fmla="*/ 399869 h 2300516"/>
                  <a:gd name="connsiteX94" fmla="*/ 389720 w 1141637"/>
                  <a:gd name="connsiteY94" fmla="*/ 27472 h 2300516"/>
                  <a:gd name="connsiteX95" fmla="*/ 474171 w 1141637"/>
                  <a:gd name="connsiteY95" fmla="*/ 0 h 23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1141637" h="2300516">
                    <a:moveTo>
                      <a:pt x="810480" y="17853"/>
                    </a:moveTo>
                    <a:cubicBezTo>
                      <a:pt x="866855" y="14372"/>
                      <a:pt x="926949" y="26200"/>
                      <a:pt x="972736" y="52909"/>
                    </a:cubicBezTo>
                    <a:lnTo>
                      <a:pt x="970701" y="52909"/>
                    </a:lnTo>
                    <a:cubicBezTo>
                      <a:pt x="1018522" y="79363"/>
                      <a:pt x="1055152" y="124132"/>
                      <a:pt x="1072449" y="176024"/>
                    </a:cubicBezTo>
                    <a:cubicBezTo>
                      <a:pt x="1091781" y="234020"/>
                      <a:pt x="1091781" y="306261"/>
                      <a:pt x="1141637" y="341872"/>
                    </a:cubicBezTo>
                    <a:cubicBezTo>
                      <a:pt x="1095851" y="363239"/>
                      <a:pt x="1035820" y="346960"/>
                      <a:pt x="1008348" y="304226"/>
                    </a:cubicBezTo>
                    <a:cubicBezTo>
                      <a:pt x="1000208" y="292016"/>
                      <a:pt x="990033" y="276754"/>
                      <a:pt x="976806" y="280824"/>
                    </a:cubicBezTo>
                    <a:cubicBezTo>
                      <a:pt x="970701" y="282859"/>
                      <a:pt x="966631" y="288964"/>
                      <a:pt x="963579" y="294051"/>
                    </a:cubicBezTo>
                    <a:cubicBezTo>
                      <a:pt x="931019" y="341872"/>
                      <a:pt x="879128" y="375449"/>
                      <a:pt x="822149" y="386641"/>
                    </a:cubicBezTo>
                    <a:cubicBezTo>
                      <a:pt x="850639" y="361204"/>
                      <a:pt x="868953" y="325593"/>
                      <a:pt x="874041" y="287946"/>
                    </a:cubicBezTo>
                    <a:cubicBezTo>
                      <a:pt x="857761" y="305243"/>
                      <a:pt x="841227" y="322795"/>
                      <a:pt x="823294" y="338057"/>
                    </a:cubicBezTo>
                    <a:lnTo>
                      <a:pt x="766328" y="373094"/>
                    </a:lnTo>
                    <a:lnTo>
                      <a:pt x="769526" y="388931"/>
                    </a:lnTo>
                    <a:cubicBezTo>
                      <a:pt x="768858" y="405719"/>
                      <a:pt x="757030" y="422508"/>
                      <a:pt x="741768" y="432428"/>
                    </a:cubicBezTo>
                    <a:cubicBezTo>
                      <a:pt x="722436" y="445655"/>
                      <a:pt x="698016" y="450742"/>
                      <a:pt x="678684" y="462952"/>
                    </a:cubicBezTo>
                    <a:cubicBezTo>
                      <a:pt x="658335" y="475162"/>
                      <a:pt x="634933" y="504669"/>
                      <a:pt x="642055" y="527053"/>
                    </a:cubicBezTo>
                    <a:lnTo>
                      <a:pt x="642055" y="529088"/>
                    </a:lnTo>
                    <a:cubicBezTo>
                      <a:pt x="625775" y="606417"/>
                      <a:pt x="699034" y="678657"/>
                      <a:pt x="693946" y="758021"/>
                    </a:cubicBezTo>
                    <a:cubicBezTo>
                      <a:pt x="693946" y="771248"/>
                      <a:pt x="689877" y="785493"/>
                      <a:pt x="693946" y="798720"/>
                    </a:cubicBezTo>
                    <a:cubicBezTo>
                      <a:pt x="701069" y="825174"/>
                      <a:pt x="731593" y="845524"/>
                      <a:pt x="724471" y="871978"/>
                    </a:cubicBezTo>
                    <a:cubicBezTo>
                      <a:pt x="703104" y="867908"/>
                      <a:pt x="695981" y="841454"/>
                      <a:pt x="683772" y="824157"/>
                    </a:cubicBezTo>
                    <a:cubicBezTo>
                      <a:pt x="655282" y="783458"/>
                      <a:pt x="590164" y="783458"/>
                      <a:pt x="551499" y="814999"/>
                    </a:cubicBezTo>
                    <a:cubicBezTo>
                      <a:pt x="512835" y="846541"/>
                      <a:pt x="498590" y="898433"/>
                      <a:pt x="495538" y="948289"/>
                    </a:cubicBezTo>
                    <a:cubicBezTo>
                      <a:pt x="492486" y="998145"/>
                      <a:pt x="500626" y="1046984"/>
                      <a:pt x="498590" y="1096841"/>
                    </a:cubicBezTo>
                    <a:cubicBezTo>
                      <a:pt x="498590" y="1108033"/>
                      <a:pt x="494521" y="1122278"/>
                      <a:pt x="483328" y="1124313"/>
                    </a:cubicBezTo>
                    <a:cubicBezTo>
                      <a:pt x="477224" y="1125330"/>
                      <a:pt x="471119" y="1122278"/>
                      <a:pt x="466031" y="1120243"/>
                    </a:cubicBezTo>
                    <a:cubicBezTo>
                      <a:pt x="428385" y="1104980"/>
                      <a:pt x="382598" y="1118208"/>
                      <a:pt x="358179" y="1150767"/>
                    </a:cubicBezTo>
                    <a:cubicBezTo>
                      <a:pt x="325619" y="1193501"/>
                      <a:pt x="273728" y="1230130"/>
                      <a:pt x="268640" y="1283039"/>
                    </a:cubicBezTo>
                    <a:cubicBezTo>
                      <a:pt x="245238" y="1262690"/>
                      <a:pt x="212679" y="1251497"/>
                      <a:pt x="182155" y="1254550"/>
                    </a:cubicBezTo>
                    <a:cubicBezTo>
                      <a:pt x="170963" y="1255568"/>
                      <a:pt x="158753" y="1257603"/>
                      <a:pt x="147306" y="1257475"/>
                    </a:cubicBezTo>
                    <a:lnTo>
                      <a:pt x="129864" y="1251685"/>
                    </a:lnTo>
                    <a:lnTo>
                      <a:pt x="126194" y="1299446"/>
                    </a:lnTo>
                    <a:cubicBezTo>
                      <a:pt x="123141" y="1343579"/>
                      <a:pt x="121615" y="1387839"/>
                      <a:pt x="125176" y="1432608"/>
                    </a:cubicBezTo>
                    <a:lnTo>
                      <a:pt x="125176" y="1430573"/>
                    </a:lnTo>
                    <a:cubicBezTo>
                      <a:pt x="132299" y="1511971"/>
                      <a:pt x="153666" y="1592352"/>
                      <a:pt x="200470" y="1658488"/>
                    </a:cubicBezTo>
                    <a:cubicBezTo>
                      <a:pt x="227941" y="1697152"/>
                      <a:pt x="264571" y="1733781"/>
                      <a:pt x="266606" y="1781603"/>
                    </a:cubicBezTo>
                    <a:cubicBezTo>
                      <a:pt x="266606" y="1805005"/>
                      <a:pt x="259483" y="1828407"/>
                      <a:pt x="254396" y="1851809"/>
                    </a:cubicBezTo>
                    <a:cubicBezTo>
                      <a:pt x="245239" y="1897595"/>
                      <a:pt x="251344" y="1946434"/>
                      <a:pt x="273728" y="1988151"/>
                    </a:cubicBezTo>
                    <a:cubicBezTo>
                      <a:pt x="291025" y="2020710"/>
                      <a:pt x="317480" y="2048182"/>
                      <a:pt x="327654" y="2083793"/>
                    </a:cubicBezTo>
                    <a:cubicBezTo>
                      <a:pt x="349021" y="2153999"/>
                      <a:pt x="302217" y="2232345"/>
                      <a:pt x="329689" y="2300516"/>
                    </a:cubicBezTo>
                    <a:cubicBezTo>
                      <a:pt x="291025" y="2241503"/>
                      <a:pt x="320532" y="2162139"/>
                      <a:pt x="305270" y="2092951"/>
                    </a:cubicBezTo>
                    <a:cubicBezTo>
                      <a:pt x="300182" y="2069549"/>
                      <a:pt x="288990" y="2047164"/>
                      <a:pt x="277798" y="2026815"/>
                    </a:cubicBezTo>
                    <a:cubicBezTo>
                      <a:pt x="234046" y="1949486"/>
                      <a:pt x="171980" y="1882333"/>
                      <a:pt x="129246" y="1803987"/>
                    </a:cubicBezTo>
                    <a:cubicBezTo>
                      <a:pt x="71250" y="1697152"/>
                      <a:pt x="52935" y="1575055"/>
                      <a:pt x="34621" y="1454992"/>
                    </a:cubicBezTo>
                    <a:cubicBezTo>
                      <a:pt x="7149" y="1269811"/>
                      <a:pt x="-20323" y="1079543"/>
                      <a:pt x="21393" y="897415"/>
                    </a:cubicBezTo>
                    <a:cubicBezTo>
                      <a:pt x="31568" y="851628"/>
                      <a:pt x="47848" y="805842"/>
                      <a:pt x="79390" y="772265"/>
                    </a:cubicBezTo>
                    <a:cubicBezTo>
                      <a:pt x="101774" y="791597"/>
                      <a:pt x="108896" y="822121"/>
                      <a:pt x="113984" y="851628"/>
                    </a:cubicBezTo>
                    <a:cubicBezTo>
                      <a:pt x="133316" y="955411"/>
                      <a:pt x="142473" y="1062246"/>
                      <a:pt x="136368" y="1167046"/>
                    </a:cubicBezTo>
                    <a:lnTo>
                      <a:pt x="131620" y="1228837"/>
                    </a:lnTo>
                    <a:lnTo>
                      <a:pt x="163331" y="1188414"/>
                    </a:lnTo>
                    <a:cubicBezTo>
                      <a:pt x="176304" y="1167047"/>
                      <a:pt x="186733" y="1144154"/>
                      <a:pt x="194364" y="1120243"/>
                    </a:cubicBezTo>
                    <a:cubicBezTo>
                      <a:pt x="227941" y="1014425"/>
                      <a:pt x="205557" y="900468"/>
                      <a:pt x="186225" y="791597"/>
                    </a:cubicBezTo>
                    <a:cubicBezTo>
                      <a:pt x="184190" y="779388"/>
                      <a:pt x="186225" y="763108"/>
                      <a:pt x="197417" y="761073"/>
                    </a:cubicBezTo>
                    <a:cubicBezTo>
                      <a:pt x="204539" y="761073"/>
                      <a:pt x="209627" y="766160"/>
                      <a:pt x="214714" y="771248"/>
                    </a:cubicBezTo>
                    <a:cubicBezTo>
                      <a:pt x="227941" y="787527"/>
                      <a:pt x="238116" y="804825"/>
                      <a:pt x="246256" y="824157"/>
                    </a:cubicBezTo>
                    <a:cubicBezTo>
                      <a:pt x="251343" y="837384"/>
                      <a:pt x="256431" y="851629"/>
                      <a:pt x="265588" y="861803"/>
                    </a:cubicBezTo>
                    <a:cubicBezTo>
                      <a:pt x="274745" y="871978"/>
                      <a:pt x="292042" y="878083"/>
                      <a:pt x="304252" y="869943"/>
                    </a:cubicBezTo>
                    <a:cubicBezTo>
                      <a:pt x="308322" y="866891"/>
                      <a:pt x="312392" y="862821"/>
                      <a:pt x="316462" y="858751"/>
                    </a:cubicBezTo>
                    <a:cubicBezTo>
                      <a:pt x="330707" y="846541"/>
                      <a:pt x="355126" y="851629"/>
                      <a:pt x="364283" y="867908"/>
                    </a:cubicBezTo>
                    <a:cubicBezTo>
                      <a:pt x="378528" y="838401"/>
                      <a:pt x="367336" y="797702"/>
                      <a:pt x="357161" y="766160"/>
                    </a:cubicBezTo>
                    <a:cubicBezTo>
                      <a:pt x="346986" y="734619"/>
                      <a:pt x="330707" y="705112"/>
                      <a:pt x="322567" y="673570"/>
                    </a:cubicBezTo>
                    <a:cubicBezTo>
                      <a:pt x="320532" y="664413"/>
                      <a:pt x="321549" y="650168"/>
                      <a:pt x="330707" y="649151"/>
                    </a:cubicBezTo>
                    <a:cubicBezTo>
                      <a:pt x="333759" y="649151"/>
                      <a:pt x="336811" y="649151"/>
                      <a:pt x="339864" y="649151"/>
                    </a:cubicBezTo>
                    <a:cubicBezTo>
                      <a:pt x="351056" y="649151"/>
                      <a:pt x="357161" y="634906"/>
                      <a:pt x="359196" y="623714"/>
                    </a:cubicBezTo>
                    <a:cubicBezTo>
                      <a:pt x="363266" y="604382"/>
                      <a:pt x="369371" y="585049"/>
                      <a:pt x="376493" y="566735"/>
                    </a:cubicBezTo>
                    <a:cubicBezTo>
                      <a:pt x="378528" y="562665"/>
                      <a:pt x="380563" y="556560"/>
                      <a:pt x="385650" y="556560"/>
                    </a:cubicBezTo>
                    <a:cubicBezTo>
                      <a:pt x="391755" y="556560"/>
                      <a:pt x="395825" y="562665"/>
                      <a:pt x="397860" y="568770"/>
                    </a:cubicBezTo>
                    <a:lnTo>
                      <a:pt x="419227" y="627784"/>
                    </a:lnTo>
                    <a:cubicBezTo>
                      <a:pt x="428385" y="653220"/>
                      <a:pt x="444664" y="683745"/>
                      <a:pt x="471119" y="681710"/>
                    </a:cubicBezTo>
                    <a:cubicBezTo>
                      <a:pt x="482311" y="681710"/>
                      <a:pt x="492486" y="674588"/>
                      <a:pt x="500626" y="666448"/>
                    </a:cubicBezTo>
                    <a:cubicBezTo>
                      <a:pt x="513853" y="652203"/>
                      <a:pt x="520975" y="631853"/>
                      <a:pt x="519958" y="612521"/>
                    </a:cubicBezTo>
                    <a:cubicBezTo>
                      <a:pt x="517923" y="577927"/>
                      <a:pt x="492486" y="545368"/>
                      <a:pt x="503678" y="512809"/>
                    </a:cubicBezTo>
                    <a:cubicBezTo>
                      <a:pt x="513853" y="484319"/>
                      <a:pt x="548447" y="471092"/>
                      <a:pt x="558622" y="442603"/>
                    </a:cubicBezTo>
                    <a:cubicBezTo>
                      <a:pt x="570831" y="409026"/>
                      <a:pt x="590164" y="392746"/>
                      <a:pt x="604408" y="359169"/>
                    </a:cubicBezTo>
                    <a:cubicBezTo>
                      <a:pt x="605426" y="356117"/>
                      <a:pt x="606443" y="353065"/>
                      <a:pt x="604408" y="350012"/>
                    </a:cubicBezTo>
                    <a:cubicBezTo>
                      <a:pt x="602373" y="345942"/>
                      <a:pt x="597286" y="345942"/>
                      <a:pt x="593216" y="345942"/>
                    </a:cubicBezTo>
                    <a:cubicBezTo>
                      <a:pt x="568797" y="345942"/>
                      <a:pt x="544377" y="345942"/>
                      <a:pt x="519958" y="345942"/>
                    </a:cubicBezTo>
                    <a:cubicBezTo>
                      <a:pt x="513853" y="345942"/>
                      <a:pt x="506730" y="345942"/>
                      <a:pt x="500626" y="342890"/>
                    </a:cubicBezTo>
                    <a:cubicBezTo>
                      <a:pt x="496556" y="339837"/>
                      <a:pt x="493503" y="335767"/>
                      <a:pt x="490451" y="330680"/>
                    </a:cubicBezTo>
                    <a:cubicBezTo>
                      <a:pt x="469084" y="290998"/>
                      <a:pt x="488416" y="242160"/>
                      <a:pt x="515888" y="207565"/>
                    </a:cubicBezTo>
                    <a:cubicBezTo>
                      <a:pt x="538781" y="179585"/>
                      <a:pt x="566762" y="157200"/>
                      <a:pt x="597032" y="137741"/>
                    </a:cubicBezTo>
                    <a:lnTo>
                      <a:pt x="635927" y="116312"/>
                    </a:lnTo>
                    <a:lnTo>
                      <a:pt x="639003" y="108870"/>
                    </a:lnTo>
                    <a:cubicBezTo>
                      <a:pt x="663422" y="66136"/>
                      <a:pt x="709209" y="39682"/>
                      <a:pt x="756013" y="26454"/>
                    </a:cubicBezTo>
                    <a:cubicBezTo>
                      <a:pt x="773310" y="21875"/>
                      <a:pt x="791689" y="19014"/>
                      <a:pt x="810480" y="17853"/>
                    </a:cubicBezTo>
                    <a:close/>
                    <a:moveTo>
                      <a:pt x="474171" y="0"/>
                    </a:moveTo>
                    <a:cubicBezTo>
                      <a:pt x="503678" y="0"/>
                      <a:pt x="535220" y="17297"/>
                      <a:pt x="544377" y="45786"/>
                    </a:cubicBezTo>
                    <a:cubicBezTo>
                      <a:pt x="560657" y="99713"/>
                      <a:pt x="507748" y="178059"/>
                      <a:pt x="457891" y="188233"/>
                    </a:cubicBezTo>
                    <a:lnTo>
                      <a:pt x="457891" y="189251"/>
                    </a:lnTo>
                    <a:cubicBezTo>
                      <a:pt x="368353" y="207565"/>
                      <a:pt x="271693" y="243177"/>
                      <a:pt x="227941" y="323558"/>
                    </a:cubicBezTo>
                    <a:cubicBezTo>
                      <a:pt x="225906" y="327628"/>
                      <a:pt x="223871" y="331698"/>
                      <a:pt x="218784" y="332715"/>
                    </a:cubicBezTo>
                    <a:cubicBezTo>
                      <a:pt x="214714" y="333733"/>
                      <a:pt x="210644" y="332715"/>
                      <a:pt x="206574" y="330680"/>
                    </a:cubicBezTo>
                    <a:cubicBezTo>
                      <a:pt x="186224" y="323558"/>
                      <a:pt x="162822" y="332715"/>
                      <a:pt x="146543" y="346960"/>
                    </a:cubicBezTo>
                    <a:cubicBezTo>
                      <a:pt x="130263" y="361204"/>
                      <a:pt x="119071" y="380537"/>
                      <a:pt x="108896" y="399869"/>
                    </a:cubicBezTo>
                    <a:cubicBezTo>
                      <a:pt x="145525" y="244195"/>
                      <a:pt x="250326" y="105818"/>
                      <a:pt x="389720" y="27472"/>
                    </a:cubicBezTo>
                    <a:cubicBezTo>
                      <a:pt x="416175" y="13227"/>
                      <a:pt x="444664" y="0"/>
                      <a:pt x="474171" y="0"/>
                    </a:cubicBezTo>
                    <a:close/>
                  </a:path>
                </a:pathLst>
              </a:custGeom>
              <a:solidFill>
                <a:srgbClr val="E8CBAA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9B7FD62B-9563-7E01-1FF3-495BFAA6E166}"/>
                  </a:ext>
                </a:extLst>
              </p:cNvPr>
              <p:cNvSpPr/>
              <p:nvPr/>
            </p:nvSpPr>
            <p:spPr>
              <a:xfrm>
                <a:off x="2498218" y="1153198"/>
                <a:ext cx="963505" cy="2168393"/>
              </a:xfrm>
              <a:custGeom>
                <a:avLst/>
                <a:gdLst>
                  <a:gd name="connsiteX0" fmla="*/ 784175 w 963505"/>
                  <a:gd name="connsiteY0" fmla="*/ 0 h 2168393"/>
                  <a:gd name="connsiteX1" fmla="*/ 873713 w 963505"/>
                  <a:gd name="connsiteY1" fmla="*/ 164831 h 2168393"/>
                  <a:gd name="connsiteX2" fmla="*/ 954094 w 963505"/>
                  <a:gd name="connsiteY2" fmla="*/ 323558 h 2168393"/>
                  <a:gd name="connsiteX3" fmla="*/ 959181 w 963505"/>
                  <a:gd name="connsiteY3" fmla="*/ 464987 h 2168393"/>
                  <a:gd name="connsiteX4" fmla="*/ 911360 w 963505"/>
                  <a:gd name="connsiteY4" fmla="*/ 965586 h 2168393"/>
                  <a:gd name="connsiteX5" fmla="*/ 874730 w 963505"/>
                  <a:gd name="connsiteY5" fmla="*/ 1238270 h 2168393"/>
                  <a:gd name="connsiteX6" fmla="*/ 836066 w 963505"/>
                  <a:gd name="connsiteY6" fmla="*/ 1424468 h 2168393"/>
                  <a:gd name="connsiteX7" fmla="*/ 846241 w 963505"/>
                  <a:gd name="connsiteY7" fmla="*/ 1635086 h 2168393"/>
                  <a:gd name="connsiteX8" fmla="*/ 838768 w 963505"/>
                  <a:gd name="connsiteY8" fmla="*/ 1631579 h 2168393"/>
                  <a:gd name="connsiteX9" fmla="*/ 855653 w 963505"/>
                  <a:gd name="connsiteY9" fmla="*/ 1700333 h 2168393"/>
                  <a:gd name="connsiteX10" fmla="*/ 880836 w 963505"/>
                  <a:gd name="connsiteY10" fmla="*/ 1936260 h 2168393"/>
                  <a:gd name="connsiteX11" fmla="*/ 835049 w 963505"/>
                  <a:gd name="connsiteY11" fmla="*/ 2060392 h 2168393"/>
                  <a:gd name="connsiteX12" fmla="*/ 713969 w 963505"/>
                  <a:gd name="connsiteY12" fmla="*/ 2066497 h 2168393"/>
                  <a:gd name="connsiteX13" fmla="*/ 679375 w 963505"/>
                  <a:gd name="connsiteY13" fmla="*/ 2098039 h 2168393"/>
                  <a:gd name="connsiteX14" fmla="*/ 576609 w 963505"/>
                  <a:gd name="connsiteY14" fmla="*/ 2164175 h 2168393"/>
                  <a:gd name="connsiteX15" fmla="*/ 459599 w 963505"/>
                  <a:gd name="connsiteY15" fmla="*/ 2138738 h 2168393"/>
                  <a:gd name="connsiteX16" fmla="*/ 439250 w 963505"/>
                  <a:gd name="connsiteY16" fmla="*/ 2126529 h 2168393"/>
                  <a:gd name="connsiteX17" fmla="*/ 417883 w 963505"/>
                  <a:gd name="connsiteY17" fmla="*/ 2136703 h 2168393"/>
                  <a:gd name="connsiteX18" fmla="*/ 231684 w 963505"/>
                  <a:gd name="connsiteY18" fmla="*/ 2120424 h 2168393"/>
                  <a:gd name="connsiteX19" fmla="*/ 186915 w 963505"/>
                  <a:gd name="connsiteY19" fmla="*/ 2073620 h 2168393"/>
                  <a:gd name="connsiteX20" fmla="*/ 106534 w 963505"/>
                  <a:gd name="connsiteY20" fmla="*/ 2059375 h 2168393"/>
                  <a:gd name="connsiteX21" fmla="*/ 26153 w 963505"/>
                  <a:gd name="connsiteY21" fmla="*/ 2046148 h 2168393"/>
                  <a:gd name="connsiteX22" fmla="*/ 8856 w 963505"/>
                  <a:gd name="connsiteY22" fmla="*/ 1975942 h 2168393"/>
                  <a:gd name="connsiteX23" fmla="*/ 71940 w 963505"/>
                  <a:gd name="connsiteY23" fmla="*/ 2010536 h 2168393"/>
                  <a:gd name="connsiteX24" fmla="*/ 70922 w 963505"/>
                  <a:gd name="connsiteY24" fmla="*/ 2011553 h 2168393"/>
                  <a:gd name="connsiteX25" fmla="*/ 193020 w 963505"/>
                  <a:gd name="connsiteY25" fmla="*/ 1922016 h 2168393"/>
                  <a:gd name="connsiteX26" fmla="*/ 310030 w 963505"/>
                  <a:gd name="connsiteY26" fmla="*/ 1831460 h 2168393"/>
                  <a:gd name="connsiteX27" fmla="*/ 548120 w 963505"/>
                  <a:gd name="connsiteY27" fmla="*/ 1690031 h 2168393"/>
                  <a:gd name="connsiteX28" fmla="*/ 632571 w 963505"/>
                  <a:gd name="connsiteY28" fmla="*/ 1604562 h 2168393"/>
                  <a:gd name="connsiteX29" fmla="*/ 648309 w 963505"/>
                  <a:gd name="connsiteY29" fmla="*/ 1569349 h 2168393"/>
                  <a:gd name="connsiteX30" fmla="*/ 642745 w 963505"/>
                  <a:gd name="connsiteY30" fmla="*/ 1570985 h 2168393"/>
                  <a:gd name="connsiteX31" fmla="*/ 634606 w 963505"/>
                  <a:gd name="connsiteY31" fmla="*/ 1521129 h 2168393"/>
                  <a:gd name="connsiteX32" fmla="*/ 628501 w 963505"/>
                  <a:gd name="connsiteY32" fmla="*/ 1343070 h 2168393"/>
                  <a:gd name="connsiteX33" fmla="*/ 489106 w 963505"/>
                  <a:gd name="connsiteY33" fmla="*/ 1232165 h 2168393"/>
                  <a:gd name="connsiteX34" fmla="*/ 520648 w 963505"/>
                  <a:gd name="connsiteY34" fmla="*/ 934044 h 2168393"/>
                  <a:gd name="connsiteX35" fmla="*/ 490124 w 963505"/>
                  <a:gd name="connsiteY35" fmla="*/ 899450 h 2168393"/>
                  <a:gd name="connsiteX36" fmla="*/ 461634 w 963505"/>
                  <a:gd name="connsiteY36" fmla="*/ 882153 h 2168393"/>
                  <a:gd name="connsiteX37" fmla="*/ 471809 w 963505"/>
                  <a:gd name="connsiteY37" fmla="*/ 856716 h 2168393"/>
                  <a:gd name="connsiteX38" fmla="*/ 548120 w 963505"/>
                  <a:gd name="connsiteY38" fmla="*/ 672553 h 2168393"/>
                  <a:gd name="connsiteX39" fmla="*/ 550155 w 963505"/>
                  <a:gd name="connsiteY39" fmla="*/ 676623 h 2168393"/>
                  <a:gd name="connsiteX40" fmla="*/ 607134 w 963505"/>
                  <a:gd name="connsiteY40" fmla="*/ 453795 h 2168393"/>
                  <a:gd name="connsiteX41" fmla="*/ 792315 w 963505"/>
                  <a:gd name="connsiteY41" fmla="*/ 329663 h 2168393"/>
                  <a:gd name="connsiteX42" fmla="*/ 729231 w 963505"/>
                  <a:gd name="connsiteY42" fmla="*/ 376467 h 2168393"/>
                  <a:gd name="connsiteX43" fmla="*/ 616291 w 963505"/>
                  <a:gd name="connsiteY43" fmla="*/ 788545 h 2168393"/>
                  <a:gd name="connsiteX44" fmla="*/ 627483 w 963505"/>
                  <a:gd name="connsiteY44" fmla="*/ 806860 h 2168393"/>
                  <a:gd name="connsiteX45" fmla="*/ 685480 w 963505"/>
                  <a:gd name="connsiteY45" fmla="*/ 789563 h 2168393"/>
                  <a:gd name="connsiteX46" fmla="*/ 693619 w 963505"/>
                  <a:gd name="connsiteY46" fmla="*/ 721392 h 2168393"/>
                  <a:gd name="connsiteX47" fmla="*/ 819787 w 963505"/>
                  <a:gd name="connsiteY47" fmla="*/ 367309 h 2168393"/>
                  <a:gd name="connsiteX48" fmla="*/ 842171 w 963505"/>
                  <a:gd name="connsiteY48" fmla="*/ 297103 h 2168393"/>
                  <a:gd name="connsiteX49" fmla="*/ 826909 w 963505"/>
                  <a:gd name="connsiteY49" fmla="*/ 272684 h 2168393"/>
                  <a:gd name="connsiteX50" fmla="*/ 802490 w 963505"/>
                  <a:gd name="connsiteY50" fmla="*/ 195356 h 2168393"/>
                  <a:gd name="connsiteX51" fmla="*/ 732284 w 963505"/>
                  <a:gd name="connsiteY51" fmla="*/ 205530 h 2168393"/>
                  <a:gd name="connsiteX52" fmla="*/ 666147 w 963505"/>
                  <a:gd name="connsiteY52" fmla="*/ 241142 h 2168393"/>
                  <a:gd name="connsiteX53" fmla="*/ 783157 w 963505"/>
                  <a:gd name="connsiteY53" fmla="*/ 121080 h 2168393"/>
                  <a:gd name="connsiteX54" fmla="*/ 784175 w 963505"/>
                  <a:gd name="connsiteY54" fmla="*/ 0 h 2168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963505" h="2168393">
                    <a:moveTo>
                      <a:pt x="784175" y="0"/>
                    </a:moveTo>
                    <a:cubicBezTo>
                      <a:pt x="780105" y="64101"/>
                      <a:pt x="829962" y="118027"/>
                      <a:pt x="873713" y="164831"/>
                    </a:cubicBezTo>
                    <a:cubicBezTo>
                      <a:pt x="918482" y="211635"/>
                      <a:pt x="934762" y="262509"/>
                      <a:pt x="954094" y="323558"/>
                    </a:cubicBezTo>
                    <a:cubicBezTo>
                      <a:pt x="968339" y="368327"/>
                      <a:pt x="963251" y="417166"/>
                      <a:pt x="959181" y="464987"/>
                    </a:cubicBezTo>
                    <a:cubicBezTo>
                      <a:pt x="942902" y="631854"/>
                      <a:pt x="927639" y="798720"/>
                      <a:pt x="911360" y="965586"/>
                    </a:cubicBezTo>
                    <a:cubicBezTo>
                      <a:pt x="903220" y="1057159"/>
                      <a:pt x="894063" y="1148732"/>
                      <a:pt x="874730" y="1238270"/>
                    </a:cubicBezTo>
                    <a:cubicBezTo>
                      <a:pt x="860486" y="1300336"/>
                      <a:pt x="842171" y="1361385"/>
                      <a:pt x="836066" y="1424468"/>
                    </a:cubicBezTo>
                    <a:cubicBezTo>
                      <a:pt x="828944" y="1494674"/>
                      <a:pt x="838101" y="1564880"/>
                      <a:pt x="846241" y="1635086"/>
                    </a:cubicBezTo>
                    <a:lnTo>
                      <a:pt x="838768" y="1631579"/>
                    </a:lnTo>
                    <a:lnTo>
                      <a:pt x="855653" y="1700333"/>
                    </a:lnTo>
                    <a:cubicBezTo>
                      <a:pt x="869898" y="1777788"/>
                      <a:pt x="876257" y="1857406"/>
                      <a:pt x="880836" y="1936260"/>
                    </a:cubicBezTo>
                    <a:cubicBezTo>
                      <a:pt x="883888" y="1984082"/>
                      <a:pt x="878801" y="2043095"/>
                      <a:pt x="835049" y="2060392"/>
                    </a:cubicBezTo>
                    <a:cubicBezTo>
                      <a:pt x="796385" y="2075655"/>
                      <a:pt x="750598" y="2048183"/>
                      <a:pt x="713969" y="2066497"/>
                    </a:cubicBezTo>
                    <a:cubicBezTo>
                      <a:pt x="700742" y="2073620"/>
                      <a:pt x="689549" y="2085829"/>
                      <a:pt x="679375" y="2098039"/>
                    </a:cubicBezTo>
                    <a:cubicBezTo>
                      <a:pt x="651903" y="2128563"/>
                      <a:pt x="617309" y="2154000"/>
                      <a:pt x="576609" y="2164175"/>
                    </a:cubicBezTo>
                    <a:cubicBezTo>
                      <a:pt x="535910" y="2174350"/>
                      <a:pt x="490124" y="2166210"/>
                      <a:pt x="459599" y="2138738"/>
                    </a:cubicBezTo>
                    <a:cubicBezTo>
                      <a:pt x="453494" y="2133651"/>
                      <a:pt x="447390" y="2126529"/>
                      <a:pt x="439250" y="2126529"/>
                    </a:cubicBezTo>
                    <a:cubicBezTo>
                      <a:pt x="431110" y="2126529"/>
                      <a:pt x="423988" y="2131616"/>
                      <a:pt x="417883" y="2136703"/>
                    </a:cubicBezTo>
                    <a:cubicBezTo>
                      <a:pt x="362939" y="2177402"/>
                      <a:pt x="278488" y="2170280"/>
                      <a:pt x="231684" y="2120424"/>
                    </a:cubicBezTo>
                    <a:cubicBezTo>
                      <a:pt x="216422" y="2104144"/>
                      <a:pt x="205230" y="2085829"/>
                      <a:pt x="186915" y="2073620"/>
                    </a:cubicBezTo>
                    <a:cubicBezTo>
                      <a:pt x="163513" y="2059375"/>
                      <a:pt x="134006" y="2059375"/>
                      <a:pt x="106534" y="2059375"/>
                    </a:cubicBezTo>
                    <a:cubicBezTo>
                      <a:pt x="79062" y="2060392"/>
                      <a:pt x="49555" y="2060392"/>
                      <a:pt x="26153" y="2046148"/>
                    </a:cubicBezTo>
                    <a:cubicBezTo>
                      <a:pt x="2751" y="2031903"/>
                      <a:pt x="-9458" y="1996291"/>
                      <a:pt x="8856" y="1975942"/>
                    </a:cubicBezTo>
                    <a:cubicBezTo>
                      <a:pt x="18014" y="1999344"/>
                      <a:pt x="46503" y="2010536"/>
                      <a:pt x="71940" y="2010536"/>
                    </a:cubicBezTo>
                    <a:lnTo>
                      <a:pt x="70922" y="2011553"/>
                    </a:lnTo>
                    <a:cubicBezTo>
                      <a:pt x="134006" y="2012571"/>
                      <a:pt x="164530" y="1969837"/>
                      <a:pt x="193020" y="1922016"/>
                    </a:cubicBezTo>
                    <a:cubicBezTo>
                      <a:pt x="220492" y="1875211"/>
                      <a:pt x="261191" y="1853845"/>
                      <a:pt x="310030" y="1831460"/>
                    </a:cubicBezTo>
                    <a:cubicBezTo>
                      <a:pt x="393463" y="1792796"/>
                      <a:pt x="473844" y="1744974"/>
                      <a:pt x="548120" y="1690031"/>
                    </a:cubicBezTo>
                    <a:cubicBezTo>
                      <a:pt x="580679" y="1665611"/>
                      <a:pt x="612221" y="1639157"/>
                      <a:pt x="632571" y="1604562"/>
                    </a:cubicBezTo>
                    <a:lnTo>
                      <a:pt x="648309" y="1569349"/>
                    </a:lnTo>
                    <a:lnTo>
                      <a:pt x="642745" y="1570985"/>
                    </a:lnTo>
                    <a:cubicBezTo>
                      <a:pt x="622396" y="1568950"/>
                      <a:pt x="626466" y="1539444"/>
                      <a:pt x="634606" y="1521129"/>
                    </a:cubicBezTo>
                    <a:cubicBezTo>
                      <a:pt x="658008" y="1464150"/>
                      <a:pt x="655973" y="1398014"/>
                      <a:pt x="628501" y="1343070"/>
                    </a:cubicBezTo>
                    <a:cubicBezTo>
                      <a:pt x="601029" y="1288127"/>
                      <a:pt x="549137" y="1246410"/>
                      <a:pt x="489106" y="1232165"/>
                    </a:cubicBezTo>
                    <a:cubicBezTo>
                      <a:pt x="556260" y="1150767"/>
                      <a:pt x="568469" y="1028670"/>
                      <a:pt x="520648" y="934044"/>
                    </a:cubicBezTo>
                    <a:cubicBezTo>
                      <a:pt x="513526" y="919800"/>
                      <a:pt x="504368" y="905555"/>
                      <a:pt x="490124" y="899450"/>
                    </a:cubicBezTo>
                    <a:cubicBezTo>
                      <a:pt x="479949" y="895380"/>
                      <a:pt x="465704" y="893345"/>
                      <a:pt x="461634" y="882153"/>
                    </a:cubicBezTo>
                    <a:cubicBezTo>
                      <a:pt x="458582" y="872996"/>
                      <a:pt x="465704" y="863838"/>
                      <a:pt x="471809" y="856716"/>
                    </a:cubicBezTo>
                    <a:cubicBezTo>
                      <a:pt x="515561" y="804825"/>
                      <a:pt x="542015" y="739706"/>
                      <a:pt x="548120" y="672553"/>
                    </a:cubicBezTo>
                    <a:lnTo>
                      <a:pt x="550155" y="676623"/>
                    </a:lnTo>
                    <a:cubicBezTo>
                      <a:pt x="557277" y="598277"/>
                      <a:pt x="570504" y="521966"/>
                      <a:pt x="607134" y="453795"/>
                    </a:cubicBezTo>
                    <a:cubicBezTo>
                      <a:pt x="643763" y="385624"/>
                      <a:pt x="713969" y="328645"/>
                      <a:pt x="792315" y="329663"/>
                    </a:cubicBezTo>
                    <a:cubicBezTo>
                      <a:pt x="772983" y="347977"/>
                      <a:pt x="750598" y="361205"/>
                      <a:pt x="729231" y="376467"/>
                    </a:cubicBezTo>
                    <a:cubicBezTo>
                      <a:pt x="605099" y="467022"/>
                      <a:pt x="555242" y="647116"/>
                      <a:pt x="616291" y="788545"/>
                    </a:cubicBezTo>
                    <a:cubicBezTo>
                      <a:pt x="619343" y="794650"/>
                      <a:pt x="622396" y="801772"/>
                      <a:pt x="627483" y="806860"/>
                    </a:cubicBezTo>
                    <a:cubicBezTo>
                      <a:pt x="644780" y="822122"/>
                      <a:pt x="675305" y="809912"/>
                      <a:pt x="685480" y="789563"/>
                    </a:cubicBezTo>
                    <a:cubicBezTo>
                      <a:pt x="695654" y="769213"/>
                      <a:pt x="693619" y="744794"/>
                      <a:pt x="693619" y="721392"/>
                    </a:cubicBezTo>
                    <a:cubicBezTo>
                      <a:pt x="691584" y="594207"/>
                      <a:pt x="743476" y="469057"/>
                      <a:pt x="819787" y="367309"/>
                    </a:cubicBezTo>
                    <a:cubicBezTo>
                      <a:pt x="835049" y="345942"/>
                      <a:pt x="852346" y="320505"/>
                      <a:pt x="842171" y="297103"/>
                    </a:cubicBezTo>
                    <a:cubicBezTo>
                      <a:pt x="838101" y="287946"/>
                      <a:pt x="830979" y="280824"/>
                      <a:pt x="826909" y="272684"/>
                    </a:cubicBezTo>
                    <a:cubicBezTo>
                      <a:pt x="814699" y="248265"/>
                      <a:pt x="822839" y="213670"/>
                      <a:pt x="802490" y="195356"/>
                    </a:cubicBezTo>
                    <a:cubicBezTo>
                      <a:pt x="783157" y="179076"/>
                      <a:pt x="752633" y="190268"/>
                      <a:pt x="732284" y="205530"/>
                    </a:cubicBezTo>
                    <a:cubicBezTo>
                      <a:pt x="711934" y="220793"/>
                      <a:pt x="691584" y="241142"/>
                      <a:pt x="666147" y="241142"/>
                    </a:cubicBezTo>
                    <a:cubicBezTo>
                      <a:pt x="679375" y="185181"/>
                      <a:pt x="766878" y="176024"/>
                      <a:pt x="783157" y="121080"/>
                    </a:cubicBezTo>
                    <a:cubicBezTo>
                      <a:pt x="795367" y="81398"/>
                      <a:pt x="763825" y="35612"/>
                      <a:pt x="784175" y="0"/>
                    </a:cubicBezTo>
                    <a:close/>
                  </a:path>
                </a:pathLst>
              </a:custGeom>
              <a:solidFill>
                <a:srgbClr val="C9AA83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67C44A7A-0F16-FC19-55C8-C41A4BFAD78E}"/>
                  </a:ext>
                </a:extLst>
              </p:cNvPr>
              <p:cNvSpPr/>
              <p:nvPr/>
            </p:nvSpPr>
            <p:spPr>
              <a:xfrm>
                <a:off x="2222806" y="1584130"/>
                <a:ext cx="322457" cy="579519"/>
              </a:xfrm>
              <a:custGeom>
                <a:avLst/>
                <a:gdLst>
                  <a:gd name="connsiteX0" fmla="*/ 188625 w 322457"/>
                  <a:gd name="connsiteY0" fmla="*/ 56440 h 579519"/>
                  <a:gd name="connsiteX1" fmla="*/ 208975 w 322457"/>
                  <a:gd name="connsiteY1" fmla="*/ 122576 h 579519"/>
                  <a:gd name="connsiteX2" fmla="*/ 289356 w 322457"/>
                  <a:gd name="connsiteY2" fmla="*/ 257900 h 579519"/>
                  <a:gd name="connsiteX3" fmla="*/ 311740 w 322457"/>
                  <a:gd name="connsiteY3" fmla="*/ 406452 h 579519"/>
                  <a:gd name="connsiteX4" fmla="*/ 256796 w 322457"/>
                  <a:gd name="connsiteY4" fmla="*/ 465466 h 579519"/>
                  <a:gd name="connsiteX5" fmla="*/ 138769 w 322457"/>
                  <a:gd name="connsiteY5" fmla="*/ 561109 h 579519"/>
                  <a:gd name="connsiteX6" fmla="*/ 102140 w 322457"/>
                  <a:gd name="connsiteY6" fmla="*/ 579423 h 579519"/>
                  <a:gd name="connsiteX7" fmla="*/ 48213 w 322457"/>
                  <a:gd name="connsiteY7" fmla="*/ 525497 h 579519"/>
                  <a:gd name="connsiteX8" fmla="*/ 2427 w 322457"/>
                  <a:gd name="connsiteY8" fmla="*/ 237551 h 579519"/>
                  <a:gd name="connsiteX9" fmla="*/ 36004 w 322457"/>
                  <a:gd name="connsiteY9" fmla="*/ 24898 h 579519"/>
                  <a:gd name="connsiteX10" fmla="*/ 188625 w 322457"/>
                  <a:gd name="connsiteY10" fmla="*/ 56440 h 579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2457" h="579519">
                    <a:moveTo>
                      <a:pt x="188625" y="56440"/>
                    </a:moveTo>
                    <a:cubicBezTo>
                      <a:pt x="198800" y="76789"/>
                      <a:pt x="201853" y="100191"/>
                      <a:pt x="208975" y="122576"/>
                    </a:cubicBezTo>
                    <a:cubicBezTo>
                      <a:pt x="225255" y="172432"/>
                      <a:pt x="261884" y="213131"/>
                      <a:pt x="289356" y="257900"/>
                    </a:cubicBezTo>
                    <a:cubicBezTo>
                      <a:pt x="316828" y="302669"/>
                      <a:pt x="335142" y="359648"/>
                      <a:pt x="311740" y="406452"/>
                    </a:cubicBezTo>
                    <a:cubicBezTo>
                      <a:pt x="299531" y="430872"/>
                      <a:pt x="278164" y="449186"/>
                      <a:pt x="256796" y="465466"/>
                    </a:cubicBezTo>
                    <a:cubicBezTo>
                      <a:pt x="217115" y="497008"/>
                      <a:pt x="178451" y="528549"/>
                      <a:pt x="138769" y="561109"/>
                    </a:cubicBezTo>
                    <a:cubicBezTo>
                      <a:pt x="127577" y="570266"/>
                      <a:pt x="116384" y="579423"/>
                      <a:pt x="102140" y="579423"/>
                    </a:cubicBezTo>
                    <a:cubicBezTo>
                      <a:pt x="74668" y="581458"/>
                      <a:pt x="57371" y="550934"/>
                      <a:pt x="48213" y="525497"/>
                    </a:cubicBezTo>
                    <a:cubicBezTo>
                      <a:pt x="16672" y="432906"/>
                      <a:pt x="8532" y="334211"/>
                      <a:pt x="2427" y="237551"/>
                    </a:cubicBezTo>
                    <a:cubicBezTo>
                      <a:pt x="-1643" y="175485"/>
                      <a:pt x="-5713" y="77807"/>
                      <a:pt x="36004" y="24898"/>
                    </a:cubicBezTo>
                    <a:cubicBezTo>
                      <a:pt x="74668" y="-24958"/>
                      <a:pt x="164206" y="7601"/>
                      <a:pt x="188625" y="56440"/>
                    </a:cubicBezTo>
                    <a:close/>
                  </a:path>
                </a:pathLst>
              </a:custGeom>
              <a:solidFill>
                <a:srgbClr val="EEAB75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BE02255F-73FA-53A0-4328-EEB93351192B}"/>
                  </a:ext>
                </a:extLst>
              </p:cNvPr>
              <p:cNvSpPr/>
              <p:nvPr/>
            </p:nvSpPr>
            <p:spPr>
              <a:xfrm>
                <a:off x="2661403" y="2883805"/>
                <a:ext cx="607816" cy="347284"/>
              </a:xfrm>
              <a:custGeom>
                <a:avLst/>
                <a:gdLst>
                  <a:gd name="connsiteX0" fmla="*/ 592501 w 607816"/>
                  <a:gd name="connsiteY0" fmla="*/ 166989 h 347284"/>
                  <a:gd name="connsiteX1" fmla="*/ 578257 w 607816"/>
                  <a:gd name="connsiteY1" fmla="*/ 289086 h 347284"/>
                  <a:gd name="connsiteX2" fmla="*/ 461247 w 607816"/>
                  <a:gd name="connsiteY2" fmla="*/ 343012 h 347284"/>
                  <a:gd name="connsiteX3" fmla="*/ 371708 w 607816"/>
                  <a:gd name="connsiteY3" fmla="*/ 343012 h 347284"/>
                  <a:gd name="connsiteX4" fmla="*/ 290310 w 607816"/>
                  <a:gd name="connsiteY4" fmla="*/ 313506 h 347284"/>
                  <a:gd name="connsiteX5" fmla="*/ 102077 w 607816"/>
                  <a:gd name="connsiteY5" fmla="*/ 316558 h 347284"/>
                  <a:gd name="connsiteX6" fmla="*/ 18643 w 607816"/>
                  <a:gd name="connsiteY6" fmla="*/ 293156 h 347284"/>
                  <a:gd name="connsiteX7" fmla="*/ 16608 w 607816"/>
                  <a:gd name="connsiteY7" fmla="*/ 215828 h 347284"/>
                  <a:gd name="connsiteX8" fmla="*/ 50185 w 607816"/>
                  <a:gd name="connsiteY8" fmla="*/ 203618 h 347284"/>
                  <a:gd name="connsiteX9" fmla="*/ 273013 w 607816"/>
                  <a:gd name="connsiteY9" fmla="*/ 17420 h 347284"/>
                  <a:gd name="connsiteX10" fmla="*/ 352376 w 607816"/>
                  <a:gd name="connsiteY10" fmla="*/ 2157 h 347284"/>
                  <a:gd name="connsiteX11" fmla="*/ 575204 w 607816"/>
                  <a:gd name="connsiteY11" fmla="*/ 17420 h 347284"/>
                  <a:gd name="connsiteX12" fmla="*/ 592501 w 607816"/>
                  <a:gd name="connsiteY12" fmla="*/ 166989 h 347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07816" h="347284">
                    <a:moveTo>
                      <a:pt x="592501" y="166989"/>
                    </a:moveTo>
                    <a:cubicBezTo>
                      <a:pt x="592501" y="208705"/>
                      <a:pt x="601659" y="254492"/>
                      <a:pt x="578257" y="289086"/>
                    </a:cubicBezTo>
                    <a:cubicBezTo>
                      <a:pt x="553837" y="325715"/>
                      <a:pt x="504998" y="336908"/>
                      <a:pt x="461247" y="343012"/>
                    </a:cubicBezTo>
                    <a:cubicBezTo>
                      <a:pt x="431740" y="347082"/>
                      <a:pt x="401215" y="350135"/>
                      <a:pt x="371708" y="343012"/>
                    </a:cubicBezTo>
                    <a:cubicBezTo>
                      <a:pt x="343219" y="336908"/>
                      <a:pt x="317782" y="321645"/>
                      <a:pt x="290310" y="313506"/>
                    </a:cubicBezTo>
                    <a:cubicBezTo>
                      <a:pt x="229261" y="296208"/>
                      <a:pt x="165160" y="314523"/>
                      <a:pt x="102077" y="316558"/>
                    </a:cubicBezTo>
                    <a:cubicBezTo>
                      <a:pt x="72570" y="316558"/>
                      <a:pt x="40010" y="313506"/>
                      <a:pt x="18643" y="293156"/>
                    </a:cubicBezTo>
                    <a:cubicBezTo>
                      <a:pt x="-3741" y="272806"/>
                      <a:pt x="-7811" y="233125"/>
                      <a:pt x="16608" y="215828"/>
                    </a:cubicBezTo>
                    <a:cubicBezTo>
                      <a:pt x="26783" y="208705"/>
                      <a:pt x="38993" y="206670"/>
                      <a:pt x="50185" y="203618"/>
                    </a:cubicBezTo>
                    <a:cubicBezTo>
                      <a:pt x="143793" y="175129"/>
                      <a:pt x="182457" y="55066"/>
                      <a:pt x="273013" y="17420"/>
                    </a:cubicBezTo>
                    <a:cubicBezTo>
                      <a:pt x="297432" y="7245"/>
                      <a:pt x="324904" y="3175"/>
                      <a:pt x="352376" y="2157"/>
                    </a:cubicBezTo>
                    <a:cubicBezTo>
                      <a:pt x="421565" y="-1912"/>
                      <a:pt x="508050" y="-1912"/>
                      <a:pt x="575204" y="17420"/>
                    </a:cubicBezTo>
                    <a:cubicBezTo>
                      <a:pt x="637270" y="35734"/>
                      <a:pt x="591484" y="119167"/>
                      <a:pt x="592501" y="166989"/>
                    </a:cubicBezTo>
                    <a:close/>
                  </a:path>
                </a:pathLst>
              </a:custGeom>
              <a:solidFill>
                <a:srgbClr val="735A44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12BB12C-18B7-FB47-DA1C-146CF287A29A}"/>
                  </a:ext>
                </a:extLst>
              </p:cNvPr>
              <p:cNvSpPr/>
              <p:nvPr/>
            </p:nvSpPr>
            <p:spPr>
              <a:xfrm>
                <a:off x="2646526" y="2745887"/>
                <a:ext cx="308908" cy="414158"/>
              </a:xfrm>
              <a:custGeom>
                <a:avLst/>
                <a:gdLst>
                  <a:gd name="connsiteX0" fmla="*/ 287890 w 308908"/>
                  <a:gd name="connsiteY0" fmla="*/ 245893 h 414158"/>
                  <a:gd name="connsiteX1" fmla="*/ 122041 w 308908"/>
                  <a:gd name="connsiteY1" fmla="*/ 396480 h 414158"/>
                  <a:gd name="connsiteX2" fmla="*/ 71167 w 308908"/>
                  <a:gd name="connsiteY2" fmla="*/ 413777 h 414158"/>
                  <a:gd name="connsiteX3" fmla="*/ 23346 w 308908"/>
                  <a:gd name="connsiteY3" fmla="*/ 395462 h 414158"/>
                  <a:gd name="connsiteX4" fmla="*/ 23346 w 308908"/>
                  <a:gd name="connsiteY4" fmla="*/ 309994 h 414158"/>
                  <a:gd name="connsiteX5" fmla="*/ 6048 w 308908"/>
                  <a:gd name="connsiteY5" fmla="*/ 81061 h 414158"/>
                  <a:gd name="connsiteX6" fmla="*/ 130181 w 308908"/>
                  <a:gd name="connsiteY6" fmla="*/ 681 h 414158"/>
                  <a:gd name="connsiteX7" fmla="*/ 248208 w 308908"/>
                  <a:gd name="connsiteY7" fmla="*/ 84114 h 414158"/>
                  <a:gd name="connsiteX8" fmla="*/ 301117 w 308908"/>
                  <a:gd name="connsiteY8" fmla="*/ 175687 h 414158"/>
                  <a:gd name="connsiteX9" fmla="*/ 287890 w 308908"/>
                  <a:gd name="connsiteY9" fmla="*/ 246910 h 41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8908" h="414158">
                    <a:moveTo>
                      <a:pt x="287890" y="245893"/>
                    </a:moveTo>
                    <a:cubicBezTo>
                      <a:pt x="264488" y="319151"/>
                      <a:pt x="191230" y="362903"/>
                      <a:pt x="122041" y="396480"/>
                    </a:cubicBezTo>
                    <a:cubicBezTo>
                      <a:pt x="105761" y="404619"/>
                      <a:pt x="89482" y="411742"/>
                      <a:pt x="71167" y="413777"/>
                    </a:cubicBezTo>
                    <a:cubicBezTo>
                      <a:pt x="52852" y="415812"/>
                      <a:pt x="33520" y="409707"/>
                      <a:pt x="23346" y="395462"/>
                    </a:cubicBezTo>
                    <a:cubicBezTo>
                      <a:pt x="6048" y="372060"/>
                      <a:pt x="19276" y="339501"/>
                      <a:pt x="23346" y="309994"/>
                    </a:cubicBezTo>
                    <a:cubicBezTo>
                      <a:pt x="35555" y="233683"/>
                      <a:pt x="-17354" y="155337"/>
                      <a:pt x="6048" y="81061"/>
                    </a:cubicBezTo>
                    <a:cubicBezTo>
                      <a:pt x="22328" y="30188"/>
                      <a:pt x="77272" y="-5424"/>
                      <a:pt x="130181" y="681"/>
                    </a:cubicBezTo>
                    <a:cubicBezTo>
                      <a:pt x="180037" y="5768"/>
                      <a:pt x="220736" y="42397"/>
                      <a:pt x="248208" y="84114"/>
                    </a:cubicBezTo>
                    <a:cubicBezTo>
                      <a:pt x="268558" y="113621"/>
                      <a:pt x="283820" y="145162"/>
                      <a:pt x="301117" y="175687"/>
                    </a:cubicBezTo>
                    <a:cubicBezTo>
                      <a:pt x="320449" y="210281"/>
                      <a:pt x="299082" y="211299"/>
                      <a:pt x="287890" y="246910"/>
                    </a:cubicBezTo>
                    <a:close/>
                  </a:path>
                </a:pathLst>
              </a:custGeom>
              <a:solidFill>
                <a:srgbClr val="E19885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3C912234-F07A-81AC-C1FC-2165C9F7B0BB}"/>
                  </a:ext>
                </a:extLst>
              </p:cNvPr>
              <p:cNvSpPr/>
              <p:nvPr/>
            </p:nvSpPr>
            <p:spPr>
              <a:xfrm>
                <a:off x="2675539" y="2702847"/>
                <a:ext cx="607872" cy="282069"/>
              </a:xfrm>
              <a:custGeom>
                <a:avLst/>
                <a:gdLst>
                  <a:gd name="connsiteX0" fmla="*/ 23839 w 607872"/>
                  <a:gd name="connsiteY0" fmla="*/ 174975 h 282069"/>
                  <a:gd name="connsiteX1" fmla="*/ 238527 w 607872"/>
                  <a:gd name="connsiteY1" fmla="*/ 279776 h 282069"/>
                  <a:gd name="connsiteX2" fmla="*/ 485775 w 607872"/>
                  <a:gd name="connsiteY2" fmla="*/ 279776 h 282069"/>
                  <a:gd name="connsiteX3" fmla="*/ 530544 w 607872"/>
                  <a:gd name="connsiteY3" fmla="*/ 277741 h 282069"/>
                  <a:gd name="connsiteX4" fmla="*/ 569208 w 607872"/>
                  <a:gd name="connsiteY4" fmla="*/ 246199 h 282069"/>
                  <a:gd name="connsiteX5" fmla="*/ 607872 w 607872"/>
                  <a:gd name="connsiteY5" fmla="*/ 127154 h 282069"/>
                  <a:gd name="connsiteX6" fmla="*/ 565138 w 607872"/>
                  <a:gd name="connsiteY6" fmla="*/ 20319 h 282069"/>
                  <a:gd name="connsiteX7" fmla="*/ 472547 w 607872"/>
                  <a:gd name="connsiteY7" fmla="*/ 2004 h 282069"/>
                  <a:gd name="connsiteX8" fmla="*/ 379957 w 607872"/>
                  <a:gd name="connsiteY8" fmla="*/ 29476 h 282069"/>
                  <a:gd name="connsiteX9" fmla="*/ 244632 w 607872"/>
                  <a:gd name="connsiteY9" fmla="*/ 50843 h 282069"/>
                  <a:gd name="connsiteX10" fmla="*/ 128640 w 607872"/>
                  <a:gd name="connsiteY10" fmla="*/ 35581 h 282069"/>
                  <a:gd name="connsiteX11" fmla="*/ 21804 w 607872"/>
                  <a:gd name="connsiteY11" fmla="*/ 172940 h 28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07872" h="282069">
                    <a:moveTo>
                      <a:pt x="23839" y="174975"/>
                    </a:moveTo>
                    <a:cubicBezTo>
                      <a:pt x="69626" y="243146"/>
                      <a:pt x="156112" y="273671"/>
                      <a:pt x="238527" y="279776"/>
                    </a:cubicBezTo>
                    <a:cubicBezTo>
                      <a:pt x="320943" y="286898"/>
                      <a:pt x="403359" y="274688"/>
                      <a:pt x="485775" y="279776"/>
                    </a:cubicBezTo>
                    <a:cubicBezTo>
                      <a:pt x="501037" y="279776"/>
                      <a:pt x="516299" y="282828"/>
                      <a:pt x="530544" y="277741"/>
                    </a:cubicBezTo>
                    <a:cubicBezTo>
                      <a:pt x="546823" y="272653"/>
                      <a:pt x="559033" y="260444"/>
                      <a:pt x="569208" y="246199"/>
                    </a:cubicBezTo>
                    <a:cubicBezTo>
                      <a:pt x="594645" y="212622"/>
                      <a:pt x="606855" y="169888"/>
                      <a:pt x="607872" y="127154"/>
                    </a:cubicBezTo>
                    <a:cubicBezTo>
                      <a:pt x="607872" y="87472"/>
                      <a:pt x="596680" y="44738"/>
                      <a:pt x="565138" y="20319"/>
                    </a:cubicBezTo>
                    <a:cubicBezTo>
                      <a:pt x="539701" y="987"/>
                      <a:pt x="505107" y="-3083"/>
                      <a:pt x="472547" y="2004"/>
                    </a:cubicBezTo>
                    <a:cubicBezTo>
                      <a:pt x="441005" y="7092"/>
                      <a:pt x="410481" y="19301"/>
                      <a:pt x="379957" y="29476"/>
                    </a:cubicBezTo>
                    <a:cubicBezTo>
                      <a:pt x="336205" y="43721"/>
                      <a:pt x="290419" y="53896"/>
                      <a:pt x="244632" y="50843"/>
                    </a:cubicBezTo>
                    <a:cubicBezTo>
                      <a:pt x="205968" y="48808"/>
                      <a:pt x="167304" y="38633"/>
                      <a:pt x="128640" y="35581"/>
                    </a:cubicBezTo>
                    <a:cubicBezTo>
                      <a:pt x="41136" y="28459"/>
                      <a:pt x="-40262" y="80350"/>
                      <a:pt x="21804" y="172940"/>
                    </a:cubicBezTo>
                    <a:close/>
                  </a:path>
                </a:pathLst>
              </a:custGeom>
              <a:solidFill>
                <a:srgbClr val="EE9A85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68641C5-84F0-38A6-43DA-18D1A38D690E}"/>
                  </a:ext>
                </a:extLst>
              </p:cNvPr>
              <p:cNvSpPr/>
              <p:nvPr/>
            </p:nvSpPr>
            <p:spPr>
              <a:xfrm>
                <a:off x="1879289" y="816092"/>
                <a:ext cx="1326792" cy="1130739"/>
              </a:xfrm>
              <a:custGeom>
                <a:avLst/>
                <a:gdLst>
                  <a:gd name="connsiteX0" fmla="*/ 789993 w 1326792"/>
                  <a:gd name="connsiteY0" fmla="*/ 35 h 1130739"/>
                  <a:gd name="connsiteX1" fmla="*/ 831280 w 1326792"/>
                  <a:gd name="connsiteY1" fmla="*/ 6426 h 1130739"/>
                  <a:gd name="connsiteX2" fmla="*/ 975762 w 1326792"/>
                  <a:gd name="connsiteY2" fmla="*/ 48143 h 1130739"/>
                  <a:gd name="connsiteX3" fmla="*/ 976780 w 1326792"/>
                  <a:gd name="connsiteY3" fmla="*/ 49160 h 1130739"/>
                  <a:gd name="connsiteX4" fmla="*/ 1065300 w 1326792"/>
                  <a:gd name="connsiteY4" fmla="*/ 46108 h 1130739"/>
                  <a:gd name="connsiteX5" fmla="*/ 1071405 w 1326792"/>
                  <a:gd name="connsiteY5" fmla="*/ 17619 h 1130739"/>
                  <a:gd name="connsiteX6" fmla="*/ 1206730 w 1326792"/>
                  <a:gd name="connsiteY6" fmla="*/ 33898 h 1130739"/>
                  <a:gd name="connsiteX7" fmla="*/ 1326792 w 1326792"/>
                  <a:gd name="connsiteY7" fmla="*/ 109192 h 1130739"/>
                  <a:gd name="connsiteX8" fmla="*/ 1270831 w 1326792"/>
                  <a:gd name="connsiteY8" fmla="*/ 123436 h 1130739"/>
                  <a:gd name="connsiteX9" fmla="*/ 1275918 w 1326792"/>
                  <a:gd name="connsiteY9" fmla="*/ 152943 h 1130739"/>
                  <a:gd name="connsiteX10" fmla="*/ 1251499 w 1326792"/>
                  <a:gd name="connsiteY10" fmla="*/ 172275 h 1130739"/>
                  <a:gd name="connsiteX11" fmla="*/ 1149751 w 1326792"/>
                  <a:gd name="connsiteY11" fmla="*/ 161083 h 1130739"/>
                  <a:gd name="connsiteX12" fmla="*/ 1129401 w 1326792"/>
                  <a:gd name="connsiteY12" fmla="*/ 271988 h 1130739"/>
                  <a:gd name="connsiteX13" fmla="*/ 1117192 w 1326792"/>
                  <a:gd name="connsiteY13" fmla="*/ 280128 h 1130739"/>
                  <a:gd name="connsiteX14" fmla="*/ 1098877 w 1326792"/>
                  <a:gd name="connsiteY14" fmla="*/ 278093 h 1130739"/>
                  <a:gd name="connsiteX15" fmla="*/ 1063265 w 1326792"/>
                  <a:gd name="connsiteY15" fmla="*/ 267918 h 1130739"/>
                  <a:gd name="connsiteX16" fmla="*/ 1025619 w 1326792"/>
                  <a:gd name="connsiteY16" fmla="*/ 253673 h 1130739"/>
                  <a:gd name="connsiteX17" fmla="*/ 983902 w 1326792"/>
                  <a:gd name="connsiteY17" fmla="*/ 169223 h 1130739"/>
                  <a:gd name="connsiteX18" fmla="*/ 928958 w 1326792"/>
                  <a:gd name="connsiteY18" fmla="*/ 218062 h 1130739"/>
                  <a:gd name="connsiteX19" fmla="*/ 900469 w 1326792"/>
                  <a:gd name="connsiteY19" fmla="*/ 219079 h 1130739"/>
                  <a:gd name="connsiteX20" fmla="*/ 866892 w 1326792"/>
                  <a:gd name="connsiteY20" fmla="*/ 236376 h 1130739"/>
                  <a:gd name="connsiteX21" fmla="*/ 808896 w 1326792"/>
                  <a:gd name="connsiteY21" fmla="*/ 309635 h 1130739"/>
                  <a:gd name="connsiteX22" fmla="*/ 787529 w 1326792"/>
                  <a:gd name="connsiteY22" fmla="*/ 326932 h 1130739"/>
                  <a:gd name="connsiteX23" fmla="*/ 802791 w 1326792"/>
                  <a:gd name="connsiteY23" fmla="*/ 218062 h 1130739"/>
                  <a:gd name="connsiteX24" fmla="*/ 761074 w 1326792"/>
                  <a:gd name="connsiteY24" fmla="*/ 218062 h 1130739"/>
                  <a:gd name="connsiteX25" fmla="*/ 722410 w 1326792"/>
                  <a:gd name="connsiteY25" fmla="*/ 207887 h 1130739"/>
                  <a:gd name="connsiteX26" fmla="*/ 768196 w 1326792"/>
                  <a:gd name="connsiteY26" fmla="*/ 167188 h 1130739"/>
                  <a:gd name="connsiteX27" fmla="*/ 810931 w 1326792"/>
                  <a:gd name="connsiteY27" fmla="*/ 121401 h 1130739"/>
                  <a:gd name="connsiteX28" fmla="*/ 671536 w 1326792"/>
                  <a:gd name="connsiteY28" fmla="*/ 174310 h 1130739"/>
                  <a:gd name="connsiteX29" fmla="*/ 554526 w 1326792"/>
                  <a:gd name="connsiteY29" fmla="*/ 328967 h 1130739"/>
                  <a:gd name="connsiteX30" fmla="*/ 532141 w 1326792"/>
                  <a:gd name="connsiteY30" fmla="*/ 295390 h 1130739"/>
                  <a:gd name="connsiteX31" fmla="*/ 482285 w 1326792"/>
                  <a:gd name="connsiteY31" fmla="*/ 351605 h 1130739"/>
                  <a:gd name="connsiteX32" fmla="*/ 455300 w 1326792"/>
                  <a:gd name="connsiteY32" fmla="*/ 393939 h 1130739"/>
                  <a:gd name="connsiteX33" fmla="*/ 431665 w 1326792"/>
                  <a:gd name="connsiteY33" fmla="*/ 458441 h 1130739"/>
                  <a:gd name="connsiteX34" fmla="*/ 376467 w 1326792"/>
                  <a:gd name="connsiteY34" fmla="*/ 574179 h 1130739"/>
                  <a:gd name="connsiteX35" fmla="*/ 373415 w 1326792"/>
                  <a:gd name="connsiteY35" fmla="*/ 763430 h 1130739"/>
                  <a:gd name="connsiteX36" fmla="*/ 334750 w 1326792"/>
                  <a:gd name="connsiteY36" fmla="*/ 1130739 h 1130739"/>
                  <a:gd name="connsiteX37" fmla="*/ 313383 w 1326792"/>
                  <a:gd name="connsiteY37" fmla="*/ 788867 h 1130739"/>
                  <a:gd name="connsiteX38" fmla="*/ 171954 w 1326792"/>
                  <a:gd name="connsiteY38" fmla="*/ 662700 h 1130739"/>
                  <a:gd name="connsiteX39" fmla="*/ 0 w 1326792"/>
                  <a:gd name="connsiteY39" fmla="*/ 574179 h 1130739"/>
                  <a:gd name="connsiteX40" fmla="*/ 102765 w 1326792"/>
                  <a:gd name="connsiteY40" fmla="*/ 608773 h 1130739"/>
                  <a:gd name="connsiteX41" fmla="*/ 255387 w 1326792"/>
                  <a:gd name="connsiteY41" fmla="*/ 593511 h 1130739"/>
                  <a:gd name="connsiteX42" fmla="*/ 369345 w 1326792"/>
                  <a:gd name="connsiteY42" fmla="*/ 484641 h 1130739"/>
                  <a:gd name="connsiteX43" fmla="*/ 366292 w 1326792"/>
                  <a:gd name="connsiteY43" fmla="*/ 484641 h 1130739"/>
                  <a:gd name="connsiteX44" fmla="*/ 409026 w 1326792"/>
                  <a:gd name="connsiteY44" fmla="*/ 418251 h 1130739"/>
                  <a:gd name="connsiteX45" fmla="*/ 440600 w 1326792"/>
                  <a:gd name="connsiteY45" fmla="*/ 364211 h 1130739"/>
                  <a:gd name="connsiteX46" fmla="*/ 440187 w 1326792"/>
                  <a:gd name="connsiteY46" fmla="*/ 342703 h 1130739"/>
                  <a:gd name="connsiteX47" fmla="*/ 463970 w 1326792"/>
                  <a:gd name="connsiteY47" fmla="*/ 273005 h 1130739"/>
                  <a:gd name="connsiteX48" fmla="*/ 549438 w 1326792"/>
                  <a:gd name="connsiteY48" fmla="*/ 153961 h 1130739"/>
                  <a:gd name="connsiteX49" fmla="*/ 670519 w 1326792"/>
                  <a:gd name="connsiteY49" fmla="*/ 36951 h 1130739"/>
                  <a:gd name="connsiteX50" fmla="*/ 789993 w 1326792"/>
                  <a:gd name="connsiteY50" fmla="*/ 35 h 1130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326792" h="1130739">
                    <a:moveTo>
                      <a:pt x="789993" y="35"/>
                    </a:moveTo>
                    <a:cubicBezTo>
                      <a:pt x="803936" y="321"/>
                      <a:pt x="817799" y="2356"/>
                      <a:pt x="831280" y="6426"/>
                    </a:cubicBezTo>
                    <a:cubicBezTo>
                      <a:pt x="877067" y="20671"/>
                      <a:pt x="933028" y="69510"/>
                      <a:pt x="975762" y="48143"/>
                    </a:cubicBezTo>
                    <a:lnTo>
                      <a:pt x="976780" y="49160"/>
                    </a:lnTo>
                    <a:cubicBezTo>
                      <a:pt x="1004251" y="35933"/>
                      <a:pt x="1036811" y="33898"/>
                      <a:pt x="1065300" y="46108"/>
                    </a:cubicBezTo>
                    <a:cubicBezTo>
                      <a:pt x="1062248" y="35933"/>
                      <a:pt x="1062248" y="22706"/>
                      <a:pt x="1071405" y="17619"/>
                    </a:cubicBezTo>
                    <a:cubicBezTo>
                      <a:pt x="1114139" y="-1714"/>
                      <a:pt x="1166031" y="11514"/>
                      <a:pt x="1206730" y="33898"/>
                    </a:cubicBezTo>
                    <a:cubicBezTo>
                      <a:pt x="1248446" y="56283"/>
                      <a:pt x="1284058" y="87825"/>
                      <a:pt x="1326792" y="109192"/>
                    </a:cubicBezTo>
                    <a:cubicBezTo>
                      <a:pt x="1311530" y="122419"/>
                      <a:pt x="1290163" y="127506"/>
                      <a:pt x="1270831" y="123436"/>
                    </a:cubicBezTo>
                    <a:cubicBezTo>
                      <a:pt x="1281006" y="123436"/>
                      <a:pt x="1279988" y="143786"/>
                      <a:pt x="1275918" y="152943"/>
                    </a:cubicBezTo>
                    <a:cubicBezTo>
                      <a:pt x="1271848" y="163118"/>
                      <a:pt x="1261674" y="169223"/>
                      <a:pt x="1251499" y="172275"/>
                    </a:cubicBezTo>
                    <a:cubicBezTo>
                      <a:pt x="1218940" y="184485"/>
                      <a:pt x="1179258" y="180415"/>
                      <a:pt x="1149751" y="161083"/>
                    </a:cubicBezTo>
                    <a:cubicBezTo>
                      <a:pt x="1138559" y="197712"/>
                      <a:pt x="1154838" y="243499"/>
                      <a:pt x="1129401" y="271988"/>
                    </a:cubicBezTo>
                    <a:cubicBezTo>
                      <a:pt x="1126349" y="276058"/>
                      <a:pt x="1122279" y="279110"/>
                      <a:pt x="1117192" y="280128"/>
                    </a:cubicBezTo>
                    <a:cubicBezTo>
                      <a:pt x="1111087" y="282163"/>
                      <a:pt x="1104982" y="280128"/>
                      <a:pt x="1098877" y="278093"/>
                    </a:cubicBezTo>
                    <a:cubicBezTo>
                      <a:pt x="1086667" y="275040"/>
                      <a:pt x="1075475" y="271988"/>
                      <a:pt x="1063265" y="267918"/>
                    </a:cubicBezTo>
                    <a:cubicBezTo>
                      <a:pt x="1050038" y="264866"/>
                      <a:pt x="1036811" y="260796"/>
                      <a:pt x="1025619" y="253673"/>
                    </a:cubicBezTo>
                    <a:cubicBezTo>
                      <a:pt x="998147" y="235359"/>
                      <a:pt x="988989" y="200765"/>
                      <a:pt x="983902" y="169223"/>
                    </a:cubicBezTo>
                    <a:cubicBezTo>
                      <a:pt x="980849" y="194660"/>
                      <a:pt x="954395" y="216027"/>
                      <a:pt x="928958" y="218062"/>
                    </a:cubicBezTo>
                    <a:cubicBezTo>
                      <a:pt x="919801" y="219079"/>
                      <a:pt x="909626" y="218062"/>
                      <a:pt x="900469" y="219079"/>
                    </a:cubicBezTo>
                    <a:cubicBezTo>
                      <a:pt x="888259" y="221114"/>
                      <a:pt x="877067" y="228236"/>
                      <a:pt x="866892" y="236376"/>
                    </a:cubicBezTo>
                    <a:cubicBezTo>
                      <a:pt x="842472" y="256726"/>
                      <a:pt x="822123" y="281145"/>
                      <a:pt x="808896" y="309635"/>
                    </a:cubicBezTo>
                    <a:cubicBezTo>
                      <a:pt x="804826" y="318792"/>
                      <a:pt x="796686" y="329984"/>
                      <a:pt x="787529" y="326932"/>
                    </a:cubicBezTo>
                    <a:cubicBezTo>
                      <a:pt x="783459" y="290303"/>
                      <a:pt x="787529" y="251638"/>
                      <a:pt x="802791" y="218062"/>
                    </a:cubicBezTo>
                    <a:cubicBezTo>
                      <a:pt x="790581" y="211957"/>
                      <a:pt x="775319" y="215009"/>
                      <a:pt x="761074" y="218062"/>
                    </a:cubicBezTo>
                    <a:cubicBezTo>
                      <a:pt x="746829" y="220097"/>
                      <a:pt x="730550" y="218062"/>
                      <a:pt x="722410" y="207887"/>
                    </a:cubicBezTo>
                    <a:cubicBezTo>
                      <a:pt x="743777" y="206869"/>
                      <a:pt x="758022" y="186520"/>
                      <a:pt x="768196" y="167188"/>
                    </a:cubicBezTo>
                    <a:cubicBezTo>
                      <a:pt x="778371" y="147856"/>
                      <a:pt x="789564" y="126489"/>
                      <a:pt x="810931" y="121401"/>
                    </a:cubicBezTo>
                    <a:cubicBezTo>
                      <a:pt x="769214" y="146838"/>
                      <a:pt x="714270" y="151926"/>
                      <a:pt x="671536" y="174310"/>
                    </a:cubicBezTo>
                    <a:cubicBezTo>
                      <a:pt x="612522" y="205852"/>
                      <a:pt x="568771" y="263848"/>
                      <a:pt x="554526" y="328967"/>
                    </a:cubicBezTo>
                    <a:cubicBezTo>
                      <a:pt x="543334" y="320827"/>
                      <a:pt x="535194" y="308617"/>
                      <a:pt x="532141" y="295390"/>
                    </a:cubicBezTo>
                    <a:cubicBezTo>
                      <a:pt x="514336" y="312687"/>
                      <a:pt x="497547" y="331510"/>
                      <a:pt x="482285" y="351605"/>
                    </a:cubicBezTo>
                    <a:lnTo>
                      <a:pt x="455300" y="393939"/>
                    </a:lnTo>
                    <a:lnTo>
                      <a:pt x="431665" y="458441"/>
                    </a:lnTo>
                    <a:cubicBezTo>
                      <a:pt x="410044" y="505245"/>
                      <a:pt x="382063" y="553321"/>
                      <a:pt x="376467" y="574179"/>
                    </a:cubicBezTo>
                    <a:cubicBezTo>
                      <a:pt x="360187" y="635228"/>
                      <a:pt x="369345" y="700346"/>
                      <a:pt x="373415" y="763430"/>
                    </a:cubicBezTo>
                    <a:cubicBezTo>
                      <a:pt x="381554" y="886545"/>
                      <a:pt x="368327" y="1011694"/>
                      <a:pt x="334750" y="1130739"/>
                    </a:cubicBezTo>
                    <a:cubicBezTo>
                      <a:pt x="300156" y="1020852"/>
                      <a:pt x="362222" y="893667"/>
                      <a:pt x="313383" y="788867"/>
                    </a:cubicBezTo>
                    <a:cubicBezTo>
                      <a:pt x="286929" y="730871"/>
                      <a:pt x="229950" y="691189"/>
                      <a:pt x="171954" y="662700"/>
                    </a:cubicBezTo>
                    <a:cubicBezTo>
                      <a:pt x="114975" y="633193"/>
                      <a:pt x="51891" y="611826"/>
                      <a:pt x="0" y="574179"/>
                    </a:cubicBezTo>
                    <a:cubicBezTo>
                      <a:pt x="36629" y="567057"/>
                      <a:pt x="69189" y="594529"/>
                      <a:pt x="102765" y="608773"/>
                    </a:cubicBezTo>
                    <a:cubicBezTo>
                      <a:pt x="151604" y="629123"/>
                      <a:pt x="209601" y="618948"/>
                      <a:pt x="255387" y="593511"/>
                    </a:cubicBezTo>
                    <a:cubicBezTo>
                      <a:pt x="301174" y="567057"/>
                      <a:pt x="337803" y="527375"/>
                      <a:pt x="369345" y="484641"/>
                    </a:cubicBezTo>
                    <a:lnTo>
                      <a:pt x="366292" y="484641"/>
                    </a:lnTo>
                    <a:cubicBezTo>
                      <a:pt x="382063" y="463274"/>
                      <a:pt x="395799" y="440890"/>
                      <a:pt x="409026" y="418251"/>
                    </a:cubicBezTo>
                    <a:lnTo>
                      <a:pt x="440600" y="364211"/>
                    </a:lnTo>
                    <a:lnTo>
                      <a:pt x="440187" y="342703"/>
                    </a:lnTo>
                    <a:cubicBezTo>
                      <a:pt x="444384" y="318538"/>
                      <a:pt x="452778" y="294881"/>
                      <a:pt x="463970" y="273005"/>
                    </a:cubicBezTo>
                    <a:cubicBezTo>
                      <a:pt x="486355" y="229254"/>
                      <a:pt x="517897" y="191607"/>
                      <a:pt x="549438" y="153961"/>
                    </a:cubicBezTo>
                    <a:cubicBezTo>
                      <a:pt x="586068" y="111226"/>
                      <a:pt x="622697" y="67475"/>
                      <a:pt x="670519" y="36951"/>
                    </a:cubicBezTo>
                    <a:cubicBezTo>
                      <a:pt x="705622" y="14057"/>
                      <a:pt x="748165" y="-823"/>
                      <a:pt x="789993" y="35"/>
                    </a:cubicBezTo>
                    <a:close/>
                  </a:path>
                </a:pathLst>
              </a:custGeom>
              <a:solidFill>
                <a:srgbClr val="FFE7C1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06E173BB-6E44-8CA4-4798-6AECB3FB55E9}"/>
                  </a:ext>
                </a:extLst>
              </p:cNvPr>
              <p:cNvSpPr/>
              <p:nvPr/>
            </p:nvSpPr>
            <p:spPr>
              <a:xfrm>
                <a:off x="2677212" y="2789852"/>
                <a:ext cx="625924" cy="252846"/>
              </a:xfrm>
              <a:custGeom>
                <a:avLst/>
                <a:gdLst>
                  <a:gd name="connsiteX0" fmla="*/ 577465 w 625924"/>
                  <a:gd name="connsiteY0" fmla="*/ 1112 h 252846"/>
                  <a:gd name="connsiteX1" fmla="*/ 591954 w 625924"/>
                  <a:gd name="connsiteY1" fmla="*/ 4536 h 252846"/>
                  <a:gd name="connsiteX2" fmla="*/ 625531 w 625924"/>
                  <a:gd name="connsiteY2" fmla="*/ 111371 h 252846"/>
                  <a:gd name="connsiteX3" fmla="*/ 581779 w 625924"/>
                  <a:gd name="connsiteY3" fmla="*/ 222276 h 252846"/>
                  <a:gd name="connsiteX4" fmla="*/ 538028 w 625924"/>
                  <a:gd name="connsiteY4" fmla="*/ 252801 h 252846"/>
                  <a:gd name="connsiteX5" fmla="*/ 506486 w 625924"/>
                  <a:gd name="connsiteY5" fmla="*/ 200909 h 252846"/>
                  <a:gd name="connsiteX6" fmla="*/ 542098 w 625924"/>
                  <a:gd name="connsiteY6" fmla="*/ 142913 h 252846"/>
                  <a:gd name="connsiteX7" fmla="*/ 573640 w 625924"/>
                  <a:gd name="connsiteY7" fmla="*/ 102214 h 252846"/>
                  <a:gd name="connsiteX8" fmla="*/ 587696 w 625924"/>
                  <a:gd name="connsiteY8" fmla="*/ 67072 h 252846"/>
                  <a:gd name="connsiteX9" fmla="*/ 587884 w 625924"/>
                  <a:gd name="connsiteY9" fmla="*/ 67620 h 252846"/>
                  <a:gd name="connsiteX10" fmla="*/ 587884 w 625924"/>
                  <a:gd name="connsiteY10" fmla="*/ 66602 h 252846"/>
                  <a:gd name="connsiteX11" fmla="*/ 587696 w 625924"/>
                  <a:gd name="connsiteY11" fmla="*/ 67072 h 252846"/>
                  <a:gd name="connsiteX12" fmla="*/ 581509 w 625924"/>
                  <a:gd name="connsiteY12" fmla="*/ 49035 h 252846"/>
                  <a:gd name="connsiteX13" fmla="*/ 577465 w 625924"/>
                  <a:gd name="connsiteY13" fmla="*/ 1112 h 252846"/>
                  <a:gd name="connsiteX14" fmla="*/ 40178 w 625924"/>
                  <a:gd name="connsiteY14" fmla="*/ 260 h 252846"/>
                  <a:gd name="connsiteX15" fmla="*/ 56760 w 625924"/>
                  <a:gd name="connsiteY15" fmla="*/ 2502 h 252846"/>
                  <a:gd name="connsiteX16" fmla="*/ 94407 w 625924"/>
                  <a:gd name="connsiteY16" fmla="*/ 71690 h 252846"/>
                  <a:gd name="connsiteX17" fmla="*/ 152403 w 625924"/>
                  <a:gd name="connsiteY17" fmla="*/ 139861 h 252846"/>
                  <a:gd name="connsiteX18" fmla="*/ 153420 w 625924"/>
                  <a:gd name="connsiteY18" fmla="*/ 140879 h 252846"/>
                  <a:gd name="connsiteX19" fmla="*/ 137141 w 625924"/>
                  <a:gd name="connsiteY19" fmla="*/ 191753 h 252846"/>
                  <a:gd name="connsiteX20" fmla="*/ 15043 w 625924"/>
                  <a:gd name="connsiteY20" fmla="*/ 100180 h 252846"/>
                  <a:gd name="connsiteX21" fmla="*/ 2834 w 625924"/>
                  <a:gd name="connsiteY21" fmla="*/ 33026 h 252846"/>
                  <a:gd name="connsiteX22" fmla="*/ 40178 w 625924"/>
                  <a:gd name="connsiteY22" fmla="*/ 260 h 252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25924" h="252846">
                    <a:moveTo>
                      <a:pt x="577465" y="1112"/>
                    </a:moveTo>
                    <a:cubicBezTo>
                      <a:pt x="580985" y="1070"/>
                      <a:pt x="585722" y="2120"/>
                      <a:pt x="591954" y="4536"/>
                    </a:cubicBezTo>
                    <a:cubicBezTo>
                      <a:pt x="622479" y="16746"/>
                      <a:pt x="627566" y="84917"/>
                      <a:pt x="625531" y="111371"/>
                    </a:cubicBezTo>
                    <a:cubicBezTo>
                      <a:pt x="621461" y="151053"/>
                      <a:pt x="604164" y="188700"/>
                      <a:pt x="581779" y="222276"/>
                    </a:cubicBezTo>
                    <a:cubicBezTo>
                      <a:pt x="571605" y="237539"/>
                      <a:pt x="556343" y="253818"/>
                      <a:pt x="538028" y="252801"/>
                    </a:cubicBezTo>
                    <a:cubicBezTo>
                      <a:pt x="515643" y="250766"/>
                      <a:pt x="502416" y="223294"/>
                      <a:pt x="506486" y="200909"/>
                    </a:cubicBezTo>
                    <a:cubicBezTo>
                      <a:pt x="511573" y="178525"/>
                      <a:pt x="526836" y="160210"/>
                      <a:pt x="542098" y="142913"/>
                    </a:cubicBezTo>
                    <a:cubicBezTo>
                      <a:pt x="553290" y="129686"/>
                      <a:pt x="563465" y="116459"/>
                      <a:pt x="573640" y="102214"/>
                    </a:cubicBezTo>
                    <a:lnTo>
                      <a:pt x="587696" y="67072"/>
                    </a:lnTo>
                    <a:lnTo>
                      <a:pt x="587884" y="67620"/>
                    </a:lnTo>
                    <a:lnTo>
                      <a:pt x="587884" y="66602"/>
                    </a:lnTo>
                    <a:lnTo>
                      <a:pt x="587696" y="67072"/>
                    </a:lnTo>
                    <a:lnTo>
                      <a:pt x="581509" y="49035"/>
                    </a:lnTo>
                    <a:cubicBezTo>
                      <a:pt x="572725" y="28805"/>
                      <a:pt x="559868" y="1321"/>
                      <a:pt x="577465" y="1112"/>
                    </a:cubicBezTo>
                    <a:close/>
                    <a:moveTo>
                      <a:pt x="40178" y="260"/>
                    </a:moveTo>
                    <a:cubicBezTo>
                      <a:pt x="45758" y="-424"/>
                      <a:pt x="51418" y="212"/>
                      <a:pt x="56760" y="2502"/>
                    </a:cubicBezTo>
                    <a:cubicBezTo>
                      <a:pt x="82197" y="12677"/>
                      <a:pt x="84232" y="46253"/>
                      <a:pt x="94407" y="71690"/>
                    </a:cubicBezTo>
                    <a:cubicBezTo>
                      <a:pt x="105599" y="99162"/>
                      <a:pt x="129001" y="120529"/>
                      <a:pt x="152403" y="139861"/>
                    </a:cubicBezTo>
                    <a:lnTo>
                      <a:pt x="153420" y="140879"/>
                    </a:lnTo>
                    <a:cubicBezTo>
                      <a:pt x="181910" y="164281"/>
                      <a:pt x="183945" y="201927"/>
                      <a:pt x="137141" y="191753"/>
                    </a:cubicBezTo>
                    <a:cubicBezTo>
                      <a:pt x="86267" y="179543"/>
                      <a:pt x="40480" y="145966"/>
                      <a:pt x="15043" y="100180"/>
                    </a:cubicBezTo>
                    <a:cubicBezTo>
                      <a:pt x="2834" y="79830"/>
                      <a:pt x="-4289" y="55411"/>
                      <a:pt x="2834" y="33026"/>
                    </a:cubicBezTo>
                    <a:cubicBezTo>
                      <a:pt x="7412" y="16238"/>
                      <a:pt x="23437" y="2311"/>
                      <a:pt x="40178" y="260"/>
                    </a:cubicBezTo>
                    <a:close/>
                  </a:path>
                </a:pathLst>
              </a:custGeom>
              <a:solidFill>
                <a:srgbClr val="652614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13A1C32F-3E9B-FEBC-EC1F-79BD44D7D559}"/>
                  </a:ext>
                </a:extLst>
              </p:cNvPr>
              <p:cNvSpPr/>
              <p:nvPr/>
            </p:nvSpPr>
            <p:spPr>
              <a:xfrm>
                <a:off x="2780792" y="2810669"/>
                <a:ext cx="86470" cy="111276"/>
              </a:xfrm>
              <a:custGeom>
                <a:avLst/>
                <a:gdLst>
                  <a:gd name="connsiteX0" fmla="*/ 1002 w 86470"/>
                  <a:gd name="connsiteY0" fmla="*/ 14245 h 111276"/>
                  <a:gd name="connsiteX1" fmla="*/ 57981 w 86470"/>
                  <a:gd name="connsiteY1" fmla="*/ 97678 h 111276"/>
                  <a:gd name="connsiteX2" fmla="*/ 82400 w 86470"/>
                  <a:gd name="connsiteY2" fmla="*/ 108870 h 111276"/>
                  <a:gd name="connsiteX3" fmla="*/ 86470 w 86470"/>
                  <a:gd name="connsiteY3" fmla="*/ 95643 h 111276"/>
                  <a:gd name="connsiteX4" fmla="*/ 1002 w 86470"/>
                  <a:gd name="connsiteY4" fmla="*/ 0 h 111276"/>
                  <a:gd name="connsiteX5" fmla="*/ 11177 w 86470"/>
                  <a:gd name="connsiteY5" fmla="*/ 22384 h 111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6470" h="111276">
                    <a:moveTo>
                      <a:pt x="1002" y="14245"/>
                    </a:moveTo>
                    <a:cubicBezTo>
                      <a:pt x="20334" y="41717"/>
                      <a:pt x="38649" y="70206"/>
                      <a:pt x="57981" y="97678"/>
                    </a:cubicBezTo>
                    <a:cubicBezTo>
                      <a:pt x="64086" y="105818"/>
                      <a:pt x="75278" y="115992"/>
                      <a:pt x="82400" y="108870"/>
                    </a:cubicBezTo>
                    <a:cubicBezTo>
                      <a:pt x="86470" y="105818"/>
                      <a:pt x="86470" y="100730"/>
                      <a:pt x="86470" y="95643"/>
                    </a:cubicBezTo>
                    <a:cubicBezTo>
                      <a:pt x="86470" y="48839"/>
                      <a:pt x="47806" y="5087"/>
                      <a:pt x="1002" y="0"/>
                    </a:cubicBezTo>
                    <a:cubicBezTo>
                      <a:pt x="-2050" y="8140"/>
                      <a:pt x="2020" y="19332"/>
                      <a:pt x="11177" y="22384"/>
                    </a:cubicBezTo>
                  </a:path>
                </a:pathLst>
              </a:custGeom>
              <a:solidFill>
                <a:srgbClr val="FFCBBB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203ACD88-5E98-6A39-1AD2-EA666B13B89E}"/>
                  </a:ext>
                </a:extLst>
              </p:cNvPr>
              <p:cNvSpPr/>
              <p:nvPr/>
            </p:nvSpPr>
            <p:spPr>
              <a:xfrm>
                <a:off x="2254140" y="1739792"/>
                <a:ext cx="157291" cy="160506"/>
              </a:xfrm>
              <a:custGeom>
                <a:avLst/>
                <a:gdLst>
                  <a:gd name="connsiteX0" fmla="*/ 54527 w 157291"/>
                  <a:gd name="connsiteY0" fmla="*/ 2526 h 160506"/>
                  <a:gd name="connsiteX1" fmla="*/ 116593 w 157291"/>
                  <a:gd name="connsiteY1" fmla="*/ 7614 h 160506"/>
                  <a:gd name="connsiteX2" fmla="*/ 151187 w 157291"/>
                  <a:gd name="connsiteY2" fmla="*/ 31016 h 160506"/>
                  <a:gd name="connsiteX3" fmla="*/ 157292 w 157291"/>
                  <a:gd name="connsiteY3" fmla="*/ 63575 h 160506"/>
                  <a:gd name="connsiteX4" fmla="*/ 128803 w 157291"/>
                  <a:gd name="connsiteY4" fmla="*/ 127676 h 160506"/>
                  <a:gd name="connsiteX5" fmla="*/ 108453 w 157291"/>
                  <a:gd name="connsiteY5" fmla="*/ 137851 h 160506"/>
                  <a:gd name="connsiteX6" fmla="*/ 93191 w 157291"/>
                  <a:gd name="connsiteY6" fmla="*/ 153113 h 160506"/>
                  <a:gd name="connsiteX7" fmla="*/ 30107 w 157291"/>
                  <a:gd name="connsiteY7" fmla="*/ 143956 h 160506"/>
                  <a:gd name="connsiteX8" fmla="*/ 53509 w 157291"/>
                  <a:gd name="connsiteY8" fmla="*/ 2526 h 160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291" h="160506">
                    <a:moveTo>
                      <a:pt x="54527" y="2526"/>
                    </a:moveTo>
                    <a:cubicBezTo>
                      <a:pt x="74876" y="-2561"/>
                      <a:pt x="97261" y="491"/>
                      <a:pt x="116593" y="7614"/>
                    </a:cubicBezTo>
                    <a:cubicBezTo>
                      <a:pt x="129820" y="11684"/>
                      <a:pt x="144065" y="18806"/>
                      <a:pt x="151187" y="31016"/>
                    </a:cubicBezTo>
                    <a:cubicBezTo>
                      <a:pt x="157292" y="41190"/>
                      <a:pt x="157292" y="52383"/>
                      <a:pt x="157292" y="63575"/>
                    </a:cubicBezTo>
                    <a:cubicBezTo>
                      <a:pt x="157292" y="87994"/>
                      <a:pt x="150170" y="116484"/>
                      <a:pt x="128803" y="127676"/>
                    </a:cubicBezTo>
                    <a:cubicBezTo>
                      <a:pt x="121680" y="131746"/>
                      <a:pt x="114558" y="132763"/>
                      <a:pt x="108453" y="137851"/>
                    </a:cubicBezTo>
                    <a:cubicBezTo>
                      <a:pt x="102348" y="141921"/>
                      <a:pt x="99296" y="148026"/>
                      <a:pt x="93191" y="153113"/>
                    </a:cubicBezTo>
                    <a:cubicBezTo>
                      <a:pt x="74876" y="167358"/>
                      <a:pt x="47404" y="159218"/>
                      <a:pt x="30107" y="143956"/>
                    </a:cubicBezTo>
                    <a:cubicBezTo>
                      <a:pt x="-14662" y="104274"/>
                      <a:pt x="-11610" y="18806"/>
                      <a:pt x="53509" y="2526"/>
                    </a:cubicBezTo>
                    <a:close/>
                  </a:path>
                </a:pathLst>
              </a:custGeom>
              <a:solidFill>
                <a:srgbClr val="380F00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08BA565-A859-57F3-639A-A2A38FEA5F04}"/>
                  </a:ext>
                </a:extLst>
              </p:cNvPr>
              <p:cNvSpPr/>
              <p:nvPr/>
            </p:nvSpPr>
            <p:spPr>
              <a:xfrm>
                <a:off x="3278297" y="1811471"/>
                <a:ext cx="126443" cy="136125"/>
              </a:xfrm>
              <a:custGeom>
                <a:avLst/>
                <a:gdLst>
                  <a:gd name="connsiteX0" fmla="*/ 78372 w 126443"/>
                  <a:gd name="connsiteY0" fmla="*/ 35 h 136125"/>
                  <a:gd name="connsiteX1" fmla="*/ 126194 w 126443"/>
                  <a:gd name="connsiteY1" fmla="*/ 44804 h 136125"/>
                  <a:gd name="connsiteX2" fmla="*/ 93634 w 126443"/>
                  <a:gd name="connsiteY2" fmla="*/ 85503 h 136125"/>
                  <a:gd name="connsiteX3" fmla="*/ 48865 w 126443"/>
                  <a:gd name="connsiteY3" fmla="*/ 115010 h 136125"/>
                  <a:gd name="connsiteX4" fmla="*/ 2061 w 126443"/>
                  <a:gd name="connsiteY4" fmla="*/ 94660 h 136125"/>
                  <a:gd name="connsiteX5" fmla="*/ 77354 w 126443"/>
                  <a:gd name="connsiteY5" fmla="*/ 35 h 136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6443" h="136125">
                    <a:moveTo>
                      <a:pt x="78372" y="35"/>
                    </a:moveTo>
                    <a:cubicBezTo>
                      <a:pt x="103809" y="-983"/>
                      <a:pt x="129246" y="20384"/>
                      <a:pt x="126194" y="44804"/>
                    </a:cubicBezTo>
                    <a:cubicBezTo>
                      <a:pt x="124159" y="62101"/>
                      <a:pt x="108896" y="76346"/>
                      <a:pt x="93634" y="85503"/>
                    </a:cubicBezTo>
                    <a:cubicBezTo>
                      <a:pt x="78372" y="94660"/>
                      <a:pt x="61075" y="101783"/>
                      <a:pt x="48865" y="115010"/>
                    </a:cubicBezTo>
                    <a:cubicBezTo>
                      <a:pt x="15288" y="150622"/>
                      <a:pt x="-7096" y="139429"/>
                      <a:pt x="2061" y="94660"/>
                    </a:cubicBezTo>
                    <a:cubicBezTo>
                      <a:pt x="10201" y="55996"/>
                      <a:pt x="30550" y="2070"/>
                      <a:pt x="77354" y="35"/>
                    </a:cubicBezTo>
                    <a:close/>
                  </a:path>
                </a:pathLst>
              </a:custGeom>
              <a:solidFill>
                <a:srgbClr val="380F00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A6F6D7F-81AC-3143-F9FD-EDC7A48C7579}"/>
                  </a:ext>
                </a:extLst>
              </p:cNvPr>
              <p:cNvSpPr/>
              <p:nvPr/>
            </p:nvSpPr>
            <p:spPr>
              <a:xfrm>
                <a:off x="3227336" y="1072818"/>
                <a:ext cx="167997" cy="246229"/>
              </a:xfrm>
              <a:custGeom>
                <a:avLst/>
                <a:gdLst>
                  <a:gd name="connsiteX0" fmla="*/ 46917 w 167997"/>
                  <a:gd name="connsiteY0" fmla="*/ 136342 h 246229"/>
                  <a:gd name="connsiteX1" fmla="*/ 3166 w 167997"/>
                  <a:gd name="connsiteY1" fmla="*/ 34594 h 246229"/>
                  <a:gd name="connsiteX2" fmla="*/ 113 w 167997"/>
                  <a:gd name="connsiteY2" fmla="*/ 0 h 246229"/>
                  <a:gd name="connsiteX3" fmla="*/ 23515 w 167997"/>
                  <a:gd name="connsiteY3" fmla="*/ 15262 h 246229"/>
                  <a:gd name="connsiteX4" fmla="*/ 89651 w 167997"/>
                  <a:gd name="connsiteY4" fmla="*/ 122097 h 246229"/>
                  <a:gd name="connsiteX5" fmla="*/ 150700 w 167997"/>
                  <a:gd name="connsiteY5" fmla="*/ 219775 h 246229"/>
                  <a:gd name="connsiteX6" fmla="*/ 167997 w 167997"/>
                  <a:gd name="connsiteY6" fmla="*/ 246230 h 246229"/>
                  <a:gd name="connsiteX7" fmla="*/ 139508 w 167997"/>
                  <a:gd name="connsiteY7" fmla="*/ 233002 h 246229"/>
                  <a:gd name="connsiteX8" fmla="*/ 46917 w 167997"/>
                  <a:gd name="connsiteY8" fmla="*/ 136342 h 246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7997" h="246229">
                    <a:moveTo>
                      <a:pt x="46917" y="136342"/>
                    </a:moveTo>
                    <a:cubicBezTo>
                      <a:pt x="14358" y="81398"/>
                      <a:pt x="7236" y="54944"/>
                      <a:pt x="3166" y="34594"/>
                    </a:cubicBezTo>
                    <a:cubicBezTo>
                      <a:pt x="-904" y="15262"/>
                      <a:pt x="113" y="0"/>
                      <a:pt x="113" y="0"/>
                    </a:cubicBezTo>
                    <a:cubicBezTo>
                      <a:pt x="113" y="0"/>
                      <a:pt x="6218" y="0"/>
                      <a:pt x="23515" y="15262"/>
                    </a:cubicBezTo>
                    <a:cubicBezTo>
                      <a:pt x="40812" y="28489"/>
                      <a:pt x="65232" y="64101"/>
                      <a:pt x="89651" y="122097"/>
                    </a:cubicBezTo>
                    <a:cubicBezTo>
                      <a:pt x="118141" y="185181"/>
                      <a:pt x="136455" y="201461"/>
                      <a:pt x="150700" y="219775"/>
                    </a:cubicBezTo>
                    <a:cubicBezTo>
                      <a:pt x="163927" y="236055"/>
                      <a:pt x="167997" y="246230"/>
                      <a:pt x="167997" y="246230"/>
                    </a:cubicBezTo>
                    <a:cubicBezTo>
                      <a:pt x="167997" y="246230"/>
                      <a:pt x="160875" y="243177"/>
                      <a:pt x="139508" y="233002"/>
                    </a:cubicBezTo>
                    <a:cubicBezTo>
                      <a:pt x="118141" y="223845"/>
                      <a:pt x="82529" y="198408"/>
                      <a:pt x="46917" y="136342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168AA1A7-A6DB-6388-D5D7-2227EE587DAA}"/>
                  </a:ext>
                </a:extLst>
              </p:cNvPr>
              <p:cNvSpPr/>
              <p:nvPr/>
            </p:nvSpPr>
            <p:spPr>
              <a:xfrm>
                <a:off x="3323092" y="1288523"/>
                <a:ext cx="144531" cy="260474"/>
              </a:xfrm>
              <a:custGeom>
                <a:avLst/>
                <a:gdLst>
                  <a:gd name="connsiteX0" fmla="*/ 73258 w 144531"/>
                  <a:gd name="connsiteY0" fmla="*/ 113957 h 260474"/>
                  <a:gd name="connsiteX1" fmla="*/ 10175 w 144531"/>
                  <a:gd name="connsiteY1" fmla="*/ 32559 h 260474"/>
                  <a:gd name="connsiteX2" fmla="*/ 0 w 144531"/>
                  <a:gd name="connsiteY2" fmla="*/ 0 h 260474"/>
                  <a:gd name="connsiteX3" fmla="*/ 25437 w 144531"/>
                  <a:gd name="connsiteY3" fmla="*/ 8140 h 260474"/>
                  <a:gd name="connsiteX4" fmla="*/ 114975 w 144531"/>
                  <a:gd name="connsiteY4" fmla="*/ 95643 h 260474"/>
                  <a:gd name="connsiteX5" fmla="*/ 141429 w 144531"/>
                  <a:gd name="connsiteY5" fmla="*/ 230967 h 260474"/>
                  <a:gd name="connsiteX6" fmla="*/ 126167 w 144531"/>
                  <a:gd name="connsiteY6" fmla="*/ 260474 h 260474"/>
                  <a:gd name="connsiteX7" fmla="*/ 124132 w 144531"/>
                  <a:gd name="connsiteY7" fmla="*/ 228932 h 260474"/>
                  <a:gd name="connsiteX8" fmla="*/ 73258 w 144531"/>
                  <a:gd name="connsiteY8" fmla="*/ 112940 h 260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4531" h="260474">
                    <a:moveTo>
                      <a:pt x="73258" y="113957"/>
                    </a:moveTo>
                    <a:cubicBezTo>
                      <a:pt x="36629" y="71223"/>
                      <a:pt x="19332" y="51891"/>
                      <a:pt x="10175" y="32559"/>
                    </a:cubicBezTo>
                    <a:cubicBezTo>
                      <a:pt x="0" y="14245"/>
                      <a:pt x="0" y="0"/>
                      <a:pt x="0" y="0"/>
                    </a:cubicBezTo>
                    <a:cubicBezTo>
                      <a:pt x="0" y="0"/>
                      <a:pt x="6105" y="0"/>
                      <a:pt x="25437" y="8140"/>
                    </a:cubicBezTo>
                    <a:cubicBezTo>
                      <a:pt x="44769" y="17297"/>
                      <a:pt x="80381" y="37647"/>
                      <a:pt x="114975" y="95643"/>
                    </a:cubicBezTo>
                    <a:cubicBezTo>
                      <a:pt x="151604" y="162796"/>
                      <a:pt x="145499" y="207565"/>
                      <a:pt x="141429" y="230967"/>
                    </a:cubicBezTo>
                    <a:cubicBezTo>
                      <a:pt x="135325" y="254369"/>
                      <a:pt x="126167" y="260474"/>
                      <a:pt x="126167" y="260474"/>
                    </a:cubicBezTo>
                    <a:cubicBezTo>
                      <a:pt x="126167" y="260474"/>
                      <a:pt x="128202" y="252334"/>
                      <a:pt x="124132" y="228932"/>
                    </a:cubicBezTo>
                    <a:cubicBezTo>
                      <a:pt x="120063" y="206548"/>
                      <a:pt x="111923" y="162796"/>
                      <a:pt x="73258" y="112940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EB0B9080-FEE2-1E58-C693-44CDF2605D4C}"/>
                  </a:ext>
                </a:extLst>
              </p:cNvPr>
              <p:cNvSpPr/>
              <p:nvPr/>
            </p:nvSpPr>
            <p:spPr>
              <a:xfrm>
                <a:off x="2605970" y="2695435"/>
                <a:ext cx="649969" cy="511033"/>
              </a:xfrm>
              <a:custGeom>
                <a:avLst/>
                <a:gdLst>
                  <a:gd name="connsiteX0" fmla="*/ 619730 w 649969"/>
                  <a:gd name="connsiteY0" fmla="*/ 59385 h 511033"/>
                  <a:gd name="connsiteX1" fmla="*/ 637759 w 649969"/>
                  <a:gd name="connsiteY1" fmla="*/ 66396 h 511033"/>
                  <a:gd name="connsiteX2" fmla="*/ 630636 w 649969"/>
                  <a:gd name="connsiteY2" fmla="*/ 78605 h 511033"/>
                  <a:gd name="connsiteX3" fmla="*/ 633689 w 649969"/>
                  <a:gd name="connsiteY3" fmla="*/ 100990 h 511033"/>
                  <a:gd name="connsiteX4" fmla="*/ 649969 w 649969"/>
                  <a:gd name="connsiteY4" fmla="*/ 153899 h 511033"/>
                  <a:gd name="connsiteX5" fmla="*/ 622497 w 649969"/>
                  <a:gd name="connsiteY5" fmla="*/ 214947 h 511033"/>
                  <a:gd name="connsiteX6" fmla="*/ 603165 w 649969"/>
                  <a:gd name="connsiteY6" fmla="*/ 235297 h 511033"/>
                  <a:gd name="connsiteX7" fmla="*/ 578745 w 649969"/>
                  <a:gd name="connsiteY7" fmla="*/ 244454 h 511033"/>
                  <a:gd name="connsiteX8" fmla="*/ 588920 w 649969"/>
                  <a:gd name="connsiteY8" fmla="*/ 226140 h 511033"/>
                  <a:gd name="connsiteX9" fmla="*/ 598077 w 649969"/>
                  <a:gd name="connsiteY9" fmla="*/ 194598 h 511033"/>
                  <a:gd name="connsiteX10" fmla="*/ 605199 w 649969"/>
                  <a:gd name="connsiteY10" fmla="*/ 148811 h 511033"/>
                  <a:gd name="connsiteX11" fmla="*/ 605199 w 649969"/>
                  <a:gd name="connsiteY11" fmla="*/ 147794 h 511033"/>
                  <a:gd name="connsiteX12" fmla="*/ 588920 w 649969"/>
                  <a:gd name="connsiteY12" fmla="*/ 107095 h 511033"/>
                  <a:gd name="connsiteX13" fmla="*/ 605199 w 649969"/>
                  <a:gd name="connsiteY13" fmla="*/ 65378 h 511033"/>
                  <a:gd name="connsiteX14" fmla="*/ 619730 w 649969"/>
                  <a:gd name="connsiteY14" fmla="*/ 59385 h 511033"/>
                  <a:gd name="connsiteX15" fmla="*/ 536234 w 649969"/>
                  <a:gd name="connsiteY15" fmla="*/ 13995 h 511033"/>
                  <a:gd name="connsiteX16" fmla="*/ 569588 w 649969"/>
                  <a:gd name="connsiteY16" fmla="*/ 16539 h 511033"/>
                  <a:gd name="connsiteX17" fmla="*/ 606217 w 649969"/>
                  <a:gd name="connsiteY17" fmla="*/ 51133 h 511033"/>
                  <a:gd name="connsiteX18" fmla="*/ 571623 w 649969"/>
                  <a:gd name="connsiteY18" fmla="*/ 45028 h 511033"/>
                  <a:gd name="connsiteX19" fmla="*/ 406791 w 649969"/>
                  <a:gd name="connsiteY19" fmla="*/ 108112 h 511033"/>
                  <a:gd name="connsiteX20" fmla="*/ 270449 w 649969"/>
                  <a:gd name="connsiteY20" fmla="*/ 118286 h 511033"/>
                  <a:gd name="connsiteX21" fmla="*/ 198208 w 649969"/>
                  <a:gd name="connsiteY21" fmla="*/ 94884 h 511033"/>
                  <a:gd name="connsiteX22" fmla="*/ 163614 w 649969"/>
                  <a:gd name="connsiteY22" fmla="*/ 81657 h 511033"/>
                  <a:gd name="connsiteX23" fmla="*/ 206348 w 649969"/>
                  <a:gd name="connsiteY23" fmla="*/ 79622 h 511033"/>
                  <a:gd name="connsiteX24" fmla="*/ 280624 w 649969"/>
                  <a:gd name="connsiteY24" fmla="*/ 88780 h 511033"/>
                  <a:gd name="connsiteX25" fmla="*/ 394582 w 649969"/>
                  <a:gd name="connsiteY25" fmla="*/ 65378 h 511033"/>
                  <a:gd name="connsiteX26" fmla="*/ 394582 w 649969"/>
                  <a:gd name="connsiteY26" fmla="*/ 64360 h 511033"/>
                  <a:gd name="connsiteX27" fmla="*/ 536234 w 649969"/>
                  <a:gd name="connsiteY27" fmla="*/ 13995 h 511033"/>
                  <a:gd name="connsiteX28" fmla="*/ 189512 w 649969"/>
                  <a:gd name="connsiteY28" fmla="*/ 4 h 511033"/>
                  <a:gd name="connsiteX29" fmla="*/ 239925 w 649969"/>
                  <a:gd name="connsiteY29" fmla="*/ 6364 h 511033"/>
                  <a:gd name="connsiteX30" fmla="*/ 370162 w 649969"/>
                  <a:gd name="connsiteY30" fmla="*/ 23661 h 511033"/>
                  <a:gd name="connsiteX31" fmla="*/ 437316 w 649969"/>
                  <a:gd name="connsiteY31" fmla="*/ 28748 h 511033"/>
                  <a:gd name="connsiteX32" fmla="*/ 456648 w 649969"/>
                  <a:gd name="connsiteY32" fmla="*/ 31801 h 511033"/>
                  <a:gd name="connsiteX33" fmla="*/ 441386 w 649969"/>
                  <a:gd name="connsiteY33" fmla="*/ 36888 h 511033"/>
                  <a:gd name="connsiteX34" fmla="*/ 377284 w 649969"/>
                  <a:gd name="connsiteY34" fmla="*/ 51133 h 511033"/>
                  <a:gd name="connsiteX35" fmla="*/ 238907 w 649969"/>
                  <a:gd name="connsiteY35" fmla="*/ 51133 h 511033"/>
                  <a:gd name="connsiteX36" fmla="*/ 144282 w 649969"/>
                  <a:gd name="connsiteY36" fmla="*/ 54185 h 511033"/>
                  <a:gd name="connsiteX37" fmla="*/ 55761 w 649969"/>
                  <a:gd name="connsiteY37" fmla="*/ 118287 h 511033"/>
                  <a:gd name="connsiteX38" fmla="*/ 59831 w 649969"/>
                  <a:gd name="connsiteY38" fmla="*/ 235296 h 511033"/>
                  <a:gd name="connsiteX39" fmla="*/ 65668 w 649969"/>
                  <a:gd name="connsiteY39" fmla="*/ 263768 h 511033"/>
                  <a:gd name="connsiteX40" fmla="*/ 65300 w 649969"/>
                  <a:gd name="connsiteY40" fmla="*/ 257045 h 511033"/>
                  <a:gd name="connsiteX41" fmla="*/ 68988 w 649969"/>
                  <a:gd name="connsiteY41" fmla="*/ 247506 h 511033"/>
                  <a:gd name="connsiteX42" fmla="*/ 89338 w 649969"/>
                  <a:gd name="connsiteY42" fmla="*/ 269891 h 511033"/>
                  <a:gd name="connsiteX43" fmla="*/ 125967 w 649969"/>
                  <a:gd name="connsiteY43" fmla="*/ 303468 h 511033"/>
                  <a:gd name="connsiteX44" fmla="*/ 191086 w 649969"/>
                  <a:gd name="connsiteY44" fmla="*/ 338062 h 511033"/>
                  <a:gd name="connsiteX45" fmla="*/ 258239 w 649969"/>
                  <a:gd name="connsiteY45" fmla="*/ 274978 h 511033"/>
                  <a:gd name="connsiteX46" fmla="*/ 263327 w 649969"/>
                  <a:gd name="connsiteY46" fmla="*/ 242419 h 511033"/>
                  <a:gd name="connsiteX47" fmla="*/ 275536 w 649969"/>
                  <a:gd name="connsiteY47" fmla="*/ 275996 h 511033"/>
                  <a:gd name="connsiteX48" fmla="*/ 277062 w 649969"/>
                  <a:gd name="connsiteY48" fmla="*/ 300161 h 511033"/>
                  <a:gd name="connsiteX49" fmla="*/ 274796 w 649969"/>
                  <a:gd name="connsiteY49" fmla="*/ 309602 h 511033"/>
                  <a:gd name="connsiteX50" fmla="*/ 275155 w 649969"/>
                  <a:gd name="connsiteY50" fmla="*/ 310081 h 511033"/>
                  <a:gd name="connsiteX51" fmla="*/ 275537 w 649969"/>
                  <a:gd name="connsiteY51" fmla="*/ 331957 h 511033"/>
                  <a:gd name="connsiteX52" fmla="*/ 254170 w 649969"/>
                  <a:gd name="connsiteY52" fmla="*/ 372656 h 511033"/>
                  <a:gd name="connsiteX53" fmla="*/ 229750 w 649969"/>
                  <a:gd name="connsiteY53" fmla="*/ 396058 h 511033"/>
                  <a:gd name="connsiteX54" fmla="*/ 170737 w 649969"/>
                  <a:gd name="connsiteY54" fmla="*/ 393005 h 511033"/>
                  <a:gd name="connsiteX55" fmla="*/ 148225 w 649969"/>
                  <a:gd name="connsiteY55" fmla="*/ 371639 h 511033"/>
                  <a:gd name="connsiteX56" fmla="*/ 147028 w 649969"/>
                  <a:gd name="connsiteY56" fmla="*/ 369309 h 511033"/>
                  <a:gd name="connsiteX57" fmla="*/ 127620 w 649969"/>
                  <a:gd name="connsiteY57" fmla="*/ 362354 h 511033"/>
                  <a:gd name="connsiteX58" fmla="*/ 95443 w 649969"/>
                  <a:gd name="connsiteY58" fmla="*/ 336027 h 511033"/>
                  <a:gd name="connsiteX59" fmla="*/ 76619 w 649969"/>
                  <a:gd name="connsiteY59" fmla="*/ 309700 h 511033"/>
                  <a:gd name="connsiteX60" fmla="*/ 73308 w 649969"/>
                  <a:gd name="connsiteY60" fmla="*/ 301989 h 511033"/>
                  <a:gd name="connsiteX61" fmla="*/ 73058 w 649969"/>
                  <a:gd name="connsiteY61" fmla="*/ 358411 h 511033"/>
                  <a:gd name="connsiteX62" fmla="*/ 92390 w 649969"/>
                  <a:gd name="connsiteY62" fmla="*/ 480509 h 511033"/>
                  <a:gd name="connsiteX63" fmla="*/ 146317 w 649969"/>
                  <a:gd name="connsiteY63" fmla="*/ 505945 h 511033"/>
                  <a:gd name="connsiteX64" fmla="*/ 163614 w 649969"/>
                  <a:gd name="connsiteY64" fmla="*/ 507980 h 511033"/>
                  <a:gd name="connsiteX65" fmla="*/ 143264 w 649969"/>
                  <a:gd name="connsiteY65" fmla="*/ 511033 h 511033"/>
                  <a:gd name="connsiteX66" fmla="*/ 75093 w 649969"/>
                  <a:gd name="connsiteY66" fmla="*/ 488648 h 511033"/>
                  <a:gd name="connsiteX67" fmla="*/ 44569 w 649969"/>
                  <a:gd name="connsiteY67" fmla="*/ 433704 h 511033"/>
                  <a:gd name="connsiteX68" fmla="*/ 41517 w 649969"/>
                  <a:gd name="connsiteY68" fmla="*/ 347219 h 511033"/>
                  <a:gd name="connsiteX69" fmla="*/ 20149 w 649969"/>
                  <a:gd name="connsiteY69" fmla="*/ 241401 h 511033"/>
                  <a:gd name="connsiteX70" fmla="*/ 17097 w 649969"/>
                  <a:gd name="connsiteY70" fmla="*/ 95902 h 511033"/>
                  <a:gd name="connsiteX71" fmla="*/ 17097 w 649969"/>
                  <a:gd name="connsiteY71" fmla="*/ 93867 h 511033"/>
                  <a:gd name="connsiteX72" fmla="*/ 189512 w 649969"/>
                  <a:gd name="connsiteY72" fmla="*/ 4 h 51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649969" h="511033">
                    <a:moveTo>
                      <a:pt x="619730" y="59385"/>
                    </a:moveTo>
                    <a:cubicBezTo>
                      <a:pt x="632036" y="58002"/>
                      <a:pt x="637759" y="67922"/>
                      <a:pt x="637759" y="66396"/>
                    </a:cubicBezTo>
                    <a:cubicBezTo>
                      <a:pt x="637759" y="66396"/>
                      <a:pt x="632671" y="68431"/>
                      <a:pt x="630636" y="78605"/>
                    </a:cubicBezTo>
                    <a:cubicBezTo>
                      <a:pt x="629619" y="83693"/>
                      <a:pt x="630636" y="91833"/>
                      <a:pt x="633689" y="100990"/>
                    </a:cubicBezTo>
                    <a:cubicBezTo>
                      <a:pt x="636741" y="111165"/>
                      <a:pt x="647934" y="121339"/>
                      <a:pt x="649969" y="153899"/>
                    </a:cubicBezTo>
                    <a:cubicBezTo>
                      <a:pt x="646916" y="191545"/>
                      <a:pt x="627584" y="205790"/>
                      <a:pt x="622497" y="214947"/>
                    </a:cubicBezTo>
                    <a:cubicBezTo>
                      <a:pt x="615374" y="224105"/>
                      <a:pt x="609269" y="231227"/>
                      <a:pt x="603165" y="235297"/>
                    </a:cubicBezTo>
                    <a:cubicBezTo>
                      <a:pt x="589937" y="244454"/>
                      <a:pt x="578745" y="244454"/>
                      <a:pt x="578745" y="244454"/>
                    </a:cubicBezTo>
                    <a:cubicBezTo>
                      <a:pt x="578745" y="244454"/>
                      <a:pt x="583833" y="241402"/>
                      <a:pt x="588920" y="226140"/>
                    </a:cubicBezTo>
                    <a:cubicBezTo>
                      <a:pt x="591972" y="219017"/>
                      <a:pt x="592990" y="207825"/>
                      <a:pt x="598077" y="194598"/>
                    </a:cubicBezTo>
                    <a:cubicBezTo>
                      <a:pt x="603165" y="182388"/>
                      <a:pt x="612322" y="162039"/>
                      <a:pt x="605199" y="148811"/>
                    </a:cubicBezTo>
                    <a:lnTo>
                      <a:pt x="605199" y="147794"/>
                    </a:lnTo>
                    <a:cubicBezTo>
                      <a:pt x="599095" y="137619"/>
                      <a:pt x="590955" y="125409"/>
                      <a:pt x="588920" y="107095"/>
                    </a:cubicBezTo>
                    <a:cubicBezTo>
                      <a:pt x="587902" y="87763"/>
                      <a:pt x="596042" y="73518"/>
                      <a:pt x="605199" y="65378"/>
                    </a:cubicBezTo>
                    <a:cubicBezTo>
                      <a:pt x="610795" y="61563"/>
                      <a:pt x="615629" y="59846"/>
                      <a:pt x="619730" y="59385"/>
                    </a:cubicBezTo>
                    <a:close/>
                    <a:moveTo>
                      <a:pt x="536234" y="13995"/>
                    </a:moveTo>
                    <a:cubicBezTo>
                      <a:pt x="548539" y="13168"/>
                      <a:pt x="559668" y="13995"/>
                      <a:pt x="569588" y="16539"/>
                    </a:cubicBezTo>
                    <a:cubicBezTo>
                      <a:pt x="611305" y="28748"/>
                      <a:pt x="606217" y="53168"/>
                      <a:pt x="606217" y="51133"/>
                    </a:cubicBezTo>
                    <a:cubicBezTo>
                      <a:pt x="606217" y="52150"/>
                      <a:pt x="600112" y="42993"/>
                      <a:pt x="571623" y="45028"/>
                    </a:cubicBezTo>
                    <a:cubicBezTo>
                      <a:pt x="541099" y="47063"/>
                      <a:pt x="496329" y="71482"/>
                      <a:pt x="406791" y="108112"/>
                    </a:cubicBezTo>
                    <a:cubicBezTo>
                      <a:pt x="353882" y="128461"/>
                      <a:pt x="303009" y="125409"/>
                      <a:pt x="270449" y="118286"/>
                    </a:cubicBezTo>
                    <a:cubicBezTo>
                      <a:pt x="236872" y="111164"/>
                      <a:pt x="214488" y="102007"/>
                      <a:pt x="198208" y="94884"/>
                    </a:cubicBezTo>
                    <a:cubicBezTo>
                      <a:pt x="172771" y="79622"/>
                      <a:pt x="165649" y="81657"/>
                      <a:pt x="163614" y="81657"/>
                    </a:cubicBezTo>
                    <a:cubicBezTo>
                      <a:pt x="163614" y="81657"/>
                      <a:pt x="170736" y="70465"/>
                      <a:pt x="206348" y="79622"/>
                    </a:cubicBezTo>
                    <a:cubicBezTo>
                      <a:pt x="224663" y="82675"/>
                      <a:pt x="248065" y="86745"/>
                      <a:pt x="280624" y="88780"/>
                    </a:cubicBezTo>
                    <a:cubicBezTo>
                      <a:pt x="313183" y="89797"/>
                      <a:pt x="351847" y="86745"/>
                      <a:pt x="394582" y="65378"/>
                    </a:cubicBezTo>
                    <a:lnTo>
                      <a:pt x="394582" y="64360"/>
                    </a:lnTo>
                    <a:cubicBezTo>
                      <a:pt x="451815" y="33836"/>
                      <a:pt x="499319" y="16475"/>
                      <a:pt x="536234" y="13995"/>
                    </a:cubicBezTo>
                    <a:close/>
                    <a:moveTo>
                      <a:pt x="189512" y="4"/>
                    </a:moveTo>
                    <a:cubicBezTo>
                      <a:pt x="208574" y="-123"/>
                      <a:pt x="225935" y="2294"/>
                      <a:pt x="239925" y="6364"/>
                    </a:cubicBezTo>
                    <a:cubicBezTo>
                      <a:pt x="298939" y="17556"/>
                      <a:pt x="337603" y="20609"/>
                      <a:pt x="370162" y="23661"/>
                    </a:cubicBezTo>
                    <a:cubicBezTo>
                      <a:pt x="401704" y="25696"/>
                      <a:pt x="423071" y="26713"/>
                      <a:pt x="437316" y="28748"/>
                    </a:cubicBezTo>
                    <a:cubicBezTo>
                      <a:pt x="450543" y="30783"/>
                      <a:pt x="456648" y="31801"/>
                      <a:pt x="456648" y="31801"/>
                    </a:cubicBezTo>
                    <a:cubicBezTo>
                      <a:pt x="456648" y="31801"/>
                      <a:pt x="452578" y="32818"/>
                      <a:pt x="441386" y="36888"/>
                    </a:cubicBezTo>
                    <a:cubicBezTo>
                      <a:pt x="429176" y="39941"/>
                      <a:pt x="409844" y="46046"/>
                      <a:pt x="377284" y="51133"/>
                    </a:cubicBezTo>
                    <a:cubicBezTo>
                      <a:pt x="345743" y="56220"/>
                      <a:pt x="298939" y="59273"/>
                      <a:pt x="238907" y="51133"/>
                    </a:cubicBezTo>
                    <a:cubicBezTo>
                      <a:pt x="209400" y="48081"/>
                      <a:pt x="176841" y="42993"/>
                      <a:pt x="144282" y="54185"/>
                    </a:cubicBezTo>
                    <a:cubicBezTo>
                      <a:pt x="110705" y="62325"/>
                      <a:pt x="78146" y="86745"/>
                      <a:pt x="55761" y="118287"/>
                    </a:cubicBezTo>
                    <a:cubicBezTo>
                      <a:pt x="33377" y="157968"/>
                      <a:pt x="44569" y="192562"/>
                      <a:pt x="59831" y="235296"/>
                    </a:cubicBezTo>
                    <a:lnTo>
                      <a:pt x="65668" y="263768"/>
                    </a:lnTo>
                    <a:lnTo>
                      <a:pt x="65300" y="257045"/>
                    </a:lnTo>
                    <a:cubicBezTo>
                      <a:pt x="66699" y="250559"/>
                      <a:pt x="68988" y="247506"/>
                      <a:pt x="68988" y="247506"/>
                    </a:cubicBezTo>
                    <a:cubicBezTo>
                      <a:pt x="68988" y="247506"/>
                      <a:pt x="73058" y="252594"/>
                      <a:pt x="89338" y="269891"/>
                    </a:cubicBezTo>
                    <a:cubicBezTo>
                      <a:pt x="97478" y="278031"/>
                      <a:pt x="108670" y="290240"/>
                      <a:pt x="125967" y="303468"/>
                    </a:cubicBezTo>
                    <a:cubicBezTo>
                      <a:pt x="142247" y="316695"/>
                      <a:pt x="167684" y="333992"/>
                      <a:pt x="191086" y="338062"/>
                    </a:cubicBezTo>
                    <a:cubicBezTo>
                      <a:pt x="250099" y="333992"/>
                      <a:pt x="253152" y="294310"/>
                      <a:pt x="258239" y="274978"/>
                    </a:cubicBezTo>
                    <a:cubicBezTo>
                      <a:pt x="261292" y="253611"/>
                      <a:pt x="262309" y="242419"/>
                      <a:pt x="263327" y="242419"/>
                    </a:cubicBezTo>
                    <a:cubicBezTo>
                      <a:pt x="263327" y="242419"/>
                      <a:pt x="269431" y="249541"/>
                      <a:pt x="275536" y="275996"/>
                    </a:cubicBezTo>
                    <a:cubicBezTo>
                      <a:pt x="276554" y="282610"/>
                      <a:pt x="277571" y="290749"/>
                      <a:pt x="277062" y="300161"/>
                    </a:cubicBezTo>
                    <a:lnTo>
                      <a:pt x="274796" y="309602"/>
                    </a:lnTo>
                    <a:lnTo>
                      <a:pt x="275155" y="310081"/>
                    </a:lnTo>
                    <a:cubicBezTo>
                      <a:pt x="277063" y="316694"/>
                      <a:pt x="277063" y="324326"/>
                      <a:pt x="275537" y="331957"/>
                    </a:cubicBezTo>
                    <a:cubicBezTo>
                      <a:pt x="272484" y="347219"/>
                      <a:pt x="263327" y="360446"/>
                      <a:pt x="254170" y="372656"/>
                    </a:cubicBezTo>
                    <a:cubicBezTo>
                      <a:pt x="247047" y="381813"/>
                      <a:pt x="239925" y="389953"/>
                      <a:pt x="229750" y="396058"/>
                    </a:cubicBezTo>
                    <a:cubicBezTo>
                      <a:pt x="211436" y="406233"/>
                      <a:pt x="188034" y="404198"/>
                      <a:pt x="170737" y="393005"/>
                    </a:cubicBezTo>
                    <a:cubicBezTo>
                      <a:pt x="161579" y="387409"/>
                      <a:pt x="154203" y="380033"/>
                      <a:pt x="148225" y="371639"/>
                    </a:cubicBezTo>
                    <a:lnTo>
                      <a:pt x="147028" y="369309"/>
                    </a:lnTo>
                    <a:lnTo>
                      <a:pt x="127620" y="362354"/>
                    </a:lnTo>
                    <a:cubicBezTo>
                      <a:pt x="113757" y="353833"/>
                      <a:pt x="103582" y="344167"/>
                      <a:pt x="95443" y="336027"/>
                    </a:cubicBezTo>
                    <a:cubicBezTo>
                      <a:pt x="87303" y="326870"/>
                      <a:pt x="81198" y="317967"/>
                      <a:pt x="76619" y="309700"/>
                    </a:cubicBezTo>
                    <a:lnTo>
                      <a:pt x="73308" y="301989"/>
                    </a:lnTo>
                    <a:lnTo>
                      <a:pt x="73058" y="358411"/>
                    </a:lnTo>
                    <a:cubicBezTo>
                      <a:pt x="63901" y="429635"/>
                      <a:pt x="68988" y="459141"/>
                      <a:pt x="92390" y="480509"/>
                    </a:cubicBezTo>
                    <a:cubicBezTo>
                      <a:pt x="112740" y="499841"/>
                      <a:pt x="134107" y="502893"/>
                      <a:pt x="146317" y="505945"/>
                    </a:cubicBezTo>
                    <a:cubicBezTo>
                      <a:pt x="158527" y="506963"/>
                      <a:pt x="163614" y="507980"/>
                      <a:pt x="163614" y="507980"/>
                    </a:cubicBezTo>
                    <a:cubicBezTo>
                      <a:pt x="163614" y="507980"/>
                      <a:pt x="157509" y="510015"/>
                      <a:pt x="143264" y="511033"/>
                    </a:cubicBezTo>
                    <a:cubicBezTo>
                      <a:pt x="129020" y="511033"/>
                      <a:pt x="102565" y="511033"/>
                      <a:pt x="75093" y="488648"/>
                    </a:cubicBezTo>
                    <a:cubicBezTo>
                      <a:pt x="61866" y="476439"/>
                      <a:pt x="48639" y="458124"/>
                      <a:pt x="44569" y="433704"/>
                    </a:cubicBezTo>
                    <a:cubicBezTo>
                      <a:pt x="39482" y="409285"/>
                      <a:pt x="42534" y="379778"/>
                      <a:pt x="41517" y="347219"/>
                    </a:cubicBezTo>
                    <a:cubicBezTo>
                      <a:pt x="41517" y="314660"/>
                      <a:pt x="36429" y="278031"/>
                      <a:pt x="20149" y="241401"/>
                    </a:cubicBezTo>
                    <a:cubicBezTo>
                      <a:pt x="2852" y="205790"/>
                      <a:pt x="-13427" y="148811"/>
                      <a:pt x="17097" y="95902"/>
                    </a:cubicBezTo>
                    <a:lnTo>
                      <a:pt x="17097" y="93867"/>
                    </a:lnTo>
                    <a:cubicBezTo>
                      <a:pt x="59831" y="23661"/>
                      <a:pt x="132326" y="386"/>
                      <a:pt x="189512" y="4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FF062546-B77C-23A6-A5A1-7AD0D975AFCD}"/>
                  </a:ext>
                </a:extLst>
              </p:cNvPr>
              <p:cNvSpPr/>
              <p:nvPr/>
            </p:nvSpPr>
            <p:spPr>
              <a:xfrm>
                <a:off x="2288313" y="1772842"/>
                <a:ext cx="77522" cy="68694"/>
              </a:xfrm>
              <a:custGeom>
                <a:avLst/>
                <a:gdLst>
                  <a:gd name="connsiteX0" fmla="*/ 75297 w 77522"/>
                  <a:gd name="connsiteY0" fmla="*/ 15262 h 68694"/>
                  <a:gd name="connsiteX1" fmla="*/ 18318 w 77522"/>
                  <a:gd name="connsiteY1" fmla="*/ 64101 h 68694"/>
                  <a:gd name="connsiteX2" fmla="*/ 2038 w 77522"/>
                  <a:gd name="connsiteY2" fmla="*/ 27472 h 68694"/>
                  <a:gd name="connsiteX3" fmla="*/ 2038 w 77522"/>
                  <a:gd name="connsiteY3" fmla="*/ 12210 h 68694"/>
                  <a:gd name="connsiteX4" fmla="*/ 27475 w 77522"/>
                  <a:gd name="connsiteY4" fmla="*/ 12210 h 68694"/>
                  <a:gd name="connsiteX5" fmla="*/ 26458 w 77522"/>
                  <a:gd name="connsiteY5" fmla="*/ 25437 h 68694"/>
                  <a:gd name="connsiteX6" fmla="*/ 26458 w 77522"/>
                  <a:gd name="connsiteY6" fmla="*/ 19332 h 68694"/>
                  <a:gd name="connsiteX7" fmla="*/ 36633 w 77522"/>
                  <a:gd name="connsiteY7" fmla="*/ 27472 h 68694"/>
                  <a:gd name="connsiteX8" fmla="*/ 36633 w 77522"/>
                  <a:gd name="connsiteY8" fmla="*/ 22384 h 68694"/>
                  <a:gd name="connsiteX9" fmla="*/ 42737 w 77522"/>
                  <a:gd name="connsiteY9" fmla="*/ 24419 h 68694"/>
                  <a:gd name="connsiteX10" fmla="*/ 36633 w 77522"/>
                  <a:gd name="connsiteY10" fmla="*/ 30524 h 68694"/>
                  <a:gd name="connsiteX11" fmla="*/ 36633 w 77522"/>
                  <a:gd name="connsiteY11" fmla="*/ 26454 h 68694"/>
                  <a:gd name="connsiteX12" fmla="*/ 41720 w 77522"/>
                  <a:gd name="connsiteY12" fmla="*/ 28489 h 68694"/>
                  <a:gd name="connsiteX13" fmla="*/ 38668 w 77522"/>
                  <a:gd name="connsiteY13" fmla="*/ 29507 h 68694"/>
                  <a:gd name="connsiteX14" fmla="*/ 27475 w 77522"/>
                  <a:gd name="connsiteY14" fmla="*/ 44769 h 68694"/>
                  <a:gd name="connsiteX15" fmla="*/ 21370 w 77522"/>
                  <a:gd name="connsiteY15" fmla="*/ 33577 h 68694"/>
                  <a:gd name="connsiteX16" fmla="*/ 22388 w 77522"/>
                  <a:gd name="connsiteY16" fmla="*/ 11192 h 68694"/>
                  <a:gd name="connsiteX17" fmla="*/ 41720 w 77522"/>
                  <a:gd name="connsiteY17" fmla="*/ 0 h 68694"/>
                  <a:gd name="connsiteX18" fmla="*/ 74279 w 77522"/>
                  <a:gd name="connsiteY18" fmla="*/ 19332 h 6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522" h="68694">
                    <a:moveTo>
                      <a:pt x="75297" y="15262"/>
                    </a:moveTo>
                    <a:cubicBezTo>
                      <a:pt x="87507" y="54944"/>
                      <a:pt x="46807" y="79363"/>
                      <a:pt x="18318" y="64101"/>
                    </a:cubicBezTo>
                    <a:cubicBezTo>
                      <a:pt x="-7119" y="44769"/>
                      <a:pt x="1021" y="33577"/>
                      <a:pt x="2038" y="27472"/>
                    </a:cubicBezTo>
                    <a:lnTo>
                      <a:pt x="2038" y="12210"/>
                    </a:lnTo>
                    <a:cubicBezTo>
                      <a:pt x="15266" y="8140"/>
                      <a:pt x="27475" y="12210"/>
                      <a:pt x="27475" y="12210"/>
                    </a:cubicBezTo>
                    <a:cubicBezTo>
                      <a:pt x="27475" y="12210"/>
                      <a:pt x="27475" y="15262"/>
                      <a:pt x="26458" y="25437"/>
                    </a:cubicBezTo>
                    <a:lnTo>
                      <a:pt x="26458" y="19332"/>
                    </a:lnTo>
                    <a:cubicBezTo>
                      <a:pt x="26458" y="19332"/>
                      <a:pt x="37650" y="28489"/>
                      <a:pt x="36633" y="27472"/>
                    </a:cubicBezTo>
                    <a:cubicBezTo>
                      <a:pt x="39685" y="31542"/>
                      <a:pt x="36633" y="23402"/>
                      <a:pt x="36633" y="22384"/>
                    </a:cubicBezTo>
                    <a:cubicBezTo>
                      <a:pt x="33580" y="19332"/>
                      <a:pt x="41720" y="25437"/>
                      <a:pt x="42737" y="24419"/>
                    </a:cubicBezTo>
                    <a:cubicBezTo>
                      <a:pt x="39685" y="24419"/>
                      <a:pt x="35615" y="31542"/>
                      <a:pt x="36633" y="30524"/>
                    </a:cubicBezTo>
                    <a:cubicBezTo>
                      <a:pt x="37650" y="30524"/>
                      <a:pt x="33580" y="21367"/>
                      <a:pt x="36633" y="26454"/>
                    </a:cubicBezTo>
                    <a:cubicBezTo>
                      <a:pt x="36633" y="26454"/>
                      <a:pt x="40703" y="28489"/>
                      <a:pt x="41720" y="28489"/>
                    </a:cubicBezTo>
                    <a:cubicBezTo>
                      <a:pt x="44772" y="28489"/>
                      <a:pt x="39685" y="28489"/>
                      <a:pt x="38668" y="29507"/>
                    </a:cubicBezTo>
                    <a:cubicBezTo>
                      <a:pt x="31545" y="33577"/>
                      <a:pt x="27475" y="44769"/>
                      <a:pt x="27475" y="44769"/>
                    </a:cubicBezTo>
                    <a:cubicBezTo>
                      <a:pt x="27475" y="44769"/>
                      <a:pt x="25440" y="41717"/>
                      <a:pt x="21370" y="33577"/>
                    </a:cubicBezTo>
                    <a:cubicBezTo>
                      <a:pt x="20353" y="29507"/>
                      <a:pt x="16283" y="21367"/>
                      <a:pt x="22388" y="11192"/>
                    </a:cubicBezTo>
                    <a:cubicBezTo>
                      <a:pt x="25440" y="6105"/>
                      <a:pt x="32563" y="1017"/>
                      <a:pt x="41720" y="0"/>
                    </a:cubicBezTo>
                    <a:cubicBezTo>
                      <a:pt x="49860" y="0"/>
                      <a:pt x="66139" y="0"/>
                      <a:pt x="74279" y="19332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D94A74CD-5EBF-2A27-E0EB-8C51FBDB17A2}"/>
                  </a:ext>
                </a:extLst>
              </p:cNvPr>
              <p:cNvSpPr/>
              <p:nvPr/>
            </p:nvSpPr>
            <p:spPr>
              <a:xfrm>
                <a:off x="2274318" y="1773836"/>
                <a:ext cx="64872" cy="47845"/>
              </a:xfrm>
              <a:custGeom>
                <a:avLst/>
                <a:gdLst>
                  <a:gd name="connsiteX0" fmla="*/ 21121 w 64872"/>
                  <a:gd name="connsiteY0" fmla="*/ 46828 h 47845"/>
                  <a:gd name="connsiteX1" fmla="*/ 13999 w 64872"/>
                  <a:gd name="connsiteY1" fmla="*/ 1041 h 47845"/>
                  <a:gd name="connsiteX2" fmla="*/ 36383 w 64872"/>
                  <a:gd name="connsiteY2" fmla="*/ 10199 h 47845"/>
                  <a:gd name="connsiteX3" fmla="*/ 38418 w 64872"/>
                  <a:gd name="connsiteY3" fmla="*/ 16303 h 47845"/>
                  <a:gd name="connsiteX4" fmla="*/ 44523 w 64872"/>
                  <a:gd name="connsiteY4" fmla="*/ 19356 h 47845"/>
                  <a:gd name="connsiteX5" fmla="*/ 49610 w 64872"/>
                  <a:gd name="connsiteY5" fmla="*/ 19356 h 47845"/>
                  <a:gd name="connsiteX6" fmla="*/ 46558 w 64872"/>
                  <a:gd name="connsiteY6" fmla="*/ 21391 h 47845"/>
                  <a:gd name="connsiteX7" fmla="*/ 55715 w 64872"/>
                  <a:gd name="connsiteY7" fmla="*/ 10199 h 47845"/>
                  <a:gd name="connsiteX8" fmla="*/ 60803 w 64872"/>
                  <a:gd name="connsiteY8" fmla="*/ 19356 h 47845"/>
                  <a:gd name="connsiteX9" fmla="*/ 64872 w 64872"/>
                  <a:gd name="connsiteY9" fmla="*/ 37670 h 47845"/>
                  <a:gd name="connsiteX10" fmla="*/ 58768 w 64872"/>
                  <a:gd name="connsiteY10" fmla="*/ 36653 h 47845"/>
                  <a:gd name="connsiteX11" fmla="*/ 22138 w 64872"/>
                  <a:gd name="connsiteY11" fmla="*/ 47845 h 47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4872" h="47845">
                    <a:moveTo>
                      <a:pt x="21121" y="46828"/>
                    </a:moveTo>
                    <a:cubicBezTo>
                      <a:pt x="-10421" y="37670"/>
                      <a:pt x="-1264" y="4094"/>
                      <a:pt x="13999" y="1041"/>
                    </a:cubicBezTo>
                    <a:cubicBezTo>
                      <a:pt x="30278" y="-4046"/>
                      <a:pt x="36383" y="11216"/>
                      <a:pt x="36383" y="10199"/>
                    </a:cubicBezTo>
                    <a:cubicBezTo>
                      <a:pt x="36383" y="10199"/>
                      <a:pt x="35366" y="13251"/>
                      <a:pt x="38418" y="16303"/>
                    </a:cubicBezTo>
                    <a:cubicBezTo>
                      <a:pt x="39436" y="17321"/>
                      <a:pt x="41471" y="19356"/>
                      <a:pt x="44523" y="19356"/>
                    </a:cubicBezTo>
                    <a:cubicBezTo>
                      <a:pt x="45540" y="19356"/>
                      <a:pt x="47575" y="19356"/>
                      <a:pt x="49610" y="19356"/>
                    </a:cubicBezTo>
                    <a:cubicBezTo>
                      <a:pt x="49610" y="19356"/>
                      <a:pt x="47575" y="19356"/>
                      <a:pt x="46558" y="21391"/>
                    </a:cubicBezTo>
                    <a:cubicBezTo>
                      <a:pt x="57750" y="8164"/>
                      <a:pt x="52663" y="9181"/>
                      <a:pt x="55715" y="10199"/>
                    </a:cubicBezTo>
                    <a:cubicBezTo>
                      <a:pt x="56733" y="12234"/>
                      <a:pt x="58768" y="15286"/>
                      <a:pt x="60803" y="19356"/>
                    </a:cubicBezTo>
                    <a:cubicBezTo>
                      <a:pt x="63855" y="27496"/>
                      <a:pt x="64872" y="37670"/>
                      <a:pt x="64872" y="37670"/>
                    </a:cubicBezTo>
                    <a:cubicBezTo>
                      <a:pt x="64872" y="37670"/>
                      <a:pt x="63855" y="34618"/>
                      <a:pt x="58768" y="36653"/>
                    </a:cubicBezTo>
                    <a:cubicBezTo>
                      <a:pt x="52663" y="36653"/>
                      <a:pt x="50628" y="47845"/>
                      <a:pt x="22138" y="47845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599C1776-BC7D-8B5A-1575-4D5C5328EBA1}"/>
                  </a:ext>
                </a:extLst>
              </p:cNvPr>
              <p:cNvSpPr/>
              <p:nvPr/>
            </p:nvSpPr>
            <p:spPr>
              <a:xfrm>
                <a:off x="3321706" y="1820833"/>
                <a:ext cx="57079" cy="56809"/>
              </a:xfrm>
              <a:custGeom>
                <a:avLst/>
                <a:gdLst>
                  <a:gd name="connsiteX0" fmla="*/ 9527 w 57079"/>
                  <a:gd name="connsiteY0" fmla="*/ 45618 h 56809"/>
                  <a:gd name="connsiteX1" fmla="*/ 5457 w 57079"/>
                  <a:gd name="connsiteY1" fmla="*/ 11023 h 56809"/>
                  <a:gd name="connsiteX2" fmla="*/ 35981 w 57079"/>
                  <a:gd name="connsiteY2" fmla="*/ 2884 h 56809"/>
                  <a:gd name="connsiteX3" fmla="*/ 41068 w 57079"/>
                  <a:gd name="connsiteY3" fmla="*/ 26285 h 56809"/>
                  <a:gd name="connsiteX4" fmla="*/ 38016 w 57079"/>
                  <a:gd name="connsiteY4" fmla="*/ 30355 h 56809"/>
                  <a:gd name="connsiteX5" fmla="*/ 39034 w 57079"/>
                  <a:gd name="connsiteY5" fmla="*/ 32390 h 56809"/>
                  <a:gd name="connsiteX6" fmla="*/ 54296 w 57079"/>
                  <a:gd name="connsiteY6" fmla="*/ 33408 h 56809"/>
                  <a:gd name="connsiteX7" fmla="*/ 54296 w 57079"/>
                  <a:gd name="connsiteY7" fmla="*/ 38495 h 56809"/>
                  <a:gd name="connsiteX8" fmla="*/ 52261 w 57079"/>
                  <a:gd name="connsiteY8" fmla="*/ 56810 h 56809"/>
                  <a:gd name="connsiteX9" fmla="*/ 47173 w 57079"/>
                  <a:gd name="connsiteY9" fmla="*/ 53757 h 56809"/>
                  <a:gd name="connsiteX10" fmla="*/ 10544 w 57079"/>
                  <a:gd name="connsiteY10" fmla="*/ 44600 h 56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079" h="56809">
                    <a:moveTo>
                      <a:pt x="9527" y="45618"/>
                    </a:moveTo>
                    <a:cubicBezTo>
                      <a:pt x="-648" y="39513"/>
                      <a:pt x="-3701" y="24251"/>
                      <a:pt x="5457" y="11023"/>
                    </a:cubicBezTo>
                    <a:cubicBezTo>
                      <a:pt x="14614" y="-1186"/>
                      <a:pt x="28859" y="-2204"/>
                      <a:pt x="35981" y="2884"/>
                    </a:cubicBezTo>
                    <a:cubicBezTo>
                      <a:pt x="52261" y="14076"/>
                      <a:pt x="40051" y="27303"/>
                      <a:pt x="41068" y="26285"/>
                    </a:cubicBezTo>
                    <a:cubicBezTo>
                      <a:pt x="41068" y="26285"/>
                      <a:pt x="38016" y="26285"/>
                      <a:pt x="38016" y="30355"/>
                    </a:cubicBezTo>
                    <a:cubicBezTo>
                      <a:pt x="39034" y="33408"/>
                      <a:pt x="36999" y="30355"/>
                      <a:pt x="39034" y="32390"/>
                    </a:cubicBezTo>
                    <a:cubicBezTo>
                      <a:pt x="39034" y="33408"/>
                      <a:pt x="49208" y="34425"/>
                      <a:pt x="54296" y="33408"/>
                    </a:cubicBezTo>
                    <a:cubicBezTo>
                      <a:pt x="59383" y="29338"/>
                      <a:pt x="56331" y="29338"/>
                      <a:pt x="54296" y="38495"/>
                    </a:cubicBezTo>
                    <a:cubicBezTo>
                      <a:pt x="52261" y="46635"/>
                      <a:pt x="52261" y="56810"/>
                      <a:pt x="52261" y="56810"/>
                    </a:cubicBezTo>
                    <a:cubicBezTo>
                      <a:pt x="52261" y="56810"/>
                      <a:pt x="52261" y="53757"/>
                      <a:pt x="47173" y="53757"/>
                    </a:cubicBezTo>
                    <a:cubicBezTo>
                      <a:pt x="43103" y="51722"/>
                      <a:pt x="33946" y="59862"/>
                      <a:pt x="10544" y="44600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6F1A460F-0C45-9FD7-1BA9-FB2D61090D4B}"/>
                  </a:ext>
                </a:extLst>
              </p:cNvPr>
              <p:cNvSpPr/>
              <p:nvPr/>
            </p:nvSpPr>
            <p:spPr>
              <a:xfrm>
                <a:off x="3319022" y="1822898"/>
                <a:ext cx="57996" cy="64398"/>
              </a:xfrm>
              <a:custGeom>
                <a:avLst/>
                <a:gdLst>
                  <a:gd name="connsiteX0" fmla="*/ 4070 w 57996"/>
                  <a:gd name="connsiteY0" fmla="*/ 45587 h 64398"/>
                  <a:gd name="connsiteX1" fmla="*/ 27472 w 57996"/>
                  <a:gd name="connsiteY1" fmla="*/ 818 h 64398"/>
                  <a:gd name="connsiteX2" fmla="*/ 53926 w 57996"/>
                  <a:gd name="connsiteY2" fmla="*/ 8958 h 64398"/>
                  <a:gd name="connsiteX3" fmla="*/ 54944 w 57996"/>
                  <a:gd name="connsiteY3" fmla="*/ 33378 h 64398"/>
                  <a:gd name="connsiteX4" fmla="*/ 46804 w 57996"/>
                  <a:gd name="connsiteY4" fmla="*/ 36430 h 64398"/>
                  <a:gd name="connsiteX5" fmla="*/ 40699 w 57996"/>
                  <a:gd name="connsiteY5" fmla="*/ 43552 h 64398"/>
                  <a:gd name="connsiteX6" fmla="*/ 40699 w 57996"/>
                  <a:gd name="connsiteY6" fmla="*/ 46605 h 64398"/>
                  <a:gd name="connsiteX7" fmla="*/ 36629 w 57996"/>
                  <a:gd name="connsiteY7" fmla="*/ 44570 h 64398"/>
                  <a:gd name="connsiteX8" fmla="*/ 42734 w 57996"/>
                  <a:gd name="connsiteY8" fmla="*/ 41517 h 64398"/>
                  <a:gd name="connsiteX9" fmla="*/ 42734 w 57996"/>
                  <a:gd name="connsiteY9" fmla="*/ 41517 h 64398"/>
                  <a:gd name="connsiteX10" fmla="*/ 42734 w 57996"/>
                  <a:gd name="connsiteY10" fmla="*/ 41517 h 64398"/>
                  <a:gd name="connsiteX11" fmla="*/ 42734 w 57996"/>
                  <a:gd name="connsiteY11" fmla="*/ 42535 h 64398"/>
                  <a:gd name="connsiteX12" fmla="*/ 42734 w 57996"/>
                  <a:gd name="connsiteY12" fmla="*/ 42535 h 64398"/>
                  <a:gd name="connsiteX13" fmla="*/ 42734 w 57996"/>
                  <a:gd name="connsiteY13" fmla="*/ 36430 h 64398"/>
                  <a:gd name="connsiteX14" fmla="*/ 42734 w 57996"/>
                  <a:gd name="connsiteY14" fmla="*/ 36430 h 64398"/>
                  <a:gd name="connsiteX15" fmla="*/ 42734 w 57996"/>
                  <a:gd name="connsiteY15" fmla="*/ 36430 h 64398"/>
                  <a:gd name="connsiteX16" fmla="*/ 42734 w 57996"/>
                  <a:gd name="connsiteY16" fmla="*/ 36430 h 64398"/>
                  <a:gd name="connsiteX17" fmla="*/ 42734 w 57996"/>
                  <a:gd name="connsiteY17" fmla="*/ 36430 h 64398"/>
                  <a:gd name="connsiteX18" fmla="*/ 42734 w 57996"/>
                  <a:gd name="connsiteY18" fmla="*/ 36430 h 64398"/>
                  <a:gd name="connsiteX19" fmla="*/ 46804 w 57996"/>
                  <a:gd name="connsiteY19" fmla="*/ 41517 h 64398"/>
                  <a:gd name="connsiteX20" fmla="*/ 57996 w 57996"/>
                  <a:gd name="connsiteY20" fmla="*/ 57797 h 64398"/>
                  <a:gd name="connsiteX21" fmla="*/ 48839 w 57996"/>
                  <a:gd name="connsiteY21" fmla="*/ 57797 h 64398"/>
                  <a:gd name="connsiteX22" fmla="*/ 34594 w 57996"/>
                  <a:gd name="connsiteY22" fmla="*/ 63902 h 64398"/>
                  <a:gd name="connsiteX23" fmla="*/ 0 w 57996"/>
                  <a:gd name="connsiteY23" fmla="*/ 46605 h 64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57996" h="64398">
                    <a:moveTo>
                      <a:pt x="4070" y="45587"/>
                    </a:moveTo>
                    <a:cubicBezTo>
                      <a:pt x="-3053" y="20150"/>
                      <a:pt x="14245" y="3871"/>
                      <a:pt x="27472" y="818"/>
                    </a:cubicBezTo>
                    <a:cubicBezTo>
                      <a:pt x="41717" y="-2234"/>
                      <a:pt x="49856" y="3871"/>
                      <a:pt x="53926" y="8958"/>
                    </a:cubicBezTo>
                    <a:cubicBezTo>
                      <a:pt x="61049" y="21168"/>
                      <a:pt x="54944" y="33378"/>
                      <a:pt x="54944" y="33378"/>
                    </a:cubicBezTo>
                    <a:cubicBezTo>
                      <a:pt x="54944" y="33378"/>
                      <a:pt x="52909" y="33378"/>
                      <a:pt x="46804" y="36430"/>
                    </a:cubicBezTo>
                    <a:cubicBezTo>
                      <a:pt x="44769" y="37447"/>
                      <a:pt x="40699" y="39483"/>
                      <a:pt x="40699" y="43552"/>
                    </a:cubicBezTo>
                    <a:cubicBezTo>
                      <a:pt x="39682" y="44570"/>
                      <a:pt x="42734" y="47622"/>
                      <a:pt x="40699" y="46605"/>
                    </a:cubicBezTo>
                    <a:cubicBezTo>
                      <a:pt x="40699" y="45587"/>
                      <a:pt x="36629" y="44570"/>
                      <a:pt x="36629" y="44570"/>
                    </a:cubicBezTo>
                    <a:cubicBezTo>
                      <a:pt x="36629" y="44570"/>
                      <a:pt x="41717" y="42535"/>
                      <a:pt x="42734" y="41517"/>
                    </a:cubicBezTo>
                    <a:cubicBezTo>
                      <a:pt x="42734" y="41517"/>
                      <a:pt x="42734" y="41517"/>
                      <a:pt x="42734" y="41517"/>
                    </a:cubicBezTo>
                    <a:lnTo>
                      <a:pt x="42734" y="41517"/>
                    </a:lnTo>
                    <a:cubicBezTo>
                      <a:pt x="42734" y="41517"/>
                      <a:pt x="42734" y="42535"/>
                      <a:pt x="42734" y="42535"/>
                    </a:cubicBezTo>
                    <a:lnTo>
                      <a:pt x="42734" y="42535"/>
                    </a:lnTo>
                    <a:cubicBezTo>
                      <a:pt x="42734" y="42535"/>
                      <a:pt x="42734" y="36430"/>
                      <a:pt x="42734" y="36430"/>
                    </a:cubicBezTo>
                    <a:lnTo>
                      <a:pt x="42734" y="36430"/>
                    </a:lnTo>
                    <a:cubicBezTo>
                      <a:pt x="42734" y="36430"/>
                      <a:pt x="42734" y="36430"/>
                      <a:pt x="42734" y="36430"/>
                    </a:cubicBezTo>
                    <a:lnTo>
                      <a:pt x="42734" y="36430"/>
                    </a:lnTo>
                    <a:cubicBezTo>
                      <a:pt x="42734" y="36430"/>
                      <a:pt x="42734" y="36430"/>
                      <a:pt x="42734" y="36430"/>
                    </a:cubicBezTo>
                    <a:lnTo>
                      <a:pt x="42734" y="36430"/>
                    </a:lnTo>
                    <a:cubicBezTo>
                      <a:pt x="42734" y="36430"/>
                      <a:pt x="44769" y="39483"/>
                      <a:pt x="46804" y="41517"/>
                    </a:cubicBezTo>
                    <a:cubicBezTo>
                      <a:pt x="52909" y="48640"/>
                      <a:pt x="57996" y="57797"/>
                      <a:pt x="57996" y="57797"/>
                    </a:cubicBezTo>
                    <a:cubicBezTo>
                      <a:pt x="57996" y="57797"/>
                      <a:pt x="54944" y="55762"/>
                      <a:pt x="48839" y="57797"/>
                    </a:cubicBezTo>
                    <a:cubicBezTo>
                      <a:pt x="45786" y="58815"/>
                      <a:pt x="41717" y="61867"/>
                      <a:pt x="34594" y="63902"/>
                    </a:cubicBezTo>
                    <a:cubicBezTo>
                      <a:pt x="28489" y="63902"/>
                      <a:pt x="12210" y="68989"/>
                      <a:pt x="0" y="46605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E18C42C-CB7F-B425-F3C7-3B5E54011E66}"/>
                </a:ext>
              </a:extLst>
            </p:cNvPr>
            <p:cNvSpPr/>
            <p:nvPr/>
          </p:nvSpPr>
          <p:spPr>
            <a:xfrm>
              <a:off x="6005782" y="1421384"/>
              <a:ext cx="6186218" cy="5068526"/>
            </a:xfrm>
            <a:custGeom>
              <a:avLst/>
              <a:gdLst>
                <a:gd name="connsiteX0" fmla="*/ 6186218 w 6186218"/>
                <a:gd name="connsiteY0" fmla="*/ 3161223 h 5068526"/>
                <a:gd name="connsiteX1" fmla="*/ 6186218 w 6186218"/>
                <a:gd name="connsiteY1" fmla="*/ 3201119 h 5068526"/>
                <a:gd name="connsiteX2" fmla="*/ 6178518 w 6186218"/>
                <a:gd name="connsiteY2" fmla="*/ 3201503 h 5068526"/>
                <a:gd name="connsiteX3" fmla="*/ 6176734 w 6186218"/>
                <a:gd name="connsiteY3" fmla="*/ 3201503 h 5068526"/>
                <a:gd name="connsiteX4" fmla="*/ 6042928 w 6186218"/>
                <a:gd name="connsiteY4" fmla="*/ 3282678 h 5068526"/>
                <a:gd name="connsiteX5" fmla="*/ 6002788 w 6186218"/>
                <a:gd name="connsiteY5" fmla="*/ 3343336 h 5068526"/>
                <a:gd name="connsiteX6" fmla="*/ 5944806 w 6186218"/>
                <a:gd name="connsiteY6" fmla="*/ 3368313 h 5068526"/>
                <a:gd name="connsiteX7" fmla="*/ 5895743 w 6186218"/>
                <a:gd name="connsiteY7" fmla="*/ 3321927 h 5068526"/>
                <a:gd name="connsiteX8" fmla="*/ 5902880 w 6186218"/>
                <a:gd name="connsiteY8" fmla="*/ 3306763 h 5068526"/>
                <a:gd name="connsiteX9" fmla="*/ 5902880 w 6186218"/>
                <a:gd name="connsiteY9" fmla="*/ 3319251 h 5068526"/>
                <a:gd name="connsiteX10" fmla="*/ 5939453 w 6186218"/>
                <a:gd name="connsiteY10" fmla="*/ 3344228 h 5068526"/>
                <a:gd name="connsiteX11" fmla="*/ 6006356 w 6186218"/>
                <a:gd name="connsiteY11" fmla="*/ 3268405 h 5068526"/>
                <a:gd name="connsiteX12" fmla="*/ 6063445 w 6186218"/>
                <a:gd name="connsiteY12" fmla="*/ 3194367 h 5068526"/>
                <a:gd name="connsiteX13" fmla="*/ 6178518 w 6186218"/>
                <a:gd name="connsiteY13" fmla="*/ 3161361 h 5068526"/>
                <a:gd name="connsiteX14" fmla="*/ 5875226 w 6186218"/>
                <a:gd name="connsiteY14" fmla="*/ 2260409 h 5068526"/>
                <a:gd name="connsiteX15" fmla="*/ 6176287 w 6186218"/>
                <a:gd name="connsiteY15" fmla="*/ 2389615 h 5068526"/>
                <a:gd name="connsiteX16" fmla="*/ 6186218 w 6186218"/>
                <a:gd name="connsiteY16" fmla="*/ 2398074 h 5068526"/>
                <a:gd name="connsiteX17" fmla="*/ 6186218 w 6186218"/>
                <a:gd name="connsiteY17" fmla="*/ 2450100 h 5068526"/>
                <a:gd name="connsiteX18" fmla="*/ 6153694 w 6186218"/>
                <a:gd name="connsiteY18" fmla="*/ 2422885 h 5068526"/>
                <a:gd name="connsiteX19" fmla="*/ 5882362 w 6186218"/>
                <a:gd name="connsiteY19" fmla="*/ 2302334 h 5068526"/>
                <a:gd name="connsiteX20" fmla="*/ 5598695 w 6186218"/>
                <a:gd name="connsiteY20" fmla="*/ 2422759 h 5068526"/>
                <a:gd name="connsiteX21" fmla="*/ 5451510 w 6186218"/>
                <a:gd name="connsiteY21" fmla="*/ 2638631 h 5068526"/>
                <a:gd name="connsiteX22" fmla="*/ 5309676 w 6186218"/>
                <a:gd name="connsiteY22" fmla="*/ 2788493 h 5068526"/>
                <a:gd name="connsiteX23" fmla="*/ 5174088 w 6186218"/>
                <a:gd name="connsiteY23" fmla="*/ 2833986 h 5068526"/>
                <a:gd name="connsiteX24" fmla="*/ 5092912 w 6186218"/>
                <a:gd name="connsiteY24" fmla="*/ 2866991 h 5068526"/>
                <a:gd name="connsiteX25" fmla="*/ 5039390 w 6186218"/>
                <a:gd name="connsiteY25" fmla="*/ 2897320 h 5068526"/>
                <a:gd name="connsiteX26" fmla="*/ 5083100 w 6186218"/>
                <a:gd name="connsiteY26" fmla="*/ 2863423 h 5068526"/>
                <a:gd name="connsiteX27" fmla="*/ 5158031 w 6186218"/>
                <a:gd name="connsiteY27" fmla="*/ 2823281 h 5068526"/>
                <a:gd name="connsiteX28" fmla="*/ 5283808 w 6186218"/>
                <a:gd name="connsiteY28" fmla="*/ 2775111 h 5068526"/>
                <a:gd name="connsiteX29" fmla="*/ 5414044 w 6186218"/>
                <a:gd name="connsiteY29" fmla="*/ 2636846 h 5068526"/>
                <a:gd name="connsiteX30" fmla="*/ 5558554 w 6186218"/>
                <a:gd name="connsiteY30" fmla="*/ 2409379 h 5068526"/>
                <a:gd name="connsiteX31" fmla="*/ 5687898 w 6186218"/>
                <a:gd name="connsiteY31" fmla="*/ 2302334 h 5068526"/>
                <a:gd name="connsiteX32" fmla="*/ 5875226 w 6186218"/>
                <a:gd name="connsiteY32" fmla="*/ 2260409 h 5068526"/>
                <a:gd name="connsiteX33" fmla="*/ 3111707 w 6186218"/>
                <a:gd name="connsiteY33" fmla="*/ 2072190 h 5068526"/>
                <a:gd name="connsiteX34" fmla="*/ 3116168 w 6186218"/>
                <a:gd name="connsiteY34" fmla="*/ 2105196 h 5068526"/>
                <a:gd name="connsiteX35" fmla="*/ 3125980 w 6186218"/>
                <a:gd name="connsiteY35" fmla="*/ 2236324 h 5068526"/>
                <a:gd name="connsiteX36" fmla="*/ 3098326 w 6186218"/>
                <a:gd name="connsiteY36" fmla="*/ 2513746 h 5068526"/>
                <a:gd name="connsiteX37" fmla="*/ 3027856 w 6186218"/>
                <a:gd name="connsiteY37" fmla="*/ 2712670 h 5068526"/>
                <a:gd name="connsiteX38" fmla="*/ 2910108 w 6186218"/>
                <a:gd name="connsiteY38" fmla="*/ 2943705 h 5068526"/>
                <a:gd name="connsiteX39" fmla="*/ 2848557 w 6186218"/>
                <a:gd name="connsiteY39" fmla="*/ 3227372 h 5068526"/>
                <a:gd name="connsiteX40" fmla="*/ 2807524 w 6186218"/>
                <a:gd name="connsiteY40" fmla="*/ 3456624 h 5068526"/>
                <a:gd name="connsiteX41" fmla="*/ 2745081 w 6186218"/>
                <a:gd name="connsiteY41" fmla="*/ 3759023 h 5068526"/>
                <a:gd name="connsiteX42" fmla="*/ 2697804 w 6186218"/>
                <a:gd name="connsiteY42" fmla="*/ 3933862 h 5068526"/>
                <a:gd name="connsiteX43" fmla="*/ 2734377 w 6186218"/>
                <a:gd name="connsiteY43" fmla="*/ 3735831 h 5068526"/>
                <a:gd name="connsiteX44" fmla="*/ 2784330 w 6186218"/>
                <a:gd name="connsiteY44" fmla="*/ 3428971 h 5068526"/>
                <a:gd name="connsiteX45" fmla="*/ 2818228 w 6186218"/>
                <a:gd name="connsiteY45" fmla="*/ 3205963 h 5068526"/>
                <a:gd name="connsiteX46" fmla="*/ 2873534 w 6186218"/>
                <a:gd name="connsiteY46" fmla="*/ 2930325 h 5068526"/>
                <a:gd name="connsiteX47" fmla="*/ 2873534 w 6186218"/>
                <a:gd name="connsiteY47" fmla="*/ 2928541 h 5068526"/>
                <a:gd name="connsiteX48" fmla="*/ 2988606 w 6186218"/>
                <a:gd name="connsiteY48" fmla="*/ 2698397 h 5068526"/>
                <a:gd name="connsiteX49" fmla="*/ 3059077 w 6186218"/>
                <a:gd name="connsiteY49" fmla="*/ 2512854 h 5068526"/>
                <a:gd name="connsiteX50" fmla="*/ 3101895 w 6186218"/>
                <a:gd name="connsiteY50" fmla="*/ 2244352 h 5068526"/>
                <a:gd name="connsiteX51" fmla="*/ 3109031 w 6186218"/>
                <a:gd name="connsiteY51" fmla="*/ 2108764 h 5068526"/>
                <a:gd name="connsiteX52" fmla="*/ 3111707 w 6186218"/>
                <a:gd name="connsiteY52" fmla="*/ 2072190 h 5068526"/>
                <a:gd name="connsiteX53" fmla="*/ 1064492 w 6186218"/>
                <a:gd name="connsiteY53" fmla="*/ 2072190 h 5068526"/>
                <a:gd name="connsiteX54" fmla="*/ 1073412 w 6186218"/>
                <a:gd name="connsiteY54" fmla="*/ 2247029 h 5068526"/>
                <a:gd name="connsiteX55" fmla="*/ 1093036 w 6186218"/>
                <a:gd name="connsiteY55" fmla="*/ 2364777 h 5068526"/>
                <a:gd name="connsiteX56" fmla="*/ 1230409 w 6186218"/>
                <a:gd name="connsiteY56" fmla="*/ 2371913 h 5068526"/>
                <a:gd name="connsiteX57" fmla="*/ 1291960 w 6186218"/>
                <a:gd name="connsiteY57" fmla="*/ 2381726 h 5068526"/>
                <a:gd name="connsiteX58" fmla="*/ 1315154 w 6186218"/>
                <a:gd name="connsiteY58" fmla="*/ 2441492 h 5068526"/>
                <a:gd name="connsiteX59" fmla="*/ 1297312 w 6186218"/>
                <a:gd name="connsiteY59" fmla="*/ 2554779 h 5068526"/>
                <a:gd name="connsiteX60" fmla="*/ 1461446 w 6186218"/>
                <a:gd name="connsiteY60" fmla="*/ 2763515 h 5068526"/>
                <a:gd name="connsiteX61" fmla="*/ 1659477 w 6186218"/>
                <a:gd name="connsiteY61" fmla="*/ 3013284 h 5068526"/>
                <a:gd name="connsiteX62" fmla="*/ 1788823 w 6186218"/>
                <a:gd name="connsiteY62" fmla="*/ 3224696 h 5068526"/>
                <a:gd name="connsiteX63" fmla="*/ 1920843 w 6186218"/>
                <a:gd name="connsiteY63" fmla="*/ 3337092 h 5068526"/>
                <a:gd name="connsiteX64" fmla="*/ 2048404 w 6186218"/>
                <a:gd name="connsiteY64" fmla="*/ 3346904 h 5068526"/>
                <a:gd name="connsiteX65" fmla="*/ 2204510 w 6186218"/>
                <a:gd name="connsiteY65" fmla="*/ 3338876 h 5068526"/>
                <a:gd name="connsiteX66" fmla="*/ 2223677 w 6186218"/>
                <a:gd name="connsiteY66" fmla="*/ 3343544 h 5068526"/>
                <a:gd name="connsiteX67" fmla="*/ 2222629 w 6186218"/>
                <a:gd name="connsiteY67" fmla="*/ 3301453 h 5068526"/>
                <a:gd name="connsiteX68" fmla="*/ 2200049 w 6186218"/>
                <a:gd name="connsiteY68" fmla="*/ 3079294 h 5068526"/>
                <a:gd name="connsiteX69" fmla="*/ 2200049 w 6186218"/>
                <a:gd name="connsiteY69" fmla="*/ 2918730 h 5068526"/>
                <a:gd name="connsiteX70" fmla="*/ 2208077 w 6186218"/>
                <a:gd name="connsiteY70" fmla="*/ 2876804 h 5068526"/>
                <a:gd name="connsiteX71" fmla="*/ 2208077 w 6186218"/>
                <a:gd name="connsiteY71" fmla="*/ 2915161 h 5068526"/>
                <a:gd name="connsiteX72" fmla="*/ 2222350 w 6186218"/>
                <a:gd name="connsiteY72" fmla="*/ 3065915 h 5068526"/>
                <a:gd name="connsiteX73" fmla="*/ 2263384 w 6186218"/>
                <a:gd name="connsiteY73" fmla="*/ 3386154 h 5068526"/>
                <a:gd name="connsiteX74" fmla="*/ 2248218 w 6186218"/>
                <a:gd name="connsiteY74" fmla="*/ 3629679 h 5068526"/>
                <a:gd name="connsiteX75" fmla="*/ 2230378 w 6186218"/>
                <a:gd name="connsiteY75" fmla="*/ 3773296 h 5068526"/>
                <a:gd name="connsiteX76" fmla="*/ 2227702 w 6186218"/>
                <a:gd name="connsiteY76" fmla="*/ 3925834 h 5068526"/>
                <a:gd name="connsiteX77" fmla="*/ 2291036 w 6186218"/>
                <a:gd name="connsiteY77" fmla="*/ 4093535 h 5068526"/>
                <a:gd name="connsiteX78" fmla="*/ 2332069 w 6186218"/>
                <a:gd name="connsiteY78" fmla="*/ 4254102 h 5068526"/>
                <a:gd name="connsiteX79" fmla="*/ 2322257 w 6186218"/>
                <a:gd name="connsiteY79" fmla="*/ 4533307 h 5068526"/>
                <a:gd name="connsiteX80" fmla="*/ 2268736 w 6186218"/>
                <a:gd name="connsiteY80" fmla="*/ 4731339 h 5068526"/>
                <a:gd name="connsiteX81" fmla="*/ 2232162 w 6186218"/>
                <a:gd name="connsiteY81" fmla="*/ 4884768 h 5068526"/>
                <a:gd name="connsiteX82" fmla="*/ 2175072 w 6186218"/>
                <a:gd name="connsiteY82" fmla="*/ 4969511 h 5068526"/>
                <a:gd name="connsiteX83" fmla="*/ 2162584 w 6186218"/>
                <a:gd name="connsiteY83" fmla="*/ 5028385 h 5068526"/>
                <a:gd name="connsiteX84" fmla="*/ 2166151 w 6186218"/>
                <a:gd name="connsiteY84" fmla="*/ 5068526 h 5068526"/>
                <a:gd name="connsiteX85" fmla="*/ 2162584 w 6186218"/>
                <a:gd name="connsiteY85" fmla="*/ 5057823 h 5068526"/>
                <a:gd name="connsiteX86" fmla="*/ 2158123 w 6186218"/>
                <a:gd name="connsiteY86" fmla="*/ 5020357 h 5068526"/>
                <a:gd name="connsiteX87" fmla="*/ 2173288 w 6186218"/>
                <a:gd name="connsiteY87" fmla="*/ 4952562 h 5068526"/>
                <a:gd name="connsiteX88" fmla="*/ 2229486 w 6186218"/>
                <a:gd name="connsiteY88" fmla="*/ 4857115 h 5068526"/>
                <a:gd name="connsiteX89" fmla="*/ 2252679 w 6186218"/>
                <a:gd name="connsiteY89" fmla="*/ 4702794 h 5068526"/>
                <a:gd name="connsiteX90" fmla="*/ 2301741 w 6186218"/>
                <a:gd name="connsiteY90" fmla="*/ 4502978 h 5068526"/>
                <a:gd name="connsiteX91" fmla="*/ 2296388 w 6186218"/>
                <a:gd name="connsiteY91" fmla="*/ 4244289 h 5068526"/>
                <a:gd name="connsiteX92" fmla="*/ 2253571 w 6186218"/>
                <a:gd name="connsiteY92" fmla="*/ 4097996 h 5068526"/>
                <a:gd name="connsiteX93" fmla="*/ 2190236 w 6186218"/>
                <a:gd name="connsiteY93" fmla="*/ 3938322 h 5068526"/>
                <a:gd name="connsiteX94" fmla="*/ 2190236 w 6186218"/>
                <a:gd name="connsiteY94" fmla="*/ 3934753 h 5068526"/>
                <a:gd name="connsiteX95" fmla="*/ 2190236 w 6186218"/>
                <a:gd name="connsiteY95" fmla="*/ 3772404 h 5068526"/>
                <a:gd name="connsiteX96" fmla="*/ 2207185 w 6186218"/>
                <a:gd name="connsiteY96" fmla="*/ 3632355 h 5068526"/>
                <a:gd name="connsiteX97" fmla="*/ 2225026 w 6186218"/>
                <a:gd name="connsiteY97" fmla="*/ 3397750 h 5068526"/>
                <a:gd name="connsiteX98" fmla="*/ 2223743 w 6186218"/>
                <a:gd name="connsiteY98" fmla="*/ 3346215 h 5068526"/>
                <a:gd name="connsiteX99" fmla="*/ 2196481 w 6186218"/>
                <a:gd name="connsiteY99" fmla="*/ 3343336 h 5068526"/>
                <a:gd name="connsiteX100" fmla="*/ 2029671 w 6186218"/>
                <a:gd name="connsiteY100" fmla="*/ 3364745 h 5068526"/>
                <a:gd name="connsiteX101" fmla="*/ 1891406 w 6186218"/>
                <a:gd name="connsiteY101" fmla="*/ 3347796 h 5068526"/>
                <a:gd name="connsiteX102" fmla="*/ 1753141 w 6186218"/>
                <a:gd name="connsiteY102" fmla="*/ 3221128 h 5068526"/>
                <a:gd name="connsiteX103" fmla="*/ 1622904 w 6186218"/>
                <a:gd name="connsiteY103" fmla="*/ 3018637 h 5068526"/>
                <a:gd name="connsiteX104" fmla="*/ 1433793 w 6186218"/>
                <a:gd name="connsiteY104" fmla="*/ 2791168 h 5068526"/>
                <a:gd name="connsiteX105" fmla="*/ 1431117 w 6186218"/>
                <a:gd name="connsiteY105" fmla="*/ 2788493 h 5068526"/>
                <a:gd name="connsiteX106" fmla="*/ 1328533 w 6186218"/>
                <a:gd name="connsiteY106" fmla="*/ 2687692 h 5068526"/>
                <a:gd name="connsiteX107" fmla="*/ 1256279 w 6186218"/>
                <a:gd name="connsiteY107" fmla="*/ 2566376 h 5068526"/>
                <a:gd name="connsiteX108" fmla="*/ 1273227 w 6186218"/>
                <a:gd name="connsiteY108" fmla="*/ 2445952 h 5068526"/>
                <a:gd name="connsiteX109" fmla="*/ 1266091 w 6186218"/>
                <a:gd name="connsiteY109" fmla="*/ 2412946 h 5068526"/>
                <a:gd name="connsiteX110" fmla="*/ 1250927 w 6186218"/>
                <a:gd name="connsiteY110" fmla="*/ 2404918 h 5068526"/>
                <a:gd name="connsiteX111" fmla="*/ 1213462 w 6186218"/>
                <a:gd name="connsiteY111" fmla="*/ 2423651 h 5068526"/>
                <a:gd name="connsiteX112" fmla="*/ 1160831 w 6186218"/>
                <a:gd name="connsiteY112" fmla="*/ 2434356 h 5068526"/>
                <a:gd name="connsiteX113" fmla="*/ 1072520 w 6186218"/>
                <a:gd name="connsiteY113" fmla="*/ 2393322 h 5068526"/>
                <a:gd name="connsiteX114" fmla="*/ 1048435 w 6186218"/>
                <a:gd name="connsiteY114" fmla="*/ 2317499 h 5068526"/>
                <a:gd name="connsiteX115" fmla="*/ 1048435 w 6186218"/>
                <a:gd name="connsiteY115" fmla="*/ 2257733 h 5068526"/>
                <a:gd name="connsiteX116" fmla="*/ 1064492 w 6186218"/>
                <a:gd name="connsiteY116" fmla="*/ 2072190 h 5068526"/>
                <a:gd name="connsiteX117" fmla="*/ 2500665 w 6186218"/>
                <a:gd name="connsiteY117" fmla="*/ 781420 h 5068526"/>
                <a:gd name="connsiteX118" fmla="*/ 2504456 w 6186218"/>
                <a:gd name="connsiteY118" fmla="*/ 795319 h 5068526"/>
                <a:gd name="connsiteX119" fmla="*/ 2495313 w 6186218"/>
                <a:gd name="connsiteY119" fmla="*/ 801044 h 5068526"/>
                <a:gd name="connsiteX120" fmla="*/ 2495313 w 6186218"/>
                <a:gd name="connsiteY120" fmla="*/ 801936 h 5068526"/>
                <a:gd name="connsiteX121" fmla="*/ 2486393 w 6186218"/>
                <a:gd name="connsiteY121" fmla="*/ 805504 h 5068526"/>
                <a:gd name="connsiteX122" fmla="*/ 2486393 w 6186218"/>
                <a:gd name="connsiteY122" fmla="*/ 792453 h 5068526"/>
                <a:gd name="connsiteX123" fmla="*/ 2538801 w 6186218"/>
                <a:gd name="connsiteY123" fmla="*/ 773814 h 5068526"/>
                <a:gd name="connsiteX124" fmla="*/ 2559540 w 6186218"/>
                <a:gd name="connsiteY124" fmla="*/ 776068 h 5068526"/>
                <a:gd name="connsiteX125" fmla="*/ 2529210 w 6186218"/>
                <a:gd name="connsiteY125" fmla="*/ 809965 h 5068526"/>
                <a:gd name="connsiteX126" fmla="*/ 2437330 w 6186218"/>
                <a:gd name="connsiteY126" fmla="*/ 857242 h 5068526"/>
                <a:gd name="connsiteX127" fmla="*/ 2375780 w 6186218"/>
                <a:gd name="connsiteY127" fmla="*/ 846538 h 5068526"/>
                <a:gd name="connsiteX128" fmla="*/ 2347236 w 6186218"/>
                <a:gd name="connsiteY128" fmla="*/ 817993 h 5068526"/>
                <a:gd name="connsiteX129" fmla="*/ 2377565 w 6186218"/>
                <a:gd name="connsiteY129" fmla="*/ 825129 h 5068526"/>
                <a:gd name="connsiteX130" fmla="*/ 2464246 w 6186218"/>
                <a:gd name="connsiteY130" fmla="*/ 809575 h 5068526"/>
                <a:gd name="connsiteX131" fmla="*/ 2468896 w 6186218"/>
                <a:gd name="connsiteY131" fmla="*/ 805978 h 5068526"/>
                <a:gd name="connsiteX132" fmla="*/ 2476580 w 6186218"/>
                <a:gd name="connsiteY132" fmla="*/ 807288 h 5068526"/>
                <a:gd name="connsiteX133" fmla="*/ 2508694 w 6186218"/>
                <a:gd name="connsiteY133" fmla="*/ 810856 h 5068526"/>
                <a:gd name="connsiteX134" fmla="*/ 2504456 w 6186218"/>
                <a:gd name="connsiteY134" fmla="*/ 795319 h 5068526"/>
                <a:gd name="connsiteX135" fmla="*/ 2684424 w 6186218"/>
                <a:gd name="connsiteY135" fmla="*/ 642262 h 5068526"/>
                <a:gd name="connsiteX136" fmla="*/ 2654095 w 6186218"/>
                <a:gd name="connsiteY136" fmla="*/ 679728 h 5068526"/>
                <a:gd name="connsiteX137" fmla="*/ 2601800 w 6186218"/>
                <a:gd name="connsiteY137" fmla="*/ 734364 h 5068526"/>
                <a:gd name="connsiteX138" fmla="*/ 2538801 w 6186218"/>
                <a:gd name="connsiteY138" fmla="*/ 773814 h 5068526"/>
                <a:gd name="connsiteX139" fmla="*/ 2518506 w 6186218"/>
                <a:gd name="connsiteY139" fmla="*/ 771607 h 5068526"/>
                <a:gd name="connsiteX140" fmla="*/ 2486393 w 6186218"/>
                <a:gd name="connsiteY140" fmla="*/ 768039 h 5068526"/>
                <a:gd name="connsiteX141" fmla="*/ 2486393 w 6186218"/>
                <a:gd name="connsiteY141" fmla="*/ 792453 h 5068526"/>
                <a:gd name="connsiteX142" fmla="*/ 2468896 w 6186218"/>
                <a:gd name="connsiteY142" fmla="*/ 805978 h 5068526"/>
                <a:gd name="connsiteX143" fmla="*/ 2435666 w 6186218"/>
                <a:gd name="connsiteY143" fmla="*/ 800315 h 5068526"/>
                <a:gd name="connsiteX144" fmla="*/ 2409566 w 6186218"/>
                <a:gd name="connsiteY144" fmla="*/ 807958 h 5068526"/>
                <a:gd name="connsiteX145" fmla="*/ 2346343 w 6186218"/>
                <a:gd name="connsiteY145" fmla="*/ 817101 h 5068526"/>
                <a:gd name="connsiteX146" fmla="*/ 2345452 w 6186218"/>
                <a:gd name="connsiteY146" fmla="*/ 816209 h 5068526"/>
                <a:gd name="connsiteX147" fmla="*/ 2258924 w 6186218"/>
                <a:gd name="connsiteY147" fmla="*/ 789448 h 5068526"/>
                <a:gd name="connsiteX148" fmla="*/ 2247328 w 6186218"/>
                <a:gd name="connsiteY148" fmla="*/ 763579 h 5068526"/>
                <a:gd name="connsiteX149" fmla="*/ 2266953 w 6186218"/>
                <a:gd name="connsiteY149" fmla="*/ 766255 h 5068526"/>
                <a:gd name="connsiteX150" fmla="*/ 2354372 w 6186218"/>
                <a:gd name="connsiteY150" fmla="*/ 777852 h 5068526"/>
                <a:gd name="connsiteX151" fmla="*/ 2411462 w 6186218"/>
                <a:gd name="connsiteY151" fmla="*/ 779078 h 5068526"/>
                <a:gd name="connsiteX152" fmla="*/ 2433048 w 6186218"/>
                <a:gd name="connsiteY152" fmla="*/ 781193 h 5068526"/>
                <a:gd name="connsiteX153" fmla="*/ 2476580 w 6186218"/>
                <a:gd name="connsiteY153" fmla="*/ 765363 h 5068526"/>
                <a:gd name="connsiteX154" fmla="*/ 2484609 w 6186218"/>
                <a:gd name="connsiteY154" fmla="*/ 762687 h 5068526"/>
                <a:gd name="connsiteX155" fmla="*/ 2646066 w 6186218"/>
                <a:gd name="connsiteY155" fmla="*/ 666347 h 5068526"/>
                <a:gd name="connsiteX156" fmla="*/ 2684424 w 6186218"/>
                <a:gd name="connsiteY156" fmla="*/ 642262 h 5068526"/>
                <a:gd name="connsiteX157" fmla="*/ 825427 w 6186218"/>
                <a:gd name="connsiteY157" fmla="*/ 297048 h 5068526"/>
                <a:gd name="connsiteX158" fmla="*/ 814723 w 6186218"/>
                <a:gd name="connsiteY158" fmla="*/ 325592 h 5068526"/>
                <a:gd name="connsiteX159" fmla="*/ 795990 w 6186218"/>
                <a:gd name="connsiteY159" fmla="*/ 444233 h 5068526"/>
                <a:gd name="connsiteX160" fmla="*/ 795990 w 6186218"/>
                <a:gd name="connsiteY160" fmla="*/ 554845 h 5068526"/>
                <a:gd name="connsiteX161" fmla="*/ 766553 w 6186218"/>
                <a:gd name="connsiteY161" fmla="*/ 702030 h 5068526"/>
                <a:gd name="connsiteX162" fmla="*/ 766553 w 6186218"/>
                <a:gd name="connsiteY162" fmla="*/ 1133773 h 5068526"/>
                <a:gd name="connsiteX163" fmla="*/ 814723 w 6186218"/>
                <a:gd name="connsiteY163" fmla="*/ 1403167 h 5068526"/>
                <a:gd name="connsiteX164" fmla="*/ 904818 w 6186218"/>
                <a:gd name="connsiteY164" fmla="*/ 1587817 h 5068526"/>
                <a:gd name="connsiteX165" fmla="*/ 999374 w 6186218"/>
                <a:gd name="connsiteY165" fmla="*/ 1729650 h 5068526"/>
                <a:gd name="connsiteX166" fmla="*/ 1032378 w 6186218"/>
                <a:gd name="connsiteY166" fmla="*/ 1855427 h 5068526"/>
                <a:gd name="connsiteX167" fmla="*/ 1027027 w 6186218"/>
                <a:gd name="connsiteY167" fmla="*/ 1937494 h 5068526"/>
                <a:gd name="connsiteX168" fmla="*/ 1043975 w 6186218"/>
                <a:gd name="connsiteY168" fmla="*/ 1977636 h 5068526"/>
                <a:gd name="connsiteX169" fmla="*/ 1070736 w 6186218"/>
                <a:gd name="connsiteY169" fmla="*/ 1991016 h 5068526"/>
                <a:gd name="connsiteX170" fmla="*/ 1036839 w 6186218"/>
                <a:gd name="connsiteY170" fmla="*/ 1976743 h 5068526"/>
                <a:gd name="connsiteX171" fmla="*/ 1017214 w 6186218"/>
                <a:gd name="connsiteY171" fmla="*/ 1925897 h 5068526"/>
                <a:gd name="connsiteX172" fmla="*/ 1016322 w 6186218"/>
                <a:gd name="connsiteY172" fmla="*/ 1836694 h 5068526"/>
                <a:gd name="connsiteX173" fmla="*/ 969936 w 6186218"/>
                <a:gd name="connsiteY173" fmla="*/ 1719838 h 5068526"/>
                <a:gd name="connsiteX174" fmla="*/ 870028 w 6186218"/>
                <a:gd name="connsiteY174" fmla="*/ 1586926 h 5068526"/>
                <a:gd name="connsiteX175" fmla="*/ 778149 w 6186218"/>
                <a:gd name="connsiteY175" fmla="*/ 1396030 h 5068526"/>
                <a:gd name="connsiteX176" fmla="*/ 727304 w 6186218"/>
                <a:gd name="connsiteY176" fmla="*/ 1139125 h 5068526"/>
                <a:gd name="connsiteX177" fmla="*/ 726412 w 6186218"/>
                <a:gd name="connsiteY177" fmla="*/ 1140017 h 5068526"/>
                <a:gd name="connsiteX178" fmla="*/ 726412 w 6186218"/>
                <a:gd name="connsiteY178" fmla="*/ 703814 h 5068526"/>
                <a:gd name="connsiteX179" fmla="*/ 762985 w 6186218"/>
                <a:gd name="connsiteY179" fmla="*/ 561088 h 5068526"/>
                <a:gd name="connsiteX180" fmla="*/ 771905 w 6186218"/>
                <a:gd name="connsiteY180" fmla="*/ 452260 h 5068526"/>
                <a:gd name="connsiteX181" fmla="*/ 806694 w 6186218"/>
                <a:gd name="connsiteY181" fmla="*/ 326484 h 5068526"/>
                <a:gd name="connsiteX182" fmla="*/ 825427 w 6186218"/>
                <a:gd name="connsiteY182" fmla="*/ 297048 h 5068526"/>
                <a:gd name="connsiteX183" fmla="*/ 847728 w 6186218"/>
                <a:gd name="connsiteY183" fmla="*/ 199816 h 5068526"/>
                <a:gd name="connsiteX184" fmla="*/ 842376 w 6186218"/>
                <a:gd name="connsiteY184" fmla="*/ 217657 h 5068526"/>
                <a:gd name="connsiteX185" fmla="*/ 818291 w 6186218"/>
                <a:gd name="connsiteY185" fmla="*/ 287235 h 5068526"/>
                <a:gd name="connsiteX186" fmla="*/ 728196 w 6186218"/>
                <a:gd name="connsiteY186" fmla="*/ 417472 h 5068526"/>
                <a:gd name="connsiteX187" fmla="*/ 611339 w 6186218"/>
                <a:gd name="connsiteY187" fmla="*/ 460288 h 5068526"/>
                <a:gd name="connsiteX188" fmla="*/ 462370 w 6186218"/>
                <a:gd name="connsiteY188" fmla="*/ 427285 h 5068526"/>
                <a:gd name="connsiteX189" fmla="*/ 192977 w 6186218"/>
                <a:gd name="connsiteY189" fmla="*/ 446909 h 5068526"/>
                <a:gd name="connsiteX190" fmla="*/ 49358 w 6186218"/>
                <a:gd name="connsiteY190" fmla="*/ 529868 h 5068526"/>
                <a:gd name="connsiteX191" fmla="*/ 1189 w 6186218"/>
                <a:gd name="connsiteY191" fmla="*/ 603906 h 5068526"/>
                <a:gd name="connsiteX192" fmla="*/ 1189 w 6186218"/>
                <a:gd name="connsiteY192" fmla="*/ 580713 h 5068526"/>
                <a:gd name="connsiteX193" fmla="*/ 49358 w 6186218"/>
                <a:gd name="connsiteY193" fmla="*/ 512027 h 5068526"/>
                <a:gd name="connsiteX194" fmla="*/ 194760 w 6186218"/>
                <a:gd name="connsiteY194" fmla="*/ 416580 h 5068526"/>
                <a:gd name="connsiteX195" fmla="*/ 476643 w 6186218"/>
                <a:gd name="connsiteY195" fmla="*/ 389819 h 5068526"/>
                <a:gd name="connsiteX196" fmla="*/ 475751 w 6186218"/>
                <a:gd name="connsiteY196" fmla="*/ 390711 h 5068526"/>
                <a:gd name="connsiteX197" fmla="*/ 608664 w 6186218"/>
                <a:gd name="connsiteY197" fmla="*/ 419256 h 5068526"/>
                <a:gd name="connsiteX198" fmla="*/ 700543 w 6186218"/>
                <a:gd name="connsiteY198" fmla="*/ 389819 h 5068526"/>
                <a:gd name="connsiteX199" fmla="*/ 794206 w 6186218"/>
                <a:gd name="connsiteY199" fmla="*/ 281883 h 5068526"/>
                <a:gd name="connsiteX200" fmla="*/ 834348 w 6186218"/>
                <a:gd name="connsiteY200" fmla="*/ 216765 h 5068526"/>
                <a:gd name="connsiteX201" fmla="*/ 847728 w 6186218"/>
                <a:gd name="connsiteY201" fmla="*/ 199816 h 5068526"/>
                <a:gd name="connsiteX202" fmla="*/ 1590791 w 6186218"/>
                <a:gd name="connsiteY202" fmla="*/ 0 h 5068526"/>
                <a:gd name="connsiteX203" fmla="*/ 1620229 w 6186218"/>
                <a:gd name="connsiteY203" fmla="*/ 14273 h 5068526"/>
                <a:gd name="connsiteX204" fmla="*/ 1709432 w 6186218"/>
                <a:gd name="connsiteY204" fmla="*/ 133805 h 5068526"/>
                <a:gd name="connsiteX205" fmla="*/ 1754034 w 6186218"/>
                <a:gd name="connsiteY205" fmla="*/ 285451 h 5068526"/>
                <a:gd name="connsiteX206" fmla="*/ 1755004 w 6186218"/>
                <a:gd name="connsiteY206" fmla="*/ 293563 h 5068526"/>
                <a:gd name="connsiteX207" fmla="*/ 1799528 w 6186218"/>
                <a:gd name="connsiteY207" fmla="*/ 306860 h 5068526"/>
                <a:gd name="connsiteX208" fmla="*/ 2150989 w 6186218"/>
                <a:gd name="connsiteY208" fmla="*/ 257798 h 5068526"/>
                <a:gd name="connsiteX209" fmla="*/ 2907432 w 6186218"/>
                <a:gd name="connsiteY209" fmla="*/ 250662 h 5068526"/>
                <a:gd name="connsiteX210" fmla="*/ 3473873 w 6186218"/>
                <a:gd name="connsiteY210" fmla="*/ 269395 h 5068526"/>
                <a:gd name="connsiteX211" fmla="*/ 4183039 w 6186218"/>
                <a:gd name="connsiteY211" fmla="*/ 198032 h 5068526"/>
                <a:gd name="connsiteX212" fmla="*/ 4990330 w 6186218"/>
                <a:gd name="connsiteY212" fmla="*/ 145402 h 5068526"/>
                <a:gd name="connsiteX213" fmla="*/ 5320382 w 6186218"/>
                <a:gd name="connsiteY213" fmla="*/ 141834 h 5068526"/>
                <a:gd name="connsiteX214" fmla="*/ 5615644 w 6186218"/>
                <a:gd name="connsiteY214" fmla="*/ 96340 h 5068526"/>
                <a:gd name="connsiteX215" fmla="*/ 6104814 w 6186218"/>
                <a:gd name="connsiteY215" fmla="*/ 68129 h 5068526"/>
                <a:gd name="connsiteX216" fmla="*/ 6186218 w 6186218"/>
                <a:gd name="connsiteY216" fmla="*/ 71276 h 5068526"/>
                <a:gd name="connsiteX217" fmla="*/ 6186218 w 6186218"/>
                <a:gd name="connsiteY217" fmla="*/ 97068 h 5068526"/>
                <a:gd name="connsiteX218" fmla="*/ 6037911 w 6186218"/>
                <a:gd name="connsiteY218" fmla="*/ 97121 h 5068526"/>
                <a:gd name="connsiteX219" fmla="*/ 5556771 w 6186218"/>
                <a:gd name="connsiteY219" fmla="*/ 141834 h 5068526"/>
                <a:gd name="connsiteX220" fmla="*/ 5269536 w 6186218"/>
                <a:gd name="connsiteY220" fmla="*/ 190003 h 5068526"/>
                <a:gd name="connsiteX221" fmla="*/ 4943944 w 6186218"/>
                <a:gd name="connsiteY221" fmla="*/ 188220 h 5068526"/>
                <a:gd name="connsiteX222" fmla="*/ 4189284 w 6186218"/>
                <a:gd name="connsiteY222" fmla="*/ 250662 h 5068526"/>
                <a:gd name="connsiteX223" fmla="*/ 4190176 w 6186218"/>
                <a:gd name="connsiteY223" fmla="*/ 250662 h 5068526"/>
                <a:gd name="connsiteX224" fmla="*/ 3493497 w 6186218"/>
                <a:gd name="connsiteY224" fmla="*/ 324701 h 5068526"/>
                <a:gd name="connsiteX225" fmla="*/ 2932408 w 6186218"/>
                <a:gd name="connsiteY225" fmla="*/ 304184 h 5068526"/>
                <a:gd name="connsiteX226" fmla="*/ 2179533 w 6186218"/>
                <a:gd name="connsiteY226" fmla="*/ 288127 h 5068526"/>
                <a:gd name="connsiteX227" fmla="*/ 1807556 w 6186218"/>
                <a:gd name="connsiteY227" fmla="*/ 319348 h 5068526"/>
                <a:gd name="connsiteX228" fmla="*/ 1762508 w 6186218"/>
                <a:gd name="connsiteY228" fmla="*/ 306260 h 5068526"/>
                <a:gd name="connsiteX229" fmla="*/ 1756105 w 6186218"/>
                <a:gd name="connsiteY229" fmla="*/ 302777 h 5068526"/>
                <a:gd name="connsiteX230" fmla="*/ 1756460 w 6186218"/>
                <a:gd name="connsiteY230" fmla="*/ 305751 h 5068526"/>
                <a:gd name="connsiteX231" fmla="*/ 1783471 w 6186218"/>
                <a:gd name="connsiteY231" fmla="*/ 344325 h 5068526"/>
                <a:gd name="connsiteX232" fmla="*/ 1792303 w 6186218"/>
                <a:gd name="connsiteY232" fmla="*/ 358180 h 5068526"/>
                <a:gd name="connsiteX233" fmla="*/ 1808127 w 6186218"/>
                <a:gd name="connsiteY233" fmla="*/ 370709 h 5068526"/>
                <a:gd name="connsiteX234" fmla="*/ 1847697 w 6186218"/>
                <a:gd name="connsiteY234" fmla="*/ 395171 h 5068526"/>
                <a:gd name="connsiteX235" fmla="*/ 1999342 w 6186218"/>
                <a:gd name="connsiteY235" fmla="*/ 426392 h 5068526"/>
                <a:gd name="connsiteX236" fmla="*/ 2113522 w 6186218"/>
                <a:gd name="connsiteY236" fmla="*/ 395171 h 5068526"/>
                <a:gd name="connsiteX237" fmla="*/ 2266953 w 6186218"/>
                <a:gd name="connsiteY237" fmla="*/ 353245 h 5068526"/>
                <a:gd name="connsiteX238" fmla="*/ 2578271 w 6186218"/>
                <a:gd name="connsiteY238" fmla="*/ 426392 h 5068526"/>
                <a:gd name="connsiteX239" fmla="*/ 2709400 w 6186218"/>
                <a:gd name="connsiteY239" fmla="*/ 565549 h 5068526"/>
                <a:gd name="connsiteX240" fmla="*/ 2702264 w 6186218"/>
                <a:gd name="connsiteY240" fmla="*/ 659212 h 5068526"/>
                <a:gd name="connsiteX241" fmla="*/ 2682639 w 6186218"/>
                <a:gd name="connsiteY241" fmla="*/ 672593 h 5068526"/>
                <a:gd name="connsiteX242" fmla="*/ 2700479 w 6186218"/>
                <a:gd name="connsiteY242" fmla="*/ 652968 h 5068526"/>
                <a:gd name="connsiteX243" fmla="*/ 2689776 w 6186218"/>
                <a:gd name="connsiteY243" fmla="*/ 561981 h 5068526"/>
                <a:gd name="connsiteX244" fmla="*/ 2551510 w 6186218"/>
                <a:gd name="connsiteY244" fmla="*/ 443341 h 5068526"/>
                <a:gd name="connsiteX245" fmla="*/ 2269628 w 6186218"/>
                <a:gd name="connsiteY245" fmla="*/ 392494 h 5068526"/>
                <a:gd name="connsiteX246" fmla="*/ 2268737 w 6186218"/>
                <a:gd name="connsiteY246" fmla="*/ 393386 h 5068526"/>
                <a:gd name="connsiteX247" fmla="*/ 2007371 w 6186218"/>
                <a:gd name="connsiteY247" fmla="*/ 465642 h 5068526"/>
                <a:gd name="connsiteX248" fmla="*/ 1839668 w 6186218"/>
                <a:gd name="connsiteY248" fmla="*/ 420147 h 5068526"/>
                <a:gd name="connsiteX249" fmla="*/ 1820280 w 6186218"/>
                <a:gd name="connsiteY249" fmla="*/ 403028 h 5068526"/>
                <a:gd name="connsiteX250" fmla="*/ 1849481 w 6186218"/>
                <a:gd name="connsiteY250" fmla="*/ 473669 h 5068526"/>
                <a:gd name="connsiteX251" fmla="*/ 1859406 w 6186218"/>
                <a:gd name="connsiteY251" fmla="*/ 565995 h 5068526"/>
                <a:gd name="connsiteX252" fmla="*/ 1855920 w 6186218"/>
                <a:gd name="connsiteY252" fmla="*/ 633443 h 5068526"/>
                <a:gd name="connsiteX253" fmla="*/ 1864647 w 6186218"/>
                <a:gd name="connsiteY253" fmla="*/ 644046 h 5068526"/>
                <a:gd name="connsiteX254" fmla="*/ 1917276 w 6186218"/>
                <a:gd name="connsiteY254" fmla="*/ 701136 h 5068526"/>
                <a:gd name="connsiteX255" fmla="*/ 1959584 w 6186218"/>
                <a:gd name="connsiteY255" fmla="*/ 721535 h 5068526"/>
                <a:gd name="connsiteX256" fmla="*/ 1952065 w 6186218"/>
                <a:gd name="connsiteY256" fmla="*/ 703813 h 5068526"/>
                <a:gd name="connsiteX257" fmla="*/ 1952065 w 6186218"/>
                <a:gd name="connsiteY257" fmla="*/ 676160 h 5068526"/>
                <a:gd name="connsiteX258" fmla="*/ 1969905 w 6186218"/>
                <a:gd name="connsiteY258" fmla="*/ 685972 h 5068526"/>
                <a:gd name="connsiteX259" fmla="*/ 2035916 w 6186218"/>
                <a:gd name="connsiteY259" fmla="*/ 740386 h 5068526"/>
                <a:gd name="connsiteX260" fmla="*/ 2080975 w 6186218"/>
                <a:gd name="connsiteY260" fmla="*/ 760219 h 5068526"/>
                <a:gd name="connsiteX261" fmla="*/ 2068921 w 6186218"/>
                <a:gd name="connsiteY261" fmla="*/ 741279 h 5068526"/>
                <a:gd name="connsiteX262" fmla="*/ 2064461 w 6186218"/>
                <a:gd name="connsiteY262" fmla="*/ 716302 h 5068526"/>
                <a:gd name="connsiteX263" fmla="*/ 2146528 w 6186218"/>
                <a:gd name="connsiteY263" fmla="*/ 760012 h 5068526"/>
                <a:gd name="connsiteX264" fmla="*/ 2150806 w 6186218"/>
                <a:gd name="connsiteY264" fmla="*/ 764056 h 5068526"/>
                <a:gd name="connsiteX265" fmla="*/ 2152773 w 6186218"/>
                <a:gd name="connsiteY265" fmla="*/ 759118 h 5068526"/>
                <a:gd name="connsiteX266" fmla="*/ 2208971 w 6186218"/>
                <a:gd name="connsiteY266" fmla="*/ 776067 h 5068526"/>
                <a:gd name="connsiteX267" fmla="*/ 2248220 w 6186218"/>
                <a:gd name="connsiteY267" fmla="*/ 787663 h 5068526"/>
                <a:gd name="connsiteX268" fmla="*/ 2261600 w 6186218"/>
                <a:gd name="connsiteY268" fmla="*/ 800152 h 5068526"/>
                <a:gd name="connsiteX269" fmla="*/ 2249113 w 6186218"/>
                <a:gd name="connsiteY269" fmla="*/ 801936 h 5068526"/>
                <a:gd name="connsiteX270" fmla="*/ 2229376 w 6186218"/>
                <a:gd name="connsiteY270" fmla="*/ 807065 h 5068526"/>
                <a:gd name="connsiteX271" fmla="*/ 2194225 w 6186218"/>
                <a:gd name="connsiteY271" fmla="*/ 810471 h 5068526"/>
                <a:gd name="connsiteX272" fmla="*/ 2196482 w 6186218"/>
                <a:gd name="connsiteY272" fmla="*/ 813534 h 5068526"/>
                <a:gd name="connsiteX273" fmla="*/ 2203618 w 6186218"/>
                <a:gd name="connsiteY273" fmla="*/ 834051 h 5068526"/>
                <a:gd name="connsiteX274" fmla="*/ 2160340 w 6186218"/>
                <a:gd name="connsiteY274" fmla="*/ 811095 h 5068526"/>
                <a:gd name="connsiteX275" fmla="*/ 2124840 w 6186218"/>
                <a:gd name="connsiteY275" fmla="*/ 790099 h 5068526"/>
                <a:gd name="connsiteX276" fmla="*/ 2111738 w 6186218"/>
                <a:gd name="connsiteY276" fmla="*/ 789448 h 5068526"/>
                <a:gd name="connsiteX277" fmla="*/ 2010939 w 6186218"/>
                <a:gd name="connsiteY277" fmla="*/ 770715 h 5068526"/>
                <a:gd name="connsiteX278" fmla="*/ 2011831 w 6186218"/>
                <a:gd name="connsiteY278" fmla="*/ 772499 h 5068526"/>
                <a:gd name="connsiteX279" fmla="*/ 1982171 w 6186218"/>
                <a:gd name="connsiteY279" fmla="*/ 753543 h 5068526"/>
                <a:gd name="connsiteX280" fmla="*/ 1981717 w 6186218"/>
                <a:gd name="connsiteY280" fmla="*/ 753021 h 5068526"/>
                <a:gd name="connsiteX281" fmla="*/ 1951508 w 6186218"/>
                <a:gd name="connsiteY281" fmla="*/ 748636 h 5068526"/>
                <a:gd name="connsiteX282" fmla="*/ 1891407 w 6186218"/>
                <a:gd name="connsiteY282" fmla="*/ 731465 h 5068526"/>
                <a:gd name="connsiteX283" fmla="*/ 1863196 w 6186218"/>
                <a:gd name="connsiteY283" fmla="*/ 710948 h 5068526"/>
                <a:gd name="connsiteX284" fmla="*/ 1852191 w 6186218"/>
                <a:gd name="connsiteY284" fmla="*/ 694480 h 5068526"/>
                <a:gd name="connsiteX285" fmla="*/ 1844799 w 6186218"/>
                <a:gd name="connsiteY285" fmla="*/ 790675 h 5068526"/>
                <a:gd name="connsiteX286" fmla="*/ 1834317 w 6186218"/>
                <a:gd name="connsiteY286" fmla="*/ 925038 h 5068526"/>
                <a:gd name="connsiteX287" fmla="*/ 1799528 w 6186218"/>
                <a:gd name="connsiteY287" fmla="*/ 1246169 h 5068526"/>
                <a:gd name="connsiteX288" fmla="*/ 1758495 w 6186218"/>
                <a:gd name="connsiteY288" fmla="*/ 1430820 h 5068526"/>
                <a:gd name="connsiteX289" fmla="*/ 1758495 w 6186218"/>
                <a:gd name="connsiteY289" fmla="*/ 1593170 h 5068526"/>
                <a:gd name="connsiteX290" fmla="*/ 1802204 w 6186218"/>
                <a:gd name="connsiteY290" fmla="*/ 1877728 h 5068526"/>
                <a:gd name="connsiteX291" fmla="*/ 1755818 w 6186218"/>
                <a:gd name="connsiteY291" fmla="*/ 2004396 h 5068526"/>
                <a:gd name="connsiteX292" fmla="*/ 1691592 w 6186218"/>
                <a:gd name="connsiteY292" fmla="*/ 2023129 h 5068526"/>
                <a:gd name="connsiteX293" fmla="*/ 1648774 w 6186218"/>
                <a:gd name="connsiteY293" fmla="*/ 2023129 h 5068526"/>
                <a:gd name="connsiteX294" fmla="*/ 1588116 w 6186218"/>
                <a:gd name="connsiteY294" fmla="*/ 2065054 h 5068526"/>
                <a:gd name="connsiteX295" fmla="*/ 1518537 w 6186218"/>
                <a:gd name="connsiteY295" fmla="*/ 2106087 h 5068526"/>
                <a:gd name="connsiteX296" fmla="*/ 1402573 w 6186218"/>
                <a:gd name="connsiteY296" fmla="*/ 2081111 h 5068526"/>
                <a:gd name="connsiteX297" fmla="*/ 1353511 w 6186218"/>
                <a:gd name="connsiteY297" fmla="*/ 2065054 h 5068526"/>
                <a:gd name="connsiteX298" fmla="*/ 1319614 w 6186218"/>
                <a:gd name="connsiteY298" fmla="*/ 2089139 h 5068526"/>
                <a:gd name="connsiteX299" fmla="*/ 1359756 w 6186218"/>
                <a:gd name="connsiteY299" fmla="*/ 2057918 h 5068526"/>
                <a:gd name="connsiteX300" fmla="*/ 1389192 w 6186218"/>
                <a:gd name="connsiteY300" fmla="*/ 2060594 h 5068526"/>
                <a:gd name="connsiteX301" fmla="*/ 1423090 w 6186218"/>
                <a:gd name="connsiteY301" fmla="*/ 2085571 h 5068526"/>
                <a:gd name="connsiteX302" fmla="*/ 1538162 w 6186218"/>
                <a:gd name="connsiteY302" fmla="*/ 2082895 h 5068526"/>
                <a:gd name="connsiteX303" fmla="*/ 1596144 w 6186218"/>
                <a:gd name="connsiteY303" fmla="*/ 2033834 h 5068526"/>
                <a:gd name="connsiteX304" fmla="*/ 1672859 w 6186218"/>
                <a:gd name="connsiteY304" fmla="*/ 2000828 h 5068526"/>
                <a:gd name="connsiteX305" fmla="*/ 1721921 w 6186218"/>
                <a:gd name="connsiteY305" fmla="*/ 1996367 h 5068526"/>
                <a:gd name="connsiteX306" fmla="*/ 1760279 w 6186218"/>
                <a:gd name="connsiteY306" fmla="*/ 1962470 h 5068526"/>
                <a:gd name="connsiteX307" fmla="*/ 1773659 w 6186218"/>
                <a:gd name="connsiteY307" fmla="*/ 1850074 h 5068526"/>
                <a:gd name="connsiteX308" fmla="*/ 1722812 w 6186218"/>
                <a:gd name="connsiteY308" fmla="*/ 1578897 h 5068526"/>
                <a:gd name="connsiteX309" fmla="*/ 1724597 w 6186218"/>
                <a:gd name="connsiteY309" fmla="*/ 1414763 h 5068526"/>
                <a:gd name="connsiteX310" fmla="*/ 1761170 w 6186218"/>
                <a:gd name="connsiteY310" fmla="*/ 1239032 h 5068526"/>
                <a:gd name="connsiteX311" fmla="*/ 1761170 w 6186218"/>
                <a:gd name="connsiteY311" fmla="*/ 1238141 h 5068526"/>
                <a:gd name="connsiteX312" fmla="*/ 1792392 w 6186218"/>
                <a:gd name="connsiteY312" fmla="*/ 929498 h 5068526"/>
                <a:gd name="connsiteX313" fmla="*/ 1813800 w 6186218"/>
                <a:gd name="connsiteY313" fmla="*/ 679730 h 5068526"/>
                <a:gd name="connsiteX314" fmla="*/ 1819152 w 6186218"/>
                <a:gd name="connsiteY314" fmla="*/ 492402 h 5068526"/>
                <a:gd name="connsiteX315" fmla="*/ 1768307 w 6186218"/>
                <a:gd name="connsiteY315" fmla="*/ 366626 h 5068526"/>
                <a:gd name="connsiteX316" fmla="*/ 1740235 w 6186218"/>
                <a:gd name="connsiteY316" fmla="*/ 318317 h 5068526"/>
                <a:gd name="connsiteX317" fmla="*/ 1719597 w 6186218"/>
                <a:gd name="connsiteY317" fmla="*/ 277664 h 5068526"/>
                <a:gd name="connsiteX318" fmla="*/ 1718353 w 6186218"/>
                <a:gd name="connsiteY318" fmla="*/ 276531 h 5068526"/>
                <a:gd name="connsiteX319" fmla="*/ 1719385 w 6186218"/>
                <a:gd name="connsiteY319" fmla="*/ 277245 h 5068526"/>
                <a:gd name="connsiteX320" fmla="*/ 1719022 w 6186218"/>
                <a:gd name="connsiteY320" fmla="*/ 276530 h 5068526"/>
                <a:gd name="connsiteX321" fmla="*/ 1697836 w 6186218"/>
                <a:gd name="connsiteY321" fmla="*/ 213196 h 5068526"/>
                <a:gd name="connsiteX322" fmla="*/ 1695663 w 6186218"/>
                <a:gd name="connsiteY322" fmla="*/ 196355 h 5068526"/>
                <a:gd name="connsiteX323" fmla="*/ 1694713 w 6186218"/>
                <a:gd name="connsiteY323" fmla="*/ 194296 h 5068526"/>
                <a:gd name="connsiteX324" fmla="*/ 1671074 w 6186218"/>
                <a:gd name="connsiteY324" fmla="*/ 146293 h 5068526"/>
                <a:gd name="connsiteX325" fmla="*/ 1605064 w 6186218"/>
                <a:gd name="connsiteY325" fmla="*/ 33897 h 5068526"/>
                <a:gd name="connsiteX326" fmla="*/ 1590791 w 6186218"/>
                <a:gd name="connsiteY326" fmla="*/ 0 h 5068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</a:cxnLst>
              <a:rect l="l" t="t" r="r" b="b"/>
              <a:pathLst>
                <a:path w="6186218" h="5068526">
                  <a:moveTo>
                    <a:pt x="6186218" y="3161223"/>
                  </a:moveTo>
                  <a:lnTo>
                    <a:pt x="6186218" y="3201119"/>
                  </a:lnTo>
                  <a:lnTo>
                    <a:pt x="6178518" y="3201503"/>
                  </a:lnTo>
                  <a:lnTo>
                    <a:pt x="6176734" y="3201503"/>
                  </a:lnTo>
                  <a:cubicBezTo>
                    <a:pt x="6101803" y="3201503"/>
                    <a:pt x="6061661" y="3244321"/>
                    <a:pt x="6042928" y="3282678"/>
                  </a:cubicBezTo>
                  <a:cubicBezTo>
                    <a:pt x="6032224" y="3303195"/>
                    <a:pt x="6020628" y="3327280"/>
                    <a:pt x="6002788" y="3343336"/>
                  </a:cubicBezTo>
                  <a:cubicBezTo>
                    <a:pt x="5985839" y="3359393"/>
                    <a:pt x="5964430" y="3369205"/>
                    <a:pt x="5944806" y="3368313"/>
                  </a:cubicBezTo>
                  <a:cubicBezTo>
                    <a:pt x="5901987" y="3363852"/>
                    <a:pt x="5894851" y="3333524"/>
                    <a:pt x="5895743" y="3321927"/>
                  </a:cubicBezTo>
                  <a:cubicBezTo>
                    <a:pt x="5897527" y="3308547"/>
                    <a:pt x="5903772" y="3306763"/>
                    <a:pt x="5902880" y="3306763"/>
                  </a:cubicBezTo>
                  <a:cubicBezTo>
                    <a:pt x="5902880" y="3306763"/>
                    <a:pt x="5901095" y="3310331"/>
                    <a:pt x="5902880" y="3319251"/>
                  </a:cubicBezTo>
                  <a:cubicBezTo>
                    <a:pt x="5904664" y="3327280"/>
                    <a:pt x="5916260" y="3344228"/>
                    <a:pt x="5939453" y="3344228"/>
                  </a:cubicBezTo>
                  <a:cubicBezTo>
                    <a:pt x="5964430" y="3343336"/>
                    <a:pt x="5988514" y="3316575"/>
                    <a:pt x="6006356" y="3268405"/>
                  </a:cubicBezTo>
                  <a:cubicBezTo>
                    <a:pt x="6016168" y="3244321"/>
                    <a:pt x="6034008" y="3214884"/>
                    <a:pt x="6063445" y="3194367"/>
                  </a:cubicBezTo>
                  <a:cubicBezTo>
                    <a:pt x="6091991" y="3172066"/>
                    <a:pt x="6135700" y="3159577"/>
                    <a:pt x="6178518" y="3161361"/>
                  </a:cubicBezTo>
                  <a:close/>
                  <a:moveTo>
                    <a:pt x="5875226" y="2260409"/>
                  </a:moveTo>
                  <a:cubicBezTo>
                    <a:pt x="5979593" y="2267100"/>
                    <a:pt x="6081452" y="2317444"/>
                    <a:pt x="6176287" y="2389615"/>
                  </a:cubicBezTo>
                  <a:lnTo>
                    <a:pt x="6186218" y="2398074"/>
                  </a:lnTo>
                  <a:lnTo>
                    <a:pt x="6186218" y="2450100"/>
                  </a:lnTo>
                  <a:lnTo>
                    <a:pt x="6153694" y="2422885"/>
                  </a:lnTo>
                  <a:cubicBezTo>
                    <a:pt x="6065006" y="2356359"/>
                    <a:pt x="5972680" y="2311032"/>
                    <a:pt x="5882362" y="2302334"/>
                  </a:cubicBezTo>
                  <a:cubicBezTo>
                    <a:pt x="5761046" y="2289847"/>
                    <a:pt x="5662922" y="2352289"/>
                    <a:pt x="5598695" y="2422759"/>
                  </a:cubicBezTo>
                  <a:cubicBezTo>
                    <a:pt x="5531792" y="2492338"/>
                    <a:pt x="5493436" y="2571729"/>
                    <a:pt x="5451510" y="2638631"/>
                  </a:cubicBezTo>
                  <a:cubicBezTo>
                    <a:pt x="5410476" y="2705533"/>
                    <a:pt x="5363199" y="2759947"/>
                    <a:pt x="5309676" y="2788493"/>
                  </a:cubicBezTo>
                  <a:cubicBezTo>
                    <a:pt x="5256154" y="2817929"/>
                    <a:pt x="5208877" y="2821497"/>
                    <a:pt x="5174088" y="2833986"/>
                  </a:cubicBezTo>
                  <a:cubicBezTo>
                    <a:pt x="5139298" y="2844690"/>
                    <a:pt x="5112537" y="2857178"/>
                    <a:pt x="5092912" y="2866991"/>
                  </a:cubicBezTo>
                  <a:cubicBezTo>
                    <a:pt x="5053664" y="2887508"/>
                    <a:pt x="5039390" y="2897320"/>
                    <a:pt x="5039390" y="2897320"/>
                  </a:cubicBezTo>
                  <a:cubicBezTo>
                    <a:pt x="5039390" y="2897320"/>
                    <a:pt x="5049202" y="2887508"/>
                    <a:pt x="5083100" y="2863423"/>
                  </a:cubicBezTo>
                  <a:cubicBezTo>
                    <a:pt x="5100049" y="2851826"/>
                    <a:pt x="5124134" y="2837554"/>
                    <a:pt x="5158031" y="2823281"/>
                  </a:cubicBezTo>
                  <a:cubicBezTo>
                    <a:pt x="5191036" y="2808117"/>
                    <a:pt x="5236530" y="2800089"/>
                    <a:pt x="5283808" y="2775111"/>
                  </a:cubicBezTo>
                  <a:cubicBezTo>
                    <a:pt x="5331086" y="2750135"/>
                    <a:pt x="5375688" y="2701965"/>
                    <a:pt x="5414044" y="2636846"/>
                  </a:cubicBezTo>
                  <a:cubicBezTo>
                    <a:pt x="5454186" y="2572620"/>
                    <a:pt x="5488975" y="2488769"/>
                    <a:pt x="5558554" y="2409379"/>
                  </a:cubicBezTo>
                  <a:cubicBezTo>
                    <a:pt x="5593344" y="2370130"/>
                    <a:pt x="5634376" y="2331772"/>
                    <a:pt x="5687898" y="2302334"/>
                  </a:cubicBezTo>
                  <a:cubicBezTo>
                    <a:pt x="5740528" y="2272898"/>
                    <a:pt x="5806538" y="2255949"/>
                    <a:pt x="5875226" y="2260409"/>
                  </a:cubicBezTo>
                  <a:close/>
                  <a:moveTo>
                    <a:pt x="3111707" y="2072190"/>
                  </a:moveTo>
                  <a:cubicBezTo>
                    <a:pt x="3111707" y="2072190"/>
                    <a:pt x="3112600" y="2080218"/>
                    <a:pt x="3116168" y="2105196"/>
                  </a:cubicBezTo>
                  <a:cubicBezTo>
                    <a:pt x="3118843" y="2129280"/>
                    <a:pt x="3125087" y="2170314"/>
                    <a:pt x="3125980" y="2236324"/>
                  </a:cubicBezTo>
                  <a:cubicBezTo>
                    <a:pt x="3126872" y="2301443"/>
                    <a:pt x="3125980" y="2393322"/>
                    <a:pt x="3098326" y="2513746"/>
                  </a:cubicBezTo>
                  <a:cubicBezTo>
                    <a:pt x="3084054" y="2573512"/>
                    <a:pt x="3063537" y="2641307"/>
                    <a:pt x="3027856" y="2712670"/>
                  </a:cubicBezTo>
                  <a:cubicBezTo>
                    <a:pt x="2993959" y="2784924"/>
                    <a:pt x="2939545" y="2855394"/>
                    <a:pt x="2910108" y="2943705"/>
                  </a:cubicBezTo>
                  <a:cubicBezTo>
                    <a:pt x="2876210" y="3044505"/>
                    <a:pt x="2863722" y="3140845"/>
                    <a:pt x="2848557" y="3227372"/>
                  </a:cubicBezTo>
                  <a:cubicBezTo>
                    <a:pt x="2833393" y="3313899"/>
                    <a:pt x="2819120" y="3389721"/>
                    <a:pt x="2807524" y="3456624"/>
                  </a:cubicBezTo>
                  <a:cubicBezTo>
                    <a:pt x="2782546" y="3590429"/>
                    <a:pt x="2762030" y="3688552"/>
                    <a:pt x="2745081" y="3759023"/>
                  </a:cubicBezTo>
                  <a:cubicBezTo>
                    <a:pt x="2712968" y="3899964"/>
                    <a:pt x="2697804" y="3933862"/>
                    <a:pt x="2697804" y="3933862"/>
                  </a:cubicBezTo>
                  <a:cubicBezTo>
                    <a:pt x="2697804" y="3933862"/>
                    <a:pt x="2708508" y="3885692"/>
                    <a:pt x="2734377" y="3735831"/>
                  </a:cubicBezTo>
                  <a:cubicBezTo>
                    <a:pt x="2746865" y="3660899"/>
                    <a:pt x="2762922" y="3560992"/>
                    <a:pt x="2784330" y="3428971"/>
                  </a:cubicBezTo>
                  <a:cubicBezTo>
                    <a:pt x="2794144" y="3362961"/>
                    <a:pt x="2805740" y="3288923"/>
                    <a:pt x="2818228" y="3205963"/>
                  </a:cubicBezTo>
                  <a:cubicBezTo>
                    <a:pt x="2831609" y="3123005"/>
                    <a:pt x="2841421" y="3030233"/>
                    <a:pt x="2873534" y="2930325"/>
                  </a:cubicBezTo>
                  <a:lnTo>
                    <a:pt x="2873534" y="2928541"/>
                  </a:lnTo>
                  <a:cubicBezTo>
                    <a:pt x="2903864" y="2834878"/>
                    <a:pt x="2956494" y="2764408"/>
                    <a:pt x="2988606" y="2698397"/>
                  </a:cubicBezTo>
                  <a:cubicBezTo>
                    <a:pt x="3022504" y="2632387"/>
                    <a:pt x="3043913" y="2569052"/>
                    <a:pt x="3059077" y="2512854"/>
                  </a:cubicBezTo>
                  <a:cubicBezTo>
                    <a:pt x="3089406" y="2399566"/>
                    <a:pt x="3097435" y="2310363"/>
                    <a:pt x="3101895" y="2244352"/>
                  </a:cubicBezTo>
                  <a:cubicBezTo>
                    <a:pt x="3106355" y="2178342"/>
                    <a:pt x="3107247" y="2135525"/>
                    <a:pt x="3109031" y="2108764"/>
                  </a:cubicBezTo>
                  <a:cubicBezTo>
                    <a:pt x="3109923" y="2082003"/>
                    <a:pt x="3111707" y="2072190"/>
                    <a:pt x="3111707" y="2072190"/>
                  </a:cubicBezTo>
                  <a:close/>
                  <a:moveTo>
                    <a:pt x="1064492" y="2072190"/>
                  </a:moveTo>
                  <a:cubicBezTo>
                    <a:pt x="1064492" y="2072190"/>
                    <a:pt x="1066275" y="2107872"/>
                    <a:pt x="1073412" y="2247029"/>
                  </a:cubicBezTo>
                  <a:cubicBezTo>
                    <a:pt x="1076088" y="2280926"/>
                    <a:pt x="1071628" y="2326419"/>
                    <a:pt x="1093036" y="2364777"/>
                  </a:cubicBezTo>
                  <a:cubicBezTo>
                    <a:pt x="1116229" y="2403134"/>
                    <a:pt x="1177780" y="2412055"/>
                    <a:pt x="1230409" y="2371913"/>
                  </a:cubicBezTo>
                  <a:cubicBezTo>
                    <a:pt x="1246466" y="2362101"/>
                    <a:pt x="1276795" y="2363885"/>
                    <a:pt x="1291960" y="2381726"/>
                  </a:cubicBezTo>
                  <a:cubicBezTo>
                    <a:pt x="1307124" y="2397782"/>
                    <a:pt x="1315154" y="2419191"/>
                    <a:pt x="1315154" y="2441492"/>
                  </a:cubicBezTo>
                  <a:cubicBezTo>
                    <a:pt x="1313369" y="2485201"/>
                    <a:pt x="1291069" y="2519991"/>
                    <a:pt x="1297312" y="2554779"/>
                  </a:cubicBezTo>
                  <a:cubicBezTo>
                    <a:pt x="1307124" y="2629710"/>
                    <a:pt x="1390975" y="2685908"/>
                    <a:pt x="1461446" y="2763515"/>
                  </a:cubicBezTo>
                  <a:cubicBezTo>
                    <a:pt x="1542621" y="2849150"/>
                    <a:pt x="1606847" y="2933893"/>
                    <a:pt x="1659477" y="3013284"/>
                  </a:cubicBezTo>
                  <a:cubicBezTo>
                    <a:pt x="1712999" y="3091783"/>
                    <a:pt x="1748682" y="3168498"/>
                    <a:pt x="1788823" y="3224696"/>
                  </a:cubicBezTo>
                  <a:cubicBezTo>
                    <a:pt x="1828072" y="3281785"/>
                    <a:pt x="1874458" y="3320143"/>
                    <a:pt x="1920843" y="3337092"/>
                  </a:cubicBezTo>
                  <a:cubicBezTo>
                    <a:pt x="1966337" y="3354040"/>
                    <a:pt x="2010939" y="3350472"/>
                    <a:pt x="2048404" y="3346904"/>
                  </a:cubicBezTo>
                  <a:cubicBezTo>
                    <a:pt x="2124227" y="3336200"/>
                    <a:pt x="2175073" y="3332632"/>
                    <a:pt x="2204510" y="3338876"/>
                  </a:cubicBezTo>
                  <a:lnTo>
                    <a:pt x="2223677" y="3343544"/>
                  </a:lnTo>
                  <a:lnTo>
                    <a:pt x="2222629" y="3301453"/>
                  </a:lnTo>
                  <a:cubicBezTo>
                    <a:pt x="2217109" y="3211093"/>
                    <a:pt x="2204063" y="3138169"/>
                    <a:pt x="2200049" y="3079294"/>
                  </a:cubicBezTo>
                  <a:cubicBezTo>
                    <a:pt x="2192913" y="3000796"/>
                    <a:pt x="2196481" y="2949950"/>
                    <a:pt x="2200049" y="2918730"/>
                  </a:cubicBezTo>
                  <a:cubicBezTo>
                    <a:pt x="2204509" y="2887508"/>
                    <a:pt x="2208077" y="2876804"/>
                    <a:pt x="2208077" y="2876804"/>
                  </a:cubicBezTo>
                  <a:cubicBezTo>
                    <a:pt x="2208077" y="2876804"/>
                    <a:pt x="2208077" y="2886616"/>
                    <a:pt x="2208077" y="2915161"/>
                  </a:cubicBezTo>
                  <a:cubicBezTo>
                    <a:pt x="2208077" y="2943706"/>
                    <a:pt x="2210753" y="2990984"/>
                    <a:pt x="2222350" y="3065915"/>
                  </a:cubicBezTo>
                  <a:cubicBezTo>
                    <a:pt x="2232162" y="3140845"/>
                    <a:pt x="2259815" y="3242537"/>
                    <a:pt x="2263384" y="3386154"/>
                  </a:cubicBezTo>
                  <a:cubicBezTo>
                    <a:pt x="2265168" y="3457517"/>
                    <a:pt x="2258923" y="3538692"/>
                    <a:pt x="2248218" y="3629679"/>
                  </a:cubicBezTo>
                  <a:cubicBezTo>
                    <a:pt x="2242867" y="3675172"/>
                    <a:pt x="2236622" y="3722450"/>
                    <a:pt x="2230378" y="3773296"/>
                  </a:cubicBezTo>
                  <a:cubicBezTo>
                    <a:pt x="2225026" y="3824142"/>
                    <a:pt x="2214321" y="3876771"/>
                    <a:pt x="2227702" y="3925834"/>
                  </a:cubicBezTo>
                  <a:cubicBezTo>
                    <a:pt x="2243758" y="3981139"/>
                    <a:pt x="2274087" y="4038230"/>
                    <a:pt x="2291036" y="4093535"/>
                  </a:cubicBezTo>
                  <a:cubicBezTo>
                    <a:pt x="2309769" y="4148841"/>
                    <a:pt x="2323150" y="4202364"/>
                    <a:pt x="2332069" y="4254102"/>
                  </a:cubicBezTo>
                  <a:cubicBezTo>
                    <a:pt x="2349019" y="4357577"/>
                    <a:pt x="2342774" y="4453916"/>
                    <a:pt x="2322257" y="4533307"/>
                  </a:cubicBezTo>
                  <a:cubicBezTo>
                    <a:pt x="2300849" y="4611806"/>
                    <a:pt x="2277656" y="4675141"/>
                    <a:pt x="2268736" y="4731339"/>
                  </a:cubicBezTo>
                  <a:cubicBezTo>
                    <a:pt x="2260707" y="4785752"/>
                    <a:pt x="2259815" y="4843734"/>
                    <a:pt x="2232162" y="4884768"/>
                  </a:cubicBezTo>
                  <a:cubicBezTo>
                    <a:pt x="2207185" y="4923126"/>
                    <a:pt x="2184884" y="4945427"/>
                    <a:pt x="2175072" y="4969511"/>
                  </a:cubicBezTo>
                  <a:cubicBezTo>
                    <a:pt x="2165260" y="4992704"/>
                    <a:pt x="2162584" y="5013221"/>
                    <a:pt x="2162584" y="5028385"/>
                  </a:cubicBezTo>
                  <a:cubicBezTo>
                    <a:pt x="2162584" y="5058714"/>
                    <a:pt x="2166151" y="5068526"/>
                    <a:pt x="2166151" y="5068526"/>
                  </a:cubicBezTo>
                  <a:cubicBezTo>
                    <a:pt x="2166151" y="5068526"/>
                    <a:pt x="2165260" y="5064959"/>
                    <a:pt x="2162584" y="5057823"/>
                  </a:cubicBezTo>
                  <a:cubicBezTo>
                    <a:pt x="2160800" y="5049794"/>
                    <a:pt x="2158123" y="5038197"/>
                    <a:pt x="2158123" y="5020357"/>
                  </a:cubicBezTo>
                  <a:cubicBezTo>
                    <a:pt x="2158123" y="5002516"/>
                    <a:pt x="2160800" y="4978431"/>
                    <a:pt x="2173288" y="4952562"/>
                  </a:cubicBezTo>
                  <a:cubicBezTo>
                    <a:pt x="2184884" y="4925801"/>
                    <a:pt x="2212537" y="4899041"/>
                    <a:pt x="2229486" y="4857115"/>
                  </a:cubicBezTo>
                  <a:cubicBezTo>
                    <a:pt x="2246435" y="4814297"/>
                    <a:pt x="2241083" y="4761667"/>
                    <a:pt x="2252679" y="4702794"/>
                  </a:cubicBezTo>
                  <a:cubicBezTo>
                    <a:pt x="2262491" y="4643919"/>
                    <a:pt x="2286576" y="4578801"/>
                    <a:pt x="2301741" y="4502978"/>
                  </a:cubicBezTo>
                  <a:cubicBezTo>
                    <a:pt x="2316013" y="4427155"/>
                    <a:pt x="2316013" y="4338845"/>
                    <a:pt x="2296388" y="4244289"/>
                  </a:cubicBezTo>
                  <a:cubicBezTo>
                    <a:pt x="2286576" y="4197011"/>
                    <a:pt x="2272303" y="4147950"/>
                    <a:pt x="2253571" y="4097996"/>
                  </a:cubicBezTo>
                  <a:cubicBezTo>
                    <a:pt x="2236622" y="4047150"/>
                    <a:pt x="2208969" y="3998980"/>
                    <a:pt x="2190236" y="3938322"/>
                  </a:cubicBezTo>
                  <a:lnTo>
                    <a:pt x="2190236" y="3934753"/>
                  </a:lnTo>
                  <a:cubicBezTo>
                    <a:pt x="2174180" y="3875880"/>
                    <a:pt x="2185776" y="3820573"/>
                    <a:pt x="2190236" y="3772404"/>
                  </a:cubicBezTo>
                  <a:cubicBezTo>
                    <a:pt x="2196481" y="3723342"/>
                    <a:pt x="2201833" y="3676956"/>
                    <a:pt x="2207185" y="3632355"/>
                  </a:cubicBezTo>
                  <a:cubicBezTo>
                    <a:pt x="2217889" y="3544936"/>
                    <a:pt x="2224134" y="3466437"/>
                    <a:pt x="2225026" y="3397750"/>
                  </a:cubicBezTo>
                  <a:lnTo>
                    <a:pt x="2223743" y="3346215"/>
                  </a:lnTo>
                  <a:lnTo>
                    <a:pt x="2196481" y="3343336"/>
                  </a:lnTo>
                  <a:cubicBezTo>
                    <a:pt x="2162584" y="3340660"/>
                    <a:pt x="2109063" y="3352256"/>
                    <a:pt x="2029671" y="3364745"/>
                  </a:cubicBezTo>
                  <a:cubicBezTo>
                    <a:pt x="1990422" y="3370097"/>
                    <a:pt x="1941360" y="3371881"/>
                    <a:pt x="1891406" y="3347796"/>
                  </a:cubicBezTo>
                  <a:cubicBezTo>
                    <a:pt x="1841452" y="3324603"/>
                    <a:pt x="1794176" y="3280001"/>
                    <a:pt x="1753141" y="3221128"/>
                  </a:cubicBezTo>
                  <a:cubicBezTo>
                    <a:pt x="1712999" y="3162253"/>
                    <a:pt x="1674642" y="3090891"/>
                    <a:pt x="1622904" y="3018637"/>
                  </a:cubicBezTo>
                  <a:cubicBezTo>
                    <a:pt x="1571166" y="2945489"/>
                    <a:pt x="1509616" y="2868775"/>
                    <a:pt x="1433793" y="2791168"/>
                  </a:cubicBezTo>
                  <a:lnTo>
                    <a:pt x="1431117" y="2788493"/>
                  </a:lnTo>
                  <a:cubicBezTo>
                    <a:pt x="1396328" y="2751919"/>
                    <a:pt x="1361538" y="2721590"/>
                    <a:pt x="1328533" y="2687692"/>
                  </a:cubicBezTo>
                  <a:cubicBezTo>
                    <a:pt x="1296421" y="2653795"/>
                    <a:pt x="1265199" y="2615438"/>
                    <a:pt x="1256279" y="2566376"/>
                  </a:cubicBezTo>
                  <a:cubicBezTo>
                    <a:pt x="1246466" y="2515530"/>
                    <a:pt x="1271443" y="2472712"/>
                    <a:pt x="1273227" y="2445952"/>
                  </a:cubicBezTo>
                  <a:cubicBezTo>
                    <a:pt x="1275012" y="2433463"/>
                    <a:pt x="1272336" y="2420975"/>
                    <a:pt x="1266091" y="2412946"/>
                  </a:cubicBezTo>
                  <a:cubicBezTo>
                    <a:pt x="1259847" y="2404027"/>
                    <a:pt x="1257170" y="2404027"/>
                    <a:pt x="1250927" y="2404918"/>
                  </a:cubicBezTo>
                  <a:cubicBezTo>
                    <a:pt x="1243790" y="2405811"/>
                    <a:pt x="1231302" y="2415623"/>
                    <a:pt x="1213462" y="2423651"/>
                  </a:cubicBezTo>
                  <a:cubicBezTo>
                    <a:pt x="1195620" y="2431679"/>
                    <a:pt x="1177780" y="2434356"/>
                    <a:pt x="1160831" y="2434356"/>
                  </a:cubicBezTo>
                  <a:cubicBezTo>
                    <a:pt x="1126042" y="2434356"/>
                    <a:pt x="1092144" y="2420083"/>
                    <a:pt x="1072520" y="2393322"/>
                  </a:cubicBezTo>
                  <a:cubicBezTo>
                    <a:pt x="1052895" y="2366561"/>
                    <a:pt x="1050218" y="2338908"/>
                    <a:pt x="1048435" y="2317499"/>
                  </a:cubicBezTo>
                  <a:cubicBezTo>
                    <a:pt x="1046650" y="2295198"/>
                    <a:pt x="1048435" y="2276465"/>
                    <a:pt x="1048435" y="2257733"/>
                  </a:cubicBezTo>
                  <a:cubicBezTo>
                    <a:pt x="1053788" y="2113224"/>
                    <a:pt x="1064492" y="2072190"/>
                    <a:pt x="1064492" y="2072190"/>
                  </a:cubicBezTo>
                  <a:close/>
                  <a:moveTo>
                    <a:pt x="2500665" y="781420"/>
                  </a:moveTo>
                  <a:lnTo>
                    <a:pt x="2504456" y="795319"/>
                  </a:lnTo>
                  <a:lnTo>
                    <a:pt x="2495313" y="801044"/>
                  </a:lnTo>
                  <a:lnTo>
                    <a:pt x="2495313" y="801936"/>
                  </a:lnTo>
                  <a:lnTo>
                    <a:pt x="2486393" y="805504"/>
                  </a:lnTo>
                  <a:lnTo>
                    <a:pt x="2486393" y="792453"/>
                  </a:lnTo>
                  <a:close/>
                  <a:moveTo>
                    <a:pt x="2538801" y="773814"/>
                  </a:moveTo>
                  <a:lnTo>
                    <a:pt x="2559540" y="776068"/>
                  </a:lnTo>
                  <a:lnTo>
                    <a:pt x="2529210" y="809965"/>
                  </a:lnTo>
                  <a:cubicBezTo>
                    <a:pt x="2499773" y="842969"/>
                    <a:pt x="2464092" y="854566"/>
                    <a:pt x="2437330" y="857242"/>
                  </a:cubicBezTo>
                  <a:cubicBezTo>
                    <a:pt x="2409678" y="859919"/>
                    <a:pt x="2389161" y="853674"/>
                    <a:pt x="2375780" y="846538"/>
                  </a:cubicBezTo>
                  <a:cubicBezTo>
                    <a:pt x="2349020" y="831373"/>
                    <a:pt x="2347236" y="817993"/>
                    <a:pt x="2347236" y="817993"/>
                  </a:cubicBezTo>
                  <a:cubicBezTo>
                    <a:pt x="2347236" y="817993"/>
                    <a:pt x="2353480" y="820669"/>
                    <a:pt x="2377565" y="825129"/>
                  </a:cubicBezTo>
                  <a:cubicBezTo>
                    <a:pt x="2394290" y="826467"/>
                    <a:pt x="2428076" y="829310"/>
                    <a:pt x="2464246" y="809575"/>
                  </a:cubicBezTo>
                  <a:lnTo>
                    <a:pt x="2468896" y="805978"/>
                  </a:lnTo>
                  <a:lnTo>
                    <a:pt x="2476580" y="807288"/>
                  </a:lnTo>
                  <a:cubicBezTo>
                    <a:pt x="2494421" y="809965"/>
                    <a:pt x="2508694" y="810856"/>
                    <a:pt x="2508694" y="810856"/>
                  </a:cubicBezTo>
                  <a:lnTo>
                    <a:pt x="2504456" y="795319"/>
                  </a:lnTo>
                  <a:close/>
                  <a:moveTo>
                    <a:pt x="2684424" y="642262"/>
                  </a:moveTo>
                  <a:cubicBezTo>
                    <a:pt x="2684424" y="642262"/>
                    <a:pt x="2676396" y="651183"/>
                    <a:pt x="2654095" y="679728"/>
                  </a:cubicBezTo>
                  <a:cubicBezTo>
                    <a:pt x="2642053" y="693108"/>
                    <a:pt x="2626442" y="712733"/>
                    <a:pt x="2601800" y="734364"/>
                  </a:cubicBezTo>
                  <a:lnTo>
                    <a:pt x="2538801" y="773814"/>
                  </a:lnTo>
                  <a:lnTo>
                    <a:pt x="2518506" y="771607"/>
                  </a:lnTo>
                  <a:cubicBezTo>
                    <a:pt x="2509586" y="770715"/>
                    <a:pt x="2497989" y="769823"/>
                    <a:pt x="2486393" y="768039"/>
                  </a:cubicBezTo>
                  <a:lnTo>
                    <a:pt x="2486393" y="792453"/>
                  </a:lnTo>
                  <a:lnTo>
                    <a:pt x="2468896" y="805978"/>
                  </a:lnTo>
                  <a:lnTo>
                    <a:pt x="2435666" y="800315"/>
                  </a:lnTo>
                  <a:lnTo>
                    <a:pt x="2409566" y="807958"/>
                  </a:lnTo>
                  <a:cubicBezTo>
                    <a:pt x="2393621" y="811749"/>
                    <a:pt x="2373105" y="815317"/>
                    <a:pt x="2346343" y="817101"/>
                  </a:cubicBezTo>
                  <a:lnTo>
                    <a:pt x="2345452" y="816209"/>
                  </a:lnTo>
                  <a:cubicBezTo>
                    <a:pt x="2295498" y="818885"/>
                    <a:pt x="2270520" y="801936"/>
                    <a:pt x="2258924" y="789448"/>
                  </a:cubicBezTo>
                  <a:cubicBezTo>
                    <a:pt x="2247328" y="776068"/>
                    <a:pt x="2247328" y="763579"/>
                    <a:pt x="2247328" y="763579"/>
                  </a:cubicBezTo>
                  <a:cubicBezTo>
                    <a:pt x="2247328" y="763579"/>
                    <a:pt x="2251788" y="763579"/>
                    <a:pt x="2266953" y="766255"/>
                  </a:cubicBezTo>
                  <a:cubicBezTo>
                    <a:pt x="2282117" y="768039"/>
                    <a:pt x="2309770" y="775175"/>
                    <a:pt x="2354372" y="777852"/>
                  </a:cubicBezTo>
                  <a:cubicBezTo>
                    <a:pt x="2378903" y="778744"/>
                    <a:pt x="2397190" y="778744"/>
                    <a:pt x="2411462" y="779078"/>
                  </a:cubicBezTo>
                  <a:lnTo>
                    <a:pt x="2433048" y="781193"/>
                  </a:lnTo>
                  <a:lnTo>
                    <a:pt x="2476580" y="765363"/>
                  </a:lnTo>
                  <a:cubicBezTo>
                    <a:pt x="2476580" y="765363"/>
                    <a:pt x="2481932" y="763579"/>
                    <a:pt x="2484609" y="762687"/>
                  </a:cubicBezTo>
                  <a:cubicBezTo>
                    <a:pt x="2577380" y="727005"/>
                    <a:pt x="2618413" y="685080"/>
                    <a:pt x="2646066" y="666347"/>
                  </a:cubicBezTo>
                  <a:cubicBezTo>
                    <a:pt x="2672828" y="645831"/>
                    <a:pt x="2684424" y="642262"/>
                    <a:pt x="2684424" y="642262"/>
                  </a:cubicBezTo>
                  <a:close/>
                  <a:moveTo>
                    <a:pt x="825427" y="297048"/>
                  </a:moveTo>
                  <a:cubicBezTo>
                    <a:pt x="825427" y="297048"/>
                    <a:pt x="821858" y="304184"/>
                    <a:pt x="814723" y="325592"/>
                  </a:cubicBezTo>
                  <a:cubicBezTo>
                    <a:pt x="808478" y="347002"/>
                    <a:pt x="795990" y="384466"/>
                    <a:pt x="795990" y="444233"/>
                  </a:cubicBezTo>
                  <a:cubicBezTo>
                    <a:pt x="795990" y="474562"/>
                    <a:pt x="797774" y="511135"/>
                    <a:pt x="795990" y="554845"/>
                  </a:cubicBezTo>
                  <a:cubicBezTo>
                    <a:pt x="792422" y="598554"/>
                    <a:pt x="779041" y="647617"/>
                    <a:pt x="766553" y="702030"/>
                  </a:cubicBezTo>
                  <a:cubicBezTo>
                    <a:pt x="741576" y="811750"/>
                    <a:pt x="738900" y="955367"/>
                    <a:pt x="766553" y="1133773"/>
                  </a:cubicBezTo>
                  <a:cubicBezTo>
                    <a:pt x="782609" y="1233681"/>
                    <a:pt x="797774" y="1325560"/>
                    <a:pt x="814723" y="1403167"/>
                  </a:cubicBezTo>
                  <a:cubicBezTo>
                    <a:pt x="830779" y="1480774"/>
                    <a:pt x="867353" y="1536972"/>
                    <a:pt x="904818" y="1587817"/>
                  </a:cubicBezTo>
                  <a:cubicBezTo>
                    <a:pt x="942283" y="1637771"/>
                    <a:pt x="977073" y="1684157"/>
                    <a:pt x="999374" y="1729650"/>
                  </a:cubicBezTo>
                  <a:cubicBezTo>
                    <a:pt x="1021675" y="1775144"/>
                    <a:pt x="1032378" y="1817961"/>
                    <a:pt x="1032378" y="1855427"/>
                  </a:cubicBezTo>
                  <a:cubicBezTo>
                    <a:pt x="1032378" y="1892892"/>
                    <a:pt x="1024350" y="1917869"/>
                    <a:pt x="1027027" y="1937494"/>
                  </a:cubicBezTo>
                  <a:cubicBezTo>
                    <a:pt x="1027918" y="1956226"/>
                    <a:pt x="1036839" y="1969607"/>
                    <a:pt x="1043975" y="1977636"/>
                  </a:cubicBezTo>
                  <a:cubicBezTo>
                    <a:pt x="1060031" y="1992800"/>
                    <a:pt x="1070736" y="1990123"/>
                    <a:pt x="1070736" y="1991016"/>
                  </a:cubicBezTo>
                  <a:cubicBezTo>
                    <a:pt x="1071628" y="1990123"/>
                    <a:pt x="1057356" y="1996368"/>
                    <a:pt x="1036839" y="1976743"/>
                  </a:cubicBezTo>
                  <a:cubicBezTo>
                    <a:pt x="1027027" y="1966931"/>
                    <a:pt x="1018106" y="1949982"/>
                    <a:pt x="1017214" y="1925897"/>
                  </a:cubicBezTo>
                  <a:cubicBezTo>
                    <a:pt x="1015430" y="1902705"/>
                    <a:pt x="1021675" y="1872375"/>
                    <a:pt x="1016322" y="1836694"/>
                  </a:cubicBezTo>
                  <a:cubicBezTo>
                    <a:pt x="1010970" y="1801013"/>
                    <a:pt x="995806" y="1760872"/>
                    <a:pt x="969936" y="1719838"/>
                  </a:cubicBezTo>
                  <a:cubicBezTo>
                    <a:pt x="944959" y="1677912"/>
                    <a:pt x="908386" y="1636879"/>
                    <a:pt x="870028" y="1586926"/>
                  </a:cubicBezTo>
                  <a:cubicBezTo>
                    <a:pt x="830779" y="1537863"/>
                    <a:pt x="795098" y="1474529"/>
                    <a:pt x="778149" y="1396030"/>
                  </a:cubicBezTo>
                  <a:cubicBezTo>
                    <a:pt x="760308" y="1318424"/>
                    <a:pt x="744252" y="1233681"/>
                    <a:pt x="727304" y="1139125"/>
                  </a:cubicBezTo>
                  <a:lnTo>
                    <a:pt x="726412" y="1140017"/>
                  </a:lnTo>
                  <a:cubicBezTo>
                    <a:pt x="696083" y="965180"/>
                    <a:pt x="698758" y="817101"/>
                    <a:pt x="726412" y="703814"/>
                  </a:cubicBezTo>
                  <a:cubicBezTo>
                    <a:pt x="740684" y="647617"/>
                    <a:pt x="755848" y="601231"/>
                    <a:pt x="762985" y="561088"/>
                  </a:cubicBezTo>
                  <a:cubicBezTo>
                    <a:pt x="769229" y="520947"/>
                    <a:pt x="768337" y="482590"/>
                    <a:pt x="771905" y="452260"/>
                  </a:cubicBezTo>
                  <a:cubicBezTo>
                    <a:pt x="776365" y="388927"/>
                    <a:pt x="795098" y="347893"/>
                    <a:pt x="806694" y="326484"/>
                  </a:cubicBezTo>
                  <a:cubicBezTo>
                    <a:pt x="819183" y="304184"/>
                    <a:pt x="825427" y="297048"/>
                    <a:pt x="825427" y="297048"/>
                  </a:cubicBezTo>
                  <a:close/>
                  <a:moveTo>
                    <a:pt x="847728" y="199816"/>
                  </a:moveTo>
                  <a:cubicBezTo>
                    <a:pt x="847728" y="199816"/>
                    <a:pt x="846836" y="204276"/>
                    <a:pt x="842376" y="217657"/>
                  </a:cubicBezTo>
                  <a:cubicBezTo>
                    <a:pt x="837916" y="231038"/>
                    <a:pt x="832564" y="253338"/>
                    <a:pt x="818291" y="287235"/>
                  </a:cubicBezTo>
                  <a:cubicBezTo>
                    <a:pt x="804018" y="320241"/>
                    <a:pt x="784394" y="371086"/>
                    <a:pt x="728196" y="417472"/>
                  </a:cubicBezTo>
                  <a:cubicBezTo>
                    <a:pt x="700543" y="439773"/>
                    <a:pt x="660401" y="460288"/>
                    <a:pt x="611339" y="460288"/>
                  </a:cubicBezTo>
                  <a:cubicBezTo>
                    <a:pt x="563170" y="460288"/>
                    <a:pt x="513216" y="443341"/>
                    <a:pt x="462370" y="427285"/>
                  </a:cubicBezTo>
                  <a:cubicBezTo>
                    <a:pt x="349974" y="389819"/>
                    <a:pt x="258986" y="419256"/>
                    <a:pt x="192977" y="446909"/>
                  </a:cubicBezTo>
                  <a:cubicBezTo>
                    <a:pt x="126965" y="476346"/>
                    <a:pt x="80579" y="508459"/>
                    <a:pt x="49358" y="529868"/>
                  </a:cubicBezTo>
                  <a:cubicBezTo>
                    <a:pt x="-11300" y="576254"/>
                    <a:pt x="4757" y="604799"/>
                    <a:pt x="1189" y="603906"/>
                  </a:cubicBezTo>
                  <a:cubicBezTo>
                    <a:pt x="1189" y="603906"/>
                    <a:pt x="-1488" y="597663"/>
                    <a:pt x="1189" y="580713"/>
                  </a:cubicBezTo>
                  <a:cubicBezTo>
                    <a:pt x="2974" y="564657"/>
                    <a:pt x="17245" y="538788"/>
                    <a:pt x="49358" y="512027"/>
                  </a:cubicBezTo>
                  <a:cubicBezTo>
                    <a:pt x="81472" y="485267"/>
                    <a:pt x="126965" y="449586"/>
                    <a:pt x="194760" y="416580"/>
                  </a:cubicBezTo>
                  <a:cubicBezTo>
                    <a:pt x="260770" y="385359"/>
                    <a:pt x="360679" y="354137"/>
                    <a:pt x="476643" y="389819"/>
                  </a:cubicBezTo>
                  <a:lnTo>
                    <a:pt x="475751" y="390711"/>
                  </a:lnTo>
                  <a:cubicBezTo>
                    <a:pt x="527488" y="404984"/>
                    <a:pt x="571198" y="419256"/>
                    <a:pt x="608664" y="419256"/>
                  </a:cubicBezTo>
                  <a:cubicBezTo>
                    <a:pt x="646129" y="419256"/>
                    <a:pt x="675565" y="406768"/>
                    <a:pt x="700543" y="389819"/>
                  </a:cubicBezTo>
                  <a:cubicBezTo>
                    <a:pt x="749604" y="355030"/>
                    <a:pt x="774582" y="313104"/>
                    <a:pt x="794206" y="281883"/>
                  </a:cubicBezTo>
                  <a:cubicBezTo>
                    <a:pt x="812939" y="250662"/>
                    <a:pt x="825428" y="229254"/>
                    <a:pt x="834348" y="216765"/>
                  </a:cubicBezTo>
                  <a:cubicBezTo>
                    <a:pt x="843269" y="204276"/>
                    <a:pt x="847728" y="199816"/>
                    <a:pt x="847728" y="199816"/>
                  </a:cubicBezTo>
                  <a:close/>
                  <a:moveTo>
                    <a:pt x="1590791" y="0"/>
                  </a:moveTo>
                  <a:cubicBezTo>
                    <a:pt x="1590791" y="0"/>
                    <a:pt x="1597928" y="0"/>
                    <a:pt x="1620229" y="14273"/>
                  </a:cubicBezTo>
                  <a:cubicBezTo>
                    <a:pt x="1641637" y="27653"/>
                    <a:pt x="1679102" y="61550"/>
                    <a:pt x="1709432" y="133805"/>
                  </a:cubicBezTo>
                  <a:cubicBezTo>
                    <a:pt x="1741545" y="214980"/>
                    <a:pt x="1747789" y="258690"/>
                    <a:pt x="1754034" y="285451"/>
                  </a:cubicBezTo>
                  <a:lnTo>
                    <a:pt x="1755004" y="293563"/>
                  </a:lnTo>
                  <a:lnTo>
                    <a:pt x="1799528" y="306860"/>
                  </a:lnTo>
                  <a:cubicBezTo>
                    <a:pt x="1866430" y="319348"/>
                    <a:pt x="1973474" y="280099"/>
                    <a:pt x="2150989" y="257798"/>
                  </a:cubicBezTo>
                  <a:cubicBezTo>
                    <a:pt x="2328503" y="233712"/>
                    <a:pt x="2574703" y="230145"/>
                    <a:pt x="2907432" y="250662"/>
                  </a:cubicBezTo>
                  <a:cubicBezTo>
                    <a:pt x="3073350" y="259582"/>
                    <a:pt x="3261569" y="272071"/>
                    <a:pt x="3473873" y="269395"/>
                  </a:cubicBezTo>
                  <a:cubicBezTo>
                    <a:pt x="3686177" y="267610"/>
                    <a:pt x="3920782" y="236389"/>
                    <a:pt x="4183039" y="198032"/>
                  </a:cubicBezTo>
                  <a:cubicBezTo>
                    <a:pt x="4478302" y="155215"/>
                    <a:pt x="4748588" y="127561"/>
                    <a:pt x="4990330" y="145402"/>
                  </a:cubicBezTo>
                  <a:cubicBezTo>
                    <a:pt x="5110754" y="154321"/>
                    <a:pt x="5217798" y="158782"/>
                    <a:pt x="5320382" y="141834"/>
                  </a:cubicBezTo>
                  <a:cubicBezTo>
                    <a:pt x="5422966" y="126670"/>
                    <a:pt x="5521982" y="107044"/>
                    <a:pt x="5615644" y="96340"/>
                  </a:cubicBezTo>
                  <a:cubicBezTo>
                    <a:pt x="5802080" y="73593"/>
                    <a:pt x="5964430" y="66680"/>
                    <a:pt x="6104814" y="68129"/>
                  </a:cubicBezTo>
                  <a:lnTo>
                    <a:pt x="6186218" y="71276"/>
                  </a:lnTo>
                  <a:lnTo>
                    <a:pt x="6186218" y="97068"/>
                  </a:lnTo>
                  <a:lnTo>
                    <a:pt x="6037911" y="97121"/>
                  </a:lnTo>
                  <a:cubicBezTo>
                    <a:pt x="5897082" y="101024"/>
                    <a:pt x="5736962" y="113735"/>
                    <a:pt x="5556771" y="141834"/>
                  </a:cubicBezTo>
                  <a:cubicBezTo>
                    <a:pt x="5466675" y="155215"/>
                    <a:pt x="5372120" y="177515"/>
                    <a:pt x="5269536" y="190003"/>
                  </a:cubicBezTo>
                  <a:cubicBezTo>
                    <a:pt x="5166952" y="203384"/>
                    <a:pt x="5057232" y="193570"/>
                    <a:pt x="4943944" y="188220"/>
                  </a:cubicBezTo>
                  <a:cubicBezTo>
                    <a:pt x="4716476" y="178406"/>
                    <a:pt x="4464922" y="208737"/>
                    <a:pt x="4189284" y="250662"/>
                  </a:cubicBezTo>
                  <a:lnTo>
                    <a:pt x="4190176" y="250662"/>
                  </a:lnTo>
                  <a:cubicBezTo>
                    <a:pt x="3935946" y="289911"/>
                    <a:pt x="3704910" y="322024"/>
                    <a:pt x="3493497" y="324701"/>
                  </a:cubicBezTo>
                  <a:cubicBezTo>
                    <a:pt x="3282978" y="328269"/>
                    <a:pt x="3096542" y="314888"/>
                    <a:pt x="2932408" y="304184"/>
                  </a:cubicBezTo>
                  <a:cubicBezTo>
                    <a:pt x="2604140" y="280099"/>
                    <a:pt x="2359724" y="273854"/>
                    <a:pt x="2179533" y="288127"/>
                  </a:cubicBezTo>
                  <a:cubicBezTo>
                    <a:pt x="2001127" y="299723"/>
                    <a:pt x="1883378" y="335405"/>
                    <a:pt x="1807556" y="319348"/>
                  </a:cubicBezTo>
                  <a:cubicBezTo>
                    <a:pt x="1789046" y="315780"/>
                    <a:pt x="1774272" y="311152"/>
                    <a:pt x="1762508" y="306260"/>
                  </a:cubicBezTo>
                  <a:lnTo>
                    <a:pt x="1756105" y="302777"/>
                  </a:lnTo>
                  <a:lnTo>
                    <a:pt x="1756460" y="305751"/>
                  </a:lnTo>
                  <a:lnTo>
                    <a:pt x="1783471" y="344325"/>
                  </a:lnTo>
                  <a:lnTo>
                    <a:pt x="1792303" y="358180"/>
                  </a:lnTo>
                  <a:lnTo>
                    <a:pt x="1808127" y="370709"/>
                  </a:lnTo>
                  <a:cubicBezTo>
                    <a:pt x="1818260" y="377831"/>
                    <a:pt x="1831194" y="386027"/>
                    <a:pt x="1847697" y="395171"/>
                  </a:cubicBezTo>
                  <a:cubicBezTo>
                    <a:pt x="1880703" y="412118"/>
                    <a:pt x="1930656" y="431744"/>
                    <a:pt x="1999342" y="426392"/>
                  </a:cubicBezTo>
                  <a:cubicBezTo>
                    <a:pt x="2033240" y="423715"/>
                    <a:pt x="2070705" y="412118"/>
                    <a:pt x="2113522" y="395171"/>
                  </a:cubicBezTo>
                  <a:cubicBezTo>
                    <a:pt x="2155448" y="378222"/>
                    <a:pt x="2207187" y="358597"/>
                    <a:pt x="2266953" y="353245"/>
                  </a:cubicBezTo>
                  <a:cubicBezTo>
                    <a:pt x="2402542" y="339864"/>
                    <a:pt x="2508692" y="381790"/>
                    <a:pt x="2578271" y="426392"/>
                  </a:cubicBezTo>
                  <a:cubicBezTo>
                    <a:pt x="2648742" y="474561"/>
                    <a:pt x="2687992" y="521839"/>
                    <a:pt x="2709400" y="565549"/>
                  </a:cubicBezTo>
                  <a:cubicBezTo>
                    <a:pt x="2729916" y="611934"/>
                    <a:pt x="2713860" y="647616"/>
                    <a:pt x="2702264" y="659212"/>
                  </a:cubicBezTo>
                  <a:cubicBezTo>
                    <a:pt x="2689776" y="672593"/>
                    <a:pt x="2682639" y="671700"/>
                    <a:pt x="2682639" y="672593"/>
                  </a:cubicBezTo>
                  <a:cubicBezTo>
                    <a:pt x="2682639" y="672593"/>
                    <a:pt x="2690667" y="669917"/>
                    <a:pt x="2700479" y="652968"/>
                  </a:cubicBezTo>
                  <a:cubicBezTo>
                    <a:pt x="2710292" y="636911"/>
                    <a:pt x="2716536" y="600337"/>
                    <a:pt x="2689776" y="561981"/>
                  </a:cubicBezTo>
                  <a:cubicBezTo>
                    <a:pt x="2663906" y="525407"/>
                    <a:pt x="2620196" y="480806"/>
                    <a:pt x="2551510" y="443341"/>
                  </a:cubicBezTo>
                  <a:cubicBezTo>
                    <a:pt x="2482825" y="406767"/>
                    <a:pt x="2385592" y="376438"/>
                    <a:pt x="2269628" y="392494"/>
                  </a:cubicBezTo>
                  <a:lnTo>
                    <a:pt x="2268737" y="393386"/>
                  </a:lnTo>
                  <a:cubicBezTo>
                    <a:pt x="2164369" y="407660"/>
                    <a:pt x="2088546" y="462965"/>
                    <a:pt x="2007371" y="465642"/>
                  </a:cubicBezTo>
                  <a:cubicBezTo>
                    <a:pt x="1928872" y="470101"/>
                    <a:pt x="1873566" y="443341"/>
                    <a:pt x="1839668" y="420147"/>
                  </a:cubicBezTo>
                  <a:lnTo>
                    <a:pt x="1820280" y="403028"/>
                  </a:lnTo>
                  <a:lnTo>
                    <a:pt x="1849481" y="473669"/>
                  </a:lnTo>
                  <a:cubicBezTo>
                    <a:pt x="1856618" y="501768"/>
                    <a:pt x="1859294" y="532767"/>
                    <a:pt x="1859406" y="565995"/>
                  </a:cubicBezTo>
                  <a:lnTo>
                    <a:pt x="1855920" y="633443"/>
                  </a:lnTo>
                  <a:lnTo>
                    <a:pt x="1864647" y="644046"/>
                  </a:lnTo>
                  <a:cubicBezTo>
                    <a:pt x="1875350" y="655642"/>
                    <a:pt x="1885163" y="683295"/>
                    <a:pt x="1917276" y="701136"/>
                  </a:cubicBezTo>
                  <a:lnTo>
                    <a:pt x="1959584" y="721535"/>
                  </a:lnTo>
                  <a:lnTo>
                    <a:pt x="1952065" y="703813"/>
                  </a:lnTo>
                  <a:cubicBezTo>
                    <a:pt x="1949388" y="688648"/>
                    <a:pt x="1952065" y="676160"/>
                    <a:pt x="1952065" y="676160"/>
                  </a:cubicBezTo>
                  <a:cubicBezTo>
                    <a:pt x="1952065" y="676160"/>
                    <a:pt x="1956525" y="676160"/>
                    <a:pt x="1969905" y="685972"/>
                  </a:cubicBezTo>
                  <a:cubicBezTo>
                    <a:pt x="1984178" y="694001"/>
                    <a:pt x="2002018" y="721653"/>
                    <a:pt x="2035916" y="740386"/>
                  </a:cubicBezTo>
                  <a:lnTo>
                    <a:pt x="2080975" y="760219"/>
                  </a:lnTo>
                  <a:lnTo>
                    <a:pt x="2068921" y="741279"/>
                  </a:lnTo>
                  <a:cubicBezTo>
                    <a:pt x="2064461" y="728791"/>
                    <a:pt x="2064461" y="716302"/>
                    <a:pt x="2064461" y="716302"/>
                  </a:cubicBezTo>
                  <a:cubicBezTo>
                    <a:pt x="2061784" y="718087"/>
                    <a:pt x="2084978" y="708274"/>
                    <a:pt x="2146528" y="760012"/>
                  </a:cubicBezTo>
                  <a:lnTo>
                    <a:pt x="2150806" y="764056"/>
                  </a:lnTo>
                  <a:lnTo>
                    <a:pt x="2152773" y="759118"/>
                  </a:lnTo>
                  <a:cubicBezTo>
                    <a:pt x="2152773" y="757334"/>
                    <a:pt x="2164369" y="765362"/>
                    <a:pt x="2208971" y="776067"/>
                  </a:cubicBezTo>
                  <a:cubicBezTo>
                    <a:pt x="2232164" y="778743"/>
                    <a:pt x="2240192" y="781419"/>
                    <a:pt x="2248220" y="787663"/>
                  </a:cubicBezTo>
                  <a:cubicBezTo>
                    <a:pt x="2256249" y="793015"/>
                    <a:pt x="2261600" y="800152"/>
                    <a:pt x="2261600" y="800152"/>
                  </a:cubicBezTo>
                  <a:cubicBezTo>
                    <a:pt x="2261600" y="800152"/>
                    <a:pt x="2258033" y="800152"/>
                    <a:pt x="2249113" y="801936"/>
                  </a:cubicBezTo>
                  <a:cubicBezTo>
                    <a:pt x="2244653" y="802828"/>
                    <a:pt x="2238631" y="805058"/>
                    <a:pt x="2229376" y="807065"/>
                  </a:cubicBezTo>
                  <a:lnTo>
                    <a:pt x="2194225" y="810471"/>
                  </a:lnTo>
                  <a:lnTo>
                    <a:pt x="2196482" y="813534"/>
                  </a:lnTo>
                  <a:cubicBezTo>
                    <a:pt x="2202726" y="825130"/>
                    <a:pt x="2203618" y="834051"/>
                    <a:pt x="2203618" y="834051"/>
                  </a:cubicBezTo>
                  <a:cubicBezTo>
                    <a:pt x="2203618" y="832044"/>
                    <a:pt x="2195088" y="830539"/>
                    <a:pt x="2160340" y="811095"/>
                  </a:cubicBezTo>
                  <a:lnTo>
                    <a:pt x="2124840" y="790099"/>
                  </a:lnTo>
                  <a:lnTo>
                    <a:pt x="2111738" y="789448"/>
                  </a:lnTo>
                  <a:cubicBezTo>
                    <a:pt x="2093898" y="787664"/>
                    <a:pt x="2063569" y="791232"/>
                    <a:pt x="2010939" y="770715"/>
                  </a:cubicBezTo>
                  <a:lnTo>
                    <a:pt x="2011831" y="772499"/>
                  </a:lnTo>
                  <a:cubicBezTo>
                    <a:pt x="1999789" y="767593"/>
                    <a:pt x="1989977" y="760680"/>
                    <a:pt x="1982171" y="753543"/>
                  </a:cubicBezTo>
                  <a:lnTo>
                    <a:pt x="1981717" y="753021"/>
                  </a:lnTo>
                  <a:lnTo>
                    <a:pt x="1951508" y="748636"/>
                  </a:lnTo>
                  <a:cubicBezTo>
                    <a:pt x="1936009" y="746183"/>
                    <a:pt x="1916384" y="741723"/>
                    <a:pt x="1891407" y="731465"/>
                  </a:cubicBezTo>
                  <a:cubicBezTo>
                    <a:pt x="1879811" y="726113"/>
                    <a:pt x="1870444" y="718754"/>
                    <a:pt x="1863196" y="710948"/>
                  </a:cubicBezTo>
                  <a:lnTo>
                    <a:pt x="1852191" y="694480"/>
                  </a:lnTo>
                  <a:lnTo>
                    <a:pt x="1844799" y="790675"/>
                  </a:lnTo>
                  <a:cubicBezTo>
                    <a:pt x="1841453" y="832935"/>
                    <a:pt x="1837885" y="877761"/>
                    <a:pt x="1834317" y="925038"/>
                  </a:cubicBezTo>
                  <a:cubicBezTo>
                    <a:pt x="1826289" y="1019593"/>
                    <a:pt x="1822721" y="1126637"/>
                    <a:pt x="1799528" y="1246169"/>
                  </a:cubicBezTo>
                  <a:cubicBezTo>
                    <a:pt x="1786147" y="1313071"/>
                    <a:pt x="1767414" y="1373729"/>
                    <a:pt x="1758495" y="1430820"/>
                  </a:cubicBezTo>
                  <a:cubicBezTo>
                    <a:pt x="1748682" y="1487909"/>
                    <a:pt x="1751358" y="1541431"/>
                    <a:pt x="1758495" y="1593170"/>
                  </a:cubicBezTo>
                  <a:cubicBezTo>
                    <a:pt x="1773659" y="1695752"/>
                    <a:pt x="1800420" y="1788524"/>
                    <a:pt x="1802204" y="1877728"/>
                  </a:cubicBezTo>
                  <a:cubicBezTo>
                    <a:pt x="1802204" y="1922329"/>
                    <a:pt x="1795067" y="1971391"/>
                    <a:pt x="1755818" y="2004396"/>
                  </a:cubicBezTo>
                  <a:cubicBezTo>
                    <a:pt x="1736194" y="2020452"/>
                    <a:pt x="1709432" y="2024913"/>
                    <a:pt x="1691592" y="2023129"/>
                  </a:cubicBezTo>
                  <a:cubicBezTo>
                    <a:pt x="1672859" y="2023129"/>
                    <a:pt x="1658586" y="2021345"/>
                    <a:pt x="1648774" y="2023129"/>
                  </a:cubicBezTo>
                  <a:cubicBezTo>
                    <a:pt x="1627365" y="2027589"/>
                    <a:pt x="1607741" y="2047214"/>
                    <a:pt x="1588116" y="2065054"/>
                  </a:cubicBezTo>
                  <a:cubicBezTo>
                    <a:pt x="1568491" y="2083787"/>
                    <a:pt x="1542622" y="2099844"/>
                    <a:pt x="1518537" y="2106087"/>
                  </a:cubicBezTo>
                  <a:cubicBezTo>
                    <a:pt x="1470367" y="2120360"/>
                    <a:pt x="1423982" y="2104303"/>
                    <a:pt x="1402573" y="2081111"/>
                  </a:cubicBezTo>
                  <a:cubicBezTo>
                    <a:pt x="1382948" y="2058810"/>
                    <a:pt x="1367784" y="2058810"/>
                    <a:pt x="1353511" y="2065054"/>
                  </a:cubicBezTo>
                  <a:cubicBezTo>
                    <a:pt x="1326750" y="2078434"/>
                    <a:pt x="1319614" y="2090031"/>
                    <a:pt x="1319614" y="2089139"/>
                  </a:cubicBezTo>
                  <a:cubicBezTo>
                    <a:pt x="1319614" y="2090923"/>
                    <a:pt x="1326750" y="2073083"/>
                    <a:pt x="1359756" y="2057918"/>
                  </a:cubicBezTo>
                  <a:cubicBezTo>
                    <a:pt x="1367784" y="2055242"/>
                    <a:pt x="1379380" y="2054350"/>
                    <a:pt x="1389192" y="2060594"/>
                  </a:cubicBezTo>
                  <a:cubicBezTo>
                    <a:pt x="1399897" y="2065947"/>
                    <a:pt x="1408817" y="2076650"/>
                    <a:pt x="1423090" y="2085571"/>
                  </a:cubicBezTo>
                  <a:cubicBezTo>
                    <a:pt x="1450742" y="2103412"/>
                    <a:pt x="1496237" y="2106087"/>
                    <a:pt x="1538162" y="2082895"/>
                  </a:cubicBezTo>
                  <a:cubicBezTo>
                    <a:pt x="1559571" y="2072190"/>
                    <a:pt x="1576519" y="2052566"/>
                    <a:pt x="1596144" y="2033834"/>
                  </a:cubicBezTo>
                  <a:cubicBezTo>
                    <a:pt x="1614876" y="2015100"/>
                    <a:pt x="1640745" y="1998151"/>
                    <a:pt x="1672859" y="2000828"/>
                  </a:cubicBezTo>
                  <a:cubicBezTo>
                    <a:pt x="1688024" y="2000828"/>
                    <a:pt x="1704972" y="2002612"/>
                    <a:pt x="1721921" y="1996367"/>
                  </a:cubicBezTo>
                  <a:cubicBezTo>
                    <a:pt x="1737978" y="1991016"/>
                    <a:pt x="1752250" y="1977635"/>
                    <a:pt x="1760279" y="1962470"/>
                  </a:cubicBezTo>
                  <a:cubicBezTo>
                    <a:pt x="1777227" y="1930357"/>
                    <a:pt x="1779010" y="1890216"/>
                    <a:pt x="1773659" y="1850074"/>
                  </a:cubicBezTo>
                  <a:cubicBezTo>
                    <a:pt x="1765630" y="1768900"/>
                    <a:pt x="1737978" y="1681481"/>
                    <a:pt x="1722812" y="1578897"/>
                  </a:cubicBezTo>
                  <a:cubicBezTo>
                    <a:pt x="1715677" y="1528051"/>
                    <a:pt x="1714784" y="1471853"/>
                    <a:pt x="1724597" y="1414763"/>
                  </a:cubicBezTo>
                  <a:cubicBezTo>
                    <a:pt x="1733517" y="1357673"/>
                    <a:pt x="1749574" y="1299691"/>
                    <a:pt x="1761170" y="1239032"/>
                  </a:cubicBezTo>
                  <a:lnTo>
                    <a:pt x="1761170" y="1238141"/>
                  </a:lnTo>
                  <a:cubicBezTo>
                    <a:pt x="1780795" y="1126637"/>
                    <a:pt x="1784363" y="1023161"/>
                    <a:pt x="1792392" y="929498"/>
                  </a:cubicBezTo>
                  <a:cubicBezTo>
                    <a:pt x="1800420" y="836727"/>
                    <a:pt x="1807556" y="753768"/>
                    <a:pt x="1813800" y="679730"/>
                  </a:cubicBezTo>
                  <a:cubicBezTo>
                    <a:pt x="1820936" y="605691"/>
                    <a:pt x="1828073" y="544139"/>
                    <a:pt x="1819152" y="492402"/>
                  </a:cubicBezTo>
                  <a:cubicBezTo>
                    <a:pt x="1811124" y="441556"/>
                    <a:pt x="1788823" y="401415"/>
                    <a:pt x="1768307" y="366626"/>
                  </a:cubicBezTo>
                  <a:cubicBezTo>
                    <a:pt x="1757825" y="349454"/>
                    <a:pt x="1748459" y="333342"/>
                    <a:pt x="1740235" y="318317"/>
                  </a:cubicBezTo>
                  <a:lnTo>
                    <a:pt x="1719597" y="277664"/>
                  </a:lnTo>
                  <a:lnTo>
                    <a:pt x="1718353" y="276531"/>
                  </a:lnTo>
                  <a:lnTo>
                    <a:pt x="1719385" y="277245"/>
                  </a:lnTo>
                  <a:lnTo>
                    <a:pt x="1719022" y="276530"/>
                  </a:lnTo>
                  <a:cubicBezTo>
                    <a:pt x="1707202" y="250885"/>
                    <a:pt x="1700065" y="229699"/>
                    <a:pt x="1697836" y="213196"/>
                  </a:cubicBezTo>
                  <a:lnTo>
                    <a:pt x="1695663" y="196355"/>
                  </a:lnTo>
                  <a:lnTo>
                    <a:pt x="1694713" y="194296"/>
                  </a:lnTo>
                  <a:cubicBezTo>
                    <a:pt x="1687800" y="179689"/>
                    <a:pt x="1679995" y="163688"/>
                    <a:pt x="1671074" y="146293"/>
                  </a:cubicBezTo>
                  <a:cubicBezTo>
                    <a:pt x="1636285" y="83851"/>
                    <a:pt x="1616660" y="55306"/>
                    <a:pt x="1605064" y="33897"/>
                  </a:cubicBezTo>
                  <a:cubicBezTo>
                    <a:pt x="1592576" y="13381"/>
                    <a:pt x="1590791" y="0"/>
                    <a:pt x="1590791" y="0"/>
                  </a:cubicBezTo>
                  <a:close/>
                </a:path>
              </a:pathLst>
            </a:custGeom>
            <a:solidFill>
              <a:srgbClr val="2B170E"/>
            </a:solidFill>
            <a:ln w="1017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B5E5D77-1A3C-C06C-6789-853A45DF4A6B}"/>
              </a:ext>
            </a:extLst>
          </p:cNvPr>
          <p:cNvSpPr/>
          <p:nvPr/>
        </p:nvSpPr>
        <p:spPr bwMode="auto">
          <a:xfrm>
            <a:off x="4799534" y="3537980"/>
            <a:ext cx="7392467" cy="3320021"/>
          </a:xfrm>
          <a:custGeom>
            <a:avLst/>
            <a:gdLst>
              <a:gd name="connsiteX0" fmla="*/ 4769429 w 7392467"/>
              <a:gd name="connsiteY0" fmla="*/ 3288465 h 3320021"/>
              <a:gd name="connsiteX1" fmla="*/ 4769265 w 7392467"/>
              <a:gd name="connsiteY1" fmla="*/ 3288505 h 3320021"/>
              <a:gd name="connsiteX2" fmla="*/ 4769628 w 7392467"/>
              <a:gd name="connsiteY2" fmla="*/ 3289286 h 3320021"/>
              <a:gd name="connsiteX3" fmla="*/ 4771214 w 7392467"/>
              <a:gd name="connsiteY3" fmla="*/ 3295855 h 3320021"/>
              <a:gd name="connsiteX4" fmla="*/ 4771077 w 7392467"/>
              <a:gd name="connsiteY4" fmla="*/ 3292412 h 3320021"/>
              <a:gd name="connsiteX5" fmla="*/ 4769628 w 7392467"/>
              <a:gd name="connsiteY5" fmla="*/ 3289286 h 3320021"/>
              <a:gd name="connsiteX6" fmla="*/ 2410148 w 7392467"/>
              <a:gd name="connsiteY6" fmla="*/ 3174097 h 3320021"/>
              <a:gd name="connsiteX7" fmla="*/ 2416252 w 7392467"/>
              <a:gd name="connsiteY7" fmla="*/ 3194346 h 3320021"/>
              <a:gd name="connsiteX8" fmla="*/ 2417311 w 7392467"/>
              <a:gd name="connsiteY8" fmla="*/ 3185055 h 3320021"/>
              <a:gd name="connsiteX9" fmla="*/ 2410148 w 7392467"/>
              <a:gd name="connsiteY9" fmla="*/ 3174097 h 3320021"/>
              <a:gd name="connsiteX10" fmla="*/ 887593 w 7392467"/>
              <a:gd name="connsiteY10" fmla="*/ 3150243 h 3320021"/>
              <a:gd name="connsiteX11" fmla="*/ 897684 w 7392467"/>
              <a:gd name="connsiteY11" fmla="*/ 3194209 h 3320021"/>
              <a:gd name="connsiteX12" fmla="*/ 900260 w 7392467"/>
              <a:gd name="connsiteY12" fmla="*/ 3184723 h 3320021"/>
              <a:gd name="connsiteX13" fmla="*/ 887593 w 7392467"/>
              <a:gd name="connsiteY13" fmla="*/ 3150243 h 3320021"/>
              <a:gd name="connsiteX14" fmla="*/ 2046163 w 7392467"/>
              <a:gd name="connsiteY14" fmla="*/ 3140653 h 3320021"/>
              <a:gd name="connsiteX15" fmla="*/ 2046262 w 7392467"/>
              <a:gd name="connsiteY15" fmla="*/ 3141563 h 3320021"/>
              <a:gd name="connsiteX16" fmla="*/ 2058258 w 7392467"/>
              <a:gd name="connsiteY16" fmla="*/ 3290838 h 3320021"/>
              <a:gd name="connsiteX17" fmla="*/ 2061939 w 7392467"/>
              <a:gd name="connsiteY17" fmla="*/ 3301767 h 3320021"/>
              <a:gd name="connsiteX18" fmla="*/ 2057873 w 7392467"/>
              <a:gd name="connsiteY18" fmla="*/ 3247485 h 3320021"/>
              <a:gd name="connsiteX19" fmla="*/ 2046262 w 7392467"/>
              <a:gd name="connsiteY19" fmla="*/ 3141563 h 3320021"/>
              <a:gd name="connsiteX20" fmla="*/ 2046202 w 7392467"/>
              <a:gd name="connsiteY20" fmla="*/ 3140817 h 3320021"/>
              <a:gd name="connsiteX21" fmla="*/ 1567350 w 7392467"/>
              <a:gd name="connsiteY21" fmla="*/ 3109552 h 3320021"/>
              <a:gd name="connsiteX22" fmla="*/ 1594169 w 7392467"/>
              <a:gd name="connsiteY22" fmla="*/ 3273215 h 3320021"/>
              <a:gd name="connsiteX23" fmla="*/ 1601944 w 7392467"/>
              <a:gd name="connsiteY23" fmla="*/ 3183751 h 3320021"/>
              <a:gd name="connsiteX24" fmla="*/ 1601683 w 7392467"/>
              <a:gd name="connsiteY24" fmla="*/ 3316586 h 3320021"/>
              <a:gd name="connsiteX25" fmla="*/ 1602292 w 7392467"/>
              <a:gd name="connsiteY25" fmla="*/ 3320021 h 3320021"/>
              <a:gd name="connsiteX26" fmla="*/ 1587914 w 7392467"/>
              <a:gd name="connsiteY26" fmla="*/ 3320021 h 3320021"/>
              <a:gd name="connsiteX27" fmla="*/ 3829693 w 7392467"/>
              <a:gd name="connsiteY27" fmla="*/ 3107421 h 3320021"/>
              <a:gd name="connsiteX28" fmla="*/ 3834166 w 7392467"/>
              <a:gd name="connsiteY28" fmla="*/ 3136755 h 3320021"/>
              <a:gd name="connsiteX29" fmla="*/ 3841001 w 7392467"/>
              <a:gd name="connsiteY29" fmla="*/ 3147791 h 3320021"/>
              <a:gd name="connsiteX30" fmla="*/ 3841205 w 7392467"/>
              <a:gd name="connsiteY30" fmla="*/ 3147916 h 3320021"/>
              <a:gd name="connsiteX31" fmla="*/ 3838470 w 7392467"/>
              <a:gd name="connsiteY31" fmla="*/ 3131545 h 3320021"/>
              <a:gd name="connsiteX32" fmla="*/ 3829693 w 7392467"/>
              <a:gd name="connsiteY32" fmla="*/ 3107421 h 3320021"/>
              <a:gd name="connsiteX33" fmla="*/ 4741332 w 7392467"/>
              <a:gd name="connsiteY33" fmla="*/ 3100781 h 3320021"/>
              <a:gd name="connsiteX34" fmla="*/ 4745284 w 7392467"/>
              <a:gd name="connsiteY34" fmla="*/ 3153874 h 3320021"/>
              <a:gd name="connsiteX35" fmla="*/ 4757158 w 7392467"/>
              <a:gd name="connsiteY35" fmla="*/ 3174990 h 3320021"/>
              <a:gd name="connsiteX36" fmla="*/ 4745233 w 7392467"/>
              <a:gd name="connsiteY36" fmla="*/ 3109745 h 3320021"/>
              <a:gd name="connsiteX37" fmla="*/ 4741332 w 7392467"/>
              <a:gd name="connsiteY37" fmla="*/ 3100781 h 3320021"/>
              <a:gd name="connsiteX38" fmla="*/ 355025 w 7392467"/>
              <a:gd name="connsiteY38" fmla="*/ 3093712 h 3320021"/>
              <a:gd name="connsiteX39" fmla="*/ 368161 w 7392467"/>
              <a:gd name="connsiteY39" fmla="*/ 3191336 h 3320021"/>
              <a:gd name="connsiteX40" fmla="*/ 376435 w 7392467"/>
              <a:gd name="connsiteY40" fmla="*/ 3141375 h 3320021"/>
              <a:gd name="connsiteX41" fmla="*/ 355025 w 7392467"/>
              <a:gd name="connsiteY41" fmla="*/ 3093712 h 3320021"/>
              <a:gd name="connsiteX42" fmla="*/ 4740901 w 7392467"/>
              <a:gd name="connsiteY42" fmla="*/ 3083159 h 3320021"/>
              <a:gd name="connsiteX43" fmla="*/ 4741240 w 7392467"/>
              <a:gd name="connsiteY43" fmla="*/ 3096806 h 3320021"/>
              <a:gd name="connsiteX44" fmla="*/ 4741076 w 7392467"/>
              <a:gd name="connsiteY44" fmla="*/ 3096845 h 3320021"/>
              <a:gd name="connsiteX45" fmla="*/ 4743863 w 7392467"/>
              <a:gd name="connsiteY45" fmla="*/ 3101908 h 3320021"/>
              <a:gd name="connsiteX46" fmla="*/ 4740901 w 7392467"/>
              <a:gd name="connsiteY46" fmla="*/ 3083159 h 3320021"/>
              <a:gd name="connsiteX47" fmla="*/ 1004635 w 7392467"/>
              <a:gd name="connsiteY47" fmla="*/ 3062036 h 3320021"/>
              <a:gd name="connsiteX48" fmla="*/ 1001373 w 7392467"/>
              <a:gd name="connsiteY48" fmla="*/ 3145719 h 3320021"/>
              <a:gd name="connsiteX49" fmla="*/ 1004153 w 7392467"/>
              <a:gd name="connsiteY49" fmla="*/ 3151478 h 3320021"/>
              <a:gd name="connsiteX50" fmla="*/ 1004635 w 7392467"/>
              <a:gd name="connsiteY50" fmla="*/ 3062036 h 3320021"/>
              <a:gd name="connsiteX51" fmla="*/ 2326035 w 7392467"/>
              <a:gd name="connsiteY51" fmla="*/ 3052418 h 3320021"/>
              <a:gd name="connsiteX52" fmla="*/ 2330248 w 7392467"/>
              <a:gd name="connsiteY52" fmla="*/ 3103710 h 3320021"/>
              <a:gd name="connsiteX53" fmla="*/ 2354405 w 7392467"/>
              <a:gd name="connsiteY53" fmla="*/ 3141152 h 3320021"/>
              <a:gd name="connsiteX54" fmla="*/ 2346488 w 7392467"/>
              <a:gd name="connsiteY54" fmla="*/ 3096835 h 3320021"/>
              <a:gd name="connsiteX55" fmla="*/ 2340667 w 7392467"/>
              <a:gd name="connsiteY55" fmla="*/ 3071999 h 3320021"/>
              <a:gd name="connsiteX56" fmla="*/ 2326035 w 7392467"/>
              <a:gd name="connsiteY56" fmla="*/ 3052418 h 3320021"/>
              <a:gd name="connsiteX57" fmla="*/ 3651551 w 7392467"/>
              <a:gd name="connsiteY57" fmla="*/ 3040415 h 3320021"/>
              <a:gd name="connsiteX58" fmla="*/ 3651386 w 7392467"/>
              <a:gd name="connsiteY58" fmla="*/ 3040454 h 3320021"/>
              <a:gd name="connsiteX59" fmla="*/ 3696495 w 7392467"/>
              <a:gd name="connsiteY59" fmla="*/ 3247493 h 3320021"/>
              <a:gd name="connsiteX60" fmla="*/ 3720862 w 7392467"/>
              <a:gd name="connsiteY60" fmla="*/ 3294443 h 3320021"/>
              <a:gd name="connsiteX61" fmla="*/ 3702447 w 7392467"/>
              <a:gd name="connsiteY61" fmla="*/ 3150475 h 3320021"/>
              <a:gd name="connsiteX62" fmla="*/ 3651551 w 7392467"/>
              <a:gd name="connsiteY62" fmla="*/ 3040415 h 3320021"/>
              <a:gd name="connsiteX63" fmla="*/ 2299284 w 7392467"/>
              <a:gd name="connsiteY63" fmla="*/ 3016471 h 3320021"/>
              <a:gd name="connsiteX64" fmla="*/ 2323815 w 7392467"/>
              <a:gd name="connsiteY64" fmla="*/ 3093619 h 3320021"/>
              <a:gd name="connsiteX65" fmla="*/ 2324138 w 7392467"/>
              <a:gd name="connsiteY65" fmla="*/ 3094236 h 3320021"/>
              <a:gd name="connsiteX66" fmla="*/ 2324342 w 7392467"/>
              <a:gd name="connsiteY66" fmla="*/ 3094361 h 3320021"/>
              <a:gd name="connsiteX67" fmla="*/ 2325265 w 7392467"/>
              <a:gd name="connsiteY67" fmla="*/ 3051387 h 3320021"/>
              <a:gd name="connsiteX68" fmla="*/ 2299284 w 7392467"/>
              <a:gd name="connsiteY68" fmla="*/ 3016471 h 3320021"/>
              <a:gd name="connsiteX69" fmla="*/ 2258287 w 7392467"/>
              <a:gd name="connsiteY69" fmla="*/ 3009336 h 3320021"/>
              <a:gd name="connsiteX70" fmla="*/ 2258162 w 7392467"/>
              <a:gd name="connsiteY70" fmla="*/ 3009540 h 3320021"/>
              <a:gd name="connsiteX71" fmla="*/ 2260229 w 7392467"/>
              <a:gd name="connsiteY71" fmla="*/ 3032502 h 3320021"/>
              <a:gd name="connsiteX72" fmla="*/ 2262449 w 7392467"/>
              <a:gd name="connsiteY72" fmla="*/ 3016500 h 3320021"/>
              <a:gd name="connsiteX73" fmla="*/ 2258287 w 7392467"/>
              <a:gd name="connsiteY73" fmla="*/ 3009336 h 3320021"/>
              <a:gd name="connsiteX74" fmla="*/ 2256073 w 7392467"/>
              <a:gd name="connsiteY74" fmla="*/ 2984324 h 3320021"/>
              <a:gd name="connsiteX75" fmla="*/ 2257120 w 7392467"/>
              <a:gd name="connsiteY75" fmla="*/ 2996584 h 3320021"/>
              <a:gd name="connsiteX76" fmla="*/ 2257284 w 7392467"/>
              <a:gd name="connsiteY76" fmla="*/ 2996544 h 3320021"/>
              <a:gd name="connsiteX77" fmla="*/ 2264051 w 7392467"/>
              <a:gd name="connsiteY77" fmla="*/ 3005860 h 3320021"/>
              <a:gd name="connsiteX78" fmla="*/ 2263972 w 7392467"/>
              <a:gd name="connsiteY78" fmla="*/ 3005531 h 3320021"/>
              <a:gd name="connsiteX79" fmla="*/ 2256073 w 7392467"/>
              <a:gd name="connsiteY79" fmla="*/ 2984324 h 3320021"/>
              <a:gd name="connsiteX80" fmla="*/ 4836566 w 7392467"/>
              <a:gd name="connsiteY80" fmla="*/ 2978388 h 3320021"/>
              <a:gd name="connsiteX81" fmla="*/ 4836402 w 7392467"/>
              <a:gd name="connsiteY81" fmla="*/ 2978428 h 3320021"/>
              <a:gd name="connsiteX82" fmla="*/ 4836598 w 7392467"/>
              <a:gd name="connsiteY82" fmla="*/ 2979223 h 3320021"/>
              <a:gd name="connsiteX83" fmla="*/ 4837172 w 7392467"/>
              <a:gd name="connsiteY83" fmla="*/ 2994578 h 3320021"/>
              <a:gd name="connsiteX84" fmla="*/ 4846091 w 7392467"/>
              <a:gd name="connsiteY84" fmla="*/ 3026487 h 3320021"/>
              <a:gd name="connsiteX85" fmla="*/ 4846210 w 7392467"/>
              <a:gd name="connsiteY85" fmla="*/ 3026979 h 3320021"/>
              <a:gd name="connsiteX86" fmla="*/ 4846754 w 7392467"/>
              <a:gd name="connsiteY86" fmla="*/ 3020592 h 3320021"/>
              <a:gd name="connsiteX87" fmla="*/ 4836598 w 7392467"/>
              <a:gd name="connsiteY87" fmla="*/ 2979223 h 3320021"/>
              <a:gd name="connsiteX88" fmla="*/ 2269035 w 7392467"/>
              <a:gd name="connsiteY88" fmla="*/ 2977546 h 3320021"/>
              <a:gd name="connsiteX89" fmla="*/ 2268870 w 7392467"/>
              <a:gd name="connsiteY89" fmla="*/ 2977585 h 3320021"/>
              <a:gd name="connsiteX90" fmla="*/ 2276645 w 7392467"/>
              <a:gd name="connsiteY90" fmla="*/ 2993956 h 3320021"/>
              <a:gd name="connsiteX91" fmla="*/ 2275280 w 7392467"/>
              <a:gd name="connsiteY91" fmla="*/ 2985422 h 3320021"/>
              <a:gd name="connsiteX92" fmla="*/ 2269035 w 7392467"/>
              <a:gd name="connsiteY92" fmla="*/ 2977546 h 3320021"/>
              <a:gd name="connsiteX93" fmla="*/ 3815202 w 7392467"/>
              <a:gd name="connsiteY93" fmla="*/ 2959552 h 3320021"/>
              <a:gd name="connsiteX94" fmla="*/ 3855203 w 7392467"/>
              <a:gd name="connsiteY94" fmla="*/ 3109432 h 3320021"/>
              <a:gd name="connsiteX95" fmla="*/ 3855407 w 7392467"/>
              <a:gd name="connsiteY95" fmla="*/ 3109556 h 3320021"/>
              <a:gd name="connsiteX96" fmla="*/ 3862938 w 7392467"/>
              <a:gd name="connsiteY96" fmla="*/ 3125639 h 3320021"/>
              <a:gd name="connsiteX97" fmla="*/ 3862609 w 7392467"/>
              <a:gd name="connsiteY97" fmla="*/ 3060201 h 3320021"/>
              <a:gd name="connsiteX98" fmla="*/ 3824166 w 7392467"/>
              <a:gd name="connsiteY98" fmla="*/ 2975810 h 3320021"/>
              <a:gd name="connsiteX99" fmla="*/ 3815202 w 7392467"/>
              <a:gd name="connsiteY99" fmla="*/ 2959552 h 3320021"/>
              <a:gd name="connsiteX100" fmla="*/ 3806335 w 7392467"/>
              <a:gd name="connsiteY100" fmla="*/ 2946574 h 3320021"/>
              <a:gd name="connsiteX101" fmla="*/ 3817943 w 7392467"/>
              <a:gd name="connsiteY101" fmla="*/ 3030664 h 3320021"/>
              <a:gd name="connsiteX102" fmla="*/ 3823516 w 7392467"/>
              <a:gd name="connsiteY102" fmla="*/ 3042079 h 3320021"/>
              <a:gd name="connsiteX103" fmla="*/ 3823623 w 7392467"/>
              <a:gd name="connsiteY103" fmla="*/ 3042675 h 3320021"/>
              <a:gd name="connsiteX104" fmla="*/ 3823787 w 7392467"/>
              <a:gd name="connsiteY104" fmla="*/ 3042635 h 3320021"/>
              <a:gd name="connsiteX105" fmla="*/ 3823516 w 7392467"/>
              <a:gd name="connsiteY105" fmla="*/ 3042079 h 3320021"/>
              <a:gd name="connsiteX106" fmla="*/ 3959255 w 7392467"/>
              <a:gd name="connsiteY106" fmla="*/ 2945809 h 3320021"/>
              <a:gd name="connsiteX107" fmla="*/ 3975337 w 7392467"/>
              <a:gd name="connsiteY107" fmla="*/ 3044113 h 3320021"/>
              <a:gd name="connsiteX108" fmla="*/ 3984295 w 7392467"/>
              <a:gd name="connsiteY108" fmla="*/ 3066107 h 3320021"/>
              <a:gd name="connsiteX109" fmla="*/ 3986634 w 7392467"/>
              <a:gd name="connsiteY109" fmla="*/ 3035477 h 3320021"/>
              <a:gd name="connsiteX110" fmla="*/ 3959255 w 7392467"/>
              <a:gd name="connsiteY110" fmla="*/ 2945809 h 3320021"/>
              <a:gd name="connsiteX111" fmla="*/ 2708169 w 7392467"/>
              <a:gd name="connsiteY111" fmla="*/ 2945060 h 3320021"/>
              <a:gd name="connsiteX112" fmla="*/ 2735423 w 7392467"/>
              <a:gd name="connsiteY112" fmla="*/ 3029892 h 3320021"/>
              <a:gd name="connsiteX113" fmla="*/ 2727568 w 7392467"/>
              <a:gd name="connsiteY113" fmla="*/ 2982955 h 3320021"/>
              <a:gd name="connsiteX114" fmla="*/ 2708169 w 7392467"/>
              <a:gd name="connsiteY114" fmla="*/ 2945060 h 3320021"/>
              <a:gd name="connsiteX115" fmla="*/ 4679790 w 7392467"/>
              <a:gd name="connsiteY115" fmla="*/ 2944457 h 3320021"/>
              <a:gd name="connsiteX116" fmla="*/ 4680549 w 7392467"/>
              <a:gd name="connsiteY116" fmla="*/ 2946881 h 3320021"/>
              <a:gd name="connsiteX117" fmla="*/ 4720471 w 7392467"/>
              <a:gd name="connsiteY117" fmla="*/ 3081313 h 3320021"/>
              <a:gd name="connsiteX118" fmla="*/ 4727424 w 7392467"/>
              <a:gd name="connsiteY118" fmla="*/ 3022285 h 3320021"/>
              <a:gd name="connsiteX119" fmla="*/ 4708058 w 7392467"/>
              <a:gd name="connsiteY119" fmla="*/ 2980212 h 3320021"/>
              <a:gd name="connsiteX120" fmla="*/ 4679790 w 7392467"/>
              <a:gd name="connsiteY120" fmla="*/ 2944457 h 3320021"/>
              <a:gd name="connsiteX121" fmla="*/ 1830699 w 7392467"/>
              <a:gd name="connsiteY121" fmla="*/ 2921904 h 3320021"/>
              <a:gd name="connsiteX122" fmla="*/ 1830534 w 7392467"/>
              <a:gd name="connsiteY122" fmla="*/ 2921944 h 3320021"/>
              <a:gd name="connsiteX123" fmla="*/ 1829396 w 7392467"/>
              <a:gd name="connsiteY123" fmla="*/ 2925867 h 3320021"/>
              <a:gd name="connsiteX124" fmla="*/ 1830580 w 7392467"/>
              <a:gd name="connsiteY124" fmla="*/ 2926451 h 3320021"/>
              <a:gd name="connsiteX125" fmla="*/ 1830699 w 7392467"/>
              <a:gd name="connsiteY125" fmla="*/ 2921904 h 3320021"/>
              <a:gd name="connsiteX126" fmla="*/ 2985548 w 7392467"/>
              <a:gd name="connsiteY126" fmla="*/ 2901220 h 3320021"/>
              <a:gd name="connsiteX127" fmla="*/ 2985385 w 7392467"/>
              <a:gd name="connsiteY127" fmla="*/ 2901260 h 3320021"/>
              <a:gd name="connsiteX128" fmla="*/ 3005549 w 7392467"/>
              <a:gd name="connsiteY128" fmla="*/ 2940881 h 3320021"/>
              <a:gd name="connsiteX129" fmla="*/ 3005686 w 7392467"/>
              <a:gd name="connsiteY129" fmla="*/ 2939285 h 3320021"/>
              <a:gd name="connsiteX130" fmla="*/ 3004569 w 7392467"/>
              <a:gd name="connsiteY130" fmla="*/ 2925303 h 3320021"/>
              <a:gd name="connsiteX131" fmla="*/ 2985548 w 7392467"/>
              <a:gd name="connsiteY131" fmla="*/ 2901220 h 3320021"/>
              <a:gd name="connsiteX132" fmla="*/ 3650244 w 7392467"/>
              <a:gd name="connsiteY132" fmla="*/ 2863643 h 3320021"/>
              <a:gd name="connsiteX133" fmla="*/ 3648890 w 7392467"/>
              <a:gd name="connsiteY133" fmla="*/ 2873876 h 3320021"/>
              <a:gd name="connsiteX134" fmla="*/ 3653958 w 7392467"/>
              <a:gd name="connsiteY134" fmla="*/ 2880473 h 3320021"/>
              <a:gd name="connsiteX135" fmla="*/ 3650244 w 7392467"/>
              <a:gd name="connsiteY135" fmla="*/ 2863643 h 3320021"/>
              <a:gd name="connsiteX136" fmla="*/ 4284287 w 7392467"/>
              <a:gd name="connsiteY136" fmla="*/ 2856753 h 3320021"/>
              <a:gd name="connsiteX137" fmla="*/ 4294026 w 7392467"/>
              <a:gd name="connsiteY137" fmla="*/ 2893504 h 3320021"/>
              <a:gd name="connsiteX138" fmla="*/ 4294972 w 7392467"/>
              <a:gd name="connsiteY138" fmla="*/ 2883022 h 3320021"/>
              <a:gd name="connsiteX139" fmla="*/ 4284287 w 7392467"/>
              <a:gd name="connsiteY139" fmla="*/ 2856753 h 3320021"/>
              <a:gd name="connsiteX140" fmla="*/ 3324307 w 7392467"/>
              <a:gd name="connsiteY140" fmla="*/ 2847430 h 3320021"/>
              <a:gd name="connsiteX141" fmla="*/ 3331239 w 7392467"/>
              <a:gd name="connsiteY141" fmla="*/ 2910655 h 3320021"/>
              <a:gd name="connsiteX142" fmla="*/ 3331209 w 7392467"/>
              <a:gd name="connsiteY142" fmla="*/ 2910586 h 3320021"/>
              <a:gd name="connsiteX143" fmla="*/ 3331249 w 7392467"/>
              <a:gd name="connsiteY143" fmla="*/ 2910750 h 3320021"/>
              <a:gd name="connsiteX144" fmla="*/ 3331239 w 7392467"/>
              <a:gd name="connsiteY144" fmla="*/ 2910655 h 3320021"/>
              <a:gd name="connsiteX145" fmla="*/ 3346249 w 7392467"/>
              <a:gd name="connsiteY145" fmla="*/ 2945537 h 3320021"/>
              <a:gd name="connsiteX146" fmla="*/ 3342252 w 7392467"/>
              <a:gd name="connsiteY146" fmla="*/ 2867777 h 3320021"/>
              <a:gd name="connsiteX147" fmla="*/ 3324307 w 7392467"/>
              <a:gd name="connsiteY147" fmla="*/ 2847430 h 3320021"/>
              <a:gd name="connsiteX148" fmla="*/ 3173232 w 7392467"/>
              <a:gd name="connsiteY148" fmla="*/ 2837844 h 3320021"/>
              <a:gd name="connsiteX149" fmla="*/ 3172797 w 7392467"/>
              <a:gd name="connsiteY149" fmla="*/ 2841077 h 3320021"/>
              <a:gd name="connsiteX150" fmla="*/ 3174156 w 7392467"/>
              <a:gd name="connsiteY150" fmla="*/ 2845267 h 3320021"/>
              <a:gd name="connsiteX151" fmla="*/ 3174320 w 7392467"/>
              <a:gd name="connsiteY151" fmla="*/ 2845228 h 3320021"/>
              <a:gd name="connsiteX152" fmla="*/ 3173232 w 7392467"/>
              <a:gd name="connsiteY152" fmla="*/ 2837844 h 3320021"/>
              <a:gd name="connsiteX153" fmla="*/ 4636736 w 7392467"/>
              <a:gd name="connsiteY153" fmla="*/ 2827291 h 3320021"/>
              <a:gd name="connsiteX154" fmla="*/ 4659212 w 7392467"/>
              <a:gd name="connsiteY154" fmla="*/ 2885124 h 3320021"/>
              <a:gd name="connsiteX155" fmla="*/ 4666580 w 7392467"/>
              <a:gd name="connsiteY155" fmla="*/ 2891166 h 3320021"/>
              <a:gd name="connsiteX156" fmla="*/ 4636736 w 7392467"/>
              <a:gd name="connsiteY156" fmla="*/ 2827291 h 3320021"/>
              <a:gd name="connsiteX157" fmla="*/ 2476045 w 7392467"/>
              <a:gd name="connsiteY157" fmla="*/ 2825045 h 3320021"/>
              <a:gd name="connsiteX158" fmla="*/ 2481186 w 7392467"/>
              <a:gd name="connsiteY158" fmla="*/ 3220729 h 3320021"/>
              <a:gd name="connsiteX159" fmla="*/ 2549336 w 7392467"/>
              <a:gd name="connsiteY159" fmla="*/ 3315154 h 3320021"/>
              <a:gd name="connsiteX160" fmla="*/ 2554722 w 7392467"/>
              <a:gd name="connsiteY160" fmla="*/ 3247468 h 3320021"/>
              <a:gd name="connsiteX161" fmla="*/ 2551731 w 7392467"/>
              <a:gd name="connsiteY161" fmla="*/ 3176765 h 3320021"/>
              <a:gd name="connsiteX162" fmla="*/ 2540179 w 7392467"/>
              <a:gd name="connsiteY162" fmla="*/ 3115947 h 3320021"/>
              <a:gd name="connsiteX163" fmla="*/ 2532892 w 7392467"/>
              <a:gd name="connsiteY163" fmla="*/ 3100155 h 3320021"/>
              <a:gd name="connsiteX164" fmla="*/ 2539195 w 7392467"/>
              <a:gd name="connsiteY164" fmla="*/ 3111146 h 3320021"/>
              <a:gd name="connsiteX165" fmla="*/ 2476045 w 7392467"/>
              <a:gd name="connsiteY165" fmla="*/ 2825045 h 3320021"/>
              <a:gd name="connsiteX166" fmla="*/ 130172 w 7392467"/>
              <a:gd name="connsiteY166" fmla="*/ 2800068 h 3320021"/>
              <a:gd name="connsiteX167" fmla="*/ 154606 w 7392467"/>
              <a:gd name="connsiteY167" fmla="*/ 3055369 h 3320021"/>
              <a:gd name="connsiteX168" fmla="*/ 160631 w 7392467"/>
              <a:gd name="connsiteY168" fmla="*/ 3024893 h 3320021"/>
              <a:gd name="connsiteX169" fmla="*/ 156396 w 7392467"/>
              <a:gd name="connsiteY169" fmla="*/ 3067103 h 3320021"/>
              <a:gd name="connsiteX170" fmla="*/ 188820 w 7392467"/>
              <a:gd name="connsiteY170" fmla="*/ 3256870 h 3320021"/>
              <a:gd name="connsiteX171" fmla="*/ 202177 w 7392467"/>
              <a:gd name="connsiteY171" fmla="*/ 3201336 h 3320021"/>
              <a:gd name="connsiteX172" fmla="*/ 202342 w 7392467"/>
              <a:gd name="connsiteY172" fmla="*/ 3201297 h 3320021"/>
              <a:gd name="connsiteX173" fmla="*/ 132143 w 7392467"/>
              <a:gd name="connsiteY173" fmla="*/ 2804632 h 3320021"/>
              <a:gd name="connsiteX174" fmla="*/ 130172 w 7392467"/>
              <a:gd name="connsiteY174" fmla="*/ 2800068 h 3320021"/>
              <a:gd name="connsiteX175" fmla="*/ 1253186 w 7392467"/>
              <a:gd name="connsiteY175" fmla="*/ 2794368 h 3320021"/>
              <a:gd name="connsiteX176" fmla="*/ 1277746 w 7392467"/>
              <a:gd name="connsiteY176" fmla="*/ 3084027 h 3320021"/>
              <a:gd name="connsiteX177" fmla="*/ 1323377 w 7392467"/>
              <a:gd name="connsiteY177" fmla="*/ 3320021 h 3320021"/>
              <a:gd name="connsiteX178" fmla="*/ 1271613 w 7392467"/>
              <a:gd name="connsiteY178" fmla="*/ 3320021 h 3320021"/>
              <a:gd name="connsiteX179" fmla="*/ 1255064 w 7392467"/>
              <a:gd name="connsiteY179" fmla="*/ 3196510 h 3320021"/>
              <a:gd name="connsiteX180" fmla="*/ 1253186 w 7392467"/>
              <a:gd name="connsiteY180" fmla="*/ 2794368 h 3320021"/>
              <a:gd name="connsiteX181" fmla="*/ 536021 w 7392467"/>
              <a:gd name="connsiteY181" fmla="*/ 2784480 h 3320021"/>
              <a:gd name="connsiteX182" fmla="*/ 569646 w 7392467"/>
              <a:gd name="connsiteY182" fmla="*/ 2927383 h 3320021"/>
              <a:gd name="connsiteX183" fmla="*/ 582550 w 7392467"/>
              <a:gd name="connsiteY183" fmla="*/ 2952769 h 3320021"/>
              <a:gd name="connsiteX184" fmla="*/ 548179 w 7392467"/>
              <a:gd name="connsiteY184" fmla="*/ 2806049 h 3320021"/>
              <a:gd name="connsiteX185" fmla="*/ 605592 w 7392467"/>
              <a:gd name="connsiteY185" fmla="*/ 3001428 h 3320021"/>
              <a:gd name="connsiteX186" fmla="*/ 651907 w 7392467"/>
              <a:gd name="connsiteY186" fmla="*/ 3105468 h 3320021"/>
              <a:gd name="connsiteX187" fmla="*/ 654699 w 7392467"/>
              <a:gd name="connsiteY187" fmla="*/ 2978800 h 3320021"/>
              <a:gd name="connsiteX188" fmla="*/ 536060 w 7392467"/>
              <a:gd name="connsiteY188" fmla="*/ 2784644 h 3320021"/>
              <a:gd name="connsiteX189" fmla="*/ 3723320 w 7392467"/>
              <a:gd name="connsiteY189" fmla="*/ 2780487 h 3320021"/>
              <a:gd name="connsiteX190" fmla="*/ 3750422 w 7392467"/>
              <a:gd name="connsiteY190" fmla="*/ 3010120 h 3320021"/>
              <a:gd name="connsiteX191" fmla="*/ 3786985 w 7392467"/>
              <a:gd name="connsiteY191" fmla="*/ 3063683 h 3320021"/>
              <a:gd name="connsiteX192" fmla="*/ 3781521 w 7392467"/>
              <a:gd name="connsiteY192" fmla="*/ 2979848 h 3320021"/>
              <a:gd name="connsiteX193" fmla="*/ 3733435 w 7392467"/>
              <a:gd name="connsiteY193" fmla="*/ 2856945 h 3320021"/>
              <a:gd name="connsiteX194" fmla="*/ 3779907 w 7392467"/>
              <a:gd name="connsiteY194" fmla="*/ 2951563 h 3320021"/>
              <a:gd name="connsiteX195" fmla="*/ 3776254 w 7392467"/>
              <a:gd name="connsiteY195" fmla="*/ 2886754 h 3320021"/>
              <a:gd name="connsiteX196" fmla="*/ 3723320 w 7392467"/>
              <a:gd name="connsiteY196" fmla="*/ 2780487 h 3320021"/>
              <a:gd name="connsiteX197" fmla="*/ 3140870 w 7392467"/>
              <a:gd name="connsiteY197" fmla="*/ 2776488 h 3320021"/>
              <a:gd name="connsiteX198" fmla="*/ 3141272 w 7392467"/>
              <a:gd name="connsiteY198" fmla="*/ 2812712 h 3320021"/>
              <a:gd name="connsiteX199" fmla="*/ 3154971 w 7392467"/>
              <a:gd name="connsiteY199" fmla="*/ 2831303 h 3320021"/>
              <a:gd name="connsiteX200" fmla="*/ 3140870 w 7392467"/>
              <a:gd name="connsiteY200" fmla="*/ 2776488 h 3320021"/>
              <a:gd name="connsiteX201" fmla="*/ 4239115 w 7392467"/>
              <a:gd name="connsiteY201" fmla="*/ 2753132 h 3320021"/>
              <a:gd name="connsiteX202" fmla="*/ 4283516 w 7392467"/>
              <a:gd name="connsiteY202" fmla="*/ 3032114 h 3320021"/>
              <a:gd name="connsiteX203" fmla="*/ 4283680 w 7392467"/>
              <a:gd name="connsiteY203" fmla="*/ 3032075 h 3320021"/>
              <a:gd name="connsiteX204" fmla="*/ 4289326 w 7392467"/>
              <a:gd name="connsiteY204" fmla="*/ 2952509 h 3320021"/>
              <a:gd name="connsiteX205" fmla="*/ 4264586 w 7392467"/>
              <a:gd name="connsiteY205" fmla="*/ 2810416 h 3320021"/>
              <a:gd name="connsiteX206" fmla="*/ 4239115 w 7392467"/>
              <a:gd name="connsiteY206" fmla="*/ 2753132 h 3320021"/>
              <a:gd name="connsiteX207" fmla="*/ 1334332 w 7392467"/>
              <a:gd name="connsiteY207" fmla="*/ 2751841 h 3320021"/>
              <a:gd name="connsiteX208" fmla="*/ 1334168 w 7392467"/>
              <a:gd name="connsiteY208" fmla="*/ 2751881 h 3320021"/>
              <a:gd name="connsiteX209" fmla="*/ 1334451 w 7392467"/>
              <a:gd name="connsiteY209" fmla="*/ 2752258 h 3320021"/>
              <a:gd name="connsiteX210" fmla="*/ 1395999 w 7392467"/>
              <a:gd name="connsiteY210" fmla="*/ 2968439 h 3320021"/>
              <a:gd name="connsiteX211" fmla="*/ 1419980 w 7392467"/>
              <a:gd name="connsiteY211" fmla="*/ 2866199 h 3320021"/>
              <a:gd name="connsiteX212" fmla="*/ 1334451 w 7392467"/>
              <a:gd name="connsiteY212" fmla="*/ 2752258 h 3320021"/>
              <a:gd name="connsiteX213" fmla="*/ 3140372 w 7392467"/>
              <a:gd name="connsiteY213" fmla="*/ 2731946 h 3320021"/>
              <a:gd name="connsiteX214" fmla="*/ 3140559 w 7392467"/>
              <a:gd name="connsiteY214" fmla="*/ 2749280 h 3320021"/>
              <a:gd name="connsiteX215" fmla="*/ 3164834 w 7392467"/>
              <a:gd name="connsiteY215" fmla="*/ 2817452 h 3320021"/>
              <a:gd name="connsiteX216" fmla="*/ 3166041 w 7392467"/>
              <a:gd name="connsiteY216" fmla="*/ 2810210 h 3320021"/>
              <a:gd name="connsiteX217" fmla="*/ 3165917 w 7392467"/>
              <a:gd name="connsiteY217" fmla="*/ 2810414 h 3320021"/>
              <a:gd name="connsiteX218" fmla="*/ 3140372 w 7392467"/>
              <a:gd name="connsiteY218" fmla="*/ 2731946 h 3320021"/>
              <a:gd name="connsiteX219" fmla="*/ 3125071 w 7392467"/>
              <a:gd name="connsiteY219" fmla="*/ 2718956 h 3320021"/>
              <a:gd name="connsiteX220" fmla="*/ 3128588 w 7392467"/>
              <a:gd name="connsiteY220" fmla="*/ 2795441 h 3320021"/>
              <a:gd name="connsiteX221" fmla="*/ 3130654 w 7392467"/>
              <a:gd name="connsiteY221" fmla="*/ 2798245 h 3320021"/>
              <a:gd name="connsiteX222" fmla="*/ 3132161 w 7392467"/>
              <a:gd name="connsiteY222" fmla="*/ 2744008 h 3320021"/>
              <a:gd name="connsiteX223" fmla="*/ 3125071 w 7392467"/>
              <a:gd name="connsiteY223" fmla="*/ 2718956 h 3320021"/>
              <a:gd name="connsiteX224" fmla="*/ 3680777 w 7392467"/>
              <a:gd name="connsiteY224" fmla="*/ 2686311 h 3320021"/>
              <a:gd name="connsiteX225" fmla="*/ 3661472 w 7392467"/>
              <a:gd name="connsiteY225" fmla="*/ 2787770 h 3320021"/>
              <a:gd name="connsiteX226" fmla="*/ 3680534 w 7392467"/>
              <a:gd name="connsiteY226" fmla="*/ 2847296 h 3320021"/>
              <a:gd name="connsiteX227" fmla="*/ 3669520 w 7392467"/>
              <a:gd name="connsiteY227" fmla="*/ 2760629 h 3320021"/>
              <a:gd name="connsiteX228" fmla="*/ 3714650 w 7392467"/>
              <a:gd name="connsiteY228" fmla="*/ 2959841 h 3320021"/>
              <a:gd name="connsiteX229" fmla="*/ 3715948 w 7392467"/>
              <a:gd name="connsiteY229" fmla="*/ 2961614 h 3320021"/>
              <a:gd name="connsiteX230" fmla="*/ 3704203 w 7392467"/>
              <a:gd name="connsiteY230" fmla="*/ 2738006 h 3320021"/>
              <a:gd name="connsiteX231" fmla="*/ 3688801 w 7392467"/>
              <a:gd name="connsiteY231" fmla="*/ 2702274 h 3320021"/>
              <a:gd name="connsiteX232" fmla="*/ 3689169 w 7392467"/>
              <a:gd name="connsiteY232" fmla="*/ 2702359 h 3320021"/>
              <a:gd name="connsiteX233" fmla="*/ 3680777 w 7392467"/>
              <a:gd name="connsiteY233" fmla="*/ 2686311 h 3320021"/>
              <a:gd name="connsiteX234" fmla="*/ 3922980 w 7392467"/>
              <a:gd name="connsiteY234" fmla="*/ 2680332 h 3320021"/>
              <a:gd name="connsiteX235" fmla="*/ 3949561 w 7392467"/>
              <a:gd name="connsiteY235" fmla="*/ 2883328 h 3320021"/>
              <a:gd name="connsiteX236" fmla="*/ 3949600 w 7392467"/>
              <a:gd name="connsiteY236" fmla="*/ 2883492 h 3320021"/>
              <a:gd name="connsiteX237" fmla="*/ 3990893 w 7392467"/>
              <a:gd name="connsiteY237" fmla="*/ 2975363 h 3320021"/>
              <a:gd name="connsiteX238" fmla="*/ 3991787 w 7392467"/>
              <a:gd name="connsiteY238" fmla="*/ 2961070 h 3320021"/>
              <a:gd name="connsiteX239" fmla="*/ 3922980 w 7392467"/>
              <a:gd name="connsiteY239" fmla="*/ 2680332 h 3320021"/>
              <a:gd name="connsiteX240" fmla="*/ 3123378 w 7392467"/>
              <a:gd name="connsiteY240" fmla="*/ 2680263 h 3320021"/>
              <a:gd name="connsiteX241" fmla="*/ 3124517 w 7392467"/>
              <a:gd name="connsiteY241" fmla="*/ 2706578 h 3320021"/>
              <a:gd name="connsiteX242" fmla="*/ 3132541 w 7392467"/>
              <a:gd name="connsiteY242" fmla="*/ 2727580 h 3320021"/>
              <a:gd name="connsiteX243" fmla="*/ 3133016 w 7392467"/>
              <a:gd name="connsiteY243" fmla="*/ 2709434 h 3320021"/>
              <a:gd name="connsiteX244" fmla="*/ 3133056 w 7392467"/>
              <a:gd name="connsiteY244" fmla="*/ 2709556 h 3320021"/>
              <a:gd name="connsiteX245" fmla="*/ 3133017 w 7392467"/>
              <a:gd name="connsiteY245" fmla="*/ 2709392 h 3320021"/>
              <a:gd name="connsiteX246" fmla="*/ 3133016 w 7392467"/>
              <a:gd name="connsiteY246" fmla="*/ 2709434 h 3320021"/>
              <a:gd name="connsiteX247" fmla="*/ 3311889 w 7392467"/>
              <a:gd name="connsiteY247" fmla="*/ 2671430 h 3320021"/>
              <a:gd name="connsiteX248" fmla="*/ 3311724 w 7392467"/>
              <a:gd name="connsiteY248" fmla="*/ 2671469 h 3320021"/>
              <a:gd name="connsiteX249" fmla="*/ 3324000 w 7392467"/>
              <a:gd name="connsiteY249" fmla="*/ 2844724 h 3320021"/>
              <a:gd name="connsiteX250" fmla="*/ 3341883 w 7392467"/>
              <a:gd name="connsiteY250" fmla="*/ 2862652 h 3320021"/>
              <a:gd name="connsiteX251" fmla="*/ 3331470 w 7392467"/>
              <a:gd name="connsiteY251" fmla="*/ 2722314 h 3320021"/>
              <a:gd name="connsiteX252" fmla="*/ 3311889 w 7392467"/>
              <a:gd name="connsiteY252" fmla="*/ 2671430 h 3320021"/>
              <a:gd name="connsiteX253" fmla="*/ 681835 w 7392467"/>
              <a:gd name="connsiteY253" fmla="*/ 2670038 h 3320021"/>
              <a:gd name="connsiteX254" fmla="*/ 682201 w 7392467"/>
              <a:gd name="connsiteY254" fmla="*/ 2670856 h 3320021"/>
              <a:gd name="connsiteX255" fmla="*/ 681927 w 7392467"/>
              <a:gd name="connsiteY255" fmla="*/ 2674118 h 3320021"/>
              <a:gd name="connsiteX256" fmla="*/ 3415957 w 7392467"/>
              <a:gd name="connsiteY256" fmla="*/ 2661951 h 3320021"/>
              <a:gd name="connsiteX257" fmla="*/ 3449112 w 7392467"/>
              <a:gd name="connsiteY257" fmla="*/ 2792107 h 3320021"/>
              <a:gd name="connsiteX258" fmla="*/ 3492516 w 7392467"/>
              <a:gd name="connsiteY258" fmla="*/ 2891289 h 3320021"/>
              <a:gd name="connsiteX259" fmla="*/ 3485948 w 7392467"/>
              <a:gd name="connsiteY259" fmla="*/ 2756800 h 3320021"/>
              <a:gd name="connsiteX260" fmla="*/ 3485783 w 7392467"/>
              <a:gd name="connsiteY260" fmla="*/ 2756840 h 3320021"/>
              <a:gd name="connsiteX261" fmla="*/ 3415957 w 7392467"/>
              <a:gd name="connsiteY261" fmla="*/ 2661951 h 3320021"/>
              <a:gd name="connsiteX262" fmla="*/ 4748139 w 7392467"/>
              <a:gd name="connsiteY262" fmla="*/ 2656681 h 3320021"/>
              <a:gd name="connsiteX263" fmla="*/ 4746037 w 7392467"/>
              <a:gd name="connsiteY263" fmla="*/ 2844528 h 3320021"/>
              <a:gd name="connsiteX264" fmla="*/ 4772148 w 7392467"/>
              <a:gd name="connsiteY264" fmla="*/ 2888624 h 3320021"/>
              <a:gd name="connsiteX265" fmla="*/ 4779821 w 7392467"/>
              <a:gd name="connsiteY265" fmla="*/ 2736100 h 3320021"/>
              <a:gd name="connsiteX266" fmla="*/ 4775902 w 7392467"/>
              <a:gd name="connsiteY266" fmla="*/ 2719145 h 3320021"/>
              <a:gd name="connsiteX267" fmla="*/ 4748139 w 7392467"/>
              <a:gd name="connsiteY267" fmla="*/ 2656681 h 3320021"/>
              <a:gd name="connsiteX268" fmla="*/ 3912980 w 7392467"/>
              <a:gd name="connsiteY268" fmla="*/ 2655461 h 3320021"/>
              <a:gd name="connsiteX269" fmla="*/ 3914113 w 7392467"/>
              <a:gd name="connsiteY269" fmla="*/ 2758069 h 3320021"/>
              <a:gd name="connsiteX270" fmla="*/ 3913666 w 7392467"/>
              <a:gd name="connsiteY270" fmla="*/ 2656861 h 3320021"/>
              <a:gd name="connsiteX271" fmla="*/ 3912980 w 7392467"/>
              <a:gd name="connsiteY271" fmla="*/ 2655461 h 3320021"/>
              <a:gd name="connsiteX272" fmla="*/ 6927280 w 7392467"/>
              <a:gd name="connsiteY272" fmla="*/ 2642482 h 3320021"/>
              <a:gd name="connsiteX273" fmla="*/ 6951991 w 7392467"/>
              <a:gd name="connsiteY273" fmla="*/ 2803178 h 3320021"/>
              <a:gd name="connsiteX274" fmla="*/ 6956510 w 7392467"/>
              <a:gd name="connsiteY274" fmla="*/ 2776540 h 3320021"/>
              <a:gd name="connsiteX275" fmla="*/ 6927280 w 7392467"/>
              <a:gd name="connsiteY275" fmla="*/ 2642482 h 3320021"/>
              <a:gd name="connsiteX276" fmla="*/ 3696197 w 7392467"/>
              <a:gd name="connsiteY276" fmla="*/ 2619158 h 3320021"/>
              <a:gd name="connsiteX277" fmla="*/ 3696257 w 7392467"/>
              <a:gd name="connsiteY277" fmla="*/ 2619410 h 3320021"/>
              <a:gd name="connsiteX278" fmla="*/ 3696275 w 7392467"/>
              <a:gd name="connsiteY278" fmla="*/ 2619486 h 3320021"/>
              <a:gd name="connsiteX279" fmla="*/ 3696315 w 7392467"/>
              <a:gd name="connsiteY279" fmla="*/ 2619651 h 3320021"/>
              <a:gd name="connsiteX280" fmla="*/ 3696257 w 7392467"/>
              <a:gd name="connsiteY280" fmla="*/ 2619410 h 3320021"/>
              <a:gd name="connsiteX281" fmla="*/ 3696236 w 7392467"/>
              <a:gd name="connsiteY281" fmla="*/ 2619322 h 3320021"/>
              <a:gd name="connsiteX282" fmla="*/ 3696197 w 7392467"/>
              <a:gd name="connsiteY282" fmla="*/ 2619158 h 3320021"/>
              <a:gd name="connsiteX283" fmla="*/ 4752754 w 7392467"/>
              <a:gd name="connsiteY283" fmla="*/ 2613163 h 3320021"/>
              <a:gd name="connsiteX284" fmla="*/ 4753718 w 7392467"/>
              <a:gd name="connsiteY284" fmla="*/ 2617732 h 3320021"/>
              <a:gd name="connsiteX285" fmla="*/ 4752392 w 7392467"/>
              <a:gd name="connsiteY285" fmla="*/ 2615793 h 3320021"/>
              <a:gd name="connsiteX286" fmla="*/ 1970567 w 7392467"/>
              <a:gd name="connsiteY286" fmla="*/ 2601397 h 3320021"/>
              <a:gd name="connsiteX287" fmla="*/ 1988229 w 7392467"/>
              <a:gd name="connsiteY287" fmla="*/ 2787602 h 3320021"/>
              <a:gd name="connsiteX288" fmla="*/ 1993637 w 7392467"/>
              <a:gd name="connsiteY288" fmla="*/ 2702011 h 3320021"/>
              <a:gd name="connsiteX289" fmla="*/ 1970567 w 7392467"/>
              <a:gd name="connsiteY289" fmla="*/ 2601397 h 3320021"/>
              <a:gd name="connsiteX290" fmla="*/ 4566067 w 7392467"/>
              <a:gd name="connsiteY290" fmla="*/ 2599312 h 3320021"/>
              <a:gd name="connsiteX291" fmla="*/ 4567131 w 7392467"/>
              <a:gd name="connsiteY291" fmla="*/ 2680039 h 3320021"/>
              <a:gd name="connsiteX292" fmla="*/ 4589879 w 7392467"/>
              <a:gd name="connsiteY292" fmla="*/ 2724599 h 3320021"/>
              <a:gd name="connsiteX293" fmla="*/ 4569929 w 7392467"/>
              <a:gd name="connsiteY293" fmla="*/ 2678669 h 3320021"/>
              <a:gd name="connsiteX294" fmla="*/ 4715170 w 7392467"/>
              <a:gd name="connsiteY294" fmla="*/ 2931920 h 3320021"/>
              <a:gd name="connsiteX295" fmla="*/ 4726401 w 7392467"/>
              <a:gd name="connsiteY295" fmla="*/ 2941722 h 3320021"/>
              <a:gd name="connsiteX296" fmla="*/ 4726020 w 7392467"/>
              <a:gd name="connsiteY296" fmla="*/ 2932951 h 3320021"/>
              <a:gd name="connsiteX297" fmla="*/ 4725980 w 7392467"/>
              <a:gd name="connsiteY297" fmla="*/ 2932787 h 3320021"/>
              <a:gd name="connsiteX298" fmla="*/ 4566067 w 7392467"/>
              <a:gd name="connsiteY298" fmla="*/ 2599312 h 3320021"/>
              <a:gd name="connsiteX299" fmla="*/ 3621953 w 7392467"/>
              <a:gd name="connsiteY299" fmla="*/ 2578687 h 3320021"/>
              <a:gd name="connsiteX300" fmla="*/ 3621993 w 7392467"/>
              <a:gd name="connsiteY300" fmla="*/ 2578851 h 3320021"/>
              <a:gd name="connsiteX301" fmla="*/ 3620192 w 7392467"/>
              <a:gd name="connsiteY301" fmla="*/ 2669306 h 3320021"/>
              <a:gd name="connsiteX302" fmla="*/ 3623516 w 7392467"/>
              <a:gd name="connsiteY302" fmla="*/ 2678757 h 3320021"/>
              <a:gd name="connsiteX303" fmla="*/ 3643839 w 7392467"/>
              <a:gd name="connsiteY303" fmla="*/ 2618240 h 3320021"/>
              <a:gd name="connsiteX304" fmla="*/ 3621953 w 7392467"/>
              <a:gd name="connsiteY304" fmla="*/ 2578687 h 3320021"/>
              <a:gd name="connsiteX305" fmla="*/ 4213668 w 7392467"/>
              <a:gd name="connsiteY305" fmla="*/ 2572108 h 3320021"/>
              <a:gd name="connsiteX306" fmla="*/ 4229676 w 7392467"/>
              <a:gd name="connsiteY306" fmla="*/ 2689546 h 3320021"/>
              <a:gd name="connsiteX307" fmla="*/ 4292663 w 7392467"/>
              <a:gd name="connsiteY307" fmla="*/ 2794254 h 3320021"/>
              <a:gd name="connsiteX308" fmla="*/ 4288647 w 7392467"/>
              <a:gd name="connsiteY308" fmla="*/ 2758902 h 3320021"/>
              <a:gd name="connsiteX309" fmla="*/ 4213668 w 7392467"/>
              <a:gd name="connsiteY309" fmla="*/ 2572108 h 3320021"/>
              <a:gd name="connsiteX310" fmla="*/ 336594 w 7392467"/>
              <a:gd name="connsiteY310" fmla="*/ 2548652 h 3320021"/>
              <a:gd name="connsiteX311" fmla="*/ 335410 w 7392467"/>
              <a:gd name="connsiteY311" fmla="*/ 2860535 h 3320021"/>
              <a:gd name="connsiteX312" fmla="*/ 411357 w 7392467"/>
              <a:gd name="connsiteY312" fmla="*/ 2978624 h 3320021"/>
              <a:gd name="connsiteX313" fmla="*/ 415252 w 7392467"/>
              <a:gd name="connsiteY313" fmla="*/ 2963085 h 3320021"/>
              <a:gd name="connsiteX314" fmla="*/ 412694 w 7392467"/>
              <a:gd name="connsiteY314" fmla="*/ 2980561 h 3320021"/>
              <a:gd name="connsiteX315" fmla="*/ 426125 w 7392467"/>
              <a:gd name="connsiteY315" fmla="*/ 3001649 h 3320021"/>
              <a:gd name="connsiteX316" fmla="*/ 426413 w 7392467"/>
              <a:gd name="connsiteY316" fmla="*/ 3001405 h 3320021"/>
              <a:gd name="connsiteX317" fmla="*/ 425056 w 7392467"/>
              <a:gd name="connsiteY317" fmla="*/ 2977055 h 3320021"/>
              <a:gd name="connsiteX318" fmla="*/ 429890 w 7392467"/>
              <a:gd name="connsiteY318" fmla="*/ 3007169 h 3320021"/>
              <a:gd name="connsiteX319" fmla="*/ 549957 w 7392467"/>
              <a:gd name="connsiteY319" fmla="*/ 3202198 h 3320021"/>
              <a:gd name="connsiteX320" fmla="*/ 546536 w 7392467"/>
              <a:gd name="connsiteY320" fmla="*/ 3033236 h 3320021"/>
              <a:gd name="connsiteX321" fmla="*/ 534974 w 7392467"/>
              <a:gd name="connsiteY321" fmla="*/ 2999010 h 3320021"/>
              <a:gd name="connsiteX322" fmla="*/ 444490 w 7392467"/>
              <a:gd name="connsiteY322" fmla="*/ 2809180 h 3320021"/>
              <a:gd name="connsiteX323" fmla="*/ 444896 w 7392467"/>
              <a:gd name="connsiteY323" fmla="*/ 2809429 h 3320021"/>
              <a:gd name="connsiteX324" fmla="*/ 494129 w 7392467"/>
              <a:gd name="connsiteY324" fmla="*/ 2887393 h 3320021"/>
              <a:gd name="connsiteX325" fmla="*/ 336594 w 7392467"/>
              <a:gd name="connsiteY325" fmla="*/ 2548652 h 3320021"/>
              <a:gd name="connsiteX326" fmla="*/ 3309483 w 7392467"/>
              <a:gd name="connsiteY326" fmla="*/ 2539065 h 3320021"/>
              <a:gd name="connsiteX327" fmla="*/ 3309459 w 7392467"/>
              <a:gd name="connsiteY327" fmla="*/ 2572089 h 3320021"/>
              <a:gd name="connsiteX328" fmla="*/ 3315801 w 7392467"/>
              <a:gd name="connsiteY328" fmla="*/ 2584472 h 3320021"/>
              <a:gd name="connsiteX329" fmla="*/ 3315870 w 7392467"/>
              <a:gd name="connsiteY329" fmla="*/ 2584966 h 3320021"/>
              <a:gd name="connsiteX330" fmla="*/ 3316034 w 7392467"/>
              <a:gd name="connsiteY330" fmla="*/ 2584926 h 3320021"/>
              <a:gd name="connsiteX331" fmla="*/ 3315801 w 7392467"/>
              <a:gd name="connsiteY331" fmla="*/ 2584472 h 3320021"/>
              <a:gd name="connsiteX332" fmla="*/ 5360257 w 7392467"/>
              <a:gd name="connsiteY332" fmla="*/ 2534476 h 3320021"/>
              <a:gd name="connsiteX333" fmla="*/ 5360092 w 7392467"/>
              <a:gd name="connsiteY333" fmla="*/ 2539555 h 3320021"/>
              <a:gd name="connsiteX334" fmla="*/ 5359967 w 7392467"/>
              <a:gd name="connsiteY334" fmla="*/ 2539759 h 3320021"/>
              <a:gd name="connsiteX335" fmla="*/ 5360930 w 7392467"/>
              <a:gd name="connsiteY335" fmla="*/ 2542307 h 3320021"/>
              <a:gd name="connsiteX336" fmla="*/ 5360257 w 7392467"/>
              <a:gd name="connsiteY336" fmla="*/ 2534476 h 3320021"/>
              <a:gd name="connsiteX337" fmla="*/ 3624569 w 7392467"/>
              <a:gd name="connsiteY337" fmla="*/ 2513929 h 3320021"/>
              <a:gd name="connsiteX338" fmla="*/ 3622536 w 7392467"/>
              <a:gd name="connsiteY338" fmla="*/ 2562384 h 3320021"/>
              <a:gd name="connsiteX339" fmla="*/ 3650045 w 7392467"/>
              <a:gd name="connsiteY339" fmla="*/ 2600755 h 3320021"/>
              <a:gd name="connsiteX340" fmla="*/ 3650255 w 7392467"/>
              <a:gd name="connsiteY340" fmla="*/ 2600183 h 3320021"/>
              <a:gd name="connsiteX341" fmla="*/ 3624569 w 7392467"/>
              <a:gd name="connsiteY341" fmla="*/ 2513929 h 3320021"/>
              <a:gd name="connsiteX342" fmla="*/ 3268711 w 7392467"/>
              <a:gd name="connsiteY342" fmla="*/ 2493989 h 3320021"/>
              <a:gd name="connsiteX343" fmla="*/ 3303933 w 7392467"/>
              <a:gd name="connsiteY343" fmla="*/ 2561433 h 3320021"/>
              <a:gd name="connsiteX344" fmla="*/ 3306860 w 7392467"/>
              <a:gd name="connsiteY344" fmla="*/ 2533963 h 3320021"/>
              <a:gd name="connsiteX345" fmla="*/ 3268711 w 7392467"/>
              <a:gd name="connsiteY345" fmla="*/ 2493989 h 3320021"/>
              <a:gd name="connsiteX346" fmla="*/ 2776727 w 7392467"/>
              <a:gd name="connsiteY346" fmla="*/ 2490398 h 3320021"/>
              <a:gd name="connsiteX347" fmla="*/ 2779769 w 7392467"/>
              <a:gd name="connsiteY347" fmla="*/ 2519556 h 3320021"/>
              <a:gd name="connsiteX348" fmla="*/ 2915672 w 7392467"/>
              <a:gd name="connsiteY348" fmla="*/ 2767242 h 3320021"/>
              <a:gd name="connsiteX349" fmla="*/ 2996506 w 7392467"/>
              <a:gd name="connsiteY349" fmla="*/ 2838619 h 3320021"/>
              <a:gd name="connsiteX350" fmla="*/ 2991082 w 7392467"/>
              <a:gd name="connsiteY350" fmla="*/ 2790226 h 3320021"/>
              <a:gd name="connsiteX351" fmla="*/ 2776727 w 7392467"/>
              <a:gd name="connsiteY351" fmla="*/ 2490398 h 3320021"/>
              <a:gd name="connsiteX352" fmla="*/ 6503894 w 7392467"/>
              <a:gd name="connsiteY352" fmla="*/ 2471662 h 3320021"/>
              <a:gd name="connsiteX353" fmla="*/ 6516176 w 7392467"/>
              <a:gd name="connsiteY353" fmla="*/ 2548465 h 3320021"/>
              <a:gd name="connsiteX354" fmla="*/ 6527825 w 7392467"/>
              <a:gd name="connsiteY354" fmla="*/ 2567203 h 3320021"/>
              <a:gd name="connsiteX355" fmla="*/ 6525752 w 7392467"/>
              <a:gd name="connsiteY355" fmla="*/ 2514698 h 3320021"/>
              <a:gd name="connsiteX356" fmla="*/ 6503894 w 7392467"/>
              <a:gd name="connsiteY356" fmla="*/ 2471662 h 3320021"/>
              <a:gd name="connsiteX357" fmla="*/ 3935172 w 7392467"/>
              <a:gd name="connsiteY357" fmla="*/ 2470933 h 3320021"/>
              <a:gd name="connsiteX358" fmla="*/ 3915296 w 7392467"/>
              <a:gd name="connsiteY358" fmla="*/ 2612500 h 3320021"/>
              <a:gd name="connsiteX359" fmla="*/ 3918201 w 7392467"/>
              <a:gd name="connsiteY359" fmla="*/ 2638213 h 3320021"/>
              <a:gd name="connsiteX360" fmla="*/ 3994584 w 7392467"/>
              <a:gd name="connsiteY360" fmla="*/ 2813546 h 3320021"/>
              <a:gd name="connsiteX361" fmla="*/ 3935213 w 7392467"/>
              <a:gd name="connsiteY361" fmla="*/ 2471097 h 3320021"/>
              <a:gd name="connsiteX362" fmla="*/ 6859403 w 7392467"/>
              <a:gd name="connsiteY362" fmla="*/ 2388631 h 3320021"/>
              <a:gd name="connsiteX363" fmla="*/ 6861587 w 7392467"/>
              <a:gd name="connsiteY363" fmla="*/ 2422166 h 3320021"/>
              <a:gd name="connsiteX364" fmla="*/ 6861129 w 7392467"/>
              <a:gd name="connsiteY364" fmla="*/ 2392906 h 3320021"/>
              <a:gd name="connsiteX365" fmla="*/ 6859442 w 7392467"/>
              <a:gd name="connsiteY365" fmla="*/ 2388795 h 3320021"/>
              <a:gd name="connsiteX366" fmla="*/ 5499954 w 7392467"/>
              <a:gd name="connsiteY366" fmla="*/ 2340699 h 3320021"/>
              <a:gd name="connsiteX367" fmla="*/ 5499791 w 7392467"/>
              <a:gd name="connsiteY367" fmla="*/ 2340739 h 3320021"/>
              <a:gd name="connsiteX368" fmla="*/ 5500641 w 7392467"/>
              <a:gd name="connsiteY368" fmla="*/ 2357218 h 3320021"/>
              <a:gd name="connsiteX369" fmla="*/ 5521880 w 7392467"/>
              <a:gd name="connsiteY369" fmla="*/ 2425776 h 3320021"/>
              <a:gd name="connsiteX370" fmla="*/ 5514134 w 7392467"/>
              <a:gd name="connsiteY370" fmla="*/ 2370643 h 3320021"/>
              <a:gd name="connsiteX371" fmla="*/ 5499954 w 7392467"/>
              <a:gd name="connsiteY371" fmla="*/ 2340699 h 3320021"/>
              <a:gd name="connsiteX372" fmla="*/ 5832133 w 7392467"/>
              <a:gd name="connsiteY372" fmla="*/ 2340287 h 3320021"/>
              <a:gd name="connsiteX373" fmla="*/ 5812426 w 7392467"/>
              <a:gd name="connsiteY373" fmla="*/ 2597032 h 3320021"/>
              <a:gd name="connsiteX374" fmla="*/ 5831656 w 7392467"/>
              <a:gd name="connsiteY374" fmla="*/ 2665902 h 3320021"/>
              <a:gd name="connsiteX375" fmla="*/ 5850192 w 7392467"/>
              <a:gd name="connsiteY375" fmla="*/ 2407180 h 3320021"/>
              <a:gd name="connsiteX376" fmla="*/ 5860880 w 7392467"/>
              <a:gd name="connsiteY376" fmla="*/ 2730099 h 3320021"/>
              <a:gd name="connsiteX377" fmla="*/ 5867796 w 7392467"/>
              <a:gd name="connsiteY377" fmla="*/ 2595311 h 3320021"/>
              <a:gd name="connsiteX378" fmla="*/ 5868124 w 7392467"/>
              <a:gd name="connsiteY378" fmla="*/ 2595231 h 3320021"/>
              <a:gd name="connsiteX379" fmla="*/ 5883662 w 7392467"/>
              <a:gd name="connsiteY379" fmla="*/ 2841037 h 3320021"/>
              <a:gd name="connsiteX380" fmla="*/ 5890252 w 7392467"/>
              <a:gd name="connsiteY380" fmla="*/ 2861864 h 3320021"/>
              <a:gd name="connsiteX381" fmla="*/ 5902642 w 7392467"/>
              <a:gd name="connsiteY381" fmla="*/ 2890154 h 3320021"/>
              <a:gd name="connsiteX382" fmla="*/ 5905242 w 7392467"/>
              <a:gd name="connsiteY382" fmla="*/ 2711571 h 3320021"/>
              <a:gd name="connsiteX383" fmla="*/ 5869194 w 7392467"/>
              <a:gd name="connsiteY383" fmla="*/ 2463591 h 3320021"/>
              <a:gd name="connsiteX384" fmla="*/ 5869156 w 7392467"/>
              <a:gd name="connsiteY384" fmla="*/ 2463427 h 3320021"/>
              <a:gd name="connsiteX385" fmla="*/ 5832133 w 7392467"/>
              <a:gd name="connsiteY385" fmla="*/ 2340287 h 3320021"/>
              <a:gd name="connsiteX386" fmla="*/ 5190325 w 7392467"/>
              <a:gd name="connsiteY386" fmla="*/ 2324374 h 3320021"/>
              <a:gd name="connsiteX387" fmla="*/ 5190500 w 7392467"/>
              <a:gd name="connsiteY387" fmla="*/ 2324939 h 3320021"/>
              <a:gd name="connsiteX388" fmla="*/ 5182817 w 7392467"/>
              <a:gd name="connsiteY388" fmla="*/ 2441579 h 3320021"/>
              <a:gd name="connsiteX389" fmla="*/ 5222857 w 7392467"/>
              <a:gd name="connsiteY389" fmla="*/ 2596663 h 3320021"/>
              <a:gd name="connsiteX390" fmla="*/ 5215377 w 7392467"/>
              <a:gd name="connsiteY390" fmla="*/ 2408000 h 3320021"/>
              <a:gd name="connsiteX391" fmla="*/ 5213242 w 7392467"/>
              <a:gd name="connsiteY391" fmla="*/ 2398436 h 3320021"/>
              <a:gd name="connsiteX392" fmla="*/ 5190500 w 7392467"/>
              <a:gd name="connsiteY392" fmla="*/ 2324939 h 3320021"/>
              <a:gd name="connsiteX393" fmla="*/ 5190529 w 7392467"/>
              <a:gd name="connsiteY393" fmla="*/ 2324498 h 3320021"/>
              <a:gd name="connsiteX394" fmla="*/ 7058491 w 7392467"/>
              <a:gd name="connsiteY394" fmla="*/ 2273146 h 3320021"/>
              <a:gd name="connsiteX395" fmla="*/ 7058213 w 7392467"/>
              <a:gd name="connsiteY395" fmla="*/ 2277037 h 3320021"/>
              <a:gd name="connsiteX396" fmla="*/ 7058377 w 7392467"/>
              <a:gd name="connsiteY396" fmla="*/ 2276997 h 3320021"/>
              <a:gd name="connsiteX397" fmla="*/ 7069696 w 7392467"/>
              <a:gd name="connsiteY397" fmla="*/ 2315974 h 3320021"/>
              <a:gd name="connsiteX398" fmla="*/ 7072138 w 7392467"/>
              <a:gd name="connsiteY398" fmla="*/ 2308086 h 3320021"/>
              <a:gd name="connsiteX399" fmla="*/ 7058491 w 7392467"/>
              <a:gd name="connsiteY399" fmla="*/ 2273146 h 3320021"/>
              <a:gd name="connsiteX400" fmla="*/ 3132372 w 7392467"/>
              <a:gd name="connsiteY400" fmla="*/ 2259618 h 3320021"/>
              <a:gd name="connsiteX401" fmla="*/ 3225749 w 7392467"/>
              <a:gd name="connsiteY401" fmla="*/ 2668066 h 3320021"/>
              <a:gd name="connsiteX402" fmla="*/ 3286689 w 7392467"/>
              <a:gd name="connsiteY402" fmla="*/ 2807503 h 3320021"/>
              <a:gd name="connsiteX403" fmla="*/ 3296469 w 7392467"/>
              <a:gd name="connsiteY403" fmla="*/ 2632748 h 3320021"/>
              <a:gd name="connsiteX404" fmla="*/ 3132372 w 7392467"/>
              <a:gd name="connsiteY404" fmla="*/ 2259618 h 3320021"/>
              <a:gd name="connsiteX405" fmla="*/ 4178855 w 7392467"/>
              <a:gd name="connsiteY405" fmla="*/ 2257966 h 3320021"/>
              <a:gd name="connsiteX406" fmla="*/ 4178690 w 7392467"/>
              <a:gd name="connsiteY406" fmla="*/ 2258006 h 3320021"/>
              <a:gd name="connsiteX407" fmla="*/ 4178882 w 7392467"/>
              <a:gd name="connsiteY407" fmla="*/ 2258215 h 3320021"/>
              <a:gd name="connsiteX408" fmla="*/ 4200395 w 7392467"/>
              <a:gd name="connsiteY408" fmla="*/ 2460961 h 3320021"/>
              <a:gd name="connsiteX409" fmla="*/ 4216211 w 7392467"/>
              <a:gd name="connsiteY409" fmla="*/ 2395450 h 3320021"/>
              <a:gd name="connsiteX410" fmla="*/ 4206261 w 7392467"/>
              <a:gd name="connsiteY410" fmla="*/ 2510464 h 3320021"/>
              <a:gd name="connsiteX411" fmla="*/ 4211437 w 7392467"/>
              <a:gd name="connsiteY411" fmla="*/ 2554225 h 3320021"/>
              <a:gd name="connsiteX412" fmla="*/ 4282729 w 7392467"/>
              <a:gd name="connsiteY412" fmla="*/ 2695509 h 3320021"/>
              <a:gd name="connsiteX413" fmla="*/ 4270725 w 7392467"/>
              <a:gd name="connsiteY413" fmla="*/ 2453542 h 3320021"/>
              <a:gd name="connsiteX414" fmla="*/ 4253052 w 7392467"/>
              <a:gd name="connsiteY414" fmla="*/ 2339288 h 3320021"/>
              <a:gd name="connsiteX415" fmla="*/ 4178882 w 7392467"/>
              <a:gd name="connsiteY415" fmla="*/ 2258215 h 3320021"/>
              <a:gd name="connsiteX416" fmla="*/ 2311070 w 7392467"/>
              <a:gd name="connsiteY416" fmla="*/ 2242367 h 3320021"/>
              <a:gd name="connsiteX417" fmla="*/ 2351959 w 7392467"/>
              <a:gd name="connsiteY417" fmla="*/ 2373611 h 3320021"/>
              <a:gd name="connsiteX418" fmla="*/ 2491923 w 7392467"/>
              <a:gd name="connsiteY418" fmla="*/ 2686355 h 3320021"/>
              <a:gd name="connsiteX419" fmla="*/ 2578947 w 7392467"/>
              <a:gd name="connsiteY419" fmla="*/ 2843132 h 3320021"/>
              <a:gd name="connsiteX420" fmla="*/ 2580334 w 7392467"/>
              <a:gd name="connsiteY420" fmla="*/ 2818641 h 3320021"/>
              <a:gd name="connsiteX421" fmla="*/ 2581573 w 7392467"/>
              <a:gd name="connsiteY421" fmla="*/ 2847537 h 3320021"/>
              <a:gd name="connsiteX422" fmla="*/ 2720145 w 7392467"/>
              <a:gd name="connsiteY422" fmla="*/ 3079633 h 3320021"/>
              <a:gd name="connsiteX423" fmla="*/ 2678428 w 7392467"/>
              <a:gd name="connsiteY423" fmla="*/ 2888807 h 3320021"/>
              <a:gd name="connsiteX424" fmla="*/ 2678304 w 7392467"/>
              <a:gd name="connsiteY424" fmla="*/ 2889011 h 3320021"/>
              <a:gd name="connsiteX425" fmla="*/ 2311070 w 7392467"/>
              <a:gd name="connsiteY425" fmla="*/ 2242367 h 3320021"/>
              <a:gd name="connsiteX426" fmla="*/ 7063938 w 7392467"/>
              <a:gd name="connsiteY426" fmla="*/ 2197800 h 3320021"/>
              <a:gd name="connsiteX427" fmla="*/ 7061430 w 7392467"/>
              <a:gd name="connsiteY427" fmla="*/ 2229165 h 3320021"/>
              <a:gd name="connsiteX428" fmla="*/ 7071310 w 7392467"/>
              <a:gd name="connsiteY428" fmla="*/ 2248503 h 3320021"/>
              <a:gd name="connsiteX429" fmla="*/ 7063938 w 7392467"/>
              <a:gd name="connsiteY429" fmla="*/ 2197800 h 3320021"/>
              <a:gd name="connsiteX430" fmla="*/ 5493289 w 7392467"/>
              <a:gd name="connsiteY430" fmla="*/ 2192853 h 3320021"/>
              <a:gd name="connsiteX431" fmla="*/ 5493477 w 7392467"/>
              <a:gd name="connsiteY431" fmla="*/ 2200107 h 3320021"/>
              <a:gd name="connsiteX432" fmla="*/ 5494083 w 7392467"/>
              <a:gd name="connsiteY432" fmla="*/ 2201177 h 3320021"/>
              <a:gd name="connsiteX433" fmla="*/ 5493289 w 7392467"/>
              <a:gd name="connsiteY433" fmla="*/ 2192853 h 3320021"/>
              <a:gd name="connsiteX434" fmla="*/ 5767436 w 7392467"/>
              <a:gd name="connsiteY434" fmla="*/ 2181404 h 3320021"/>
              <a:gd name="connsiteX435" fmla="*/ 5768143 w 7392467"/>
              <a:gd name="connsiteY435" fmla="*/ 2182876 h 3320021"/>
              <a:gd name="connsiteX436" fmla="*/ 5766830 w 7392467"/>
              <a:gd name="connsiteY436" fmla="*/ 2189484 h 3320021"/>
              <a:gd name="connsiteX437" fmla="*/ 5767461 w 7392467"/>
              <a:gd name="connsiteY437" fmla="*/ 2181070 h 3320021"/>
              <a:gd name="connsiteX438" fmla="*/ 5767436 w 7392467"/>
              <a:gd name="connsiteY438" fmla="*/ 2181404 h 3320021"/>
              <a:gd name="connsiteX439" fmla="*/ 5767294 w 7392467"/>
              <a:gd name="connsiteY439" fmla="*/ 2181110 h 3320021"/>
              <a:gd name="connsiteX440" fmla="*/ 6047557 w 7392467"/>
              <a:gd name="connsiteY440" fmla="*/ 2175849 h 3320021"/>
              <a:gd name="connsiteX441" fmla="*/ 6047461 w 7392467"/>
              <a:gd name="connsiteY441" fmla="*/ 2253207 h 3320021"/>
              <a:gd name="connsiteX442" fmla="*/ 6081425 w 7392467"/>
              <a:gd name="connsiteY442" fmla="*/ 2414796 h 3320021"/>
              <a:gd name="connsiteX443" fmla="*/ 6113878 w 7392467"/>
              <a:gd name="connsiteY443" fmla="*/ 2495247 h 3320021"/>
              <a:gd name="connsiteX444" fmla="*/ 6114977 w 7392467"/>
              <a:gd name="connsiteY444" fmla="*/ 2481078 h 3320021"/>
              <a:gd name="connsiteX445" fmla="*/ 6064681 w 7392467"/>
              <a:gd name="connsiteY445" fmla="*/ 2211513 h 3320021"/>
              <a:gd name="connsiteX446" fmla="*/ 6047557 w 7392467"/>
              <a:gd name="connsiteY446" fmla="*/ 2175849 h 3320021"/>
              <a:gd name="connsiteX447" fmla="*/ 3878110 w 7392467"/>
              <a:gd name="connsiteY447" fmla="*/ 2166853 h 3320021"/>
              <a:gd name="connsiteX448" fmla="*/ 3699713 w 7392467"/>
              <a:gd name="connsiteY448" fmla="*/ 2604927 h 3320021"/>
              <a:gd name="connsiteX449" fmla="*/ 3704288 w 7392467"/>
              <a:gd name="connsiteY449" fmla="*/ 2636843 h 3320021"/>
              <a:gd name="connsiteX450" fmla="*/ 3769828 w 7392467"/>
              <a:gd name="connsiteY450" fmla="*/ 2760051 h 3320021"/>
              <a:gd name="connsiteX451" fmla="*/ 3759522 w 7392467"/>
              <a:gd name="connsiteY451" fmla="*/ 2581281 h 3320021"/>
              <a:gd name="connsiteX452" fmla="*/ 3759562 w 7392467"/>
              <a:gd name="connsiteY452" fmla="*/ 2581445 h 3320021"/>
              <a:gd name="connsiteX453" fmla="*/ 3786396 w 7392467"/>
              <a:gd name="connsiteY453" fmla="*/ 2788376 h 3320021"/>
              <a:gd name="connsiteX454" fmla="*/ 3853704 w 7392467"/>
              <a:gd name="connsiteY454" fmla="*/ 2895865 h 3320021"/>
              <a:gd name="connsiteX455" fmla="*/ 3832672 w 7392467"/>
              <a:gd name="connsiteY455" fmla="*/ 2756178 h 3320021"/>
              <a:gd name="connsiteX456" fmla="*/ 3883681 w 7392467"/>
              <a:gd name="connsiteY456" fmla="*/ 2880817 h 3320021"/>
              <a:gd name="connsiteX457" fmla="*/ 3883647 w 7392467"/>
              <a:gd name="connsiteY457" fmla="*/ 2881686 h 3320021"/>
              <a:gd name="connsiteX458" fmla="*/ 3883936 w 7392467"/>
              <a:gd name="connsiteY458" fmla="*/ 2881442 h 3320021"/>
              <a:gd name="connsiteX459" fmla="*/ 3883681 w 7392467"/>
              <a:gd name="connsiteY459" fmla="*/ 2880817 h 3320021"/>
              <a:gd name="connsiteX460" fmla="*/ 3894021 w 7392467"/>
              <a:gd name="connsiteY460" fmla="*/ 2613637 h 3320021"/>
              <a:gd name="connsiteX461" fmla="*/ 3843165 w 7392467"/>
              <a:gd name="connsiteY461" fmla="*/ 2518861 h 3320021"/>
              <a:gd name="connsiteX462" fmla="*/ 3896344 w 7392467"/>
              <a:gd name="connsiteY462" fmla="*/ 2600217 h 3320021"/>
              <a:gd name="connsiteX463" fmla="*/ 3931022 w 7392467"/>
              <a:gd name="connsiteY463" fmla="*/ 2447257 h 3320021"/>
              <a:gd name="connsiteX464" fmla="*/ 3916803 w 7392467"/>
              <a:gd name="connsiteY464" fmla="*/ 2361711 h 3320021"/>
              <a:gd name="connsiteX465" fmla="*/ 3878110 w 7392467"/>
              <a:gd name="connsiteY465" fmla="*/ 2166853 h 3320021"/>
              <a:gd name="connsiteX466" fmla="*/ 4063704 w 7392467"/>
              <a:gd name="connsiteY466" fmla="*/ 2153857 h 3320021"/>
              <a:gd name="connsiteX467" fmla="*/ 4065448 w 7392467"/>
              <a:gd name="connsiteY467" fmla="*/ 2155380 h 3320021"/>
              <a:gd name="connsiteX468" fmla="*/ 4066036 w 7392467"/>
              <a:gd name="connsiteY468" fmla="*/ 2171011 h 3320021"/>
              <a:gd name="connsiteX469" fmla="*/ 5294893 w 7392467"/>
              <a:gd name="connsiteY469" fmla="*/ 2152806 h 3320021"/>
              <a:gd name="connsiteX470" fmla="*/ 5336530 w 7392467"/>
              <a:gd name="connsiteY470" fmla="*/ 2272747 h 3320021"/>
              <a:gd name="connsiteX471" fmla="*/ 5330800 w 7392467"/>
              <a:gd name="connsiteY471" fmla="*/ 2216607 h 3320021"/>
              <a:gd name="connsiteX472" fmla="*/ 5294893 w 7392467"/>
              <a:gd name="connsiteY472" fmla="*/ 2152806 h 3320021"/>
              <a:gd name="connsiteX473" fmla="*/ 6032767 w 7392467"/>
              <a:gd name="connsiteY473" fmla="*/ 2145531 h 3320021"/>
              <a:gd name="connsiteX474" fmla="*/ 6032602 w 7392467"/>
              <a:gd name="connsiteY474" fmla="*/ 2145571 h 3320021"/>
              <a:gd name="connsiteX475" fmla="*/ 6032755 w 7392467"/>
              <a:gd name="connsiteY475" fmla="*/ 2146924 h 3320021"/>
              <a:gd name="connsiteX476" fmla="*/ 6032886 w 7392467"/>
              <a:gd name="connsiteY476" fmla="*/ 2146024 h 3320021"/>
              <a:gd name="connsiteX477" fmla="*/ 6032767 w 7392467"/>
              <a:gd name="connsiteY477" fmla="*/ 2145531 h 3320021"/>
              <a:gd name="connsiteX478" fmla="*/ 6322610 w 7392467"/>
              <a:gd name="connsiteY478" fmla="*/ 2141087 h 3320021"/>
              <a:gd name="connsiteX479" fmla="*/ 6331008 w 7392467"/>
              <a:gd name="connsiteY479" fmla="*/ 2166517 h 3320021"/>
              <a:gd name="connsiteX480" fmla="*/ 6330447 w 7392467"/>
              <a:gd name="connsiteY480" fmla="*/ 2154836 h 3320021"/>
              <a:gd name="connsiteX481" fmla="*/ 6330284 w 7392467"/>
              <a:gd name="connsiteY481" fmla="*/ 2154875 h 3320021"/>
              <a:gd name="connsiteX482" fmla="*/ 6322610 w 7392467"/>
              <a:gd name="connsiteY482" fmla="*/ 2141087 h 3320021"/>
              <a:gd name="connsiteX483" fmla="*/ 7151382 w 7392467"/>
              <a:gd name="connsiteY483" fmla="*/ 2136722 h 3320021"/>
              <a:gd name="connsiteX484" fmla="*/ 7133203 w 7392467"/>
              <a:gd name="connsiteY484" fmla="*/ 2210450 h 3320021"/>
              <a:gd name="connsiteX485" fmla="*/ 7133164 w 7392467"/>
              <a:gd name="connsiteY485" fmla="*/ 2210285 h 3320021"/>
              <a:gd name="connsiteX486" fmla="*/ 7164031 w 7392467"/>
              <a:gd name="connsiteY486" fmla="*/ 2344643 h 3320021"/>
              <a:gd name="connsiteX487" fmla="*/ 7174297 w 7392467"/>
              <a:gd name="connsiteY487" fmla="*/ 2185585 h 3320021"/>
              <a:gd name="connsiteX488" fmla="*/ 7151382 w 7392467"/>
              <a:gd name="connsiteY488" fmla="*/ 2136722 h 3320021"/>
              <a:gd name="connsiteX489" fmla="*/ 6711596 w 7392467"/>
              <a:gd name="connsiteY489" fmla="*/ 2098113 h 3320021"/>
              <a:gd name="connsiteX490" fmla="*/ 6761416 w 7392467"/>
              <a:gd name="connsiteY490" fmla="*/ 2239713 h 3320021"/>
              <a:gd name="connsiteX491" fmla="*/ 6762961 w 7392467"/>
              <a:gd name="connsiteY491" fmla="*/ 2185641 h 3320021"/>
              <a:gd name="connsiteX492" fmla="*/ 6711596 w 7392467"/>
              <a:gd name="connsiteY492" fmla="*/ 2098113 h 3320021"/>
              <a:gd name="connsiteX493" fmla="*/ 2220621 w 7392467"/>
              <a:gd name="connsiteY493" fmla="*/ 2088677 h 3320021"/>
              <a:gd name="connsiteX494" fmla="*/ 2252879 w 7392467"/>
              <a:gd name="connsiteY494" fmla="*/ 2943734 h 3320021"/>
              <a:gd name="connsiteX495" fmla="*/ 2261423 w 7392467"/>
              <a:gd name="connsiteY495" fmla="*/ 2961135 h 3320021"/>
              <a:gd name="connsiteX496" fmla="*/ 2273491 w 7392467"/>
              <a:gd name="connsiteY496" fmla="*/ 2973689 h 3320021"/>
              <a:gd name="connsiteX497" fmla="*/ 2260834 w 7392467"/>
              <a:gd name="connsiteY497" fmla="*/ 2862220 h 3320021"/>
              <a:gd name="connsiteX498" fmla="*/ 2293191 w 7392467"/>
              <a:gd name="connsiteY498" fmla="*/ 2994828 h 3320021"/>
              <a:gd name="connsiteX499" fmla="*/ 2332705 w 7392467"/>
              <a:gd name="connsiteY499" fmla="*/ 3038295 h 3320021"/>
              <a:gd name="connsiteX500" fmla="*/ 2291607 w 7392467"/>
              <a:gd name="connsiteY500" fmla="*/ 2816907 h 3320021"/>
              <a:gd name="connsiteX501" fmla="*/ 2324977 w 7392467"/>
              <a:gd name="connsiteY501" fmla="*/ 2945795 h 3320021"/>
              <a:gd name="connsiteX502" fmla="*/ 2311251 w 7392467"/>
              <a:gd name="connsiteY502" fmla="*/ 2618221 h 3320021"/>
              <a:gd name="connsiteX503" fmla="*/ 2391274 w 7392467"/>
              <a:gd name="connsiteY503" fmla="*/ 3106705 h 3320021"/>
              <a:gd name="connsiteX504" fmla="*/ 2421784 w 7392467"/>
              <a:gd name="connsiteY504" fmla="*/ 3143830 h 3320021"/>
              <a:gd name="connsiteX505" fmla="*/ 2465966 w 7392467"/>
              <a:gd name="connsiteY505" fmla="*/ 2784726 h 3320021"/>
              <a:gd name="connsiteX506" fmla="*/ 2452165 w 7392467"/>
              <a:gd name="connsiteY506" fmla="*/ 2733315 h 3320021"/>
              <a:gd name="connsiteX507" fmla="*/ 2303776 w 7392467"/>
              <a:gd name="connsiteY507" fmla="*/ 2302867 h 3320021"/>
              <a:gd name="connsiteX508" fmla="*/ 2262167 w 7392467"/>
              <a:gd name="connsiteY508" fmla="*/ 2209682 h 3320021"/>
              <a:gd name="connsiteX509" fmla="*/ 2296907 w 7392467"/>
              <a:gd name="connsiteY509" fmla="*/ 2270811 h 3320021"/>
              <a:gd name="connsiteX510" fmla="*/ 2283628 w 7392467"/>
              <a:gd name="connsiteY510" fmla="*/ 2195639 h 3320021"/>
              <a:gd name="connsiteX511" fmla="*/ 2220661 w 7392467"/>
              <a:gd name="connsiteY511" fmla="*/ 2088841 h 3320021"/>
              <a:gd name="connsiteX512" fmla="*/ 5239319 w 7392467"/>
              <a:gd name="connsiteY512" fmla="*/ 2063687 h 3320021"/>
              <a:gd name="connsiteX513" fmla="*/ 5248577 w 7392467"/>
              <a:gd name="connsiteY513" fmla="*/ 2189880 h 3320021"/>
              <a:gd name="connsiteX514" fmla="*/ 5297111 w 7392467"/>
              <a:gd name="connsiteY514" fmla="*/ 2348474 h 3320021"/>
              <a:gd name="connsiteX515" fmla="*/ 5289802 w 7392467"/>
              <a:gd name="connsiteY515" fmla="*/ 2290109 h 3320021"/>
              <a:gd name="connsiteX516" fmla="*/ 5325449 w 7392467"/>
              <a:gd name="connsiteY516" fmla="*/ 2436348 h 3320021"/>
              <a:gd name="connsiteX517" fmla="*/ 5353008 w 7392467"/>
              <a:gd name="connsiteY517" fmla="*/ 2518847 h 3320021"/>
              <a:gd name="connsiteX518" fmla="*/ 5356321 w 7392467"/>
              <a:gd name="connsiteY518" fmla="*/ 2489373 h 3320021"/>
              <a:gd name="connsiteX519" fmla="*/ 5355987 w 7392467"/>
              <a:gd name="connsiteY519" fmla="*/ 2485108 h 3320021"/>
              <a:gd name="connsiteX520" fmla="*/ 5264530 w 7392467"/>
              <a:gd name="connsiteY520" fmla="*/ 2102612 h 3320021"/>
              <a:gd name="connsiteX521" fmla="*/ 5239319 w 7392467"/>
              <a:gd name="connsiteY521" fmla="*/ 2063687 h 3320021"/>
              <a:gd name="connsiteX522" fmla="*/ 6277461 w 7392467"/>
              <a:gd name="connsiteY522" fmla="*/ 2059878 h 3320021"/>
              <a:gd name="connsiteX523" fmla="*/ 6264941 w 7392467"/>
              <a:gd name="connsiteY523" fmla="*/ 2269357 h 3320021"/>
              <a:gd name="connsiteX524" fmla="*/ 6282451 w 7392467"/>
              <a:gd name="connsiteY524" fmla="*/ 2308056 h 3320021"/>
              <a:gd name="connsiteX525" fmla="*/ 6351325 w 7392467"/>
              <a:gd name="connsiteY525" fmla="*/ 2434282 h 3320021"/>
              <a:gd name="connsiteX526" fmla="*/ 6332423 w 7392467"/>
              <a:gd name="connsiteY526" fmla="*/ 2188941 h 3320021"/>
              <a:gd name="connsiteX527" fmla="*/ 6322452 w 7392467"/>
              <a:gd name="connsiteY527" fmla="*/ 2140429 h 3320021"/>
              <a:gd name="connsiteX528" fmla="*/ 6277461 w 7392467"/>
              <a:gd name="connsiteY528" fmla="*/ 2059878 h 3320021"/>
              <a:gd name="connsiteX529" fmla="*/ 5489961 w 7392467"/>
              <a:gd name="connsiteY529" fmla="*/ 2032905 h 3320021"/>
              <a:gd name="connsiteX530" fmla="*/ 5491246 w 7392467"/>
              <a:gd name="connsiteY530" fmla="*/ 2116707 h 3320021"/>
              <a:gd name="connsiteX531" fmla="*/ 5491285 w 7392467"/>
              <a:gd name="connsiteY531" fmla="*/ 2116872 h 3320021"/>
              <a:gd name="connsiteX532" fmla="*/ 5514768 w 7392467"/>
              <a:gd name="connsiteY532" fmla="*/ 2237197 h 3320021"/>
              <a:gd name="connsiteX533" fmla="*/ 5521354 w 7392467"/>
              <a:gd name="connsiteY533" fmla="*/ 2248641 h 3320021"/>
              <a:gd name="connsiteX534" fmla="*/ 5489961 w 7392467"/>
              <a:gd name="connsiteY534" fmla="*/ 2032905 h 3320021"/>
              <a:gd name="connsiteX535" fmla="*/ 342648 w 7392467"/>
              <a:gd name="connsiteY535" fmla="*/ 2025835 h 3320021"/>
              <a:gd name="connsiteX536" fmla="*/ 769221 w 7392467"/>
              <a:gd name="connsiteY536" fmla="*/ 2691522 h 3320021"/>
              <a:gd name="connsiteX537" fmla="*/ 731627 w 7392467"/>
              <a:gd name="connsiteY537" fmla="*/ 2482496 h 3320021"/>
              <a:gd name="connsiteX538" fmla="*/ 731548 w 7392467"/>
              <a:gd name="connsiteY538" fmla="*/ 2482167 h 3320021"/>
              <a:gd name="connsiteX539" fmla="*/ 795479 w 7392467"/>
              <a:gd name="connsiteY539" fmla="*/ 2737666 h 3320021"/>
              <a:gd name="connsiteX540" fmla="*/ 970874 w 7392467"/>
              <a:gd name="connsiteY540" fmla="*/ 3071923 h 3320021"/>
              <a:gd name="connsiteX541" fmla="*/ 976989 w 7392467"/>
              <a:gd name="connsiteY541" fmla="*/ 3035342 h 3320021"/>
              <a:gd name="connsiteX542" fmla="*/ 968689 w 7392467"/>
              <a:gd name="connsiteY542" fmla="*/ 2952712 h 3320021"/>
              <a:gd name="connsiteX543" fmla="*/ 980427 w 7392467"/>
              <a:gd name="connsiteY543" fmla="*/ 3015744 h 3320021"/>
              <a:gd name="connsiteX544" fmla="*/ 1004414 w 7392467"/>
              <a:gd name="connsiteY544" fmla="*/ 2897688 h 3320021"/>
              <a:gd name="connsiteX545" fmla="*/ 886756 w 7392467"/>
              <a:gd name="connsiteY545" fmla="*/ 2326008 h 3320021"/>
              <a:gd name="connsiteX546" fmla="*/ 887164 w 7392467"/>
              <a:gd name="connsiteY546" fmla="*/ 2326257 h 3320021"/>
              <a:gd name="connsiteX547" fmla="*/ 1030315 w 7392467"/>
              <a:gd name="connsiteY547" fmla="*/ 2791162 h 3320021"/>
              <a:gd name="connsiteX548" fmla="*/ 1045775 w 7392467"/>
              <a:gd name="connsiteY548" fmla="*/ 2734253 h 3320021"/>
              <a:gd name="connsiteX549" fmla="*/ 1033469 w 7392467"/>
              <a:gd name="connsiteY549" fmla="*/ 2811429 h 3320021"/>
              <a:gd name="connsiteX550" fmla="*/ 1072802 w 7392467"/>
              <a:gd name="connsiteY550" fmla="*/ 3290446 h 3320021"/>
              <a:gd name="connsiteX551" fmla="*/ 1085409 w 7392467"/>
              <a:gd name="connsiteY551" fmla="*/ 3320021 h 3320021"/>
              <a:gd name="connsiteX552" fmla="*/ 936504 w 7392467"/>
              <a:gd name="connsiteY552" fmla="*/ 3320021 h 3320021"/>
              <a:gd name="connsiteX553" fmla="*/ 939026 w 7392467"/>
              <a:gd name="connsiteY553" fmla="*/ 3289890 h 3320021"/>
              <a:gd name="connsiteX554" fmla="*/ 900503 w 7392467"/>
              <a:gd name="connsiteY554" fmla="*/ 3185012 h 3320021"/>
              <a:gd name="connsiteX555" fmla="*/ 899864 w 7392467"/>
              <a:gd name="connsiteY555" fmla="*/ 3203240 h 3320021"/>
              <a:gd name="connsiteX556" fmla="*/ 900028 w 7392467"/>
              <a:gd name="connsiteY556" fmla="*/ 3203201 h 3320021"/>
              <a:gd name="connsiteX557" fmla="*/ 924405 w 7392467"/>
              <a:gd name="connsiteY557" fmla="*/ 3309234 h 3320021"/>
              <a:gd name="connsiteX558" fmla="*/ 930828 w 7392467"/>
              <a:gd name="connsiteY558" fmla="*/ 3320021 h 3320021"/>
              <a:gd name="connsiteX559" fmla="*/ 833552 w 7392467"/>
              <a:gd name="connsiteY559" fmla="*/ 3320021 h 3320021"/>
              <a:gd name="connsiteX560" fmla="*/ 695149 w 7392467"/>
              <a:gd name="connsiteY560" fmla="*/ 3049530 h 3320021"/>
              <a:gd name="connsiteX561" fmla="*/ 695102 w 7392467"/>
              <a:gd name="connsiteY561" fmla="*/ 3048989 h 3320021"/>
              <a:gd name="connsiteX562" fmla="*/ 694977 w 7392467"/>
              <a:gd name="connsiteY562" fmla="*/ 3049193 h 3320021"/>
              <a:gd name="connsiteX563" fmla="*/ 695149 w 7392467"/>
              <a:gd name="connsiteY563" fmla="*/ 3049530 h 3320021"/>
              <a:gd name="connsiteX564" fmla="*/ 701778 w 7392467"/>
              <a:gd name="connsiteY564" fmla="*/ 3124885 h 3320021"/>
              <a:gd name="connsiteX565" fmla="*/ 786899 w 7392467"/>
              <a:gd name="connsiteY565" fmla="*/ 3320021 h 3320021"/>
              <a:gd name="connsiteX566" fmla="*/ 766282 w 7392467"/>
              <a:gd name="connsiteY566" fmla="*/ 3320021 h 3320021"/>
              <a:gd name="connsiteX567" fmla="*/ 702644 w 7392467"/>
              <a:gd name="connsiteY567" fmla="*/ 3134234 h 3320021"/>
              <a:gd name="connsiteX568" fmla="*/ 714104 w 7392467"/>
              <a:gd name="connsiteY568" fmla="*/ 3241474 h 3320021"/>
              <a:gd name="connsiteX569" fmla="*/ 761643 w 7392467"/>
              <a:gd name="connsiteY569" fmla="*/ 3320021 h 3320021"/>
              <a:gd name="connsiteX570" fmla="*/ 453120 w 7392467"/>
              <a:gd name="connsiteY570" fmla="*/ 3320021 h 3320021"/>
              <a:gd name="connsiteX571" fmla="*/ 391560 w 7392467"/>
              <a:gd name="connsiteY571" fmla="*/ 3175956 h 3320021"/>
              <a:gd name="connsiteX572" fmla="*/ 388224 w 7392467"/>
              <a:gd name="connsiteY572" fmla="*/ 3314052 h 3320021"/>
              <a:gd name="connsiteX573" fmla="*/ 389206 w 7392467"/>
              <a:gd name="connsiteY573" fmla="*/ 3320021 h 3320021"/>
              <a:gd name="connsiteX574" fmla="*/ 318201 w 7392467"/>
              <a:gd name="connsiteY574" fmla="*/ 3320021 h 3320021"/>
              <a:gd name="connsiteX575" fmla="*/ 298981 w 7392467"/>
              <a:gd name="connsiteY575" fmla="*/ 2971687 h 3320021"/>
              <a:gd name="connsiteX576" fmla="*/ 250928 w 7392467"/>
              <a:gd name="connsiteY576" fmla="*/ 2869804 h 3320021"/>
              <a:gd name="connsiteX577" fmla="*/ 250215 w 7392467"/>
              <a:gd name="connsiteY577" fmla="*/ 3098678 h 3320021"/>
              <a:gd name="connsiteX578" fmla="*/ 296065 w 7392467"/>
              <a:gd name="connsiteY578" fmla="*/ 3305190 h 3320021"/>
              <a:gd name="connsiteX579" fmla="*/ 302035 w 7392467"/>
              <a:gd name="connsiteY579" fmla="*/ 3320021 h 3320021"/>
              <a:gd name="connsiteX580" fmla="*/ 204708 w 7392467"/>
              <a:gd name="connsiteY580" fmla="*/ 3320021 h 3320021"/>
              <a:gd name="connsiteX581" fmla="*/ 211328 w 7392467"/>
              <a:gd name="connsiteY581" fmla="*/ 3239967 h 3320021"/>
              <a:gd name="connsiteX582" fmla="*/ 203757 w 7392467"/>
              <a:gd name="connsiteY582" fmla="*/ 3208601 h 3320021"/>
              <a:gd name="connsiteX583" fmla="*/ 193112 w 7392467"/>
              <a:gd name="connsiteY583" fmla="*/ 3278253 h 3320021"/>
              <a:gd name="connsiteX584" fmla="*/ 193276 w 7392467"/>
              <a:gd name="connsiteY584" fmla="*/ 3278213 h 3320021"/>
              <a:gd name="connsiteX585" fmla="*/ 202079 w 7392467"/>
              <a:gd name="connsiteY585" fmla="*/ 3320021 h 3320021"/>
              <a:gd name="connsiteX586" fmla="*/ 149495 w 7392467"/>
              <a:gd name="connsiteY586" fmla="*/ 3320021 h 3320021"/>
              <a:gd name="connsiteX587" fmla="*/ 129015 w 7392467"/>
              <a:gd name="connsiteY587" fmla="*/ 3060678 h 3320021"/>
              <a:gd name="connsiteX588" fmla="*/ 129770 w 7392467"/>
              <a:gd name="connsiteY588" fmla="*/ 2789043 h 3320021"/>
              <a:gd name="connsiteX589" fmla="*/ 107912 w 7392467"/>
              <a:gd name="connsiteY589" fmla="*/ 2740967 h 3320021"/>
              <a:gd name="connsiteX590" fmla="*/ 130155 w 7392467"/>
              <a:gd name="connsiteY590" fmla="*/ 2781999 h 3320021"/>
              <a:gd name="connsiteX591" fmla="*/ 131990 w 7392467"/>
              <a:gd name="connsiteY591" fmla="*/ 2742802 h 3320021"/>
              <a:gd name="connsiteX592" fmla="*/ 134028 w 7392467"/>
              <a:gd name="connsiteY592" fmla="*/ 2789406 h 3320021"/>
              <a:gd name="connsiteX593" fmla="*/ 134917 w 7392467"/>
              <a:gd name="connsiteY593" fmla="*/ 2790929 h 3320021"/>
              <a:gd name="connsiteX594" fmla="*/ 134600 w 7392467"/>
              <a:gd name="connsiteY594" fmla="*/ 2789615 h 3320021"/>
              <a:gd name="connsiteX595" fmla="*/ 135036 w 7392467"/>
              <a:gd name="connsiteY595" fmla="*/ 2791422 h 3320021"/>
              <a:gd name="connsiteX596" fmla="*/ 233702 w 7392467"/>
              <a:gd name="connsiteY596" fmla="*/ 3028109 h 3320021"/>
              <a:gd name="connsiteX597" fmla="*/ 248590 w 7392467"/>
              <a:gd name="connsiteY597" fmla="*/ 2855075 h 3320021"/>
              <a:gd name="connsiteX598" fmla="*/ 0 w 7392467"/>
              <a:gd name="connsiteY598" fmla="*/ 2356533 h 3320021"/>
              <a:gd name="connsiteX599" fmla="*/ 328 w 7392467"/>
              <a:gd name="connsiteY599" fmla="*/ 2356454 h 3320021"/>
              <a:gd name="connsiteX600" fmla="*/ 307668 w 7392467"/>
              <a:gd name="connsiteY600" fmla="*/ 2810403 h 3320021"/>
              <a:gd name="connsiteX601" fmla="*/ 334080 w 7392467"/>
              <a:gd name="connsiteY601" fmla="*/ 2535355 h 3320021"/>
              <a:gd name="connsiteX602" fmla="*/ 314340 w 7392467"/>
              <a:gd name="connsiteY602" fmla="*/ 2498933 h 3320021"/>
              <a:gd name="connsiteX603" fmla="*/ 335116 w 7392467"/>
              <a:gd name="connsiteY603" fmla="*/ 2528850 h 3320021"/>
              <a:gd name="connsiteX604" fmla="*/ 348327 w 7392467"/>
              <a:gd name="connsiteY604" fmla="*/ 2446067 h 3320021"/>
              <a:gd name="connsiteX605" fmla="*/ 341311 w 7392467"/>
              <a:gd name="connsiteY605" fmla="*/ 2537955 h 3320021"/>
              <a:gd name="connsiteX606" fmla="*/ 537725 w 7392467"/>
              <a:gd name="connsiteY606" fmla="*/ 2857059 h 3320021"/>
              <a:gd name="connsiteX607" fmla="*/ 525358 w 7392467"/>
              <a:gd name="connsiteY607" fmla="*/ 2760465 h 3320021"/>
              <a:gd name="connsiteX608" fmla="*/ 433063 w 7392467"/>
              <a:gd name="connsiteY608" fmla="*/ 2622165 h 3320021"/>
              <a:gd name="connsiteX609" fmla="*/ 519769 w 7392467"/>
              <a:gd name="connsiteY609" fmla="*/ 2727230 h 3320021"/>
              <a:gd name="connsiteX610" fmla="*/ 513942 w 7392467"/>
              <a:gd name="connsiteY610" fmla="*/ 2693010 h 3320021"/>
              <a:gd name="connsiteX611" fmla="*/ 526949 w 7392467"/>
              <a:gd name="connsiteY611" fmla="*/ 2736098 h 3320021"/>
              <a:gd name="connsiteX612" fmla="*/ 661970 w 7392467"/>
              <a:gd name="connsiteY612" fmla="*/ 2911007 h 3320021"/>
              <a:gd name="connsiteX613" fmla="*/ 681927 w 7392467"/>
              <a:gd name="connsiteY613" fmla="*/ 2674118 h 3320021"/>
              <a:gd name="connsiteX614" fmla="*/ 688216 w 7392467"/>
              <a:gd name="connsiteY614" fmla="*/ 2953505 h 3320021"/>
              <a:gd name="connsiteX615" fmla="*/ 845536 w 7392467"/>
              <a:gd name="connsiteY615" fmla="*/ 3182639 h 3320021"/>
              <a:gd name="connsiteX616" fmla="*/ 808763 w 7392467"/>
              <a:gd name="connsiteY616" fmla="*/ 2953256 h 3320021"/>
              <a:gd name="connsiteX617" fmla="*/ 682201 w 7392467"/>
              <a:gd name="connsiteY617" fmla="*/ 2670856 h 3320021"/>
              <a:gd name="connsiteX618" fmla="*/ 682922 w 7392467"/>
              <a:gd name="connsiteY618" fmla="*/ 2662303 h 3320021"/>
              <a:gd name="connsiteX619" fmla="*/ 342648 w 7392467"/>
              <a:gd name="connsiteY619" fmla="*/ 2025835 h 3320021"/>
              <a:gd name="connsiteX620" fmla="*/ 7092081 w 7392467"/>
              <a:gd name="connsiteY620" fmla="*/ 2017047 h 3320021"/>
              <a:gd name="connsiteX621" fmla="*/ 7122173 w 7392467"/>
              <a:gd name="connsiteY621" fmla="*/ 2161150 h 3320021"/>
              <a:gd name="connsiteX622" fmla="*/ 7140015 w 7392467"/>
              <a:gd name="connsiteY622" fmla="*/ 2113398 h 3320021"/>
              <a:gd name="connsiteX623" fmla="*/ 7092081 w 7392467"/>
              <a:gd name="connsiteY623" fmla="*/ 2017047 h 3320021"/>
              <a:gd name="connsiteX624" fmla="*/ 5967731 w 7392467"/>
              <a:gd name="connsiteY624" fmla="*/ 2010731 h 3320021"/>
              <a:gd name="connsiteX625" fmla="*/ 5967566 w 7392467"/>
              <a:gd name="connsiteY625" fmla="*/ 2010771 h 3320021"/>
              <a:gd name="connsiteX626" fmla="*/ 5967862 w 7392467"/>
              <a:gd name="connsiteY626" fmla="*/ 2011382 h 3320021"/>
              <a:gd name="connsiteX627" fmla="*/ 5977499 w 7392467"/>
              <a:gd name="connsiteY627" fmla="*/ 2059119 h 3320021"/>
              <a:gd name="connsiteX628" fmla="*/ 5979334 w 7392467"/>
              <a:gd name="connsiteY628" fmla="*/ 2035041 h 3320021"/>
              <a:gd name="connsiteX629" fmla="*/ 5967862 w 7392467"/>
              <a:gd name="connsiteY629" fmla="*/ 2011382 h 3320021"/>
              <a:gd name="connsiteX630" fmla="*/ 6530396 w 7392467"/>
              <a:gd name="connsiteY630" fmla="*/ 2009079 h 3320021"/>
              <a:gd name="connsiteX631" fmla="*/ 6536387 w 7392467"/>
              <a:gd name="connsiteY631" fmla="*/ 2068458 h 3320021"/>
              <a:gd name="connsiteX632" fmla="*/ 6566989 w 7392467"/>
              <a:gd name="connsiteY632" fmla="*/ 2144836 h 3320021"/>
              <a:gd name="connsiteX633" fmla="*/ 6530396 w 7392467"/>
              <a:gd name="connsiteY633" fmla="*/ 2009079 h 3320021"/>
              <a:gd name="connsiteX634" fmla="*/ 5196912 w 7392467"/>
              <a:gd name="connsiteY634" fmla="*/ 2003193 h 3320021"/>
              <a:gd name="connsiteX635" fmla="*/ 5212937 w 7392467"/>
              <a:gd name="connsiteY635" fmla="*/ 2063104 h 3320021"/>
              <a:gd name="connsiteX636" fmla="*/ 5213725 w 7392467"/>
              <a:gd name="connsiteY636" fmla="*/ 2026767 h 3320021"/>
              <a:gd name="connsiteX637" fmla="*/ 5196912 w 7392467"/>
              <a:gd name="connsiteY637" fmla="*/ 2003193 h 3320021"/>
              <a:gd name="connsiteX638" fmla="*/ 6048233 w 7392467"/>
              <a:gd name="connsiteY638" fmla="*/ 1946811 h 3320021"/>
              <a:gd name="connsiteX639" fmla="*/ 6048062 w 7392467"/>
              <a:gd name="connsiteY639" fmla="*/ 2023144 h 3320021"/>
              <a:gd name="connsiteX640" fmla="*/ 6047897 w 7392467"/>
              <a:gd name="connsiteY640" fmla="*/ 2023183 h 3320021"/>
              <a:gd name="connsiteX641" fmla="*/ 6049635 w 7392467"/>
              <a:gd name="connsiteY641" fmla="*/ 2026066 h 3320021"/>
              <a:gd name="connsiteX642" fmla="*/ 6048673 w 7392467"/>
              <a:gd name="connsiteY642" fmla="*/ 1947921 h 3320021"/>
              <a:gd name="connsiteX643" fmla="*/ 6048233 w 7392467"/>
              <a:gd name="connsiteY643" fmla="*/ 1946811 h 3320021"/>
              <a:gd name="connsiteX644" fmla="*/ 4431546 w 7392467"/>
              <a:gd name="connsiteY644" fmla="*/ 1864173 h 3320021"/>
              <a:gd name="connsiteX645" fmla="*/ 4509130 w 7392467"/>
              <a:gd name="connsiteY645" fmla="*/ 2541978 h 3320021"/>
              <a:gd name="connsiteX646" fmla="*/ 4431546 w 7392467"/>
              <a:gd name="connsiteY646" fmla="*/ 1864173 h 3320021"/>
              <a:gd name="connsiteX647" fmla="*/ 7100140 w 7392467"/>
              <a:gd name="connsiteY647" fmla="*/ 1862518 h 3320021"/>
              <a:gd name="connsiteX648" fmla="*/ 7095168 w 7392467"/>
              <a:gd name="connsiteY648" fmla="*/ 1899519 h 3320021"/>
              <a:gd name="connsiteX649" fmla="*/ 7116788 w 7392467"/>
              <a:gd name="connsiteY649" fmla="*/ 1931490 h 3320021"/>
              <a:gd name="connsiteX650" fmla="*/ 7100140 w 7392467"/>
              <a:gd name="connsiteY650" fmla="*/ 1862518 h 3320021"/>
              <a:gd name="connsiteX651" fmla="*/ 6356818 w 7392467"/>
              <a:gd name="connsiteY651" fmla="*/ 1844346 h 3320021"/>
              <a:gd name="connsiteX652" fmla="*/ 6356654 w 7392467"/>
              <a:gd name="connsiteY652" fmla="*/ 1844386 h 3320021"/>
              <a:gd name="connsiteX653" fmla="*/ 6356959 w 7392467"/>
              <a:gd name="connsiteY653" fmla="*/ 1845499 h 3320021"/>
              <a:gd name="connsiteX654" fmla="*/ 6379713 w 7392467"/>
              <a:gd name="connsiteY654" fmla="*/ 2032069 h 3320021"/>
              <a:gd name="connsiteX655" fmla="*/ 6405212 w 7392467"/>
              <a:gd name="connsiteY655" fmla="*/ 2070751 h 3320021"/>
              <a:gd name="connsiteX656" fmla="*/ 6402493 w 7392467"/>
              <a:gd name="connsiteY656" fmla="*/ 2011972 h 3320021"/>
              <a:gd name="connsiteX657" fmla="*/ 6356959 w 7392467"/>
              <a:gd name="connsiteY657" fmla="*/ 1845499 h 3320021"/>
              <a:gd name="connsiteX658" fmla="*/ 6035496 w 7392467"/>
              <a:gd name="connsiteY658" fmla="*/ 1814854 h 3320021"/>
              <a:gd name="connsiteX659" fmla="*/ 6035697 w 7392467"/>
              <a:gd name="connsiteY659" fmla="*/ 1815819 h 3320021"/>
              <a:gd name="connsiteX660" fmla="*/ 6024913 w 7392467"/>
              <a:gd name="connsiteY660" fmla="*/ 1982679 h 3320021"/>
              <a:gd name="connsiteX661" fmla="*/ 6042608 w 7392467"/>
              <a:gd name="connsiteY661" fmla="*/ 2013511 h 3320021"/>
              <a:gd name="connsiteX662" fmla="*/ 6047434 w 7392467"/>
              <a:gd name="connsiteY662" fmla="*/ 1944223 h 3320021"/>
              <a:gd name="connsiteX663" fmla="*/ 6047275 w 7392467"/>
              <a:gd name="connsiteY663" fmla="*/ 1943567 h 3320021"/>
              <a:gd name="connsiteX664" fmla="*/ 6047518 w 7392467"/>
              <a:gd name="connsiteY664" fmla="*/ 1943855 h 3320021"/>
              <a:gd name="connsiteX665" fmla="*/ 6048499 w 7392467"/>
              <a:gd name="connsiteY665" fmla="*/ 1929195 h 3320021"/>
              <a:gd name="connsiteX666" fmla="*/ 6048453 w 7392467"/>
              <a:gd name="connsiteY666" fmla="*/ 1944846 h 3320021"/>
              <a:gd name="connsiteX667" fmla="*/ 6048939 w 7392467"/>
              <a:gd name="connsiteY667" fmla="*/ 1945424 h 3320021"/>
              <a:gd name="connsiteX668" fmla="*/ 6050088 w 7392467"/>
              <a:gd name="connsiteY668" fmla="*/ 1899788 h 3320021"/>
              <a:gd name="connsiteX669" fmla="*/ 6039743 w 7392467"/>
              <a:gd name="connsiteY669" fmla="*/ 1877087 h 3320021"/>
              <a:gd name="connsiteX670" fmla="*/ 6050202 w 7392467"/>
              <a:gd name="connsiteY670" fmla="*/ 1895937 h 3320021"/>
              <a:gd name="connsiteX671" fmla="*/ 6050598 w 7392467"/>
              <a:gd name="connsiteY671" fmla="*/ 1887501 h 3320021"/>
              <a:gd name="connsiteX672" fmla="*/ 6035697 w 7392467"/>
              <a:gd name="connsiteY672" fmla="*/ 1815819 h 3320021"/>
              <a:gd name="connsiteX673" fmla="*/ 6035741 w 7392467"/>
              <a:gd name="connsiteY673" fmla="*/ 1815143 h 3320021"/>
              <a:gd name="connsiteX674" fmla="*/ 5874388 w 7392467"/>
              <a:gd name="connsiteY674" fmla="*/ 1814814 h 3320021"/>
              <a:gd name="connsiteX675" fmla="*/ 5904270 w 7392467"/>
              <a:gd name="connsiteY675" fmla="*/ 2025007 h 3320021"/>
              <a:gd name="connsiteX676" fmla="*/ 5904915 w 7392467"/>
              <a:gd name="connsiteY676" fmla="*/ 2026241 h 3320021"/>
              <a:gd name="connsiteX677" fmla="*/ 5891144 w 7392467"/>
              <a:gd name="connsiteY677" fmla="*/ 1850393 h 3320021"/>
              <a:gd name="connsiteX678" fmla="*/ 5874388 w 7392467"/>
              <a:gd name="connsiteY678" fmla="*/ 1814814 h 3320021"/>
              <a:gd name="connsiteX679" fmla="*/ 7290269 w 7392467"/>
              <a:gd name="connsiteY679" fmla="*/ 1810717 h 3320021"/>
              <a:gd name="connsiteX680" fmla="*/ 7319913 w 7392467"/>
              <a:gd name="connsiteY680" fmla="*/ 1924169 h 3320021"/>
              <a:gd name="connsiteX681" fmla="*/ 7327320 w 7392467"/>
              <a:gd name="connsiteY681" fmla="*/ 1935415 h 3320021"/>
              <a:gd name="connsiteX682" fmla="*/ 7291396 w 7392467"/>
              <a:gd name="connsiteY682" fmla="*/ 1813226 h 3320021"/>
              <a:gd name="connsiteX683" fmla="*/ 7290269 w 7392467"/>
              <a:gd name="connsiteY683" fmla="*/ 1810717 h 3320021"/>
              <a:gd name="connsiteX684" fmla="*/ 6138466 w 7392467"/>
              <a:gd name="connsiteY684" fmla="*/ 1794344 h 3320021"/>
              <a:gd name="connsiteX685" fmla="*/ 6217018 w 7392467"/>
              <a:gd name="connsiteY685" fmla="*/ 2176654 h 3320021"/>
              <a:gd name="connsiteX686" fmla="*/ 6249867 w 7392467"/>
              <a:gd name="connsiteY686" fmla="*/ 2238586 h 3320021"/>
              <a:gd name="connsiteX687" fmla="*/ 6272128 w 7392467"/>
              <a:gd name="connsiteY687" fmla="*/ 2050738 h 3320021"/>
              <a:gd name="connsiteX688" fmla="*/ 6138466 w 7392467"/>
              <a:gd name="connsiteY688" fmla="*/ 1794344 h 3320021"/>
              <a:gd name="connsiteX689" fmla="*/ 6115753 w 7392467"/>
              <a:gd name="connsiteY689" fmla="*/ 1745606 h 3320021"/>
              <a:gd name="connsiteX690" fmla="*/ 6115589 w 7392467"/>
              <a:gd name="connsiteY690" fmla="*/ 1745645 h 3320021"/>
              <a:gd name="connsiteX691" fmla="*/ 6142781 w 7392467"/>
              <a:gd name="connsiteY691" fmla="*/ 2054849 h 3320021"/>
              <a:gd name="connsiteX692" fmla="*/ 6144655 w 7392467"/>
              <a:gd name="connsiteY692" fmla="*/ 2061175 h 3320021"/>
              <a:gd name="connsiteX693" fmla="*/ 6146632 w 7392467"/>
              <a:gd name="connsiteY693" fmla="*/ 2065042 h 3320021"/>
              <a:gd name="connsiteX694" fmla="*/ 6136908 w 7392467"/>
              <a:gd name="connsiteY694" fmla="*/ 1869969 h 3320021"/>
              <a:gd name="connsiteX695" fmla="*/ 6141795 w 7392467"/>
              <a:gd name="connsiteY695" fmla="*/ 1908934 h 3320021"/>
              <a:gd name="connsiteX696" fmla="*/ 6124570 w 7392467"/>
              <a:gd name="connsiteY696" fmla="*/ 1764853 h 3320021"/>
              <a:gd name="connsiteX697" fmla="*/ 6115753 w 7392467"/>
              <a:gd name="connsiteY697" fmla="*/ 1745606 h 3320021"/>
              <a:gd name="connsiteX698" fmla="*/ 5224296 w 7392467"/>
              <a:gd name="connsiteY698" fmla="*/ 1739380 h 3320021"/>
              <a:gd name="connsiteX699" fmla="*/ 5224336 w 7392467"/>
              <a:gd name="connsiteY699" fmla="*/ 1739544 h 3320021"/>
              <a:gd name="connsiteX700" fmla="*/ 5228294 w 7392467"/>
              <a:gd name="connsiteY700" fmla="*/ 1748969 h 3320021"/>
              <a:gd name="connsiteX701" fmla="*/ 5226749 w 7392467"/>
              <a:gd name="connsiteY701" fmla="*/ 1793148 h 3320021"/>
              <a:gd name="connsiteX702" fmla="*/ 3790391 w 7392467"/>
              <a:gd name="connsiteY702" fmla="*/ 1722803 h 3320021"/>
              <a:gd name="connsiteX703" fmla="*/ 3629406 w 7392467"/>
              <a:gd name="connsiteY703" fmla="*/ 2443247 h 3320021"/>
              <a:gd name="connsiteX704" fmla="*/ 3667758 w 7392467"/>
              <a:gd name="connsiteY704" fmla="*/ 2553902 h 3320021"/>
              <a:gd name="connsiteX705" fmla="*/ 3876662 w 7392467"/>
              <a:gd name="connsiteY705" fmla="*/ 2158688 h 3320021"/>
              <a:gd name="connsiteX706" fmla="*/ 3790391 w 7392467"/>
              <a:gd name="connsiteY706" fmla="*/ 1722803 h 3320021"/>
              <a:gd name="connsiteX707" fmla="*/ 6902480 w 7392467"/>
              <a:gd name="connsiteY707" fmla="*/ 1681528 h 3320021"/>
              <a:gd name="connsiteX708" fmla="*/ 7025851 w 7392467"/>
              <a:gd name="connsiteY708" fmla="*/ 2160245 h 3320021"/>
              <a:gd name="connsiteX709" fmla="*/ 7032708 w 7392467"/>
              <a:gd name="connsiteY709" fmla="*/ 2173535 h 3320021"/>
              <a:gd name="connsiteX710" fmla="*/ 7048650 w 7392467"/>
              <a:gd name="connsiteY710" fmla="*/ 2087660 h 3320021"/>
              <a:gd name="connsiteX711" fmla="*/ 7027873 w 7392467"/>
              <a:gd name="connsiteY711" fmla="*/ 1896472 h 3320021"/>
              <a:gd name="connsiteX712" fmla="*/ 7027834 w 7392467"/>
              <a:gd name="connsiteY712" fmla="*/ 1896307 h 3320021"/>
              <a:gd name="connsiteX713" fmla="*/ 6902480 w 7392467"/>
              <a:gd name="connsiteY713" fmla="*/ 1681528 h 3320021"/>
              <a:gd name="connsiteX714" fmla="*/ 7036572 w 7392467"/>
              <a:gd name="connsiteY714" fmla="*/ 1632999 h 3320021"/>
              <a:gd name="connsiteX715" fmla="*/ 7036407 w 7392467"/>
              <a:gd name="connsiteY715" fmla="*/ 1633039 h 3320021"/>
              <a:gd name="connsiteX716" fmla="*/ 7062851 w 7392467"/>
              <a:gd name="connsiteY716" fmla="*/ 1852751 h 3320021"/>
              <a:gd name="connsiteX717" fmla="*/ 7089822 w 7392467"/>
              <a:gd name="connsiteY717" fmla="*/ 1891772 h 3320021"/>
              <a:gd name="connsiteX718" fmla="*/ 7098238 w 7392467"/>
              <a:gd name="connsiteY718" fmla="*/ 1854636 h 3320021"/>
              <a:gd name="connsiteX719" fmla="*/ 7061192 w 7392467"/>
              <a:gd name="connsiteY719" fmla="*/ 1673804 h 3320021"/>
              <a:gd name="connsiteX720" fmla="*/ 7036572 w 7392467"/>
              <a:gd name="connsiteY720" fmla="*/ 1632999 h 3320021"/>
              <a:gd name="connsiteX721" fmla="*/ 7031809 w 7392467"/>
              <a:gd name="connsiteY721" fmla="*/ 1563592 h 3320021"/>
              <a:gd name="connsiteX722" fmla="*/ 7034674 w 7392467"/>
              <a:gd name="connsiteY722" fmla="*/ 1609301 h 3320021"/>
              <a:gd name="connsiteX723" fmla="*/ 7054590 w 7392467"/>
              <a:gd name="connsiteY723" fmla="*/ 1634211 h 3320021"/>
              <a:gd name="connsiteX724" fmla="*/ 7049165 w 7392467"/>
              <a:gd name="connsiteY724" fmla="*/ 1600937 h 3320021"/>
              <a:gd name="connsiteX725" fmla="*/ 7031848 w 7392467"/>
              <a:gd name="connsiteY725" fmla="*/ 1563756 h 3320021"/>
              <a:gd name="connsiteX726" fmla="*/ 7028854 w 7392467"/>
              <a:gd name="connsiteY726" fmla="*/ 1428232 h 3320021"/>
              <a:gd name="connsiteX727" fmla="*/ 7028893 w 7392467"/>
              <a:gd name="connsiteY727" fmla="*/ 1428396 h 3320021"/>
              <a:gd name="connsiteX728" fmla="*/ 7029150 w 7392467"/>
              <a:gd name="connsiteY728" fmla="*/ 1431332 h 3320021"/>
              <a:gd name="connsiteX729" fmla="*/ 7028832 w 7392467"/>
              <a:gd name="connsiteY729" fmla="*/ 1430827 h 3320021"/>
              <a:gd name="connsiteX730" fmla="*/ 7116954 w 7392467"/>
              <a:gd name="connsiteY730" fmla="*/ 1281319 h 3320021"/>
              <a:gd name="connsiteX731" fmla="*/ 7116302 w 7392467"/>
              <a:gd name="connsiteY731" fmla="*/ 1290861 h 3320021"/>
              <a:gd name="connsiteX732" fmla="*/ 7223886 w 7392467"/>
              <a:gd name="connsiteY732" fmla="*/ 1675374 h 3320021"/>
              <a:gd name="connsiteX733" fmla="*/ 7226419 w 7392467"/>
              <a:gd name="connsiteY733" fmla="*/ 1651302 h 3320021"/>
              <a:gd name="connsiteX734" fmla="*/ 7219226 w 7392467"/>
              <a:gd name="connsiteY734" fmla="*/ 1583349 h 3320021"/>
              <a:gd name="connsiteX735" fmla="*/ 7116993 w 7392467"/>
              <a:gd name="connsiteY735" fmla="*/ 1281484 h 3320021"/>
              <a:gd name="connsiteX736" fmla="*/ 7100854 w 7392467"/>
              <a:gd name="connsiteY736" fmla="*/ 1235503 h 3320021"/>
              <a:gd name="connsiteX737" fmla="*/ 7104835 w 7392467"/>
              <a:gd name="connsiteY737" fmla="*/ 1249835 h 3320021"/>
              <a:gd name="connsiteX738" fmla="*/ 7105220 w 7392467"/>
              <a:gd name="connsiteY738" fmla="*/ 1247831 h 3320021"/>
              <a:gd name="connsiteX739" fmla="*/ 7100854 w 7392467"/>
              <a:gd name="connsiteY739" fmla="*/ 1235503 h 3320021"/>
              <a:gd name="connsiteX740" fmla="*/ 6171658 w 7392467"/>
              <a:gd name="connsiteY740" fmla="*/ 378151 h 3320021"/>
              <a:gd name="connsiteX741" fmla="*/ 6569163 w 7392467"/>
              <a:gd name="connsiteY741" fmla="*/ 1695945 h 3320021"/>
              <a:gd name="connsiteX742" fmla="*/ 6534418 w 7392467"/>
              <a:gd name="connsiteY742" fmla="*/ 1323047 h 3320021"/>
              <a:gd name="connsiteX743" fmla="*/ 6671091 w 7392467"/>
              <a:gd name="connsiteY743" fmla="*/ 1964865 h 3320021"/>
              <a:gd name="connsiteX744" fmla="*/ 6693533 w 7392467"/>
              <a:gd name="connsiteY744" fmla="*/ 1457383 h 3320021"/>
              <a:gd name="connsiteX745" fmla="*/ 6701964 w 7392467"/>
              <a:gd name="connsiteY745" fmla="*/ 2012851 h 3320021"/>
              <a:gd name="connsiteX746" fmla="*/ 6769717 w 7392467"/>
              <a:gd name="connsiteY746" fmla="*/ 2090514 h 3320021"/>
              <a:gd name="connsiteX747" fmla="*/ 6768495 w 7392467"/>
              <a:gd name="connsiteY747" fmla="*/ 1747062 h 3320021"/>
              <a:gd name="connsiteX748" fmla="*/ 6796377 w 7392467"/>
              <a:gd name="connsiteY748" fmla="*/ 2031770 h 3320021"/>
              <a:gd name="connsiteX749" fmla="*/ 6800228 w 7392467"/>
              <a:gd name="connsiteY749" fmla="*/ 2001644 h 3320021"/>
              <a:gd name="connsiteX750" fmla="*/ 6802810 w 7392467"/>
              <a:gd name="connsiteY750" fmla="*/ 1930986 h 3320021"/>
              <a:gd name="connsiteX751" fmla="*/ 6804452 w 7392467"/>
              <a:gd name="connsiteY751" fmla="*/ 1970907 h 3320021"/>
              <a:gd name="connsiteX752" fmla="*/ 6811627 w 7392467"/>
              <a:gd name="connsiteY752" fmla="*/ 1919994 h 3320021"/>
              <a:gd name="connsiteX753" fmla="*/ 6807307 w 7392467"/>
              <a:gd name="connsiteY753" fmla="*/ 1766020 h 3320021"/>
              <a:gd name="connsiteX754" fmla="*/ 6807471 w 7392467"/>
              <a:gd name="connsiteY754" fmla="*/ 1765981 h 3320021"/>
              <a:gd name="connsiteX755" fmla="*/ 6819271 w 7392467"/>
              <a:gd name="connsiteY755" fmla="*/ 1866709 h 3320021"/>
              <a:gd name="connsiteX756" fmla="*/ 6857749 w 7392467"/>
              <a:gd name="connsiteY756" fmla="*/ 1634454 h 3320021"/>
              <a:gd name="connsiteX757" fmla="*/ 6831701 w 7392467"/>
              <a:gd name="connsiteY757" fmla="*/ 1985879 h 3320021"/>
              <a:gd name="connsiteX758" fmla="*/ 6849974 w 7392467"/>
              <a:gd name="connsiteY758" fmla="*/ 2192617 h 3320021"/>
              <a:gd name="connsiteX759" fmla="*/ 6862823 w 7392467"/>
              <a:gd name="connsiteY759" fmla="*/ 2209849 h 3320021"/>
              <a:gd name="connsiteX760" fmla="*/ 6841503 w 7392467"/>
              <a:gd name="connsiteY760" fmla="*/ 1878895 h 3320021"/>
              <a:gd name="connsiteX761" fmla="*/ 6892755 w 7392467"/>
              <a:gd name="connsiteY761" fmla="*/ 2252501 h 3320021"/>
              <a:gd name="connsiteX762" fmla="*/ 6998471 w 7392467"/>
              <a:gd name="connsiteY762" fmla="*/ 2423361 h 3320021"/>
              <a:gd name="connsiteX763" fmla="*/ 7005392 w 7392467"/>
              <a:gd name="connsiteY763" fmla="*/ 2373552 h 3320021"/>
              <a:gd name="connsiteX764" fmla="*/ 6861849 w 7392467"/>
              <a:gd name="connsiteY764" fmla="*/ 1608961 h 3320021"/>
              <a:gd name="connsiteX765" fmla="*/ 6749000 w 7392467"/>
              <a:gd name="connsiteY765" fmla="*/ 1438781 h 3320021"/>
              <a:gd name="connsiteX766" fmla="*/ 6852863 w 7392467"/>
              <a:gd name="connsiteY766" fmla="*/ 1565251 h 3320021"/>
              <a:gd name="connsiteX767" fmla="*/ 6783678 w 7392467"/>
              <a:gd name="connsiteY767" fmla="*/ 1285821 h 3320021"/>
              <a:gd name="connsiteX768" fmla="*/ 6887134 w 7392467"/>
              <a:gd name="connsiteY768" fmla="*/ 1608593 h 3320021"/>
              <a:gd name="connsiteX769" fmla="*/ 7025234 w 7392467"/>
              <a:gd name="connsiteY769" fmla="*/ 1792664 h 3320021"/>
              <a:gd name="connsiteX770" fmla="*/ 7021056 w 7392467"/>
              <a:gd name="connsiteY770" fmla="*/ 1601119 h 3320021"/>
              <a:gd name="connsiteX771" fmla="*/ 6979197 w 7392467"/>
              <a:gd name="connsiteY771" fmla="*/ 1538579 h 3320021"/>
              <a:gd name="connsiteX772" fmla="*/ 7021208 w 7392467"/>
              <a:gd name="connsiteY772" fmla="*/ 1587353 h 3320021"/>
              <a:gd name="connsiteX773" fmla="*/ 7022987 w 7392467"/>
              <a:gd name="connsiteY773" fmla="*/ 1534962 h 3320021"/>
              <a:gd name="connsiteX774" fmla="*/ 6692825 w 7392467"/>
              <a:gd name="connsiteY774" fmla="*/ 919514 h 3320021"/>
              <a:gd name="connsiteX775" fmla="*/ 6865762 w 7392467"/>
              <a:gd name="connsiteY775" fmla="*/ 1171946 h 3320021"/>
              <a:gd name="connsiteX776" fmla="*/ 7028832 w 7392467"/>
              <a:gd name="connsiteY776" fmla="*/ 1430827 h 3320021"/>
              <a:gd name="connsiteX777" fmla="*/ 7028768 w 7392467"/>
              <a:gd name="connsiteY777" fmla="*/ 1438679 h 3320021"/>
              <a:gd name="connsiteX778" fmla="*/ 7029981 w 7392467"/>
              <a:gd name="connsiteY778" fmla="*/ 1440820 h 3320021"/>
              <a:gd name="connsiteX779" fmla="*/ 7029150 w 7392467"/>
              <a:gd name="connsiteY779" fmla="*/ 1431332 h 3320021"/>
              <a:gd name="connsiteX780" fmla="*/ 7029601 w 7392467"/>
              <a:gd name="connsiteY780" fmla="*/ 1432048 h 3320021"/>
              <a:gd name="connsiteX781" fmla="*/ 7031843 w 7392467"/>
              <a:gd name="connsiteY781" fmla="*/ 1408219 h 3320021"/>
              <a:gd name="connsiteX782" fmla="*/ 7028208 w 7392467"/>
              <a:gd name="connsiteY782" fmla="*/ 1351400 h 3320021"/>
              <a:gd name="connsiteX783" fmla="*/ 6893228 w 7392467"/>
              <a:gd name="connsiteY783" fmla="*/ 627320 h 3320021"/>
              <a:gd name="connsiteX784" fmla="*/ 6893149 w 7392467"/>
              <a:gd name="connsiteY784" fmla="*/ 626992 h 3320021"/>
              <a:gd name="connsiteX785" fmla="*/ 7001894 w 7392467"/>
              <a:gd name="connsiteY785" fmla="*/ 1004794 h 3320021"/>
              <a:gd name="connsiteX786" fmla="*/ 6917799 w 7392467"/>
              <a:gd name="connsiteY786" fmla="*/ 568559 h 3320021"/>
              <a:gd name="connsiteX787" fmla="*/ 6917720 w 7392467"/>
              <a:gd name="connsiteY787" fmla="*/ 568231 h 3320021"/>
              <a:gd name="connsiteX788" fmla="*/ 7036952 w 7392467"/>
              <a:gd name="connsiteY788" fmla="*/ 986600 h 3320021"/>
              <a:gd name="connsiteX789" fmla="*/ 7037485 w 7392467"/>
              <a:gd name="connsiteY789" fmla="*/ 981606 h 3320021"/>
              <a:gd name="connsiteX790" fmla="*/ 7037710 w 7392467"/>
              <a:gd name="connsiteY790" fmla="*/ 989024 h 3320021"/>
              <a:gd name="connsiteX791" fmla="*/ 7081421 w 7392467"/>
              <a:gd name="connsiteY791" fmla="*/ 1146350 h 3320021"/>
              <a:gd name="connsiteX792" fmla="*/ 7116279 w 7392467"/>
              <a:gd name="connsiteY792" fmla="*/ 1223090 h 3320021"/>
              <a:gd name="connsiteX793" fmla="*/ 7179889 w 7392467"/>
              <a:gd name="connsiteY793" fmla="*/ 1044552 h 3320021"/>
              <a:gd name="connsiteX794" fmla="*/ 7180138 w 7392467"/>
              <a:gd name="connsiteY794" fmla="*/ 1044145 h 3320021"/>
              <a:gd name="connsiteX795" fmla="*/ 7126179 w 7392467"/>
              <a:gd name="connsiteY795" fmla="*/ 1245379 h 3320021"/>
              <a:gd name="connsiteX796" fmla="*/ 7215529 w 7392467"/>
              <a:gd name="connsiteY796" fmla="*/ 1453555 h 3320021"/>
              <a:gd name="connsiteX797" fmla="*/ 7213649 w 7392467"/>
              <a:gd name="connsiteY797" fmla="*/ 1342092 h 3320021"/>
              <a:gd name="connsiteX798" fmla="*/ 7229668 w 7392467"/>
              <a:gd name="connsiteY798" fmla="*/ 1488375 h 3320021"/>
              <a:gd name="connsiteX799" fmla="*/ 7244776 w 7392467"/>
              <a:gd name="connsiteY799" fmla="*/ 1525047 h 3320021"/>
              <a:gd name="connsiteX800" fmla="*/ 7264420 w 7392467"/>
              <a:gd name="connsiteY800" fmla="*/ 1331400 h 3320021"/>
              <a:gd name="connsiteX801" fmla="*/ 7264585 w 7392467"/>
              <a:gd name="connsiteY801" fmla="*/ 1331360 h 3320021"/>
              <a:gd name="connsiteX802" fmla="*/ 7258961 w 7392467"/>
              <a:gd name="connsiteY802" fmla="*/ 1559334 h 3320021"/>
              <a:gd name="connsiteX803" fmla="*/ 7306188 w 7392467"/>
              <a:gd name="connsiteY803" fmla="*/ 1677231 h 3320021"/>
              <a:gd name="connsiteX804" fmla="*/ 7289093 w 7392467"/>
              <a:gd name="connsiteY804" fmla="*/ 1507051 h 3320021"/>
              <a:gd name="connsiteX805" fmla="*/ 7344835 w 7392467"/>
              <a:gd name="connsiteY805" fmla="*/ 1766786 h 3320021"/>
              <a:gd name="connsiteX806" fmla="*/ 7158693 w 7392467"/>
              <a:gd name="connsiteY806" fmla="*/ 683155 h 3320021"/>
              <a:gd name="connsiteX807" fmla="*/ 7370762 w 7392467"/>
              <a:gd name="connsiteY807" fmla="*/ 1116067 h 3320021"/>
              <a:gd name="connsiteX808" fmla="*/ 7392467 w 7392467"/>
              <a:gd name="connsiteY808" fmla="*/ 1205899 h 3320021"/>
              <a:gd name="connsiteX809" fmla="*/ 7392467 w 7392467"/>
              <a:gd name="connsiteY809" fmla="*/ 3320021 h 3320021"/>
              <a:gd name="connsiteX810" fmla="*/ 3208496 w 7392467"/>
              <a:gd name="connsiteY810" fmla="*/ 3320021 h 3320021"/>
              <a:gd name="connsiteX811" fmla="*/ 3210078 w 7392467"/>
              <a:gd name="connsiteY811" fmla="*/ 3239604 h 3320021"/>
              <a:gd name="connsiteX812" fmla="*/ 3205548 w 7392467"/>
              <a:gd name="connsiteY812" fmla="*/ 3217237 h 3320021"/>
              <a:gd name="connsiteX813" fmla="*/ 3179829 w 7392467"/>
              <a:gd name="connsiteY813" fmla="*/ 3175480 h 3320021"/>
              <a:gd name="connsiteX814" fmla="*/ 3203677 w 7392467"/>
              <a:gd name="connsiteY814" fmla="*/ 3320021 h 3320021"/>
              <a:gd name="connsiteX815" fmla="*/ 2734155 w 7392467"/>
              <a:gd name="connsiteY815" fmla="*/ 3320021 h 3320021"/>
              <a:gd name="connsiteX816" fmla="*/ 2730190 w 7392467"/>
              <a:gd name="connsiteY816" fmla="*/ 3300523 h 3320021"/>
              <a:gd name="connsiteX817" fmla="*/ 2634366 w 7392467"/>
              <a:gd name="connsiteY817" fmla="*/ 3107290 h 3320021"/>
              <a:gd name="connsiteX818" fmla="*/ 2692715 w 7392467"/>
              <a:gd name="connsiteY818" fmla="*/ 3320021 h 3320021"/>
              <a:gd name="connsiteX819" fmla="*/ 2326262 w 7392467"/>
              <a:gd name="connsiteY819" fmla="*/ 3320021 h 3320021"/>
              <a:gd name="connsiteX820" fmla="*/ 2323316 w 7392467"/>
              <a:gd name="connsiteY820" fmla="*/ 3215389 h 3320021"/>
              <a:gd name="connsiteX821" fmla="*/ 2293158 w 7392467"/>
              <a:gd name="connsiteY821" fmla="*/ 3084684 h 3320021"/>
              <a:gd name="connsiteX822" fmla="*/ 2278005 w 7392467"/>
              <a:gd name="connsiteY822" fmla="*/ 3043504 h 3320021"/>
              <a:gd name="connsiteX823" fmla="*/ 2267420 w 7392467"/>
              <a:gd name="connsiteY823" fmla="*/ 3024857 h 3320021"/>
              <a:gd name="connsiteX824" fmla="*/ 2266741 w 7392467"/>
              <a:gd name="connsiteY824" fmla="*/ 3098359 h 3320021"/>
              <a:gd name="connsiteX825" fmla="*/ 2268870 w 7392467"/>
              <a:gd name="connsiteY825" fmla="*/ 3118699 h 3320021"/>
              <a:gd name="connsiteX826" fmla="*/ 2268746 w 7392467"/>
              <a:gd name="connsiteY826" fmla="*/ 3118903 h 3320021"/>
              <a:gd name="connsiteX827" fmla="*/ 2297273 w 7392467"/>
              <a:gd name="connsiteY827" fmla="*/ 3304050 h 3320021"/>
              <a:gd name="connsiteX828" fmla="*/ 2310969 w 7392467"/>
              <a:gd name="connsiteY828" fmla="*/ 3320021 h 3320021"/>
              <a:gd name="connsiteX829" fmla="*/ 1827169 w 7392467"/>
              <a:gd name="connsiteY829" fmla="*/ 3320021 h 3320021"/>
              <a:gd name="connsiteX830" fmla="*/ 1836559 w 7392467"/>
              <a:gd name="connsiteY830" fmla="*/ 3299689 h 3320021"/>
              <a:gd name="connsiteX831" fmla="*/ 1830676 w 7392467"/>
              <a:gd name="connsiteY831" fmla="*/ 2934770 h 3320021"/>
              <a:gd name="connsiteX832" fmla="*/ 1827538 w 7392467"/>
              <a:gd name="connsiteY832" fmla="*/ 2932572 h 3320021"/>
              <a:gd name="connsiteX833" fmla="*/ 1774519 w 7392467"/>
              <a:gd name="connsiteY833" fmla="*/ 3204658 h 3320021"/>
              <a:gd name="connsiteX834" fmla="*/ 1799627 w 7392467"/>
              <a:gd name="connsiteY834" fmla="*/ 3306517 h 3320021"/>
              <a:gd name="connsiteX835" fmla="*/ 1808725 w 7392467"/>
              <a:gd name="connsiteY835" fmla="*/ 3320021 h 3320021"/>
              <a:gd name="connsiteX836" fmla="*/ 1664765 w 7392467"/>
              <a:gd name="connsiteY836" fmla="*/ 3320021 h 3320021"/>
              <a:gd name="connsiteX837" fmla="*/ 1620913 w 7392467"/>
              <a:gd name="connsiteY837" fmla="*/ 3234262 h 3320021"/>
              <a:gd name="connsiteX838" fmla="*/ 1690321 w 7392467"/>
              <a:gd name="connsiteY838" fmla="*/ 3305096 h 3320021"/>
              <a:gd name="connsiteX839" fmla="*/ 1445621 w 7392467"/>
              <a:gd name="connsiteY839" fmla="*/ 2902588 h 3320021"/>
              <a:gd name="connsiteX840" fmla="*/ 1428854 w 7392467"/>
              <a:gd name="connsiteY840" fmla="*/ 3059913 h 3320021"/>
              <a:gd name="connsiteX841" fmla="*/ 1537513 w 7392467"/>
              <a:gd name="connsiteY841" fmla="*/ 3320021 h 3320021"/>
              <a:gd name="connsiteX842" fmla="*/ 1475686 w 7392467"/>
              <a:gd name="connsiteY842" fmla="*/ 3320021 h 3320021"/>
              <a:gd name="connsiteX843" fmla="*/ 1474470 w 7392467"/>
              <a:gd name="connsiteY843" fmla="*/ 3316121 h 3320021"/>
              <a:gd name="connsiteX844" fmla="*/ 1473945 w 7392467"/>
              <a:gd name="connsiteY844" fmla="*/ 3314400 h 3320021"/>
              <a:gd name="connsiteX845" fmla="*/ 1473984 w 7392467"/>
              <a:gd name="connsiteY845" fmla="*/ 3314563 h 3320021"/>
              <a:gd name="connsiteX846" fmla="*/ 1474470 w 7392467"/>
              <a:gd name="connsiteY846" fmla="*/ 3316121 h 3320021"/>
              <a:gd name="connsiteX847" fmla="*/ 1475660 w 7392467"/>
              <a:gd name="connsiteY847" fmla="*/ 3320021 h 3320021"/>
              <a:gd name="connsiteX848" fmla="*/ 1338922 w 7392467"/>
              <a:gd name="connsiteY848" fmla="*/ 3320021 h 3320021"/>
              <a:gd name="connsiteX849" fmla="*/ 1355097 w 7392467"/>
              <a:gd name="connsiteY849" fmla="*/ 3206492 h 3320021"/>
              <a:gd name="connsiteX850" fmla="*/ 1178225 w 7392467"/>
              <a:gd name="connsiteY850" fmla="*/ 2555086 h 3320021"/>
              <a:gd name="connsiteX851" fmla="*/ 1383563 w 7392467"/>
              <a:gd name="connsiteY851" fmla="*/ 3021317 h 3320021"/>
              <a:gd name="connsiteX852" fmla="*/ 1322333 w 7392467"/>
              <a:gd name="connsiteY852" fmla="*/ 2730929 h 3320021"/>
              <a:gd name="connsiteX853" fmla="*/ 1252468 w 7392467"/>
              <a:gd name="connsiteY853" fmla="*/ 2645955 h 3320021"/>
              <a:gd name="connsiteX854" fmla="*/ 1320108 w 7392467"/>
              <a:gd name="connsiteY854" fmla="*/ 2712350 h 3320021"/>
              <a:gd name="connsiteX855" fmla="*/ 1311059 w 7392467"/>
              <a:gd name="connsiteY855" fmla="*/ 2585585 h 3320021"/>
              <a:gd name="connsiteX856" fmla="*/ 1311184 w 7392467"/>
              <a:gd name="connsiteY856" fmla="*/ 2585381 h 3320021"/>
              <a:gd name="connsiteX857" fmla="*/ 1333233 w 7392467"/>
              <a:gd name="connsiteY857" fmla="*/ 2725691 h 3320021"/>
              <a:gd name="connsiteX858" fmla="*/ 1433333 w 7392467"/>
              <a:gd name="connsiteY858" fmla="*/ 2831521 h 3320021"/>
              <a:gd name="connsiteX859" fmla="*/ 1505374 w 7392467"/>
              <a:gd name="connsiteY859" fmla="*/ 2588559 h 3320021"/>
              <a:gd name="connsiteX860" fmla="*/ 1456317 w 7392467"/>
              <a:gd name="connsiteY860" fmla="*/ 2856907 h 3320021"/>
              <a:gd name="connsiteX861" fmla="*/ 1710735 w 7392467"/>
              <a:gd name="connsiteY861" fmla="*/ 3172958 h 3320021"/>
              <a:gd name="connsiteX862" fmla="*/ 1705265 w 7392467"/>
              <a:gd name="connsiteY862" fmla="*/ 3074699 h 3320021"/>
              <a:gd name="connsiteX863" fmla="*/ 1705514 w 7392467"/>
              <a:gd name="connsiteY863" fmla="*/ 3074291 h 3320021"/>
              <a:gd name="connsiteX864" fmla="*/ 1719773 w 7392467"/>
              <a:gd name="connsiteY864" fmla="*/ 3185200 h 3320021"/>
              <a:gd name="connsiteX865" fmla="*/ 1722892 w 7392467"/>
              <a:gd name="connsiteY865" fmla="*/ 3189487 h 3320021"/>
              <a:gd name="connsiteX866" fmla="*/ 1666930 w 7392467"/>
              <a:gd name="connsiteY866" fmla="*/ 2594052 h 3320021"/>
              <a:gd name="connsiteX867" fmla="*/ 1759162 w 7392467"/>
              <a:gd name="connsiteY867" fmla="*/ 3117996 h 3320021"/>
              <a:gd name="connsiteX868" fmla="*/ 1818768 w 7392467"/>
              <a:gd name="connsiteY868" fmla="*/ 2922872 h 3320021"/>
              <a:gd name="connsiteX869" fmla="*/ 1762067 w 7392467"/>
              <a:gd name="connsiteY869" fmla="*/ 2886681 h 3320021"/>
              <a:gd name="connsiteX870" fmla="*/ 1820653 w 7392467"/>
              <a:gd name="connsiteY870" fmla="*/ 2917724 h 3320021"/>
              <a:gd name="connsiteX871" fmla="*/ 1835472 w 7392467"/>
              <a:gd name="connsiteY871" fmla="*/ 2879043 h 3320021"/>
              <a:gd name="connsiteX872" fmla="*/ 1838746 w 7392467"/>
              <a:gd name="connsiteY872" fmla="*/ 2698211 h 3320021"/>
              <a:gd name="connsiteX873" fmla="*/ 1741467 w 7392467"/>
              <a:gd name="connsiteY873" fmla="*/ 2563026 h 3320021"/>
              <a:gd name="connsiteX874" fmla="*/ 1839500 w 7392467"/>
              <a:gd name="connsiteY874" fmla="*/ 2671093 h 3320021"/>
              <a:gd name="connsiteX875" fmla="*/ 1918444 w 7392467"/>
              <a:gd name="connsiteY875" fmla="*/ 1488371 h 3320021"/>
              <a:gd name="connsiteX876" fmla="*/ 1918772 w 7392467"/>
              <a:gd name="connsiteY876" fmla="*/ 1488292 h 3320021"/>
              <a:gd name="connsiteX877" fmla="*/ 1970891 w 7392467"/>
              <a:gd name="connsiteY877" fmla="*/ 2551616 h 3320021"/>
              <a:gd name="connsiteX878" fmla="*/ 2001933 w 7392467"/>
              <a:gd name="connsiteY878" fmla="*/ 2644224 h 3320021"/>
              <a:gd name="connsiteX879" fmla="*/ 2015636 w 7392467"/>
              <a:gd name="connsiteY879" fmla="*/ 2490765 h 3320021"/>
              <a:gd name="connsiteX880" fmla="*/ 2015801 w 7392467"/>
              <a:gd name="connsiteY880" fmla="*/ 2490725 h 3320021"/>
              <a:gd name="connsiteX881" fmla="*/ 2015540 w 7392467"/>
              <a:gd name="connsiteY881" fmla="*/ 2673958 h 3320021"/>
              <a:gd name="connsiteX882" fmla="*/ 2034674 w 7392467"/>
              <a:gd name="connsiteY882" fmla="*/ 2487561 h 3320021"/>
              <a:gd name="connsiteX883" fmla="*/ 2034839 w 7392467"/>
              <a:gd name="connsiteY883" fmla="*/ 2487521 h 3320021"/>
              <a:gd name="connsiteX884" fmla="*/ 2032047 w 7392467"/>
              <a:gd name="connsiteY884" fmla="*/ 2634348 h 3320021"/>
              <a:gd name="connsiteX885" fmla="*/ 2040263 w 7392467"/>
              <a:gd name="connsiteY885" fmla="*/ 2576232 h 3320021"/>
              <a:gd name="connsiteX886" fmla="*/ 2032568 w 7392467"/>
              <a:gd name="connsiteY886" fmla="*/ 2726503 h 3320021"/>
              <a:gd name="connsiteX887" fmla="*/ 2032744 w 7392467"/>
              <a:gd name="connsiteY887" fmla="*/ 2755309 h 3320021"/>
              <a:gd name="connsiteX888" fmla="*/ 2079992 w 7392467"/>
              <a:gd name="connsiteY888" fmla="*/ 2991374 h 3320021"/>
              <a:gd name="connsiteX889" fmla="*/ 2102977 w 7392467"/>
              <a:gd name="connsiteY889" fmla="*/ 3026839 h 3320021"/>
              <a:gd name="connsiteX890" fmla="*/ 2197891 w 7392467"/>
              <a:gd name="connsiteY890" fmla="*/ 2042028 h 3320021"/>
              <a:gd name="connsiteX891" fmla="*/ 2178088 w 7392467"/>
              <a:gd name="connsiteY891" fmla="*/ 2008228 h 3320021"/>
              <a:gd name="connsiteX892" fmla="*/ 2198632 w 7392467"/>
              <a:gd name="connsiteY892" fmla="*/ 2036461 h 3320021"/>
              <a:gd name="connsiteX893" fmla="*/ 2224641 w 7392467"/>
              <a:gd name="connsiteY893" fmla="*/ 1841105 h 3320021"/>
              <a:gd name="connsiteX894" fmla="*/ 2224890 w 7392467"/>
              <a:gd name="connsiteY894" fmla="*/ 1840697 h 3320021"/>
              <a:gd name="connsiteX895" fmla="*/ 2225054 w 7392467"/>
              <a:gd name="connsiteY895" fmla="*/ 2072487 h 3320021"/>
              <a:gd name="connsiteX896" fmla="*/ 2282316 w 7392467"/>
              <a:gd name="connsiteY896" fmla="*/ 2150598 h 3320021"/>
              <a:gd name="connsiteX897" fmla="*/ 2272869 w 7392467"/>
              <a:gd name="connsiteY897" fmla="*/ 1991953 h 3320021"/>
              <a:gd name="connsiteX898" fmla="*/ 2273119 w 7392467"/>
              <a:gd name="connsiteY898" fmla="*/ 1991545 h 3320021"/>
              <a:gd name="connsiteX899" fmla="*/ 2299620 w 7392467"/>
              <a:gd name="connsiteY899" fmla="*/ 2174053 h 3320021"/>
              <a:gd name="connsiteX900" fmla="*/ 2685727 w 7392467"/>
              <a:gd name="connsiteY900" fmla="*/ 2711696 h 3320021"/>
              <a:gd name="connsiteX901" fmla="*/ 2651673 w 7392467"/>
              <a:gd name="connsiteY901" fmla="*/ 2520932 h 3320021"/>
              <a:gd name="connsiteX902" fmla="*/ 2707190 w 7392467"/>
              <a:gd name="connsiteY902" fmla="*/ 2743010 h 3320021"/>
              <a:gd name="connsiteX903" fmla="*/ 2739257 w 7392467"/>
              <a:gd name="connsiteY903" fmla="*/ 2790186 h 3320021"/>
              <a:gd name="connsiteX904" fmla="*/ 2733046 w 7392467"/>
              <a:gd name="connsiteY904" fmla="*/ 2677335 h 3320021"/>
              <a:gd name="connsiteX905" fmla="*/ 2509931 w 7392467"/>
              <a:gd name="connsiteY905" fmla="*/ 2205141 h 3320021"/>
              <a:gd name="connsiteX906" fmla="*/ 2308703 w 7392467"/>
              <a:gd name="connsiteY906" fmla="*/ 2039610 h 3320021"/>
              <a:gd name="connsiteX907" fmla="*/ 2487235 w 7392467"/>
              <a:gd name="connsiteY907" fmla="*/ 2159353 h 3320021"/>
              <a:gd name="connsiteX908" fmla="*/ 2080923 w 7392467"/>
              <a:gd name="connsiteY908" fmla="*/ 1365214 h 3320021"/>
              <a:gd name="connsiteX909" fmla="*/ 2648231 w 7392467"/>
              <a:gd name="connsiteY909" fmla="*/ 2284198 h 3320021"/>
              <a:gd name="connsiteX910" fmla="*/ 2736765 w 7392467"/>
              <a:gd name="connsiteY910" fmla="*/ 2360842 h 3320021"/>
              <a:gd name="connsiteX911" fmla="*/ 2771076 w 7392467"/>
              <a:gd name="connsiteY911" fmla="*/ 2071724 h 3320021"/>
              <a:gd name="connsiteX912" fmla="*/ 2773046 w 7392467"/>
              <a:gd name="connsiteY912" fmla="*/ 2393793 h 3320021"/>
              <a:gd name="connsiteX913" fmla="*/ 2966353 w 7392467"/>
              <a:gd name="connsiteY913" fmla="*/ 2591302 h 3320021"/>
              <a:gd name="connsiteX914" fmla="*/ 2604113 w 7392467"/>
              <a:gd name="connsiteY914" fmla="*/ 1829277 h 3320021"/>
              <a:gd name="connsiteX915" fmla="*/ 2604482 w 7392467"/>
              <a:gd name="connsiteY915" fmla="*/ 1829362 h 3320021"/>
              <a:gd name="connsiteX916" fmla="*/ 3048263 w 7392467"/>
              <a:gd name="connsiteY916" fmla="*/ 2545463 h 3320021"/>
              <a:gd name="connsiteX917" fmla="*/ 3056927 w 7392467"/>
              <a:gd name="connsiteY917" fmla="*/ 2472641 h 3320021"/>
              <a:gd name="connsiteX918" fmla="*/ 2740595 w 7392467"/>
              <a:gd name="connsiteY918" fmla="*/ 1738810 h 3320021"/>
              <a:gd name="connsiteX919" fmla="*/ 3075155 w 7392467"/>
              <a:gd name="connsiteY919" fmla="*/ 2332167 h 3320021"/>
              <a:gd name="connsiteX920" fmla="*/ 3090921 w 7392467"/>
              <a:gd name="connsiteY920" fmla="*/ 2217487 h 3320021"/>
              <a:gd name="connsiteX921" fmla="*/ 3039256 w 7392467"/>
              <a:gd name="connsiteY921" fmla="*/ 1894727 h 3320021"/>
              <a:gd name="connsiteX922" fmla="*/ 3039177 w 7392467"/>
              <a:gd name="connsiteY922" fmla="*/ 1894398 h 3320021"/>
              <a:gd name="connsiteX923" fmla="*/ 3063571 w 7392467"/>
              <a:gd name="connsiteY923" fmla="*/ 1988263 h 3320021"/>
              <a:gd name="connsiteX924" fmla="*/ 3051611 w 7392467"/>
              <a:gd name="connsiteY924" fmla="*/ 1917116 h 3320021"/>
              <a:gd name="connsiteX925" fmla="*/ 3104183 w 7392467"/>
              <a:gd name="connsiteY925" fmla="*/ 2123396 h 3320021"/>
              <a:gd name="connsiteX926" fmla="*/ 3121799 w 7392467"/>
              <a:gd name="connsiteY926" fmla="*/ 2002708 h 3320021"/>
              <a:gd name="connsiteX927" fmla="*/ 3122128 w 7392467"/>
              <a:gd name="connsiteY927" fmla="*/ 2002629 h 3320021"/>
              <a:gd name="connsiteX928" fmla="*/ 3120514 w 7392467"/>
              <a:gd name="connsiteY928" fmla="*/ 2191054 h 3320021"/>
              <a:gd name="connsiteX929" fmla="*/ 3133431 w 7392467"/>
              <a:gd name="connsiteY929" fmla="*/ 2245285 h 3320021"/>
              <a:gd name="connsiteX930" fmla="*/ 3272857 w 7392467"/>
              <a:gd name="connsiteY930" fmla="*/ 2493162 h 3320021"/>
              <a:gd name="connsiteX931" fmla="*/ 3311810 w 7392467"/>
              <a:gd name="connsiteY931" fmla="*/ 2524948 h 3320021"/>
              <a:gd name="connsiteX932" fmla="*/ 3178161 w 7392467"/>
              <a:gd name="connsiteY932" fmla="*/ 1969813 h 3320021"/>
              <a:gd name="connsiteX933" fmla="*/ 3303832 w 7392467"/>
              <a:gd name="connsiteY933" fmla="*/ 2296782 h 3320021"/>
              <a:gd name="connsiteX934" fmla="*/ 3289097 w 7392467"/>
              <a:gd name="connsiteY934" fmla="*/ 2224221 h 3320021"/>
              <a:gd name="connsiteX935" fmla="*/ 3406359 w 7392467"/>
              <a:gd name="connsiteY935" fmla="*/ 2607787 h 3320021"/>
              <a:gd name="connsiteX936" fmla="*/ 3489861 w 7392467"/>
              <a:gd name="connsiteY936" fmla="*/ 2688775 h 3320021"/>
              <a:gd name="connsiteX937" fmla="*/ 3510682 w 7392467"/>
              <a:gd name="connsiteY937" fmla="*/ 2425851 h 3320021"/>
              <a:gd name="connsiteX938" fmla="*/ 3524398 w 7392467"/>
              <a:gd name="connsiteY938" fmla="*/ 2724580 h 3320021"/>
              <a:gd name="connsiteX939" fmla="*/ 3527727 w 7392467"/>
              <a:gd name="connsiteY939" fmla="*/ 2728294 h 3320021"/>
              <a:gd name="connsiteX940" fmla="*/ 3553350 w 7392467"/>
              <a:gd name="connsiteY940" fmla="*/ 2489585 h 3320021"/>
              <a:gd name="connsiteX941" fmla="*/ 3550395 w 7392467"/>
              <a:gd name="connsiteY941" fmla="*/ 2480219 h 3320021"/>
              <a:gd name="connsiteX942" fmla="*/ 3553691 w 7392467"/>
              <a:gd name="connsiteY942" fmla="*/ 2488113 h 3320021"/>
              <a:gd name="connsiteX943" fmla="*/ 3597158 w 7392467"/>
              <a:gd name="connsiteY943" fmla="*/ 2252047 h 3320021"/>
              <a:gd name="connsiteX944" fmla="*/ 3597803 w 7392467"/>
              <a:gd name="connsiteY944" fmla="*/ 2228083 h 3320021"/>
              <a:gd name="connsiteX945" fmla="*/ 3598092 w 7392467"/>
              <a:gd name="connsiteY945" fmla="*/ 2227839 h 3320021"/>
              <a:gd name="connsiteX946" fmla="*/ 3599105 w 7392467"/>
              <a:gd name="connsiteY946" fmla="*/ 2244278 h 3320021"/>
              <a:gd name="connsiteX947" fmla="*/ 3791082 w 7392467"/>
              <a:gd name="connsiteY947" fmla="*/ 1703346 h 3320021"/>
              <a:gd name="connsiteX948" fmla="*/ 3723974 w 7392467"/>
              <a:gd name="connsiteY948" fmla="*/ 1374929 h 3320021"/>
              <a:gd name="connsiteX949" fmla="*/ 3723896 w 7392467"/>
              <a:gd name="connsiteY949" fmla="*/ 1374600 h 3320021"/>
              <a:gd name="connsiteX950" fmla="*/ 3806411 w 7392467"/>
              <a:gd name="connsiteY950" fmla="*/ 1672536 h 3320021"/>
              <a:gd name="connsiteX951" fmla="*/ 3857567 w 7392467"/>
              <a:gd name="connsiteY951" fmla="*/ 1579204 h 3320021"/>
              <a:gd name="connsiteX952" fmla="*/ 3809910 w 7392467"/>
              <a:gd name="connsiteY952" fmla="*/ 1685593 h 3320021"/>
              <a:gd name="connsiteX953" fmla="*/ 3967942 w 7392467"/>
              <a:gd name="connsiteY953" fmla="*/ 2270468 h 3320021"/>
              <a:gd name="connsiteX954" fmla="*/ 3983255 w 7392467"/>
              <a:gd name="connsiteY954" fmla="*/ 2312304 h 3320021"/>
              <a:gd name="connsiteX955" fmla="*/ 3988186 w 7392467"/>
              <a:gd name="connsiteY955" fmla="*/ 2300339 h 3320021"/>
              <a:gd name="connsiteX956" fmla="*/ 3983696 w 7392467"/>
              <a:gd name="connsiteY956" fmla="*/ 2313415 h 3320021"/>
              <a:gd name="connsiteX957" fmla="*/ 4046574 w 7392467"/>
              <a:gd name="connsiteY957" fmla="*/ 2557350 h 3320021"/>
              <a:gd name="connsiteX958" fmla="*/ 4067838 w 7392467"/>
              <a:gd name="connsiteY958" fmla="*/ 2633202 h 3320021"/>
              <a:gd name="connsiteX959" fmla="*/ 4059491 w 7392467"/>
              <a:gd name="connsiteY959" fmla="*/ 2455349 h 3320021"/>
              <a:gd name="connsiteX960" fmla="*/ 4059654 w 7392467"/>
              <a:gd name="connsiteY960" fmla="*/ 2455309 h 3320021"/>
              <a:gd name="connsiteX961" fmla="*/ 4073239 w 7392467"/>
              <a:gd name="connsiteY961" fmla="*/ 2553348 h 3320021"/>
              <a:gd name="connsiteX962" fmla="*/ 4069366 w 7392467"/>
              <a:gd name="connsiteY962" fmla="*/ 2485463 h 3320021"/>
              <a:gd name="connsiteX963" fmla="*/ 4080884 w 7392467"/>
              <a:gd name="connsiteY963" fmla="*/ 2565578 h 3320021"/>
              <a:gd name="connsiteX964" fmla="*/ 4066036 w 7392467"/>
              <a:gd name="connsiteY964" fmla="*/ 2171011 h 3320021"/>
              <a:gd name="connsiteX965" fmla="*/ 4145008 w 7392467"/>
              <a:gd name="connsiteY965" fmla="*/ 2752039 h 3320021"/>
              <a:gd name="connsiteX966" fmla="*/ 4155892 w 7392467"/>
              <a:gd name="connsiteY966" fmla="*/ 2683373 h 3320021"/>
              <a:gd name="connsiteX967" fmla="*/ 4150568 w 7392467"/>
              <a:gd name="connsiteY967" fmla="*/ 2572045 h 3320021"/>
              <a:gd name="connsiteX968" fmla="*/ 4141129 w 7392467"/>
              <a:gd name="connsiteY968" fmla="*/ 2553817 h 3320021"/>
              <a:gd name="connsiteX969" fmla="*/ 4150359 w 7392467"/>
              <a:gd name="connsiteY969" fmla="*/ 2567578 h 3320021"/>
              <a:gd name="connsiteX970" fmla="*/ 4142755 w 7392467"/>
              <a:gd name="connsiteY970" fmla="*/ 2222885 h 3320021"/>
              <a:gd name="connsiteX971" fmla="*/ 4065448 w 7392467"/>
              <a:gd name="connsiteY971" fmla="*/ 2155380 h 3320021"/>
              <a:gd name="connsiteX972" fmla="*/ 4065284 w 7392467"/>
              <a:gd name="connsiteY972" fmla="*/ 2151043 h 3320021"/>
              <a:gd name="connsiteX973" fmla="*/ 3915043 w 7392467"/>
              <a:gd name="connsiteY973" fmla="*/ 2044109 h 3320021"/>
              <a:gd name="connsiteX974" fmla="*/ 4065074 w 7392467"/>
              <a:gd name="connsiteY974" fmla="*/ 2131456 h 3320021"/>
              <a:gd name="connsiteX975" fmla="*/ 4064978 w 7392467"/>
              <a:gd name="connsiteY975" fmla="*/ 2118098 h 3320021"/>
              <a:gd name="connsiteX976" fmla="*/ 4066337 w 7392467"/>
              <a:gd name="connsiteY976" fmla="*/ 2132367 h 3320021"/>
              <a:gd name="connsiteX977" fmla="*/ 4147370 w 7392467"/>
              <a:gd name="connsiteY977" fmla="*/ 2189448 h 3320021"/>
              <a:gd name="connsiteX978" fmla="*/ 4156153 w 7392467"/>
              <a:gd name="connsiteY978" fmla="*/ 1834890 h 3320021"/>
              <a:gd name="connsiteX979" fmla="*/ 4179743 w 7392467"/>
              <a:gd name="connsiteY979" fmla="*/ 2214131 h 3320021"/>
              <a:gd name="connsiteX980" fmla="*/ 4248726 w 7392467"/>
              <a:gd name="connsiteY980" fmla="*/ 2271686 h 3320021"/>
              <a:gd name="connsiteX981" fmla="*/ 4225029 w 7392467"/>
              <a:gd name="connsiteY981" fmla="*/ 2026635 h 3320021"/>
              <a:gd name="connsiteX982" fmla="*/ 4279542 w 7392467"/>
              <a:gd name="connsiteY982" fmla="*/ 2291359 h 3320021"/>
              <a:gd name="connsiteX983" fmla="*/ 4281326 w 7392467"/>
              <a:gd name="connsiteY983" fmla="*/ 2263470 h 3320021"/>
              <a:gd name="connsiteX984" fmla="*/ 4161755 w 7392467"/>
              <a:gd name="connsiteY984" fmla="*/ 1503868 h 3320021"/>
              <a:gd name="connsiteX985" fmla="*/ 4300348 w 7392467"/>
              <a:gd name="connsiteY985" fmla="*/ 2096041 h 3320021"/>
              <a:gd name="connsiteX986" fmla="*/ 4331039 w 7392467"/>
              <a:gd name="connsiteY986" fmla="*/ 1939526 h 3320021"/>
              <a:gd name="connsiteX987" fmla="*/ 4182266 w 7392467"/>
              <a:gd name="connsiteY987" fmla="*/ 1490923 h 3320021"/>
              <a:gd name="connsiteX988" fmla="*/ 4351504 w 7392467"/>
              <a:gd name="connsiteY988" fmla="*/ 1861596 h 3320021"/>
              <a:gd name="connsiteX989" fmla="*/ 4553092 w 7392467"/>
              <a:gd name="connsiteY989" fmla="*/ 1388554 h 3320021"/>
              <a:gd name="connsiteX990" fmla="*/ 4553544 w 7392467"/>
              <a:gd name="connsiteY990" fmla="*/ 1388271 h 3320021"/>
              <a:gd name="connsiteX991" fmla="*/ 4437475 w 7392467"/>
              <a:gd name="connsiteY991" fmla="*/ 1850577 h 3320021"/>
              <a:gd name="connsiteX992" fmla="*/ 4570869 w 7392467"/>
              <a:gd name="connsiteY992" fmla="*/ 2593287 h 3320021"/>
              <a:gd name="connsiteX993" fmla="*/ 4730533 w 7392467"/>
              <a:gd name="connsiteY993" fmla="*/ 2811254 h 3320021"/>
              <a:gd name="connsiteX994" fmla="*/ 4748869 w 7392467"/>
              <a:gd name="connsiteY994" fmla="*/ 2647467 h 3320021"/>
              <a:gd name="connsiteX995" fmla="*/ 4649189 w 7392467"/>
              <a:gd name="connsiteY995" fmla="*/ 2464897 h 3320021"/>
              <a:gd name="connsiteX996" fmla="*/ 4752392 w 7392467"/>
              <a:gd name="connsiteY996" fmla="*/ 2615793 h 3320021"/>
              <a:gd name="connsiteX997" fmla="*/ 4751492 w 7392467"/>
              <a:gd name="connsiteY997" fmla="*/ 2622331 h 3320021"/>
              <a:gd name="connsiteX998" fmla="*/ 4756383 w 7392467"/>
              <a:gd name="connsiteY998" fmla="*/ 2630361 h 3320021"/>
              <a:gd name="connsiteX999" fmla="*/ 4753718 w 7392467"/>
              <a:gd name="connsiteY999" fmla="*/ 2617732 h 3320021"/>
              <a:gd name="connsiteX1000" fmla="*/ 4754471 w 7392467"/>
              <a:gd name="connsiteY1000" fmla="*/ 2618832 h 3320021"/>
              <a:gd name="connsiteX1001" fmla="*/ 4756604 w 7392467"/>
              <a:gd name="connsiteY1001" fmla="*/ 2608237 h 3320021"/>
              <a:gd name="connsiteX1002" fmla="*/ 4691326 w 7392467"/>
              <a:gd name="connsiteY1002" fmla="*/ 2276596 h 3320021"/>
              <a:gd name="connsiteX1003" fmla="*/ 4543627 w 7392467"/>
              <a:gd name="connsiteY1003" fmla="*/ 2038362 h 3320021"/>
              <a:gd name="connsiteX1004" fmla="*/ 4642621 w 7392467"/>
              <a:gd name="connsiteY1004" fmla="*/ 2159057 h 3320021"/>
              <a:gd name="connsiteX1005" fmla="*/ 4560853 w 7392467"/>
              <a:gd name="connsiteY1005" fmla="*/ 1965733 h 3320021"/>
              <a:gd name="connsiteX1006" fmla="*/ 4560813 w 7392467"/>
              <a:gd name="connsiteY1006" fmla="*/ 1965569 h 3320021"/>
              <a:gd name="connsiteX1007" fmla="*/ 4675918 w 7392467"/>
              <a:gd name="connsiteY1007" fmla="*/ 2186124 h 3320021"/>
              <a:gd name="connsiteX1008" fmla="*/ 4612446 w 7392467"/>
              <a:gd name="connsiteY1008" fmla="*/ 1702855 h 3320021"/>
              <a:gd name="connsiteX1009" fmla="*/ 4750903 w 7392467"/>
              <a:gd name="connsiteY1009" fmla="*/ 2306705 h 3320021"/>
              <a:gd name="connsiteX1010" fmla="*/ 4772239 w 7392467"/>
              <a:gd name="connsiteY1010" fmla="*/ 2338223 h 3320021"/>
              <a:gd name="connsiteX1011" fmla="*/ 4589666 w 7392467"/>
              <a:gd name="connsiteY1011" fmla="*/ 1360088 h 3320021"/>
              <a:gd name="connsiteX1012" fmla="*/ 4833810 w 7392467"/>
              <a:gd name="connsiteY1012" fmla="*/ 2218917 h 3320021"/>
              <a:gd name="connsiteX1013" fmla="*/ 4851760 w 7392467"/>
              <a:gd name="connsiteY1013" fmla="*/ 2082334 h 3320021"/>
              <a:gd name="connsiteX1014" fmla="*/ 4852089 w 7392467"/>
              <a:gd name="connsiteY1014" fmla="*/ 2077215 h 3320021"/>
              <a:gd name="connsiteX1015" fmla="*/ 4812457 w 7392467"/>
              <a:gd name="connsiteY1015" fmla="*/ 1836704 h 3320021"/>
              <a:gd name="connsiteX1016" fmla="*/ 4842242 w 7392467"/>
              <a:gd name="connsiteY1016" fmla="*/ 1927703 h 3320021"/>
              <a:gd name="connsiteX1017" fmla="*/ 4829467 w 7392467"/>
              <a:gd name="connsiteY1017" fmla="*/ 1588951 h 3320021"/>
              <a:gd name="connsiteX1018" fmla="*/ 4678037 w 7392467"/>
              <a:gd name="connsiteY1018" fmla="*/ 1371255 h 3320021"/>
              <a:gd name="connsiteX1019" fmla="*/ 4829292 w 7392467"/>
              <a:gd name="connsiteY1019" fmla="*/ 1555105 h 3320021"/>
              <a:gd name="connsiteX1020" fmla="*/ 4870563 w 7392467"/>
              <a:gd name="connsiteY1020" fmla="*/ 868598 h 3320021"/>
              <a:gd name="connsiteX1021" fmla="*/ 4936254 w 7392467"/>
              <a:gd name="connsiteY1021" fmla="*/ 1749125 h 3320021"/>
              <a:gd name="connsiteX1022" fmla="*/ 5004743 w 7392467"/>
              <a:gd name="connsiteY1022" fmla="*/ 1937834 h 3320021"/>
              <a:gd name="connsiteX1023" fmla="*/ 5020582 w 7392467"/>
              <a:gd name="connsiteY1023" fmla="*/ 1884656 h 3320021"/>
              <a:gd name="connsiteX1024" fmla="*/ 5020832 w 7392467"/>
              <a:gd name="connsiteY1024" fmla="*/ 1884248 h 3320021"/>
              <a:gd name="connsiteX1025" fmla="*/ 5006698 w 7392467"/>
              <a:gd name="connsiteY1025" fmla="*/ 1944487 h 3320021"/>
              <a:gd name="connsiteX1026" fmla="*/ 5074411 w 7392467"/>
              <a:gd name="connsiteY1026" fmla="*/ 2279015 h 3320021"/>
              <a:gd name="connsiteX1027" fmla="*/ 5082424 w 7392467"/>
              <a:gd name="connsiteY1027" fmla="*/ 2190536 h 3320021"/>
              <a:gd name="connsiteX1028" fmla="*/ 5085656 w 7392467"/>
              <a:gd name="connsiteY1028" fmla="*/ 2367364 h 3320021"/>
              <a:gd name="connsiteX1029" fmla="*/ 5100142 w 7392467"/>
              <a:gd name="connsiteY1029" fmla="*/ 2505851 h 3320021"/>
              <a:gd name="connsiteX1030" fmla="*/ 5110850 w 7392467"/>
              <a:gd name="connsiteY1030" fmla="*/ 2544453 h 3320021"/>
              <a:gd name="connsiteX1031" fmla="*/ 5102441 w 7392467"/>
              <a:gd name="connsiteY1031" fmla="*/ 2359142 h 3320021"/>
              <a:gd name="connsiteX1032" fmla="*/ 5119145 w 7392467"/>
              <a:gd name="connsiteY1032" fmla="*/ 2496745 h 3320021"/>
              <a:gd name="connsiteX1033" fmla="*/ 5127272 w 7392467"/>
              <a:gd name="connsiteY1033" fmla="*/ 2444733 h 3320021"/>
              <a:gd name="connsiteX1034" fmla="*/ 5072849 w 7392467"/>
              <a:gd name="connsiteY1034" fmla="*/ 2088229 h 3320021"/>
              <a:gd name="connsiteX1035" fmla="*/ 5146117 w 7392467"/>
              <a:gd name="connsiteY1035" fmla="*/ 2298897 h 3320021"/>
              <a:gd name="connsiteX1036" fmla="*/ 5155065 w 7392467"/>
              <a:gd name="connsiteY1036" fmla="*/ 2201329 h 3320021"/>
              <a:gd name="connsiteX1037" fmla="*/ 5131009 w 7392467"/>
              <a:gd name="connsiteY1037" fmla="*/ 2131191 h 3320021"/>
              <a:gd name="connsiteX1038" fmla="*/ 5155971 w 7392467"/>
              <a:gd name="connsiteY1038" fmla="*/ 2185644 h 3320021"/>
              <a:gd name="connsiteX1039" fmla="*/ 5159183 w 7392467"/>
              <a:gd name="connsiteY1039" fmla="*/ 2113270 h 3320021"/>
              <a:gd name="connsiteX1040" fmla="*/ 5055233 w 7392467"/>
              <a:gd name="connsiteY1040" fmla="*/ 1301758 h 3320021"/>
              <a:gd name="connsiteX1041" fmla="*/ 5134622 w 7392467"/>
              <a:gd name="connsiteY1041" fmla="*/ 1727137 h 3320021"/>
              <a:gd name="connsiteX1042" fmla="*/ 5177246 w 7392467"/>
              <a:gd name="connsiteY1042" fmla="*/ 1907318 h 3320021"/>
              <a:gd name="connsiteX1043" fmla="*/ 5199448 w 7392467"/>
              <a:gd name="connsiteY1043" fmla="*/ 1993544 h 3320021"/>
              <a:gd name="connsiteX1044" fmla="*/ 5218928 w 7392467"/>
              <a:gd name="connsiteY1044" fmla="*/ 2016647 h 3320021"/>
              <a:gd name="connsiteX1045" fmla="*/ 5226749 w 7392467"/>
              <a:gd name="connsiteY1045" fmla="*/ 1793148 h 3320021"/>
              <a:gd name="connsiteX1046" fmla="*/ 5238345 w 7392467"/>
              <a:gd name="connsiteY1046" fmla="*/ 2047413 h 3320021"/>
              <a:gd name="connsiteX1047" fmla="*/ 5259711 w 7392467"/>
              <a:gd name="connsiteY1047" fmla="*/ 2075449 h 3320021"/>
              <a:gd name="connsiteX1048" fmla="*/ 5244953 w 7392467"/>
              <a:gd name="connsiteY1048" fmla="*/ 1990554 h 3320021"/>
              <a:gd name="connsiteX1049" fmla="*/ 5277180 w 7392467"/>
              <a:gd name="connsiteY1049" fmla="*/ 2098864 h 3320021"/>
              <a:gd name="connsiteX1050" fmla="*/ 5325533 w 7392467"/>
              <a:gd name="connsiteY1050" fmla="*/ 2168871 h 3320021"/>
              <a:gd name="connsiteX1051" fmla="*/ 5280328 w 7392467"/>
              <a:gd name="connsiteY1051" fmla="*/ 1872878 h 3320021"/>
              <a:gd name="connsiteX1052" fmla="*/ 5228294 w 7392467"/>
              <a:gd name="connsiteY1052" fmla="*/ 1748969 h 3320021"/>
              <a:gd name="connsiteX1053" fmla="*/ 5228697 w 7392467"/>
              <a:gd name="connsiteY1053" fmla="*/ 1737450 h 3320021"/>
              <a:gd name="connsiteX1054" fmla="*/ 5150054 w 7392467"/>
              <a:gd name="connsiteY1054" fmla="*/ 1522517 h 3320021"/>
              <a:gd name="connsiteX1055" fmla="*/ 5261529 w 7392467"/>
              <a:gd name="connsiteY1055" fmla="*/ 1766193 h 3320021"/>
              <a:gd name="connsiteX1056" fmla="*/ 5225917 w 7392467"/>
              <a:gd name="connsiteY1056" fmla="*/ 1640975 h 3320021"/>
              <a:gd name="connsiteX1057" fmla="*/ 5226122 w 7392467"/>
              <a:gd name="connsiteY1057" fmla="*/ 1641099 h 3320021"/>
              <a:gd name="connsiteX1058" fmla="*/ 5288184 w 7392467"/>
              <a:gd name="connsiteY1058" fmla="*/ 1819020 h 3320021"/>
              <a:gd name="connsiteX1059" fmla="*/ 5313557 w 7392467"/>
              <a:gd name="connsiteY1059" fmla="*/ 1867985 h 3320021"/>
              <a:gd name="connsiteX1060" fmla="*/ 5327675 w 7392467"/>
              <a:gd name="connsiteY1060" fmla="*/ 1411693 h 3320021"/>
              <a:gd name="connsiteX1061" fmla="*/ 5340002 w 7392467"/>
              <a:gd name="connsiteY1061" fmla="*/ 1815550 h 3320021"/>
              <a:gd name="connsiteX1062" fmla="*/ 5356543 w 7392467"/>
              <a:gd name="connsiteY1062" fmla="*/ 1882635 h 3320021"/>
              <a:gd name="connsiteX1063" fmla="*/ 5335031 w 7392467"/>
              <a:gd name="connsiteY1063" fmla="*/ 1585441 h 3320021"/>
              <a:gd name="connsiteX1064" fmla="*/ 5429879 w 7392467"/>
              <a:gd name="connsiteY1064" fmla="*/ 2079905 h 3320021"/>
              <a:gd name="connsiteX1065" fmla="*/ 5478436 w 7392467"/>
              <a:gd name="connsiteY1065" fmla="*/ 2165157 h 3320021"/>
              <a:gd name="connsiteX1066" fmla="*/ 5490396 w 7392467"/>
              <a:gd name="connsiteY1066" fmla="*/ 2004473 h 3320021"/>
              <a:gd name="connsiteX1067" fmla="*/ 5459904 w 7392467"/>
              <a:gd name="connsiteY1067" fmla="*/ 1809026 h 3320021"/>
              <a:gd name="connsiteX1068" fmla="*/ 5459824 w 7392467"/>
              <a:gd name="connsiteY1068" fmla="*/ 1808697 h 3320021"/>
              <a:gd name="connsiteX1069" fmla="*/ 5515239 w 7392467"/>
              <a:gd name="connsiteY1069" fmla="*/ 2028194 h 3320021"/>
              <a:gd name="connsiteX1070" fmla="*/ 5480561 w 7392467"/>
              <a:gd name="connsiteY1070" fmla="*/ 1813251 h 3320021"/>
              <a:gd name="connsiteX1071" fmla="*/ 5575930 w 7392467"/>
              <a:gd name="connsiteY1071" fmla="*/ 2198278 h 3320021"/>
              <a:gd name="connsiteX1072" fmla="*/ 5578445 w 7392467"/>
              <a:gd name="connsiteY1072" fmla="*/ 2171256 h 3320021"/>
              <a:gd name="connsiteX1073" fmla="*/ 5578071 w 7392467"/>
              <a:gd name="connsiteY1073" fmla="*/ 2207146 h 3320021"/>
              <a:gd name="connsiteX1074" fmla="*/ 5601497 w 7392467"/>
              <a:gd name="connsiteY1074" fmla="*/ 2304198 h 3320021"/>
              <a:gd name="connsiteX1075" fmla="*/ 5609488 w 7392467"/>
              <a:gd name="connsiteY1075" fmla="*/ 2188266 h 3320021"/>
              <a:gd name="connsiteX1076" fmla="*/ 5609861 w 7392467"/>
              <a:gd name="connsiteY1076" fmla="*/ 2172535 h 3320021"/>
              <a:gd name="connsiteX1077" fmla="*/ 5586854 w 7392467"/>
              <a:gd name="connsiteY1077" fmla="*/ 2119697 h 3320021"/>
              <a:gd name="connsiteX1078" fmla="*/ 5608780 w 7392467"/>
              <a:gd name="connsiteY1078" fmla="*/ 2159416 h 3320021"/>
              <a:gd name="connsiteX1079" fmla="*/ 5562183 w 7392467"/>
              <a:gd name="connsiteY1079" fmla="*/ 1601342 h 3320021"/>
              <a:gd name="connsiteX1080" fmla="*/ 5535166 w 7392467"/>
              <a:gd name="connsiteY1080" fmla="*/ 1507415 h 3320021"/>
              <a:gd name="connsiteX1081" fmla="*/ 5560738 w 7392467"/>
              <a:gd name="connsiteY1081" fmla="*/ 1572321 h 3320021"/>
              <a:gd name="connsiteX1082" fmla="*/ 5542484 w 7392467"/>
              <a:gd name="connsiteY1082" fmla="*/ 980470 h 3320021"/>
              <a:gd name="connsiteX1083" fmla="*/ 5744174 w 7392467"/>
              <a:gd name="connsiteY1083" fmla="*/ 2303474 h 3320021"/>
              <a:gd name="connsiteX1084" fmla="*/ 5766830 w 7392467"/>
              <a:gd name="connsiteY1084" fmla="*/ 2189484 h 3320021"/>
              <a:gd name="connsiteX1085" fmla="*/ 5753625 w 7392467"/>
              <a:gd name="connsiteY1085" fmla="*/ 2365666 h 3320021"/>
              <a:gd name="connsiteX1086" fmla="*/ 5794923 w 7392467"/>
              <a:gd name="connsiteY1086" fmla="*/ 2532438 h 3320021"/>
              <a:gd name="connsiteX1087" fmla="*/ 5826322 w 7392467"/>
              <a:gd name="connsiteY1087" fmla="*/ 2319097 h 3320021"/>
              <a:gd name="connsiteX1088" fmla="*/ 5816854 w 7392467"/>
              <a:gd name="connsiteY1088" fmla="*/ 2284193 h 3320021"/>
              <a:gd name="connsiteX1089" fmla="*/ 5768143 w 7392467"/>
              <a:gd name="connsiteY1089" fmla="*/ 2182876 h 3320021"/>
              <a:gd name="connsiteX1090" fmla="*/ 5769679 w 7392467"/>
              <a:gd name="connsiteY1090" fmla="*/ 2175147 h 3320021"/>
              <a:gd name="connsiteX1091" fmla="*/ 5747804 w 7392467"/>
              <a:gd name="connsiteY1091" fmla="*/ 2124120 h 3320021"/>
              <a:gd name="connsiteX1092" fmla="*/ 5771457 w 7392467"/>
              <a:gd name="connsiteY1092" fmla="*/ 2168113 h 3320021"/>
              <a:gd name="connsiteX1093" fmla="*/ 5777680 w 7392467"/>
              <a:gd name="connsiteY1093" fmla="*/ 2143498 h 3320021"/>
              <a:gd name="connsiteX1094" fmla="*/ 5773519 w 7392467"/>
              <a:gd name="connsiteY1094" fmla="*/ 2171613 h 3320021"/>
              <a:gd name="connsiteX1095" fmla="*/ 5808915 w 7392467"/>
              <a:gd name="connsiteY1095" fmla="*/ 2232583 h 3320021"/>
              <a:gd name="connsiteX1096" fmla="*/ 5752612 w 7392467"/>
              <a:gd name="connsiteY1096" fmla="*/ 1885569 h 3320021"/>
              <a:gd name="connsiteX1097" fmla="*/ 5849794 w 7392467"/>
              <a:gd name="connsiteY1097" fmla="*/ 2224106 h 3320021"/>
              <a:gd name="connsiteX1098" fmla="*/ 5825649 w 7392467"/>
              <a:gd name="connsiteY1098" fmla="*/ 1696413 h 3320021"/>
              <a:gd name="connsiteX1099" fmla="*/ 5635186 w 7392467"/>
              <a:gd name="connsiteY1099" fmla="*/ 1179496 h 3320021"/>
              <a:gd name="connsiteX1100" fmla="*/ 5824840 w 7392467"/>
              <a:gd name="connsiteY1100" fmla="*/ 1609543 h 3320021"/>
              <a:gd name="connsiteX1101" fmla="*/ 5827277 w 7392467"/>
              <a:gd name="connsiteY1101" fmla="*/ 1289885 h 3320021"/>
              <a:gd name="connsiteX1102" fmla="*/ 5863448 w 7392467"/>
              <a:gd name="connsiteY1102" fmla="*/ 1683814 h 3320021"/>
              <a:gd name="connsiteX1103" fmla="*/ 5891257 w 7392467"/>
              <a:gd name="connsiteY1103" fmla="*/ 1735667 h 3320021"/>
              <a:gd name="connsiteX1104" fmla="*/ 5852706 w 7392467"/>
              <a:gd name="connsiteY1104" fmla="*/ 1447800 h 3320021"/>
              <a:gd name="connsiteX1105" fmla="*/ 5852870 w 7392467"/>
              <a:gd name="connsiteY1105" fmla="*/ 1447760 h 3320021"/>
              <a:gd name="connsiteX1106" fmla="*/ 5930341 w 7392467"/>
              <a:gd name="connsiteY1106" fmla="*/ 1806870 h 3320021"/>
              <a:gd name="connsiteX1107" fmla="*/ 5997794 w 7392467"/>
              <a:gd name="connsiteY1107" fmla="*/ 1926488 h 3320021"/>
              <a:gd name="connsiteX1108" fmla="*/ 6032116 w 7392467"/>
              <a:gd name="connsiteY1108" fmla="*/ 1767010 h 3320021"/>
              <a:gd name="connsiteX1109" fmla="*/ 6024488 w 7392467"/>
              <a:gd name="connsiteY1109" fmla="*/ 1712371 h 3320021"/>
              <a:gd name="connsiteX1110" fmla="*/ 6035617 w 7392467"/>
              <a:gd name="connsiteY1110" fmla="*/ 1754870 h 3320021"/>
              <a:gd name="connsiteX1111" fmla="*/ 6072532 w 7392467"/>
              <a:gd name="connsiteY1111" fmla="*/ 1639255 h 3320021"/>
              <a:gd name="connsiteX1112" fmla="*/ 6044098 w 7392467"/>
              <a:gd name="connsiteY1112" fmla="*/ 1784972 h 3320021"/>
              <a:gd name="connsiteX1113" fmla="*/ 6058787 w 7392467"/>
              <a:gd name="connsiteY1113" fmla="*/ 1832867 h 3320021"/>
              <a:gd name="connsiteX1114" fmla="*/ 6081863 w 7392467"/>
              <a:gd name="connsiteY1114" fmla="*/ 1655597 h 3320021"/>
              <a:gd name="connsiteX1115" fmla="*/ 6036160 w 7392467"/>
              <a:gd name="connsiteY1115" fmla="*/ 680050 h 3320021"/>
              <a:gd name="connsiteX1116" fmla="*/ 6036410 w 7392467"/>
              <a:gd name="connsiteY1116" fmla="*/ 679642 h 3320021"/>
              <a:gd name="connsiteX1117" fmla="*/ 6106495 w 7392467"/>
              <a:gd name="connsiteY1117" fmla="*/ 1543816 h 3320021"/>
              <a:gd name="connsiteX1118" fmla="*/ 6208645 w 7392467"/>
              <a:gd name="connsiteY1118" fmla="*/ 1251357 h 3320021"/>
              <a:gd name="connsiteX1119" fmla="*/ 6129842 w 7392467"/>
              <a:gd name="connsiteY1119" fmla="*/ 1595182 h 3320021"/>
              <a:gd name="connsiteX1120" fmla="*/ 6328420 w 7392467"/>
              <a:gd name="connsiteY1120" fmla="*/ 1945566 h 3320021"/>
              <a:gd name="connsiteX1121" fmla="*/ 6327578 w 7392467"/>
              <a:gd name="connsiteY1121" fmla="*/ 1711680 h 3320021"/>
              <a:gd name="connsiteX1122" fmla="*/ 6214999 w 7392467"/>
              <a:gd name="connsiteY1122" fmla="*/ 1034329 h 3320021"/>
              <a:gd name="connsiteX1123" fmla="*/ 6331767 w 7392467"/>
              <a:gd name="connsiteY1123" fmla="*/ 1503691 h 3320021"/>
              <a:gd name="connsiteX1124" fmla="*/ 6331824 w 7392467"/>
              <a:gd name="connsiteY1124" fmla="*/ 1501766 h 3320021"/>
              <a:gd name="connsiteX1125" fmla="*/ 6331965 w 7392467"/>
              <a:gd name="connsiteY1125" fmla="*/ 1504512 h 3320021"/>
              <a:gd name="connsiteX1126" fmla="*/ 6409385 w 7392467"/>
              <a:gd name="connsiteY1126" fmla="*/ 1728776 h 3320021"/>
              <a:gd name="connsiteX1127" fmla="*/ 6399233 w 7392467"/>
              <a:gd name="connsiteY1127" fmla="*/ 1601757 h 3320021"/>
              <a:gd name="connsiteX1128" fmla="*/ 6422738 w 7392467"/>
              <a:gd name="connsiteY1128" fmla="*/ 1764655 h 3320021"/>
              <a:gd name="connsiteX1129" fmla="*/ 6460405 w 7392467"/>
              <a:gd name="connsiteY1129" fmla="*/ 1863831 h 3320021"/>
              <a:gd name="connsiteX1130" fmla="*/ 6448974 w 7392467"/>
              <a:gd name="connsiteY1130" fmla="*/ 1773268 h 3320021"/>
              <a:gd name="connsiteX1131" fmla="*/ 6476459 w 7392467"/>
              <a:gd name="connsiteY1131" fmla="*/ 1905141 h 3320021"/>
              <a:gd name="connsiteX1132" fmla="*/ 6524637 w 7392467"/>
              <a:gd name="connsiteY1132" fmla="*/ 2026979 h 3320021"/>
              <a:gd name="connsiteX1133" fmla="*/ 6522504 w 7392467"/>
              <a:gd name="connsiteY1133" fmla="*/ 1961977 h 3320021"/>
              <a:gd name="connsiteX1134" fmla="*/ 6171658 w 7392467"/>
              <a:gd name="connsiteY1134" fmla="*/ 378151 h 3320021"/>
              <a:gd name="connsiteX1135" fmla="*/ 7360309 w 7392467"/>
              <a:gd name="connsiteY1135" fmla="*/ 0 h 3320021"/>
              <a:gd name="connsiteX1136" fmla="*/ 7392467 w 7392467"/>
              <a:gd name="connsiteY1136" fmla="*/ 248068 h 3320021"/>
              <a:gd name="connsiteX1137" fmla="*/ 7392467 w 7392467"/>
              <a:gd name="connsiteY1137" fmla="*/ 725824 h 332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</a:cxnLst>
            <a:rect l="l" t="t" r="r" b="b"/>
            <a:pathLst>
              <a:path w="7392467" h="3320021">
                <a:moveTo>
                  <a:pt x="4769429" y="3288465"/>
                </a:moveTo>
                <a:lnTo>
                  <a:pt x="4769265" y="3288505"/>
                </a:lnTo>
                <a:lnTo>
                  <a:pt x="4769628" y="3289286"/>
                </a:lnTo>
                <a:lnTo>
                  <a:pt x="4771214" y="3295855"/>
                </a:lnTo>
                <a:cubicBezTo>
                  <a:pt x="4771139" y="3294829"/>
                  <a:pt x="4771190" y="3293601"/>
                  <a:pt x="4771077" y="3292412"/>
                </a:cubicBezTo>
                <a:lnTo>
                  <a:pt x="4769628" y="3289286"/>
                </a:lnTo>
                <a:close/>
                <a:moveTo>
                  <a:pt x="2410148" y="3174097"/>
                </a:moveTo>
                <a:cubicBezTo>
                  <a:pt x="2412141" y="3180915"/>
                  <a:pt x="2414259" y="3187529"/>
                  <a:pt x="2416252" y="3194346"/>
                </a:cubicBezTo>
                <a:cubicBezTo>
                  <a:pt x="2416524" y="3191153"/>
                  <a:pt x="2417000" y="3188084"/>
                  <a:pt x="2417311" y="3185055"/>
                </a:cubicBezTo>
                <a:cubicBezTo>
                  <a:pt x="2414882" y="3181470"/>
                  <a:pt x="2412578" y="3177681"/>
                  <a:pt x="2410148" y="3174097"/>
                </a:cubicBezTo>
                <a:close/>
                <a:moveTo>
                  <a:pt x="887593" y="3150243"/>
                </a:moveTo>
                <a:cubicBezTo>
                  <a:pt x="890956" y="3164898"/>
                  <a:pt x="894155" y="3179593"/>
                  <a:pt x="897684" y="3194209"/>
                </a:cubicBezTo>
                <a:cubicBezTo>
                  <a:pt x="898652" y="3191020"/>
                  <a:pt x="899292" y="3187911"/>
                  <a:pt x="900260" y="3184723"/>
                </a:cubicBezTo>
                <a:cubicBezTo>
                  <a:pt x="895929" y="3173256"/>
                  <a:pt x="891925" y="3161711"/>
                  <a:pt x="887593" y="3150243"/>
                </a:cubicBezTo>
                <a:close/>
                <a:moveTo>
                  <a:pt x="2046163" y="3140653"/>
                </a:moveTo>
                <a:lnTo>
                  <a:pt x="2046262" y="3141563"/>
                </a:lnTo>
                <a:lnTo>
                  <a:pt x="2058258" y="3290838"/>
                </a:lnTo>
                <a:cubicBezTo>
                  <a:pt x="2059458" y="3294371"/>
                  <a:pt x="2060699" y="3298070"/>
                  <a:pt x="2061939" y="3301767"/>
                </a:cubicBezTo>
                <a:cubicBezTo>
                  <a:pt x="2060529" y="3283686"/>
                  <a:pt x="2059284" y="3265565"/>
                  <a:pt x="2057873" y="3247485"/>
                </a:cubicBezTo>
                <a:lnTo>
                  <a:pt x="2046262" y="3141563"/>
                </a:lnTo>
                <a:lnTo>
                  <a:pt x="2046202" y="3140817"/>
                </a:lnTo>
                <a:close/>
                <a:moveTo>
                  <a:pt x="1567350" y="3109552"/>
                </a:moveTo>
                <a:cubicBezTo>
                  <a:pt x="1575839" y="3164158"/>
                  <a:pt x="1585024" y="3218768"/>
                  <a:pt x="1594169" y="3273215"/>
                </a:cubicBezTo>
                <a:cubicBezTo>
                  <a:pt x="1596909" y="3243531"/>
                  <a:pt x="1599368" y="3213395"/>
                  <a:pt x="1601944" y="3183751"/>
                </a:cubicBezTo>
                <a:cubicBezTo>
                  <a:pt x="1601995" y="3227880"/>
                  <a:pt x="1601756" y="3272253"/>
                  <a:pt x="1601683" y="3316586"/>
                </a:cubicBezTo>
                <a:lnTo>
                  <a:pt x="1602292" y="3320021"/>
                </a:lnTo>
                <a:lnTo>
                  <a:pt x="1587914" y="3320021"/>
                </a:lnTo>
                <a:close/>
                <a:moveTo>
                  <a:pt x="3829693" y="3107421"/>
                </a:moveTo>
                <a:cubicBezTo>
                  <a:pt x="3831171" y="3117145"/>
                  <a:pt x="3832524" y="3127072"/>
                  <a:pt x="3834166" y="3136755"/>
                </a:cubicBezTo>
                <a:cubicBezTo>
                  <a:pt x="3836431" y="3140378"/>
                  <a:pt x="3838736" y="3144167"/>
                  <a:pt x="3841001" y="3147791"/>
                </a:cubicBezTo>
                <a:lnTo>
                  <a:pt x="3841205" y="3147916"/>
                </a:lnTo>
                <a:cubicBezTo>
                  <a:pt x="3840226" y="3142417"/>
                  <a:pt x="3839286" y="3137083"/>
                  <a:pt x="3838470" y="3131545"/>
                </a:cubicBezTo>
                <a:cubicBezTo>
                  <a:pt x="3835463" y="3123408"/>
                  <a:pt x="3832660" y="3115395"/>
                  <a:pt x="3829693" y="3107421"/>
                </a:cubicBezTo>
                <a:close/>
                <a:moveTo>
                  <a:pt x="4741332" y="3100781"/>
                </a:moveTo>
                <a:cubicBezTo>
                  <a:pt x="4741966" y="3118528"/>
                  <a:pt x="4743460" y="3136241"/>
                  <a:pt x="4745284" y="3153874"/>
                </a:cubicBezTo>
                <a:cubicBezTo>
                  <a:pt x="4749242" y="3160913"/>
                  <a:pt x="4753201" y="3167952"/>
                  <a:pt x="4757158" y="3174990"/>
                </a:cubicBezTo>
                <a:cubicBezTo>
                  <a:pt x="4752787" y="3153280"/>
                  <a:pt x="4748743" y="3131490"/>
                  <a:pt x="4745233" y="3109745"/>
                </a:cubicBezTo>
                <a:cubicBezTo>
                  <a:pt x="4743987" y="3106744"/>
                  <a:pt x="4742578" y="3103783"/>
                  <a:pt x="4741332" y="3100781"/>
                </a:cubicBezTo>
                <a:close/>
                <a:moveTo>
                  <a:pt x="355025" y="3093712"/>
                </a:moveTo>
                <a:cubicBezTo>
                  <a:pt x="358898" y="3126317"/>
                  <a:pt x="363303" y="3158968"/>
                  <a:pt x="368161" y="3191336"/>
                </a:cubicBezTo>
                <a:cubicBezTo>
                  <a:pt x="370591" y="3174762"/>
                  <a:pt x="373513" y="3158068"/>
                  <a:pt x="376435" y="3141375"/>
                </a:cubicBezTo>
                <a:cubicBezTo>
                  <a:pt x="369272" y="3125378"/>
                  <a:pt x="362148" y="3109544"/>
                  <a:pt x="355025" y="3093712"/>
                </a:cubicBezTo>
                <a:close/>
                <a:moveTo>
                  <a:pt x="4740901" y="3083159"/>
                </a:moveTo>
                <a:cubicBezTo>
                  <a:pt x="4740947" y="3087667"/>
                  <a:pt x="4741031" y="3092338"/>
                  <a:pt x="4741240" y="3096806"/>
                </a:cubicBezTo>
                <a:lnTo>
                  <a:pt x="4741076" y="3096845"/>
                </a:lnTo>
                <a:cubicBezTo>
                  <a:pt x="4742005" y="3098533"/>
                  <a:pt x="4742934" y="3100221"/>
                  <a:pt x="4743863" y="3101908"/>
                </a:cubicBezTo>
                <a:cubicBezTo>
                  <a:pt x="4742888" y="3095713"/>
                  <a:pt x="4741914" y="3089518"/>
                  <a:pt x="4740901" y="3083159"/>
                </a:cubicBezTo>
                <a:close/>
                <a:moveTo>
                  <a:pt x="1004635" y="3062036"/>
                </a:moveTo>
                <a:cubicBezTo>
                  <a:pt x="1003219" y="3090010"/>
                  <a:pt x="1001967" y="3117943"/>
                  <a:pt x="1001373" y="3145719"/>
                </a:cubicBezTo>
                <a:cubicBezTo>
                  <a:pt x="1002341" y="3147571"/>
                  <a:pt x="1003309" y="3149423"/>
                  <a:pt x="1004153" y="3151478"/>
                </a:cubicBezTo>
                <a:cubicBezTo>
                  <a:pt x="1004600" y="3121652"/>
                  <a:pt x="1004845" y="3091703"/>
                  <a:pt x="1004635" y="3062036"/>
                </a:cubicBezTo>
                <a:close/>
                <a:moveTo>
                  <a:pt x="2326035" y="3052418"/>
                </a:moveTo>
                <a:cubicBezTo>
                  <a:pt x="2327207" y="3069513"/>
                  <a:pt x="2328747" y="3086694"/>
                  <a:pt x="2330248" y="3103710"/>
                </a:cubicBezTo>
                <a:cubicBezTo>
                  <a:pt x="2338464" y="3116151"/>
                  <a:pt x="2346516" y="3128631"/>
                  <a:pt x="2354405" y="3141152"/>
                </a:cubicBezTo>
                <a:cubicBezTo>
                  <a:pt x="2351698" y="3126338"/>
                  <a:pt x="2349031" y="3111688"/>
                  <a:pt x="2346488" y="3096835"/>
                </a:cubicBezTo>
                <a:cubicBezTo>
                  <a:pt x="2344467" y="3088461"/>
                  <a:pt x="2342649" y="3080210"/>
                  <a:pt x="2340667" y="3071999"/>
                </a:cubicBezTo>
                <a:cubicBezTo>
                  <a:pt x="2335966" y="3065487"/>
                  <a:pt x="2330939" y="3059054"/>
                  <a:pt x="2326035" y="3052418"/>
                </a:cubicBezTo>
                <a:close/>
                <a:moveTo>
                  <a:pt x="3651551" y="3040415"/>
                </a:moveTo>
                <a:lnTo>
                  <a:pt x="3651386" y="3040454"/>
                </a:lnTo>
                <a:cubicBezTo>
                  <a:pt x="3663850" y="3110089"/>
                  <a:pt x="3679106" y="3179049"/>
                  <a:pt x="3696495" y="3247493"/>
                </a:cubicBezTo>
                <a:cubicBezTo>
                  <a:pt x="3704605" y="3263088"/>
                  <a:pt x="3712713" y="3278684"/>
                  <a:pt x="3720862" y="3294443"/>
                </a:cubicBezTo>
                <a:cubicBezTo>
                  <a:pt x="3715516" y="3246378"/>
                  <a:pt x="3709475" y="3198308"/>
                  <a:pt x="3702447" y="3150475"/>
                </a:cubicBezTo>
                <a:cubicBezTo>
                  <a:pt x="3686399" y="3113509"/>
                  <a:pt x="3669366" y="3076781"/>
                  <a:pt x="3651551" y="3040415"/>
                </a:cubicBezTo>
                <a:close/>
                <a:moveTo>
                  <a:pt x="2299284" y="3016471"/>
                </a:moveTo>
                <a:cubicBezTo>
                  <a:pt x="2306901" y="3042265"/>
                  <a:pt x="2315214" y="3068063"/>
                  <a:pt x="2323815" y="3093619"/>
                </a:cubicBezTo>
                <a:cubicBezTo>
                  <a:pt x="2324019" y="3093743"/>
                  <a:pt x="2324138" y="3094236"/>
                  <a:pt x="2324138" y="3094236"/>
                </a:cubicBezTo>
                <a:lnTo>
                  <a:pt x="2324342" y="3094361"/>
                </a:lnTo>
                <a:cubicBezTo>
                  <a:pt x="2324704" y="3080023"/>
                  <a:pt x="2324738" y="3065764"/>
                  <a:pt x="2325265" y="3051387"/>
                </a:cubicBezTo>
                <a:cubicBezTo>
                  <a:pt x="2316674" y="3039558"/>
                  <a:pt x="2308000" y="3028096"/>
                  <a:pt x="2299284" y="3016471"/>
                </a:cubicBezTo>
                <a:close/>
                <a:moveTo>
                  <a:pt x="2258287" y="3009336"/>
                </a:moveTo>
                <a:lnTo>
                  <a:pt x="2258162" y="3009540"/>
                </a:lnTo>
                <a:cubicBezTo>
                  <a:pt x="2258796" y="3017207"/>
                  <a:pt x="2259595" y="3024835"/>
                  <a:pt x="2260229" y="3032502"/>
                </a:cubicBezTo>
                <a:cubicBezTo>
                  <a:pt x="2261011" y="3027100"/>
                  <a:pt x="2261628" y="3021737"/>
                  <a:pt x="2262449" y="3016500"/>
                </a:cubicBezTo>
                <a:cubicBezTo>
                  <a:pt x="2261157" y="3014031"/>
                  <a:pt x="2259743" y="3011765"/>
                  <a:pt x="2258287" y="3009336"/>
                </a:cubicBezTo>
                <a:close/>
                <a:moveTo>
                  <a:pt x="2256073" y="2984324"/>
                </a:moveTo>
                <a:cubicBezTo>
                  <a:pt x="2256367" y="2988424"/>
                  <a:pt x="2256825" y="2992483"/>
                  <a:pt x="2257120" y="2996584"/>
                </a:cubicBezTo>
                <a:lnTo>
                  <a:pt x="2257284" y="2996544"/>
                </a:lnTo>
                <a:cubicBezTo>
                  <a:pt x="2259431" y="2999675"/>
                  <a:pt x="2261905" y="3002728"/>
                  <a:pt x="2264051" y="3005860"/>
                </a:cubicBezTo>
                <a:cubicBezTo>
                  <a:pt x="2264011" y="3005695"/>
                  <a:pt x="2263972" y="3005531"/>
                  <a:pt x="2263972" y="3005531"/>
                </a:cubicBezTo>
                <a:cubicBezTo>
                  <a:pt x="2261243" y="2998543"/>
                  <a:pt x="2258802" y="2991312"/>
                  <a:pt x="2256073" y="2984324"/>
                </a:cubicBezTo>
                <a:close/>
                <a:moveTo>
                  <a:pt x="4836566" y="2978388"/>
                </a:moveTo>
                <a:lnTo>
                  <a:pt x="4836402" y="2978428"/>
                </a:lnTo>
                <a:lnTo>
                  <a:pt x="4836598" y="2979223"/>
                </a:lnTo>
                <a:lnTo>
                  <a:pt x="4837172" y="2994578"/>
                </a:lnTo>
                <a:cubicBezTo>
                  <a:pt x="4839952" y="3005376"/>
                  <a:pt x="4843022" y="3015932"/>
                  <a:pt x="4846091" y="3026487"/>
                </a:cubicBezTo>
                <a:cubicBezTo>
                  <a:pt x="4846131" y="3026652"/>
                  <a:pt x="4846171" y="3026816"/>
                  <a:pt x="4846210" y="3026979"/>
                </a:cubicBezTo>
                <a:cubicBezTo>
                  <a:pt x="4846391" y="3024850"/>
                  <a:pt x="4846572" y="3022721"/>
                  <a:pt x="4846754" y="3020592"/>
                </a:cubicBezTo>
                <a:lnTo>
                  <a:pt x="4836598" y="2979223"/>
                </a:lnTo>
                <a:close/>
                <a:moveTo>
                  <a:pt x="2269035" y="2977546"/>
                </a:moveTo>
                <a:lnTo>
                  <a:pt x="2268870" y="2977585"/>
                </a:lnTo>
                <a:cubicBezTo>
                  <a:pt x="2271571" y="2983016"/>
                  <a:pt x="2274108" y="2988486"/>
                  <a:pt x="2276645" y="2993956"/>
                </a:cubicBezTo>
                <a:cubicBezTo>
                  <a:pt x="2276299" y="2991085"/>
                  <a:pt x="2275626" y="2988293"/>
                  <a:pt x="2275280" y="2985422"/>
                </a:cubicBezTo>
                <a:cubicBezTo>
                  <a:pt x="2273254" y="2982784"/>
                  <a:pt x="2271062" y="2980185"/>
                  <a:pt x="2269035" y="2977546"/>
                </a:cubicBezTo>
                <a:close/>
                <a:moveTo>
                  <a:pt x="3815202" y="2959552"/>
                </a:moveTo>
                <a:cubicBezTo>
                  <a:pt x="3829263" y="3009163"/>
                  <a:pt x="3842377" y="3059176"/>
                  <a:pt x="3855203" y="3109432"/>
                </a:cubicBezTo>
                <a:lnTo>
                  <a:pt x="3855407" y="3109556"/>
                </a:lnTo>
                <a:cubicBezTo>
                  <a:pt x="3857904" y="3114863"/>
                  <a:pt x="3860442" y="3120333"/>
                  <a:pt x="3862938" y="3125639"/>
                </a:cubicBezTo>
                <a:cubicBezTo>
                  <a:pt x="3862870" y="3103758"/>
                  <a:pt x="3863006" y="3082002"/>
                  <a:pt x="3862609" y="3060201"/>
                </a:cubicBezTo>
                <a:cubicBezTo>
                  <a:pt x="3849892" y="3031989"/>
                  <a:pt x="3837173" y="3003778"/>
                  <a:pt x="3824166" y="2975810"/>
                </a:cubicBezTo>
                <a:cubicBezTo>
                  <a:pt x="3821137" y="2970458"/>
                  <a:pt x="3818068" y="2964943"/>
                  <a:pt x="3815202" y="2959552"/>
                </a:cubicBezTo>
                <a:close/>
                <a:moveTo>
                  <a:pt x="3806335" y="2946574"/>
                </a:moveTo>
                <a:cubicBezTo>
                  <a:pt x="3810163" y="2974672"/>
                  <a:pt x="3813991" y="3002770"/>
                  <a:pt x="3817943" y="3030664"/>
                </a:cubicBezTo>
                <a:lnTo>
                  <a:pt x="3823516" y="3042079"/>
                </a:lnTo>
                <a:lnTo>
                  <a:pt x="3823623" y="3042675"/>
                </a:lnTo>
                <a:lnTo>
                  <a:pt x="3823787" y="3042635"/>
                </a:lnTo>
                <a:lnTo>
                  <a:pt x="3823516" y="3042079"/>
                </a:lnTo>
                <a:close/>
                <a:moveTo>
                  <a:pt x="3959255" y="2945809"/>
                </a:moveTo>
                <a:cubicBezTo>
                  <a:pt x="3964396" y="2978630"/>
                  <a:pt x="3969703" y="3011411"/>
                  <a:pt x="3975337" y="3044113"/>
                </a:cubicBezTo>
                <a:cubicBezTo>
                  <a:pt x="3978146" y="3051429"/>
                  <a:pt x="3981322" y="3058831"/>
                  <a:pt x="3984295" y="3066107"/>
                </a:cubicBezTo>
                <a:cubicBezTo>
                  <a:pt x="3985116" y="3055830"/>
                  <a:pt x="3985977" y="3045716"/>
                  <a:pt x="3986634" y="3035477"/>
                </a:cubicBezTo>
                <a:cubicBezTo>
                  <a:pt x="3977658" y="3005494"/>
                  <a:pt x="3968558" y="2975714"/>
                  <a:pt x="3959255" y="2945809"/>
                </a:cubicBezTo>
                <a:close/>
                <a:moveTo>
                  <a:pt x="2708169" y="2945060"/>
                </a:moveTo>
                <a:cubicBezTo>
                  <a:pt x="2716255" y="2973520"/>
                  <a:pt x="2725366" y="3001908"/>
                  <a:pt x="2735423" y="3029892"/>
                </a:cubicBezTo>
                <a:cubicBezTo>
                  <a:pt x="2732846" y="3014178"/>
                  <a:pt x="2730106" y="2998504"/>
                  <a:pt x="2727568" y="2982955"/>
                </a:cubicBezTo>
                <a:cubicBezTo>
                  <a:pt x="2721198" y="2970242"/>
                  <a:pt x="2714704" y="2957732"/>
                  <a:pt x="2708169" y="2945060"/>
                </a:cubicBezTo>
                <a:close/>
                <a:moveTo>
                  <a:pt x="4679790" y="2944457"/>
                </a:moveTo>
                <a:cubicBezTo>
                  <a:pt x="4679988" y="2945278"/>
                  <a:pt x="4680351" y="2946060"/>
                  <a:pt x="4680549" y="2946881"/>
                </a:cubicBezTo>
                <a:cubicBezTo>
                  <a:pt x="4695470" y="2991418"/>
                  <a:pt x="4708545" y="3036227"/>
                  <a:pt x="4720471" y="3081313"/>
                </a:cubicBezTo>
                <a:cubicBezTo>
                  <a:pt x="4722186" y="3061783"/>
                  <a:pt x="4724394" y="3042133"/>
                  <a:pt x="4727424" y="3022285"/>
                </a:cubicBezTo>
                <a:cubicBezTo>
                  <a:pt x="4721105" y="3008344"/>
                  <a:pt x="4714581" y="2994278"/>
                  <a:pt x="4708058" y="2980212"/>
                </a:cubicBezTo>
                <a:cubicBezTo>
                  <a:pt x="4698895" y="2968172"/>
                  <a:pt x="4689609" y="2956338"/>
                  <a:pt x="4679790" y="2944457"/>
                </a:cubicBezTo>
                <a:close/>
                <a:moveTo>
                  <a:pt x="1830699" y="2921904"/>
                </a:moveTo>
                <a:lnTo>
                  <a:pt x="1830534" y="2921944"/>
                </a:lnTo>
                <a:cubicBezTo>
                  <a:pt x="1830156" y="2923251"/>
                  <a:pt x="1829776" y="2924560"/>
                  <a:pt x="1829396" y="2925867"/>
                </a:cubicBezTo>
                <a:cubicBezTo>
                  <a:pt x="1829764" y="2925952"/>
                  <a:pt x="1830172" y="2926201"/>
                  <a:pt x="1830580" y="2926451"/>
                </a:cubicBezTo>
                <a:cubicBezTo>
                  <a:pt x="1830716" y="2924853"/>
                  <a:pt x="1830727" y="2923461"/>
                  <a:pt x="1830699" y="2921904"/>
                </a:cubicBezTo>
                <a:close/>
                <a:moveTo>
                  <a:pt x="2985548" y="2901220"/>
                </a:moveTo>
                <a:lnTo>
                  <a:pt x="2985385" y="2901260"/>
                </a:lnTo>
                <a:cubicBezTo>
                  <a:pt x="2992203" y="2914385"/>
                  <a:pt x="2998896" y="2927716"/>
                  <a:pt x="3005549" y="2940881"/>
                </a:cubicBezTo>
                <a:cubicBezTo>
                  <a:pt x="3005595" y="2940349"/>
                  <a:pt x="3005804" y="2939777"/>
                  <a:pt x="3005686" y="2939285"/>
                </a:cubicBezTo>
                <a:cubicBezTo>
                  <a:pt x="3005272" y="2934691"/>
                  <a:pt x="3004983" y="2929895"/>
                  <a:pt x="3004569" y="2925303"/>
                </a:cubicBezTo>
                <a:cubicBezTo>
                  <a:pt x="2998285" y="2917262"/>
                  <a:pt x="2991998" y="2909221"/>
                  <a:pt x="2985548" y="2901220"/>
                </a:cubicBezTo>
                <a:close/>
                <a:moveTo>
                  <a:pt x="3650244" y="2863643"/>
                </a:moveTo>
                <a:cubicBezTo>
                  <a:pt x="3649847" y="2867041"/>
                  <a:pt x="3649286" y="2870478"/>
                  <a:pt x="3648890" y="2873876"/>
                </a:cubicBezTo>
                <a:cubicBezTo>
                  <a:pt x="3650633" y="2876062"/>
                  <a:pt x="3652214" y="2878287"/>
                  <a:pt x="3653958" y="2880473"/>
                </a:cubicBezTo>
                <a:cubicBezTo>
                  <a:pt x="3652775" y="2874850"/>
                  <a:pt x="3651593" y="2869227"/>
                  <a:pt x="3650244" y="2863643"/>
                </a:cubicBezTo>
                <a:close/>
                <a:moveTo>
                  <a:pt x="4284287" y="2856753"/>
                </a:moveTo>
                <a:cubicBezTo>
                  <a:pt x="4287587" y="2868990"/>
                  <a:pt x="4290724" y="2881267"/>
                  <a:pt x="4294026" y="2893504"/>
                </a:cubicBezTo>
                <a:cubicBezTo>
                  <a:pt x="4294383" y="2889943"/>
                  <a:pt x="4294615" y="2886584"/>
                  <a:pt x="4294972" y="2883022"/>
                </a:cubicBezTo>
                <a:cubicBezTo>
                  <a:pt x="4291479" y="2874308"/>
                  <a:pt x="4287946" y="2865429"/>
                  <a:pt x="4284287" y="2856753"/>
                </a:cubicBezTo>
                <a:close/>
                <a:moveTo>
                  <a:pt x="3324307" y="2847430"/>
                </a:moveTo>
                <a:lnTo>
                  <a:pt x="3331239" y="2910655"/>
                </a:lnTo>
                <a:lnTo>
                  <a:pt x="3331209" y="2910586"/>
                </a:lnTo>
                <a:lnTo>
                  <a:pt x="3331249" y="2910750"/>
                </a:lnTo>
                <a:lnTo>
                  <a:pt x="3331239" y="2910655"/>
                </a:lnTo>
                <a:lnTo>
                  <a:pt x="3346249" y="2945537"/>
                </a:lnTo>
                <a:cubicBezTo>
                  <a:pt x="3345394" y="2919675"/>
                  <a:pt x="3343802" y="2893644"/>
                  <a:pt x="3342252" y="2867777"/>
                </a:cubicBezTo>
                <a:cubicBezTo>
                  <a:pt x="3336447" y="2861010"/>
                  <a:pt x="3330439" y="2854118"/>
                  <a:pt x="3324307" y="2847430"/>
                </a:cubicBezTo>
                <a:close/>
                <a:moveTo>
                  <a:pt x="3173232" y="2837844"/>
                </a:moveTo>
                <a:cubicBezTo>
                  <a:pt x="3172978" y="2838947"/>
                  <a:pt x="3172887" y="2840012"/>
                  <a:pt x="3172797" y="2841077"/>
                </a:cubicBezTo>
                <a:cubicBezTo>
                  <a:pt x="3173317" y="2842515"/>
                  <a:pt x="3173799" y="2843790"/>
                  <a:pt x="3174156" y="2845267"/>
                </a:cubicBezTo>
                <a:lnTo>
                  <a:pt x="3174320" y="2845228"/>
                </a:lnTo>
                <a:cubicBezTo>
                  <a:pt x="3173890" y="2842725"/>
                  <a:pt x="3173499" y="2840386"/>
                  <a:pt x="3173232" y="2837844"/>
                </a:cubicBezTo>
                <a:close/>
                <a:moveTo>
                  <a:pt x="4636736" y="2827291"/>
                </a:moveTo>
                <a:cubicBezTo>
                  <a:pt x="4644489" y="2846448"/>
                  <a:pt x="4652117" y="2865809"/>
                  <a:pt x="4659212" y="2885124"/>
                </a:cubicBezTo>
                <a:cubicBezTo>
                  <a:pt x="4661777" y="2887112"/>
                  <a:pt x="4664177" y="2889139"/>
                  <a:pt x="4666580" y="2891166"/>
                </a:cubicBezTo>
                <a:cubicBezTo>
                  <a:pt x="4656714" y="2869739"/>
                  <a:pt x="4646725" y="2848515"/>
                  <a:pt x="4636736" y="2827291"/>
                </a:cubicBezTo>
                <a:close/>
                <a:moveTo>
                  <a:pt x="2476045" y="2825045"/>
                </a:moveTo>
                <a:cubicBezTo>
                  <a:pt x="2476407" y="2956861"/>
                  <a:pt x="2477873" y="3088931"/>
                  <a:pt x="2481186" y="3220729"/>
                </a:cubicBezTo>
                <a:cubicBezTo>
                  <a:pt x="2504657" y="3251732"/>
                  <a:pt x="2527223" y="3283302"/>
                  <a:pt x="2549336" y="3315154"/>
                </a:cubicBezTo>
                <a:cubicBezTo>
                  <a:pt x="2550378" y="3292832"/>
                  <a:pt x="2552037" y="3270187"/>
                  <a:pt x="2554722" y="3247468"/>
                </a:cubicBezTo>
                <a:cubicBezTo>
                  <a:pt x="2553232" y="3224020"/>
                  <a:pt x="2552071" y="3200491"/>
                  <a:pt x="2551731" y="3176765"/>
                </a:cubicBezTo>
                <a:cubicBezTo>
                  <a:pt x="2547881" y="3156492"/>
                  <a:pt x="2544030" y="3136220"/>
                  <a:pt x="2540179" y="3115947"/>
                </a:cubicBezTo>
                <a:cubicBezTo>
                  <a:pt x="2537682" y="3110641"/>
                  <a:pt x="2535389" y="3105460"/>
                  <a:pt x="2532892" y="3100155"/>
                </a:cubicBezTo>
                <a:cubicBezTo>
                  <a:pt x="2535157" y="3103778"/>
                  <a:pt x="2537093" y="3107482"/>
                  <a:pt x="2539195" y="3111146"/>
                </a:cubicBezTo>
                <a:cubicBezTo>
                  <a:pt x="2520388" y="3015237"/>
                  <a:pt x="2499777" y="2919765"/>
                  <a:pt x="2476045" y="2825045"/>
                </a:cubicBezTo>
                <a:close/>
                <a:moveTo>
                  <a:pt x="130172" y="2800068"/>
                </a:moveTo>
                <a:cubicBezTo>
                  <a:pt x="134430" y="2886107"/>
                  <a:pt x="142958" y="2971114"/>
                  <a:pt x="154606" y="3055369"/>
                </a:cubicBezTo>
                <a:cubicBezTo>
                  <a:pt x="156530" y="3045347"/>
                  <a:pt x="158417" y="3035160"/>
                  <a:pt x="160631" y="3024893"/>
                </a:cubicBezTo>
                <a:cubicBezTo>
                  <a:pt x="158672" y="3039095"/>
                  <a:pt x="157370" y="3053139"/>
                  <a:pt x="156396" y="3067103"/>
                </a:cubicBezTo>
                <a:cubicBezTo>
                  <a:pt x="165342" y="3130807"/>
                  <a:pt x="176260" y="3194037"/>
                  <a:pt x="188820" y="3256870"/>
                </a:cubicBezTo>
                <a:cubicBezTo>
                  <a:pt x="193027" y="3238302"/>
                  <a:pt x="197602" y="3219819"/>
                  <a:pt x="202177" y="3201336"/>
                </a:cubicBezTo>
                <a:lnTo>
                  <a:pt x="202342" y="3201297"/>
                </a:lnTo>
                <a:cubicBezTo>
                  <a:pt x="172223" y="3070755"/>
                  <a:pt x="148179" y="2938747"/>
                  <a:pt x="132143" y="2804632"/>
                </a:cubicBezTo>
                <a:cubicBezTo>
                  <a:pt x="131582" y="2803030"/>
                  <a:pt x="130897" y="2801631"/>
                  <a:pt x="130172" y="2800068"/>
                </a:cubicBezTo>
                <a:close/>
                <a:moveTo>
                  <a:pt x="1253186" y="2794368"/>
                </a:moveTo>
                <a:cubicBezTo>
                  <a:pt x="1255381" y="2892374"/>
                  <a:pt x="1264062" y="2988815"/>
                  <a:pt x="1277746" y="3084027"/>
                </a:cubicBezTo>
                <a:lnTo>
                  <a:pt x="1323377" y="3320021"/>
                </a:lnTo>
                <a:lnTo>
                  <a:pt x="1271613" y="3320021"/>
                </a:lnTo>
                <a:lnTo>
                  <a:pt x="1255064" y="3196510"/>
                </a:lnTo>
                <a:cubicBezTo>
                  <a:pt x="1244652" y="3064101"/>
                  <a:pt x="1242719" y="2930275"/>
                  <a:pt x="1253186" y="2794368"/>
                </a:cubicBezTo>
                <a:close/>
                <a:moveTo>
                  <a:pt x="536021" y="2784480"/>
                </a:moveTo>
                <a:cubicBezTo>
                  <a:pt x="548830" y="2831785"/>
                  <a:pt x="559996" y="2879488"/>
                  <a:pt x="569646" y="2927383"/>
                </a:cubicBezTo>
                <a:cubicBezTo>
                  <a:pt x="573961" y="2935899"/>
                  <a:pt x="578400" y="2944213"/>
                  <a:pt x="582550" y="2952769"/>
                </a:cubicBezTo>
                <a:cubicBezTo>
                  <a:pt x="573570" y="2903322"/>
                  <a:pt x="562454" y="2854391"/>
                  <a:pt x="548179" y="2806049"/>
                </a:cubicBezTo>
                <a:cubicBezTo>
                  <a:pt x="572363" y="2870246"/>
                  <a:pt x="590886" y="2935464"/>
                  <a:pt x="605592" y="3001428"/>
                </a:cubicBezTo>
                <a:cubicBezTo>
                  <a:pt x="621742" y="3035937"/>
                  <a:pt x="637195" y="3070439"/>
                  <a:pt x="651907" y="3105468"/>
                </a:cubicBezTo>
                <a:cubicBezTo>
                  <a:pt x="652332" y="3063309"/>
                  <a:pt x="653249" y="3021032"/>
                  <a:pt x="654699" y="2978800"/>
                </a:cubicBezTo>
                <a:cubicBezTo>
                  <a:pt x="616674" y="2913425"/>
                  <a:pt x="577047" y="2848609"/>
                  <a:pt x="536060" y="2784644"/>
                </a:cubicBezTo>
                <a:close/>
                <a:moveTo>
                  <a:pt x="3723320" y="2780487"/>
                </a:moveTo>
                <a:cubicBezTo>
                  <a:pt x="3733065" y="2856860"/>
                  <a:pt x="3742030" y="2933595"/>
                  <a:pt x="3750422" y="3010120"/>
                </a:cubicBezTo>
                <a:cubicBezTo>
                  <a:pt x="3762897" y="3027963"/>
                  <a:pt x="3775003" y="3045721"/>
                  <a:pt x="3786985" y="3063683"/>
                </a:cubicBezTo>
                <a:cubicBezTo>
                  <a:pt x="3784958" y="3035846"/>
                  <a:pt x="3783220" y="3007765"/>
                  <a:pt x="3781521" y="2979848"/>
                </a:cubicBezTo>
                <a:cubicBezTo>
                  <a:pt x="3765835" y="2938624"/>
                  <a:pt x="3749698" y="2897682"/>
                  <a:pt x="3733435" y="2856945"/>
                </a:cubicBezTo>
                <a:cubicBezTo>
                  <a:pt x="3749034" y="2888458"/>
                  <a:pt x="3764471" y="2920010"/>
                  <a:pt x="3779907" y="2951563"/>
                </a:cubicBezTo>
                <a:cubicBezTo>
                  <a:pt x="3778690" y="2929959"/>
                  <a:pt x="3777308" y="2908396"/>
                  <a:pt x="3776254" y="2886754"/>
                </a:cubicBezTo>
                <a:cubicBezTo>
                  <a:pt x="3757856" y="2851571"/>
                  <a:pt x="3740076" y="2816066"/>
                  <a:pt x="3723320" y="2780487"/>
                </a:cubicBezTo>
                <a:close/>
                <a:moveTo>
                  <a:pt x="3140870" y="2776488"/>
                </a:moveTo>
                <a:cubicBezTo>
                  <a:pt x="3140977" y="2788454"/>
                  <a:pt x="3141125" y="2800583"/>
                  <a:pt x="3141272" y="2812712"/>
                </a:cubicBezTo>
                <a:cubicBezTo>
                  <a:pt x="3145728" y="2818936"/>
                  <a:pt x="3150350" y="2825120"/>
                  <a:pt x="3154971" y="2831303"/>
                </a:cubicBezTo>
                <a:cubicBezTo>
                  <a:pt x="3150367" y="2812951"/>
                  <a:pt x="3145803" y="2794762"/>
                  <a:pt x="3140870" y="2776488"/>
                </a:cubicBezTo>
                <a:close/>
                <a:moveTo>
                  <a:pt x="4239115" y="2753132"/>
                </a:moveTo>
                <a:cubicBezTo>
                  <a:pt x="4252740" y="2846294"/>
                  <a:pt x="4267554" y="2939343"/>
                  <a:pt x="4283516" y="3032114"/>
                </a:cubicBezTo>
                <a:lnTo>
                  <a:pt x="4283680" y="3032075"/>
                </a:lnTo>
                <a:cubicBezTo>
                  <a:pt x="4285289" y="3005619"/>
                  <a:pt x="4287225" y="2979084"/>
                  <a:pt x="4289326" y="2952509"/>
                </a:cubicBezTo>
                <a:cubicBezTo>
                  <a:pt x="4281024" y="2905158"/>
                  <a:pt x="4272888" y="2857767"/>
                  <a:pt x="4264586" y="2810416"/>
                </a:cubicBezTo>
                <a:cubicBezTo>
                  <a:pt x="4256138" y="2791253"/>
                  <a:pt x="4247689" y="2772091"/>
                  <a:pt x="4239115" y="2753132"/>
                </a:cubicBezTo>
                <a:close/>
                <a:moveTo>
                  <a:pt x="1334332" y="2751841"/>
                </a:moveTo>
                <a:lnTo>
                  <a:pt x="1334168" y="2751881"/>
                </a:lnTo>
                <a:lnTo>
                  <a:pt x="1334451" y="2752258"/>
                </a:lnTo>
                <a:lnTo>
                  <a:pt x="1395999" y="2968439"/>
                </a:lnTo>
                <a:cubicBezTo>
                  <a:pt x="1403406" y="2934326"/>
                  <a:pt x="1411509" y="2900221"/>
                  <a:pt x="1419980" y="2866199"/>
                </a:cubicBezTo>
                <a:lnTo>
                  <a:pt x="1334451" y="2752258"/>
                </a:lnTo>
                <a:close/>
                <a:moveTo>
                  <a:pt x="3140372" y="2731946"/>
                </a:moveTo>
                <a:cubicBezTo>
                  <a:pt x="3140367" y="2737682"/>
                  <a:pt x="3140564" y="2743543"/>
                  <a:pt x="3140559" y="2749280"/>
                </a:cubicBezTo>
                <a:cubicBezTo>
                  <a:pt x="3148980" y="2771924"/>
                  <a:pt x="3157072" y="2794649"/>
                  <a:pt x="3164834" y="2817452"/>
                </a:cubicBezTo>
                <a:cubicBezTo>
                  <a:pt x="3165304" y="2815079"/>
                  <a:pt x="3165571" y="2812582"/>
                  <a:pt x="3166041" y="2810210"/>
                </a:cubicBezTo>
                <a:lnTo>
                  <a:pt x="3165917" y="2810414"/>
                </a:lnTo>
                <a:cubicBezTo>
                  <a:pt x="3157525" y="2784286"/>
                  <a:pt x="3148928" y="2758034"/>
                  <a:pt x="3140372" y="2731946"/>
                </a:cubicBezTo>
                <a:close/>
                <a:moveTo>
                  <a:pt x="3125071" y="2718956"/>
                </a:moveTo>
                <a:cubicBezTo>
                  <a:pt x="3126216" y="2744574"/>
                  <a:pt x="3127320" y="2770027"/>
                  <a:pt x="3128588" y="2795441"/>
                </a:cubicBezTo>
                <a:cubicBezTo>
                  <a:pt x="3129358" y="2796472"/>
                  <a:pt x="3129924" y="2797378"/>
                  <a:pt x="3130654" y="2798245"/>
                </a:cubicBezTo>
                <a:cubicBezTo>
                  <a:pt x="3131170" y="2780221"/>
                  <a:pt x="3131646" y="2762032"/>
                  <a:pt x="3132161" y="2744008"/>
                </a:cubicBezTo>
                <a:cubicBezTo>
                  <a:pt x="3129812" y="2735712"/>
                  <a:pt x="3127422" y="2727251"/>
                  <a:pt x="3125071" y="2718956"/>
                </a:cubicBezTo>
                <a:close/>
                <a:moveTo>
                  <a:pt x="3680777" y="2686311"/>
                </a:moveTo>
                <a:cubicBezTo>
                  <a:pt x="3673330" y="2720260"/>
                  <a:pt x="3666869" y="2753969"/>
                  <a:pt x="3661472" y="2787770"/>
                </a:cubicBezTo>
                <a:cubicBezTo>
                  <a:pt x="3667990" y="2807572"/>
                  <a:pt x="3674344" y="2827414"/>
                  <a:pt x="3680534" y="2847296"/>
                </a:cubicBezTo>
                <a:cubicBezTo>
                  <a:pt x="3676875" y="2818461"/>
                  <a:pt x="3673177" y="2789462"/>
                  <a:pt x="3669520" y="2760629"/>
                </a:cubicBezTo>
                <a:cubicBezTo>
                  <a:pt x="3684508" y="2827046"/>
                  <a:pt x="3699498" y="2893463"/>
                  <a:pt x="3714650" y="2959841"/>
                </a:cubicBezTo>
                <a:cubicBezTo>
                  <a:pt x="3715138" y="2960419"/>
                  <a:pt x="3715461" y="2961036"/>
                  <a:pt x="3715948" y="2961614"/>
                </a:cubicBezTo>
                <a:cubicBezTo>
                  <a:pt x="3712538" y="2887013"/>
                  <a:pt x="3708803" y="2812493"/>
                  <a:pt x="3704203" y="2738006"/>
                </a:cubicBezTo>
                <a:cubicBezTo>
                  <a:pt x="3698891" y="2726080"/>
                  <a:pt x="3693784" y="2714279"/>
                  <a:pt x="3688801" y="2702274"/>
                </a:cubicBezTo>
                <a:lnTo>
                  <a:pt x="3689169" y="2702359"/>
                </a:lnTo>
                <a:cubicBezTo>
                  <a:pt x="3686303" y="2696968"/>
                  <a:pt x="3683643" y="2691703"/>
                  <a:pt x="3680777" y="2686311"/>
                </a:cubicBezTo>
                <a:close/>
                <a:moveTo>
                  <a:pt x="3922980" y="2680332"/>
                </a:moveTo>
                <a:cubicBezTo>
                  <a:pt x="3930993" y="2748086"/>
                  <a:pt x="3939662" y="2815682"/>
                  <a:pt x="3949561" y="2883328"/>
                </a:cubicBezTo>
                <a:lnTo>
                  <a:pt x="3949600" y="2883492"/>
                </a:lnTo>
                <a:cubicBezTo>
                  <a:pt x="3963405" y="2914048"/>
                  <a:pt x="3977415" y="2944728"/>
                  <a:pt x="3990893" y="2975363"/>
                </a:cubicBezTo>
                <a:cubicBezTo>
                  <a:pt x="3991136" y="2970612"/>
                  <a:pt x="3991544" y="2965822"/>
                  <a:pt x="3991787" y="2961070"/>
                </a:cubicBezTo>
                <a:cubicBezTo>
                  <a:pt x="3979907" y="2865054"/>
                  <a:pt x="3958298" y="2771213"/>
                  <a:pt x="3922980" y="2680332"/>
                </a:cubicBezTo>
                <a:close/>
                <a:moveTo>
                  <a:pt x="3123378" y="2680263"/>
                </a:moveTo>
                <a:cubicBezTo>
                  <a:pt x="3123594" y="2689074"/>
                  <a:pt x="3124137" y="2697806"/>
                  <a:pt x="3124517" y="2706578"/>
                </a:cubicBezTo>
                <a:cubicBezTo>
                  <a:pt x="3127246" y="2713566"/>
                  <a:pt x="3129975" y="2720553"/>
                  <a:pt x="3132541" y="2727580"/>
                </a:cubicBezTo>
                <a:lnTo>
                  <a:pt x="3133016" y="2709434"/>
                </a:lnTo>
                <a:lnTo>
                  <a:pt x="3133056" y="2709556"/>
                </a:lnTo>
                <a:lnTo>
                  <a:pt x="3133017" y="2709392"/>
                </a:lnTo>
                <a:lnTo>
                  <a:pt x="3133016" y="2709434"/>
                </a:lnTo>
                <a:close/>
                <a:moveTo>
                  <a:pt x="3311889" y="2671430"/>
                </a:moveTo>
                <a:lnTo>
                  <a:pt x="3311724" y="2671469"/>
                </a:lnTo>
                <a:cubicBezTo>
                  <a:pt x="3314284" y="2729590"/>
                  <a:pt x="3318321" y="2787356"/>
                  <a:pt x="3324000" y="2844724"/>
                </a:cubicBezTo>
                <a:cubicBezTo>
                  <a:pt x="3330139" y="2850715"/>
                  <a:pt x="3336074" y="2856582"/>
                  <a:pt x="3341883" y="2862652"/>
                </a:cubicBezTo>
                <a:cubicBezTo>
                  <a:pt x="3339108" y="2815878"/>
                  <a:pt x="3335966" y="2769020"/>
                  <a:pt x="3331470" y="2722314"/>
                </a:cubicBezTo>
                <a:cubicBezTo>
                  <a:pt x="3324930" y="2705298"/>
                  <a:pt x="3318593" y="2688407"/>
                  <a:pt x="3311889" y="2671430"/>
                </a:cubicBezTo>
                <a:close/>
                <a:moveTo>
                  <a:pt x="681835" y="2670038"/>
                </a:moveTo>
                <a:lnTo>
                  <a:pt x="682201" y="2670856"/>
                </a:lnTo>
                <a:lnTo>
                  <a:pt x="681927" y="2674118"/>
                </a:lnTo>
                <a:close/>
                <a:moveTo>
                  <a:pt x="3415957" y="2661951"/>
                </a:moveTo>
                <a:cubicBezTo>
                  <a:pt x="3427446" y="2705230"/>
                  <a:pt x="3438444" y="2748629"/>
                  <a:pt x="3449112" y="2792107"/>
                </a:cubicBezTo>
                <a:cubicBezTo>
                  <a:pt x="3464004" y="2825007"/>
                  <a:pt x="3478405" y="2858026"/>
                  <a:pt x="3492516" y="2891289"/>
                </a:cubicBezTo>
                <a:cubicBezTo>
                  <a:pt x="3489068" y="2846762"/>
                  <a:pt x="3486768" y="2801960"/>
                  <a:pt x="3485948" y="2756800"/>
                </a:cubicBezTo>
                <a:lnTo>
                  <a:pt x="3485783" y="2756840"/>
                </a:lnTo>
                <a:cubicBezTo>
                  <a:pt x="3463631" y="2724823"/>
                  <a:pt x="3440369" y="2693247"/>
                  <a:pt x="3415957" y="2661951"/>
                </a:cubicBezTo>
                <a:close/>
                <a:moveTo>
                  <a:pt x="4748139" y="2656681"/>
                </a:moveTo>
                <a:cubicBezTo>
                  <a:pt x="4742498" y="2720431"/>
                  <a:pt x="4741949" y="2782952"/>
                  <a:pt x="4746037" y="2844528"/>
                </a:cubicBezTo>
                <a:cubicBezTo>
                  <a:pt x="4754933" y="2859065"/>
                  <a:pt x="4763540" y="2873844"/>
                  <a:pt x="4772148" y="2888624"/>
                </a:cubicBezTo>
                <a:cubicBezTo>
                  <a:pt x="4774119" y="2837750"/>
                  <a:pt x="4776622" y="2786923"/>
                  <a:pt x="4779821" y="2736100"/>
                </a:cubicBezTo>
                <a:cubicBezTo>
                  <a:pt x="4778638" y="2730477"/>
                  <a:pt x="4777291" y="2724893"/>
                  <a:pt x="4775902" y="2719145"/>
                </a:cubicBezTo>
                <a:cubicBezTo>
                  <a:pt x="4767018" y="2698176"/>
                  <a:pt x="4757805" y="2677287"/>
                  <a:pt x="4748139" y="2656681"/>
                </a:cubicBezTo>
                <a:close/>
                <a:moveTo>
                  <a:pt x="3912980" y="2655461"/>
                </a:moveTo>
                <a:cubicBezTo>
                  <a:pt x="3911756" y="2689993"/>
                  <a:pt x="3912176" y="2724127"/>
                  <a:pt x="3914113" y="2758069"/>
                </a:cubicBezTo>
                <a:cubicBezTo>
                  <a:pt x="3913773" y="2724263"/>
                  <a:pt x="3913637" y="2690582"/>
                  <a:pt x="3913666" y="2656861"/>
                </a:cubicBezTo>
                <a:cubicBezTo>
                  <a:pt x="3913382" y="2656407"/>
                  <a:pt x="3913099" y="2655954"/>
                  <a:pt x="3912980" y="2655461"/>
                </a:cubicBezTo>
                <a:close/>
                <a:moveTo>
                  <a:pt x="6927280" y="2642482"/>
                </a:moveTo>
                <a:cubicBezTo>
                  <a:pt x="6934216" y="2696420"/>
                  <a:pt x="6942303" y="2750079"/>
                  <a:pt x="6951991" y="2803178"/>
                </a:cubicBezTo>
                <a:cubicBezTo>
                  <a:pt x="6953334" y="2794339"/>
                  <a:pt x="6955004" y="2785420"/>
                  <a:pt x="6956510" y="2776540"/>
                </a:cubicBezTo>
                <a:cubicBezTo>
                  <a:pt x="6947246" y="2731682"/>
                  <a:pt x="6937530" y="2687105"/>
                  <a:pt x="6927280" y="2642482"/>
                </a:cubicBezTo>
                <a:close/>
                <a:moveTo>
                  <a:pt x="3696197" y="2619158"/>
                </a:moveTo>
                <a:lnTo>
                  <a:pt x="3696257" y="2619410"/>
                </a:lnTo>
                <a:lnTo>
                  <a:pt x="3696275" y="2619486"/>
                </a:lnTo>
                <a:cubicBezTo>
                  <a:pt x="3696315" y="2619651"/>
                  <a:pt x="3696315" y="2619651"/>
                  <a:pt x="3696315" y="2619651"/>
                </a:cubicBezTo>
                <a:lnTo>
                  <a:pt x="3696257" y="2619410"/>
                </a:lnTo>
                <a:lnTo>
                  <a:pt x="3696236" y="2619322"/>
                </a:lnTo>
                <a:cubicBezTo>
                  <a:pt x="3696236" y="2619322"/>
                  <a:pt x="3696236" y="2619322"/>
                  <a:pt x="3696197" y="2619158"/>
                </a:cubicBezTo>
                <a:close/>
                <a:moveTo>
                  <a:pt x="4752754" y="2613163"/>
                </a:moveTo>
                <a:lnTo>
                  <a:pt x="4753718" y="2617732"/>
                </a:lnTo>
                <a:lnTo>
                  <a:pt x="4752392" y="2615793"/>
                </a:lnTo>
                <a:close/>
                <a:moveTo>
                  <a:pt x="1970567" y="2601397"/>
                </a:moveTo>
                <a:cubicBezTo>
                  <a:pt x="1976043" y="2663681"/>
                  <a:pt x="1981807" y="2725721"/>
                  <a:pt x="1988229" y="2787602"/>
                </a:cubicBezTo>
                <a:cubicBezTo>
                  <a:pt x="1989689" y="2759096"/>
                  <a:pt x="1991683" y="2730636"/>
                  <a:pt x="1993637" y="2702011"/>
                </a:cubicBezTo>
                <a:cubicBezTo>
                  <a:pt x="1986700" y="2668233"/>
                  <a:pt x="1979146" y="2634779"/>
                  <a:pt x="1970567" y="2601397"/>
                </a:cubicBezTo>
                <a:close/>
                <a:moveTo>
                  <a:pt x="4566067" y="2599312"/>
                </a:moveTo>
                <a:cubicBezTo>
                  <a:pt x="4566628" y="2626113"/>
                  <a:pt x="4566899" y="2653158"/>
                  <a:pt x="4567131" y="2680039"/>
                </a:cubicBezTo>
                <a:cubicBezTo>
                  <a:pt x="4575042" y="2694812"/>
                  <a:pt x="4582460" y="2709706"/>
                  <a:pt x="4589879" y="2724599"/>
                </a:cubicBezTo>
                <a:cubicBezTo>
                  <a:pt x="4583038" y="2709219"/>
                  <a:pt x="4576402" y="2693963"/>
                  <a:pt x="4569929" y="2678669"/>
                </a:cubicBezTo>
                <a:cubicBezTo>
                  <a:pt x="4615661" y="2763733"/>
                  <a:pt x="4665990" y="2847689"/>
                  <a:pt x="4715170" y="2931920"/>
                </a:cubicBezTo>
                <a:cubicBezTo>
                  <a:pt x="4718913" y="2935187"/>
                  <a:pt x="4722656" y="2938456"/>
                  <a:pt x="4726401" y="2941722"/>
                </a:cubicBezTo>
                <a:cubicBezTo>
                  <a:pt x="4726218" y="2938812"/>
                  <a:pt x="4726201" y="2935861"/>
                  <a:pt x="4726020" y="2932951"/>
                </a:cubicBezTo>
                <a:lnTo>
                  <a:pt x="4725980" y="2932787"/>
                </a:lnTo>
                <a:cubicBezTo>
                  <a:pt x="4684133" y="2818457"/>
                  <a:pt x="4632718" y="2706959"/>
                  <a:pt x="4566067" y="2599312"/>
                </a:cubicBezTo>
                <a:close/>
                <a:moveTo>
                  <a:pt x="3621953" y="2578687"/>
                </a:moveTo>
                <a:lnTo>
                  <a:pt x="3621993" y="2578851"/>
                </a:lnTo>
                <a:cubicBezTo>
                  <a:pt x="3620928" y="2608999"/>
                  <a:pt x="3620396" y="2639193"/>
                  <a:pt x="3620192" y="2669306"/>
                </a:cubicBezTo>
                <a:cubicBezTo>
                  <a:pt x="3621274" y="2672348"/>
                  <a:pt x="3622396" y="2675553"/>
                  <a:pt x="3623516" y="2678757"/>
                </a:cubicBezTo>
                <a:cubicBezTo>
                  <a:pt x="3629948" y="2658610"/>
                  <a:pt x="3636710" y="2638382"/>
                  <a:pt x="3643839" y="2618240"/>
                </a:cubicBezTo>
                <a:cubicBezTo>
                  <a:pt x="3636654" y="2605029"/>
                  <a:pt x="3629303" y="2591858"/>
                  <a:pt x="3621953" y="2578687"/>
                </a:cubicBezTo>
                <a:close/>
                <a:moveTo>
                  <a:pt x="4213668" y="2572108"/>
                </a:moveTo>
                <a:cubicBezTo>
                  <a:pt x="4218798" y="2611361"/>
                  <a:pt x="4224054" y="2650412"/>
                  <a:pt x="4229676" y="2689546"/>
                </a:cubicBezTo>
                <a:cubicBezTo>
                  <a:pt x="4251273" y="2724304"/>
                  <a:pt x="4272378" y="2759180"/>
                  <a:pt x="4292663" y="2794254"/>
                </a:cubicBezTo>
                <a:cubicBezTo>
                  <a:pt x="4291365" y="2782403"/>
                  <a:pt x="4289943" y="2770755"/>
                  <a:pt x="4288647" y="2758902"/>
                </a:cubicBezTo>
                <a:cubicBezTo>
                  <a:pt x="4265186" y="2696267"/>
                  <a:pt x="4239920" y="2634068"/>
                  <a:pt x="4213668" y="2572108"/>
                </a:cubicBezTo>
                <a:close/>
                <a:moveTo>
                  <a:pt x="336594" y="2548652"/>
                </a:moveTo>
                <a:cubicBezTo>
                  <a:pt x="330625" y="2652800"/>
                  <a:pt x="330557" y="2756913"/>
                  <a:pt x="335410" y="2860535"/>
                </a:cubicBezTo>
                <a:cubicBezTo>
                  <a:pt x="360863" y="2899749"/>
                  <a:pt x="386192" y="2939166"/>
                  <a:pt x="411357" y="2978624"/>
                </a:cubicBezTo>
                <a:cubicBezTo>
                  <a:pt x="412711" y="2973432"/>
                  <a:pt x="413900" y="2968279"/>
                  <a:pt x="415252" y="2963085"/>
                </a:cubicBezTo>
                <a:cubicBezTo>
                  <a:pt x="414387" y="2968856"/>
                  <a:pt x="413724" y="2974751"/>
                  <a:pt x="412694" y="2980561"/>
                </a:cubicBezTo>
                <a:cubicBezTo>
                  <a:pt x="417184" y="2987645"/>
                  <a:pt x="421634" y="2994565"/>
                  <a:pt x="426125" y="3001649"/>
                </a:cubicBezTo>
                <a:lnTo>
                  <a:pt x="426413" y="3001405"/>
                </a:lnTo>
                <a:cubicBezTo>
                  <a:pt x="426029" y="2993330"/>
                  <a:pt x="425440" y="2985130"/>
                  <a:pt x="425056" y="2977055"/>
                </a:cubicBezTo>
                <a:cubicBezTo>
                  <a:pt x="426448" y="2987146"/>
                  <a:pt x="428334" y="2997118"/>
                  <a:pt x="429890" y="3007169"/>
                </a:cubicBezTo>
                <a:cubicBezTo>
                  <a:pt x="470503" y="3071747"/>
                  <a:pt x="510703" y="3136771"/>
                  <a:pt x="549957" y="3202198"/>
                </a:cubicBezTo>
                <a:cubicBezTo>
                  <a:pt x="550047" y="3145695"/>
                  <a:pt x="548949" y="3089307"/>
                  <a:pt x="546536" y="3033236"/>
                </a:cubicBezTo>
                <a:cubicBezTo>
                  <a:pt x="542737" y="3021813"/>
                  <a:pt x="538936" y="3010392"/>
                  <a:pt x="534974" y="2999010"/>
                </a:cubicBezTo>
                <a:cubicBezTo>
                  <a:pt x="504921" y="2935707"/>
                  <a:pt x="474830" y="2872240"/>
                  <a:pt x="444490" y="2809180"/>
                </a:cubicBezTo>
                <a:lnTo>
                  <a:pt x="444896" y="2809429"/>
                </a:lnTo>
                <a:cubicBezTo>
                  <a:pt x="461404" y="2835336"/>
                  <a:pt x="477786" y="2861446"/>
                  <a:pt x="494129" y="2887393"/>
                </a:cubicBezTo>
                <a:cubicBezTo>
                  <a:pt x="449053" y="2771931"/>
                  <a:pt x="396091" y="2659068"/>
                  <a:pt x="336594" y="2548652"/>
                </a:cubicBezTo>
                <a:close/>
                <a:moveTo>
                  <a:pt x="3309483" y="2539065"/>
                </a:moveTo>
                <a:cubicBezTo>
                  <a:pt x="3309516" y="2550005"/>
                  <a:pt x="3309426" y="2561149"/>
                  <a:pt x="3309459" y="2572089"/>
                </a:cubicBezTo>
                <a:lnTo>
                  <a:pt x="3315801" y="2584472"/>
                </a:lnTo>
                <a:lnTo>
                  <a:pt x="3315870" y="2584966"/>
                </a:lnTo>
                <a:lnTo>
                  <a:pt x="3316034" y="2584926"/>
                </a:lnTo>
                <a:lnTo>
                  <a:pt x="3315801" y="2584472"/>
                </a:lnTo>
                <a:close/>
                <a:moveTo>
                  <a:pt x="5360257" y="2534476"/>
                </a:moveTo>
                <a:cubicBezTo>
                  <a:pt x="5360324" y="2536198"/>
                  <a:pt x="5360188" y="2537794"/>
                  <a:pt x="5360092" y="2539555"/>
                </a:cubicBezTo>
                <a:lnTo>
                  <a:pt x="5359967" y="2539759"/>
                </a:lnTo>
                <a:cubicBezTo>
                  <a:pt x="5360329" y="2540541"/>
                  <a:pt x="5360731" y="2541486"/>
                  <a:pt x="5360930" y="2542307"/>
                </a:cubicBezTo>
                <a:cubicBezTo>
                  <a:pt x="5360624" y="2539600"/>
                  <a:pt x="5360522" y="2537018"/>
                  <a:pt x="5360257" y="2534476"/>
                </a:cubicBezTo>
                <a:close/>
                <a:moveTo>
                  <a:pt x="3624569" y="2513929"/>
                </a:moveTo>
                <a:cubicBezTo>
                  <a:pt x="3623782" y="2530107"/>
                  <a:pt x="3623160" y="2546245"/>
                  <a:pt x="3622536" y="2562384"/>
                </a:cubicBezTo>
                <a:cubicBezTo>
                  <a:pt x="3631733" y="2575284"/>
                  <a:pt x="3641053" y="2587979"/>
                  <a:pt x="3650045" y="2600755"/>
                </a:cubicBezTo>
                <a:cubicBezTo>
                  <a:pt x="3650171" y="2600551"/>
                  <a:pt x="3650255" y="2600183"/>
                  <a:pt x="3650255" y="2600183"/>
                </a:cubicBezTo>
                <a:cubicBezTo>
                  <a:pt x="3640572" y="2571585"/>
                  <a:pt x="3632078" y="2542876"/>
                  <a:pt x="3624569" y="2513929"/>
                </a:cubicBezTo>
                <a:close/>
                <a:moveTo>
                  <a:pt x="3268711" y="2493989"/>
                </a:moveTo>
                <a:cubicBezTo>
                  <a:pt x="3280575" y="2516499"/>
                  <a:pt x="3292398" y="2538844"/>
                  <a:pt x="3303933" y="2561433"/>
                </a:cubicBezTo>
                <a:cubicBezTo>
                  <a:pt x="3304828" y="2552179"/>
                  <a:pt x="3305762" y="2543090"/>
                  <a:pt x="3306860" y="2533963"/>
                </a:cubicBezTo>
                <a:cubicBezTo>
                  <a:pt x="3294431" y="2520627"/>
                  <a:pt x="3281798" y="2507166"/>
                  <a:pt x="3268711" y="2493989"/>
                </a:cubicBezTo>
                <a:close/>
                <a:moveTo>
                  <a:pt x="2776727" y="2490398"/>
                </a:moveTo>
                <a:cubicBezTo>
                  <a:pt x="2777712" y="2500240"/>
                  <a:pt x="2778658" y="2509918"/>
                  <a:pt x="2779769" y="2519556"/>
                </a:cubicBezTo>
                <a:cubicBezTo>
                  <a:pt x="2826139" y="2601511"/>
                  <a:pt x="2871441" y="2684073"/>
                  <a:pt x="2915672" y="2767242"/>
                </a:cubicBezTo>
                <a:cubicBezTo>
                  <a:pt x="2943260" y="2790820"/>
                  <a:pt x="2970192" y="2814559"/>
                  <a:pt x="2996506" y="2838619"/>
                </a:cubicBezTo>
                <a:cubicBezTo>
                  <a:pt x="2994671" y="2822378"/>
                  <a:pt x="2992877" y="2806303"/>
                  <a:pt x="2991082" y="2790226"/>
                </a:cubicBezTo>
                <a:cubicBezTo>
                  <a:pt x="2927303" y="2687273"/>
                  <a:pt x="2856168" y="2586964"/>
                  <a:pt x="2776727" y="2490398"/>
                </a:cubicBezTo>
                <a:close/>
                <a:moveTo>
                  <a:pt x="6503894" y="2471662"/>
                </a:moveTo>
                <a:cubicBezTo>
                  <a:pt x="6507988" y="2497262"/>
                  <a:pt x="6512083" y="2522864"/>
                  <a:pt x="6516176" y="2548465"/>
                </a:cubicBezTo>
                <a:cubicBezTo>
                  <a:pt x="6520100" y="2554642"/>
                  <a:pt x="6523900" y="2561025"/>
                  <a:pt x="6527825" y="2567203"/>
                </a:cubicBezTo>
                <a:cubicBezTo>
                  <a:pt x="6527065" y="2549660"/>
                  <a:pt x="6526346" y="2532280"/>
                  <a:pt x="6525752" y="2514698"/>
                </a:cubicBezTo>
                <a:cubicBezTo>
                  <a:pt x="6518617" y="2500258"/>
                  <a:pt x="6511358" y="2486023"/>
                  <a:pt x="6503894" y="2471662"/>
                </a:cubicBezTo>
                <a:close/>
                <a:moveTo>
                  <a:pt x="3935172" y="2470933"/>
                </a:moveTo>
                <a:cubicBezTo>
                  <a:pt x="3925359" y="2518832"/>
                  <a:pt x="3918666" y="2565980"/>
                  <a:pt x="3915296" y="2612500"/>
                </a:cubicBezTo>
                <a:cubicBezTo>
                  <a:pt x="3916169" y="2621151"/>
                  <a:pt x="3917165" y="2629601"/>
                  <a:pt x="3918201" y="2638213"/>
                </a:cubicBezTo>
                <a:cubicBezTo>
                  <a:pt x="3949001" y="2695254"/>
                  <a:pt x="3974256" y="2753805"/>
                  <a:pt x="3994584" y="2813546"/>
                </a:cubicBezTo>
                <a:cubicBezTo>
                  <a:pt x="3974166" y="2699432"/>
                  <a:pt x="3954403" y="2585159"/>
                  <a:pt x="3935213" y="2471097"/>
                </a:cubicBezTo>
                <a:close/>
                <a:moveTo>
                  <a:pt x="6859403" y="2388631"/>
                </a:moveTo>
                <a:cubicBezTo>
                  <a:pt x="6860172" y="2399741"/>
                  <a:pt x="6860819" y="2411055"/>
                  <a:pt x="6861587" y="2422166"/>
                </a:cubicBezTo>
                <a:cubicBezTo>
                  <a:pt x="6861503" y="2412453"/>
                  <a:pt x="6861214" y="2402618"/>
                  <a:pt x="6861129" y="2392906"/>
                </a:cubicBezTo>
                <a:cubicBezTo>
                  <a:pt x="6860648" y="2391632"/>
                  <a:pt x="6859963" y="2390234"/>
                  <a:pt x="6859442" y="2388795"/>
                </a:cubicBezTo>
                <a:close/>
                <a:moveTo>
                  <a:pt x="5499954" y="2340699"/>
                </a:moveTo>
                <a:lnTo>
                  <a:pt x="5499791" y="2340739"/>
                </a:lnTo>
                <a:cubicBezTo>
                  <a:pt x="5500073" y="2346232"/>
                  <a:pt x="5500357" y="2351725"/>
                  <a:pt x="5500641" y="2357218"/>
                </a:cubicBezTo>
                <a:cubicBezTo>
                  <a:pt x="5507542" y="2380056"/>
                  <a:pt x="5514649" y="2403017"/>
                  <a:pt x="5521880" y="2425776"/>
                </a:cubicBezTo>
                <a:cubicBezTo>
                  <a:pt x="5519162" y="2407315"/>
                  <a:pt x="5516647" y="2388979"/>
                  <a:pt x="5514134" y="2370643"/>
                </a:cubicBezTo>
                <a:cubicBezTo>
                  <a:pt x="5509462" y="2360649"/>
                  <a:pt x="5504792" y="2350654"/>
                  <a:pt x="5499954" y="2340699"/>
                </a:cubicBezTo>
                <a:close/>
                <a:moveTo>
                  <a:pt x="5832133" y="2340287"/>
                </a:moveTo>
                <a:cubicBezTo>
                  <a:pt x="5826316" y="2425629"/>
                  <a:pt x="5818858" y="2511368"/>
                  <a:pt x="5812426" y="2597032"/>
                </a:cubicBezTo>
                <a:cubicBezTo>
                  <a:pt x="5818672" y="2620028"/>
                  <a:pt x="5825082" y="2642985"/>
                  <a:pt x="5831656" y="2665902"/>
                </a:cubicBezTo>
                <a:cubicBezTo>
                  <a:pt x="5834567" y="2580044"/>
                  <a:pt x="5840512" y="2493801"/>
                  <a:pt x="5850192" y="2407180"/>
                </a:cubicBezTo>
                <a:cubicBezTo>
                  <a:pt x="5848243" y="2515744"/>
                  <a:pt x="5852614" y="2623132"/>
                  <a:pt x="5860880" y="2730099"/>
                </a:cubicBezTo>
                <a:cubicBezTo>
                  <a:pt x="5863049" y="2685087"/>
                  <a:pt x="5865259" y="2640238"/>
                  <a:pt x="5867796" y="2595311"/>
                </a:cubicBezTo>
                <a:cubicBezTo>
                  <a:pt x="5867959" y="2595271"/>
                  <a:pt x="5868124" y="2595231"/>
                  <a:pt x="5868124" y="2595231"/>
                </a:cubicBezTo>
                <a:cubicBezTo>
                  <a:pt x="5872456" y="2677256"/>
                  <a:pt x="5877977" y="2759166"/>
                  <a:pt x="5883662" y="2841037"/>
                </a:cubicBezTo>
                <a:cubicBezTo>
                  <a:pt x="5885859" y="2847979"/>
                  <a:pt x="5888055" y="2854922"/>
                  <a:pt x="5890252" y="2861864"/>
                </a:cubicBezTo>
                <a:cubicBezTo>
                  <a:pt x="5894602" y="2871241"/>
                  <a:pt x="5898458" y="2880737"/>
                  <a:pt x="5902642" y="2890154"/>
                </a:cubicBezTo>
                <a:cubicBezTo>
                  <a:pt x="5899188" y="2831206"/>
                  <a:pt x="5899795" y="2771799"/>
                  <a:pt x="5905242" y="2711571"/>
                </a:cubicBezTo>
                <a:cubicBezTo>
                  <a:pt x="5891283" y="2629264"/>
                  <a:pt x="5879296" y="2546482"/>
                  <a:pt x="5869194" y="2463591"/>
                </a:cubicBezTo>
                <a:lnTo>
                  <a:pt x="5869156" y="2463427"/>
                </a:lnTo>
                <a:cubicBezTo>
                  <a:pt x="5856170" y="2422594"/>
                  <a:pt x="5843678" y="2381641"/>
                  <a:pt x="5832133" y="2340287"/>
                </a:cubicBezTo>
                <a:close/>
                <a:moveTo>
                  <a:pt x="5190325" y="2324374"/>
                </a:moveTo>
                <a:lnTo>
                  <a:pt x="5190500" y="2324939"/>
                </a:lnTo>
                <a:lnTo>
                  <a:pt x="5182817" y="2441579"/>
                </a:lnTo>
                <a:cubicBezTo>
                  <a:pt x="5196820" y="2493115"/>
                  <a:pt x="5210168" y="2544810"/>
                  <a:pt x="5222857" y="2596663"/>
                </a:cubicBezTo>
                <a:cubicBezTo>
                  <a:pt x="5219680" y="2533824"/>
                  <a:pt x="5217201" y="2470992"/>
                  <a:pt x="5215377" y="2408000"/>
                </a:cubicBezTo>
                <a:cubicBezTo>
                  <a:pt x="5214788" y="2404840"/>
                  <a:pt x="5213996" y="2401555"/>
                  <a:pt x="5213242" y="2398436"/>
                </a:cubicBezTo>
                <a:lnTo>
                  <a:pt x="5190500" y="2324939"/>
                </a:lnTo>
                <a:lnTo>
                  <a:pt x="5190529" y="2324498"/>
                </a:lnTo>
                <a:close/>
                <a:moveTo>
                  <a:pt x="7058491" y="2273146"/>
                </a:moveTo>
                <a:cubicBezTo>
                  <a:pt x="7058441" y="2274376"/>
                  <a:pt x="7058265" y="2275808"/>
                  <a:pt x="7058213" y="2277037"/>
                </a:cubicBezTo>
                <a:lnTo>
                  <a:pt x="7058377" y="2276997"/>
                </a:lnTo>
                <a:cubicBezTo>
                  <a:pt x="7062041" y="2290016"/>
                  <a:pt x="7065868" y="2302995"/>
                  <a:pt x="7069696" y="2315974"/>
                </a:cubicBezTo>
                <a:cubicBezTo>
                  <a:pt x="7070455" y="2313358"/>
                  <a:pt x="7071378" y="2310702"/>
                  <a:pt x="7072138" y="2308086"/>
                </a:cubicBezTo>
                <a:cubicBezTo>
                  <a:pt x="7067601" y="2296494"/>
                  <a:pt x="7063066" y="2284902"/>
                  <a:pt x="7058491" y="2273146"/>
                </a:cubicBezTo>
                <a:close/>
                <a:moveTo>
                  <a:pt x="3132372" y="2259618"/>
                </a:moveTo>
                <a:cubicBezTo>
                  <a:pt x="3164292" y="2395459"/>
                  <a:pt x="3194938" y="2531782"/>
                  <a:pt x="3225749" y="2668066"/>
                </a:cubicBezTo>
                <a:cubicBezTo>
                  <a:pt x="3246185" y="2714573"/>
                  <a:pt x="3266622" y="2761081"/>
                  <a:pt x="3286689" y="2807503"/>
                </a:cubicBezTo>
                <a:cubicBezTo>
                  <a:pt x="3288473" y="2749376"/>
                  <a:pt x="3291486" y="2691300"/>
                  <a:pt x="3296469" y="2632748"/>
                </a:cubicBezTo>
                <a:cubicBezTo>
                  <a:pt x="3246112" y="2506918"/>
                  <a:pt x="3191891" y="2382367"/>
                  <a:pt x="3132372" y="2259618"/>
                </a:cubicBezTo>
                <a:close/>
                <a:moveTo>
                  <a:pt x="4178855" y="2257966"/>
                </a:moveTo>
                <a:lnTo>
                  <a:pt x="4178690" y="2258006"/>
                </a:lnTo>
                <a:lnTo>
                  <a:pt x="4178882" y="2258215"/>
                </a:lnTo>
                <a:lnTo>
                  <a:pt x="4200395" y="2460961"/>
                </a:lnTo>
                <a:cubicBezTo>
                  <a:pt x="4205571" y="2439205"/>
                  <a:pt x="4210542" y="2417325"/>
                  <a:pt x="4216211" y="2395450"/>
                </a:cubicBezTo>
                <a:cubicBezTo>
                  <a:pt x="4211963" y="2434012"/>
                  <a:pt x="4208866" y="2472298"/>
                  <a:pt x="4206261" y="2510464"/>
                </a:cubicBezTo>
                <a:cubicBezTo>
                  <a:pt x="4208028" y="2524983"/>
                  <a:pt x="4209632" y="2539542"/>
                  <a:pt x="4211437" y="2554225"/>
                </a:cubicBezTo>
                <a:cubicBezTo>
                  <a:pt x="4235967" y="2601135"/>
                  <a:pt x="4259677" y="2648242"/>
                  <a:pt x="4282729" y="2695509"/>
                </a:cubicBezTo>
                <a:cubicBezTo>
                  <a:pt x="4275759" y="2615512"/>
                  <a:pt x="4271416" y="2534881"/>
                  <a:pt x="4270725" y="2453542"/>
                </a:cubicBezTo>
                <a:cubicBezTo>
                  <a:pt x="4264479" y="2415428"/>
                  <a:pt x="4258437" y="2377437"/>
                  <a:pt x="4253052" y="2339288"/>
                </a:cubicBezTo>
                <a:lnTo>
                  <a:pt x="4178882" y="2258215"/>
                </a:lnTo>
                <a:close/>
                <a:moveTo>
                  <a:pt x="2311070" y="2242367"/>
                </a:moveTo>
                <a:cubicBezTo>
                  <a:pt x="2322798" y="2286632"/>
                  <a:pt x="2336494" y="2330422"/>
                  <a:pt x="2351959" y="2373611"/>
                </a:cubicBezTo>
                <a:cubicBezTo>
                  <a:pt x="2404311" y="2476020"/>
                  <a:pt x="2450541" y="2580429"/>
                  <a:pt x="2491923" y="2686355"/>
                </a:cubicBezTo>
                <a:cubicBezTo>
                  <a:pt x="2519727" y="2738904"/>
                  <a:pt x="2548844" y="2791136"/>
                  <a:pt x="2578947" y="2843132"/>
                </a:cubicBezTo>
                <a:cubicBezTo>
                  <a:pt x="2579423" y="2835023"/>
                  <a:pt x="2579694" y="2826789"/>
                  <a:pt x="2580334" y="2818641"/>
                </a:cubicBezTo>
                <a:cubicBezTo>
                  <a:pt x="2580583" y="2828312"/>
                  <a:pt x="2581161" y="2837904"/>
                  <a:pt x="2581573" y="2847537"/>
                </a:cubicBezTo>
                <a:cubicBezTo>
                  <a:pt x="2626586" y="2925303"/>
                  <a:pt x="2673366" y="3002468"/>
                  <a:pt x="2720145" y="3079633"/>
                </a:cubicBezTo>
                <a:cubicBezTo>
                  <a:pt x="2701928" y="3017123"/>
                  <a:pt x="2687325" y="2953740"/>
                  <a:pt x="2678428" y="2888807"/>
                </a:cubicBezTo>
                <a:lnTo>
                  <a:pt x="2678304" y="2889011"/>
                </a:lnTo>
                <a:cubicBezTo>
                  <a:pt x="2562689" y="2670664"/>
                  <a:pt x="2437172" y="2455924"/>
                  <a:pt x="2311070" y="2242367"/>
                </a:cubicBezTo>
                <a:close/>
                <a:moveTo>
                  <a:pt x="7063938" y="2197800"/>
                </a:moveTo>
                <a:cubicBezTo>
                  <a:pt x="7062992" y="2208281"/>
                  <a:pt x="7062212" y="2218723"/>
                  <a:pt x="7061430" y="2229165"/>
                </a:cubicBezTo>
                <a:cubicBezTo>
                  <a:pt x="7064696" y="2235501"/>
                  <a:pt x="7068004" y="2242002"/>
                  <a:pt x="7071310" y="2248503"/>
                </a:cubicBezTo>
                <a:cubicBezTo>
                  <a:pt x="7068785" y="2231560"/>
                  <a:pt x="7066425" y="2214578"/>
                  <a:pt x="7063938" y="2197800"/>
                </a:cubicBezTo>
                <a:close/>
                <a:moveTo>
                  <a:pt x="5493289" y="2192853"/>
                </a:moveTo>
                <a:cubicBezTo>
                  <a:pt x="5493352" y="2195270"/>
                  <a:pt x="5493414" y="2197688"/>
                  <a:pt x="5493477" y="2200107"/>
                </a:cubicBezTo>
                <a:cubicBezTo>
                  <a:pt x="5493720" y="2200395"/>
                  <a:pt x="5494003" y="2200848"/>
                  <a:pt x="5494083" y="2201177"/>
                </a:cubicBezTo>
                <a:cubicBezTo>
                  <a:pt x="5493940" y="2198431"/>
                  <a:pt x="5493596" y="2195559"/>
                  <a:pt x="5493289" y="2192853"/>
                </a:cubicBezTo>
                <a:close/>
                <a:moveTo>
                  <a:pt x="5767436" y="2181404"/>
                </a:moveTo>
                <a:lnTo>
                  <a:pt x="5768143" y="2182876"/>
                </a:lnTo>
                <a:lnTo>
                  <a:pt x="5766830" y="2189484"/>
                </a:lnTo>
                <a:close/>
                <a:moveTo>
                  <a:pt x="5767461" y="2181070"/>
                </a:moveTo>
                <a:lnTo>
                  <a:pt x="5767436" y="2181404"/>
                </a:lnTo>
                <a:lnTo>
                  <a:pt x="5767294" y="2181110"/>
                </a:lnTo>
                <a:close/>
                <a:moveTo>
                  <a:pt x="6047557" y="2175849"/>
                </a:moveTo>
                <a:cubicBezTo>
                  <a:pt x="6047348" y="2201620"/>
                  <a:pt x="6047506" y="2227475"/>
                  <a:pt x="6047461" y="2253207"/>
                </a:cubicBezTo>
                <a:cubicBezTo>
                  <a:pt x="6056567" y="2307489"/>
                  <a:pt x="6067846" y="2361420"/>
                  <a:pt x="6081425" y="2414796"/>
                </a:cubicBezTo>
                <a:cubicBezTo>
                  <a:pt x="6092597" y="2441643"/>
                  <a:pt x="6103403" y="2468405"/>
                  <a:pt x="6113878" y="2495247"/>
                </a:cubicBezTo>
                <a:cubicBezTo>
                  <a:pt x="6114121" y="2490495"/>
                  <a:pt x="6114569" y="2485869"/>
                  <a:pt x="6114977" y="2481078"/>
                </a:cubicBezTo>
                <a:cubicBezTo>
                  <a:pt x="6093860" y="2392158"/>
                  <a:pt x="6076193" y="2302404"/>
                  <a:pt x="6064681" y="2211513"/>
                </a:cubicBezTo>
                <a:cubicBezTo>
                  <a:pt x="6059041" y="2199667"/>
                  <a:pt x="6053401" y="2187820"/>
                  <a:pt x="6047557" y="2175849"/>
                </a:cubicBezTo>
                <a:close/>
                <a:moveTo>
                  <a:pt x="3878110" y="2166853"/>
                </a:moveTo>
                <a:cubicBezTo>
                  <a:pt x="3796064" y="2310044"/>
                  <a:pt x="3738406" y="2457081"/>
                  <a:pt x="3699713" y="2604927"/>
                </a:cubicBezTo>
                <a:cubicBezTo>
                  <a:pt x="3701225" y="2615511"/>
                  <a:pt x="3702776" y="2626259"/>
                  <a:pt x="3704288" y="2636843"/>
                </a:cubicBezTo>
                <a:cubicBezTo>
                  <a:pt x="3724396" y="2678390"/>
                  <a:pt x="3746312" y="2719500"/>
                  <a:pt x="3769828" y="2760051"/>
                </a:cubicBezTo>
                <a:cubicBezTo>
                  <a:pt x="3766708" y="2700327"/>
                  <a:pt x="3763424" y="2640642"/>
                  <a:pt x="3759522" y="2581281"/>
                </a:cubicBezTo>
                <a:cubicBezTo>
                  <a:pt x="3759549" y="2581390"/>
                  <a:pt x="3759562" y="2581445"/>
                  <a:pt x="3759562" y="2581445"/>
                </a:cubicBezTo>
                <a:cubicBezTo>
                  <a:pt x="3769205" y="2650196"/>
                  <a:pt x="3777902" y="2719347"/>
                  <a:pt x="3786396" y="2788376"/>
                </a:cubicBezTo>
                <a:cubicBezTo>
                  <a:pt x="3807944" y="2824362"/>
                  <a:pt x="3830514" y="2860275"/>
                  <a:pt x="3853704" y="2895865"/>
                </a:cubicBezTo>
                <a:cubicBezTo>
                  <a:pt x="3849088" y="2848666"/>
                  <a:pt x="3842213" y="2802187"/>
                  <a:pt x="3832672" y="2756178"/>
                </a:cubicBezTo>
                <a:lnTo>
                  <a:pt x="3883681" y="2880817"/>
                </a:lnTo>
                <a:lnTo>
                  <a:pt x="3883647" y="2881686"/>
                </a:lnTo>
                <a:lnTo>
                  <a:pt x="3883936" y="2881442"/>
                </a:lnTo>
                <a:lnTo>
                  <a:pt x="3883681" y="2880817"/>
                </a:lnTo>
                <a:lnTo>
                  <a:pt x="3894021" y="2613637"/>
                </a:lnTo>
                <a:cubicBezTo>
                  <a:pt x="3878999" y="2581638"/>
                  <a:pt x="3862169" y="2550074"/>
                  <a:pt x="3843165" y="2518861"/>
                </a:cubicBezTo>
                <a:cubicBezTo>
                  <a:pt x="3862328" y="2545691"/>
                  <a:pt x="3879973" y="2572713"/>
                  <a:pt x="3896344" y="2600217"/>
                </a:cubicBezTo>
                <a:cubicBezTo>
                  <a:pt x="3904497" y="2549763"/>
                  <a:pt x="3915812" y="2498719"/>
                  <a:pt x="3931022" y="2447257"/>
                </a:cubicBezTo>
                <a:cubicBezTo>
                  <a:pt x="3926379" y="2418661"/>
                  <a:pt x="3921610" y="2390268"/>
                  <a:pt x="3916803" y="2361711"/>
                </a:cubicBezTo>
                <a:cubicBezTo>
                  <a:pt x="3903892" y="2296703"/>
                  <a:pt x="3891021" y="2231860"/>
                  <a:pt x="3878110" y="2166853"/>
                </a:cubicBezTo>
                <a:close/>
                <a:moveTo>
                  <a:pt x="4063704" y="2153857"/>
                </a:moveTo>
                <a:lnTo>
                  <a:pt x="4065448" y="2155380"/>
                </a:lnTo>
                <a:lnTo>
                  <a:pt x="4066036" y="2171011"/>
                </a:lnTo>
                <a:close/>
                <a:moveTo>
                  <a:pt x="5294893" y="2152806"/>
                </a:moveTo>
                <a:cubicBezTo>
                  <a:pt x="5308047" y="2192903"/>
                  <a:pt x="5322061" y="2232967"/>
                  <a:pt x="5336530" y="2272747"/>
                </a:cubicBezTo>
                <a:cubicBezTo>
                  <a:pt x="5334798" y="2254049"/>
                  <a:pt x="5332860" y="2235227"/>
                  <a:pt x="5330800" y="2216607"/>
                </a:cubicBezTo>
                <a:cubicBezTo>
                  <a:pt x="5319174" y="2195084"/>
                  <a:pt x="5307260" y="2173804"/>
                  <a:pt x="5294893" y="2152806"/>
                </a:cubicBezTo>
                <a:close/>
                <a:moveTo>
                  <a:pt x="6032767" y="2145531"/>
                </a:moveTo>
                <a:lnTo>
                  <a:pt x="6032602" y="2145571"/>
                </a:lnTo>
                <a:cubicBezTo>
                  <a:pt x="6032557" y="2146103"/>
                  <a:pt x="6032676" y="2146595"/>
                  <a:pt x="6032755" y="2146924"/>
                </a:cubicBezTo>
                <a:cubicBezTo>
                  <a:pt x="6032840" y="2146556"/>
                  <a:pt x="6032965" y="2146352"/>
                  <a:pt x="6032886" y="2146024"/>
                </a:cubicBezTo>
                <a:cubicBezTo>
                  <a:pt x="6032846" y="2145860"/>
                  <a:pt x="6032767" y="2145531"/>
                  <a:pt x="6032767" y="2145531"/>
                </a:cubicBezTo>
                <a:close/>
                <a:moveTo>
                  <a:pt x="6322610" y="2141087"/>
                </a:moveTo>
                <a:cubicBezTo>
                  <a:pt x="6325368" y="2149631"/>
                  <a:pt x="6328125" y="2158177"/>
                  <a:pt x="6331008" y="2166517"/>
                </a:cubicBezTo>
                <a:cubicBezTo>
                  <a:pt x="6330917" y="2162543"/>
                  <a:pt x="6330702" y="2158771"/>
                  <a:pt x="6330447" y="2154836"/>
                </a:cubicBezTo>
                <a:lnTo>
                  <a:pt x="6330284" y="2154875"/>
                </a:lnTo>
                <a:cubicBezTo>
                  <a:pt x="6327780" y="2150266"/>
                  <a:pt x="6325113" y="2145696"/>
                  <a:pt x="6322610" y="2141087"/>
                </a:cubicBezTo>
                <a:close/>
                <a:moveTo>
                  <a:pt x="7151382" y="2136722"/>
                </a:moveTo>
                <a:cubicBezTo>
                  <a:pt x="7144993" y="2161377"/>
                  <a:pt x="7138934" y="2185953"/>
                  <a:pt x="7133203" y="2210450"/>
                </a:cubicBezTo>
                <a:lnTo>
                  <a:pt x="7133164" y="2210285"/>
                </a:lnTo>
                <a:cubicBezTo>
                  <a:pt x="7143288" y="2255111"/>
                  <a:pt x="7153577" y="2299897"/>
                  <a:pt x="7164031" y="2344643"/>
                </a:cubicBezTo>
                <a:cubicBezTo>
                  <a:pt x="7166879" y="2291647"/>
                  <a:pt x="7170220" y="2238531"/>
                  <a:pt x="7174297" y="2185585"/>
                </a:cubicBezTo>
                <a:cubicBezTo>
                  <a:pt x="7166891" y="2169299"/>
                  <a:pt x="7159116" y="2152929"/>
                  <a:pt x="7151382" y="2136722"/>
                </a:cubicBezTo>
                <a:close/>
                <a:moveTo>
                  <a:pt x="6711596" y="2098113"/>
                </a:moveTo>
                <a:cubicBezTo>
                  <a:pt x="6728380" y="2145329"/>
                  <a:pt x="6744960" y="2192419"/>
                  <a:pt x="6761416" y="2239713"/>
                </a:cubicBezTo>
                <a:cubicBezTo>
                  <a:pt x="6761931" y="2221689"/>
                  <a:pt x="6762610" y="2203626"/>
                  <a:pt x="6762961" y="2185641"/>
                </a:cubicBezTo>
                <a:cubicBezTo>
                  <a:pt x="6746812" y="2156173"/>
                  <a:pt x="6729513" y="2126981"/>
                  <a:pt x="6711596" y="2098113"/>
                </a:cubicBezTo>
                <a:close/>
                <a:moveTo>
                  <a:pt x="2220621" y="2088677"/>
                </a:moveTo>
                <a:cubicBezTo>
                  <a:pt x="2222353" y="2374483"/>
                  <a:pt x="2230309" y="2660873"/>
                  <a:pt x="2252879" y="2943734"/>
                </a:cubicBezTo>
                <a:cubicBezTo>
                  <a:pt x="2255659" y="2949493"/>
                  <a:pt x="2258604" y="2955212"/>
                  <a:pt x="2261423" y="2961135"/>
                </a:cubicBezTo>
                <a:cubicBezTo>
                  <a:pt x="2265405" y="2965388"/>
                  <a:pt x="2269510" y="2969437"/>
                  <a:pt x="2273491" y="2973689"/>
                </a:cubicBezTo>
                <a:cubicBezTo>
                  <a:pt x="2268258" y="2936893"/>
                  <a:pt x="2263972" y="2899695"/>
                  <a:pt x="2260834" y="2862220"/>
                </a:cubicBezTo>
                <a:cubicBezTo>
                  <a:pt x="2269731" y="2906995"/>
                  <a:pt x="2280886" y="2951050"/>
                  <a:pt x="2293191" y="2994828"/>
                </a:cubicBezTo>
                <a:cubicBezTo>
                  <a:pt x="2306392" y="3009194"/>
                  <a:pt x="2319794" y="3023686"/>
                  <a:pt x="2332705" y="3038295"/>
                </a:cubicBezTo>
                <a:cubicBezTo>
                  <a:pt x="2316420" y="2965065"/>
                  <a:pt x="2302308" y="2891485"/>
                  <a:pt x="2291607" y="2816907"/>
                </a:cubicBezTo>
                <a:cubicBezTo>
                  <a:pt x="2301538" y="2860215"/>
                  <a:pt x="2312948" y="2903166"/>
                  <a:pt x="2324977" y="2945795"/>
                </a:cubicBezTo>
                <a:cubicBezTo>
                  <a:pt x="2312903" y="2838182"/>
                  <a:pt x="2307603" y="2729107"/>
                  <a:pt x="2311251" y="2618221"/>
                </a:cubicBezTo>
                <a:cubicBezTo>
                  <a:pt x="2320084" y="2786572"/>
                  <a:pt x="2349128" y="2948655"/>
                  <a:pt x="2391274" y="3106705"/>
                </a:cubicBezTo>
                <a:cubicBezTo>
                  <a:pt x="2401541" y="3119000"/>
                  <a:pt x="2411807" y="3131293"/>
                  <a:pt x="2421784" y="3143830"/>
                </a:cubicBezTo>
                <a:cubicBezTo>
                  <a:pt x="2435381" y="3023765"/>
                  <a:pt x="2450450" y="2904039"/>
                  <a:pt x="2465966" y="2784726"/>
                </a:cubicBezTo>
                <a:cubicBezTo>
                  <a:pt x="2461475" y="2767563"/>
                  <a:pt x="2456820" y="2750439"/>
                  <a:pt x="2452165" y="2733315"/>
                </a:cubicBezTo>
                <a:cubicBezTo>
                  <a:pt x="2389837" y="2593170"/>
                  <a:pt x="2336625" y="2450476"/>
                  <a:pt x="2303776" y="2302867"/>
                </a:cubicBezTo>
                <a:cubicBezTo>
                  <a:pt x="2290509" y="2271661"/>
                  <a:pt x="2276749" y="2240572"/>
                  <a:pt x="2262167" y="2209682"/>
                </a:cubicBezTo>
                <a:cubicBezTo>
                  <a:pt x="2274172" y="2229898"/>
                  <a:pt x="2285396" y="2250476"/>
                  <a:pt x="2296907" y="2270811"/>
                </a:cubicBezTo>
                <a:cubicBezTo>
                  <a:pt x="2291947" y="2245940"/>
                  <a:pt x="2287439" y="2220787"/>
                  <a:pt x="2283628" y="2195639"/>
                </a:cubicBezTo>
                <a:cubicBezTo>
                  <a:pt x="2262693" y="2160027"/>
                  <a:pt x="2241595" y="2124453"/>
                  <a:pt x="2220661" y="2088841"/>
                </a:cubicBezTo>
                <a:close/>
                <a:moveTo>
                  <a:pt x="5239319" y="2063687"/>
                </a:moveTo>
                <a:cubicBezTo>
                  <a:pt x="5242048" y="2105954"/>
                  <a:pt x="5245067" y="2147976"/>
                  <a:pt x="5248577" y="2189880"/>
                </a:cubicBezTo>
                <a:cubicBezTo>
                  <a:pt x="5264166" y="2242944"/>
                  <a:pt x="5280413" y="2295851"/>
                  <a:pt x="5297111" y="2348474"/>
                </a:cubicBezTo>
                <a:cubicBezTo>
                  <a:pt x="5294854" y="2329034"/>
                  <a:pt x="5292389" y="2309469"/>
                  <a:pt x="5289802" y="2290109"/>
                </a:cubicBezTo>
                <a:cubicBezTo>
                  <a:pt x="5301863" y="2338638"/>
                  <a:pt x="5313675" y="2387575"/>
                  <a:pt x="5325449" y="2436348"/>
                </a:cubicBezTo>
                <a:cubicBezTo>
                  <a:pt x="5334525" y="2463873"/>
                  <a:pt x="5343766" y="2491360"/>
                  <a:pt x="5353008" y="2518847"/>
                </a:cubicBezTo>
                <a:cubicBezTo>
                  <a:pt x="5354112" y="2509022"/>
                  <a:pt x="5355216" y="2499197"/>
                  <a:pt x="5356321" y="2489373"/>
                </a:cubicBezTo>
                <a:cubicBezTo>
                  <a:pt x="5356292" y="2487815"/>
                  <a:pt x="5356140" y="2486462"/>
                  <a:pt x="5355987" y="2485108"/>
                </a:cubicBezTo>
                <a:cubicBezTo>
                  <a:pt x="5319808" y="2358984"/>
                  <a:pt x="5288884" y="2231591"/>
                  <a:pt x="5264530" y="2102612"/>
                </a:cubicBezTo>
                <a:cubicBezTo>
                  <a:pt x="5256195" y="2089679"/>
                  <a:pt x="5247983" y="2076541"/>
                  <a:pt x="5239319" y="2063687"/>
                </a:cubicBezTo>
                <a:close/>
                <a:moveTo>
                  <a:pt x="6277461" y="2059878"/>
                </a:moveTo>
                <a:cubicBezTo>
                  <a:pt x="6276652" y="2129240"/>
                  <a:pt x="6271821" y="2199225"/>
                  <a:pt x="6264941" y="2269357"/>
                </a:cubicBezTo>
                <a:cubicBezTo>
                  <a:pt x="6270984" y="2282149"/>
                  <a:pt x="6276736" y="2295185"/>
                  <a:pt x="6282451" y="2308056"/>
                </a:cubicBezTo>
                <a:cubicBezTo>
                  <a:pt x="6309570" y="2349127"/>
                  <a:pt x="6332417" y="2391229"/>
                  <a:pt x="6351325" y="2434282"/>
                </a:cubicBezTo>
                <a:cubicBezTo>
                  <a:pt x="6343097" y="2352678"/>
                  <a:pt x="6336919" y="2270926"/>
                  <a:pt x="6332423" y="2188941"/>
                </a:cubicBezTo>
                <a:cubicBezTo>
                  <a:pt x="6328867" y="2172769"/>
                  <a:pt x="6325515" y="2156721"/>
                  <a:pt x="6322452" y="2140429"/>
                </a:cubicBezTo>
                <a:cubicBezTo>
                  <a:pt x="6307468" y="2113634"/>
                  <a:pt x="6292281" y="2086713"/>
                  <a:pt x="6277461" y="2059878"/>
                </a:cubicBezTo>
                <a:close/>
                <a:moveTo>
                  <a:pt x="5489961" y="2032905"/>
                </a:moveTo>
                <a:cubicBezTo>
                  <a:pt x="5490266" y="2060811"/>
                  <a:pt x="5490612" y="2088880"/>
                  <a:pt x="5491246" y="2116707"/>
                </a:cubicBezTo>
                <a:lnTo>
                  <a:pt x="5491285" y="2116872"/>
                </a:lnTo>
                <a:cubicBezTo>
                  <a:pt x="5498375" y="2157043"/>
                  <a:pt x="5506325" y="2197180"/>
                  <a:pt x="5514768" y="2237197"/>
                </a:cubicBezTo>
                <a:cubicBezTo>
                  <a:pt x="5517073" y="2240986"/>
                  <a:pt x="5519213" y="2244814"/>
                  <a:pt x="5521354" y="2248641"/>
                </a:cubicBezTo>
                <a:cubicBezTo>
                  <a:pt x="5511121" y="2176732"/>
                  <a:pt x="5500685" y="2104696"/>
                  <a:pt x="5489961" y="2032905"/>
                </a:cubicBezTo>
                <a:close/>
                <a:moveTo>
                  <a:pt x="342648" y="2025835"/>
                </a:moveTo>
                <a:cubicBezTo>
                  <a:pt x="494809" y="2239358"/>
                  <a:pt x="638131" y="2461617"/>
                  <a:pt x="769221" y="2691522"/>
                </a:cubicBezTo>
                <a:cubicBezTo>
                  <a:pt x="757086" y="2621808"/>
                  <a:pt x="744747" y="2551971"/>
                  <a:pt x="731627" y="2482496"/>
                </a:cubicBezTo>
                <a:lnTo>
                  <a:pt x="731548" y="2482167"/>
                </a:lnTo>
                <a:cubicBezTo>
                  <a:pt x="753762" y="2567000"/>
                  <a:pt x="774867" y="2652274"/>
                  <a:pt x="795479" y="2737666"/>
                </a:cubicBezTo>
                <a:cubicBezTo>
                  <a:pt x="856908" y="2847443"/>
                  <a:pt x="915617" y="2958919"/>
                  <a:pt x="970874" y="3071923"/>
                </a:cubicBezTo>
                <a:cubicBezTo>
                  <a:pt x="972816" y="3059811"/>
                  <a:pt x="974883" y="3047495"/>
                  <a:pt x="976989" y="3035342"/>
                </a:cubicBezTo>
                <a:cubicBezTo>
                  <a:pt x="974837" y="3007709"/>
                  <a:pt x="972193" y="2980194"/>
                  <a:pt x="968689" y="2952712"/>
                </a:cubicBezTo>
                <a:cubicBezTo>
                  <a:pt x="973066" y="2973727"/>
                  <a:pt x="976910" y="2994696"/>
                  <a:pt x="980427" y="3015744"/>
                </a:cubicBezTo>
                <a:cubicBezTo>
                  <a:pt x="987629" y="2976468"/>
                  <a:pt x="995693" y="2937157"/>
                  <a:pt x="1004414" y="2897688"/>
                </a:cubicBezTo>
                <a:cubicBezTo>
                  <a:pt x="993474" y="2701171"/>
                  <a:pt x="961520" y="2509031"/>
                  <a:pt x="886756" y="2326008"/>
                </a:cubicBezTo>
                <a:cubicBezTo>
                  <a:pt x="886960" y="2326132"/>
                  <a:pt x="887164" y="2326257"/>
                  <a:pt x="887164" y="2326257"/>
                </a:cubicBezTo>
                <a:cubicBezTo>
                  <a:pt x="959991" y="2475339"/>
                  <a:pt x="1003549" y="2631311"/>
                  <a:pt x="1030315" y="2791162"/>
                </a:cubicBezTo>
                <a:cubicBezTo>
                  <a:pt x="1035304" y="2772232"/>
                  <a:pt x="1040293" y="2753302"/>
                  <a:pt x="1045775" y="2734253"/>
                </a:cubicBezTo>
                <a:cubicBezTo>
                  <a:pt x="1041221" y="2760029"/>
                  <a:pt x="1037201" y="2785851"/>
                  <a:pt x="1033469" y="2811429"/>
                </a:cubicBezTo>
                <a:cubicBezTo>
                  <a:pt x="1058334" y="2968438"/>
                  <a:pt x="1067558" y="3129048"/>
                  <a:pt x="1072802" y="3290446"/>
                </a:cubicBezTo>
                <a:lnTo>
                  <a:pt x="1085409" y="3320021"/>
                </a:lnTo>
                <a:lnTo>
                  <a:pt x="936504" y="3320021"/>
                </a:lnTo>
                <a:lnTo>
                  <a:pt x="939026" y="3289890"/>
                </a:lnTo>
                <a:cubicBezTo>
                  <a:pt x="926733" y="3254799"/>
                  <a:pt x="913618" y="3219905"/>
                  <a:pt x="900503" y="3185012"/>
                </a:cubicBezTo>
                <a:cubicBezTo>
                  <a:pt x="900045" y="3191032"/>
                  <a:pt x="900118" y="3197096"/>
                  <a:pt x="899864" y="3203240"/>
                </a:cubicBezTo>
                <a:lnTo>
                  <a:pt x="900028" y="3203201"/>
                </a:lnTo>
                <a:cubicBezTo>
                  <a:pt x="908057" y="3238627"/>
                  <a:pt x="916211" y="3273848"/>
                  <a:pt x="924405" y="3309234"/>
                </a:cubicBezTo>
                <a:lnTo>
                  <a:pt x="930828" y="3320021"/>
                </a:lnTo>
                <a:lnTo>
                  <a:pt x="833552" y="3320021"/>
                </a:lnTo>
                <a:lnTo>
                  <a:pt x="695149" y="3049530"/>
                </a:lnTo>
                <a:lnTo>
                  <a:pt x="695102" y="3048989"/>
                </a:lnTo>
                <a:lnTo>
                  <a:pt x="694977" y="3049193"/>
                </a:lnTo>
                <a:lnTo>
                  <a:pt x="695149" y="3049530"/>
                </a:lnTo>
                <a:lnTo>
                  <a:pt x="701778" y="3124885"/>
                </a:lnTo>
                <a:lnTo>
                  <a:pt x="786899" y="3320021"/>
                </a:lnTo>
                <a:lnTo>
                  <a:pt x="766282" y="3320021"/>
                </a:lnTo>
                <a:lnTo>
                  <a:pt x="702644" y="3134234"/>
                </a:lnTo>
                <a:cubicBezTo>
                  <a:pt x="706082" y="3170073"/>
                  <a:pt x="710012" y="3205793"/>
                  <a:pt x="714104" y="3241474"/>
                </a:cubicBezTo>
                <a:lnTo>
                  <a:pt x="761643" y="3320021"/>
                </a:lnTo>
                <a:lnTo>
                  <a:pt x="453120" y="3320021"/>
                </a:lnTo>
                <a:lnTo>
                  <a:pt x="391560" y="3175956"/>
                </a:lnTo>
                <a:cubicBezTo>
                  <a:pt x="388808" y="3222153"/>
                  <a:pt x="387777" y="3268280"/>
                  <a:pt x="388224" y="3314052"/>
                </a:cubicBezTo>
                <a:lnTo>
                  <a:pt x="389206" y="3320021"/>
                </a:lnTo>
                <a:lnTo>
                  <a:pt x="318201" y="3320021"/>
                </a:lnTo>
                <a:lnTo>
                  <a:pt x="298981" y="2971687"/>
                </a:lnTo>
                <a:cubicBezTo>
                  <a:pt x="283114" y="2937631"/>
                  <a:pt x="267123" y="2903781"/>
                  <a:pt x="250928" y="2869804"/>
                </a:cubicBezTo>
                <a:cubicBezTo>
                  <a:pt x="250718" y="2945973"/>
                  <a:pt x="250384" y="3022345"/>
                  <a:pt x="250215" y="3098678"/>
                </a:cubicBezTo>
                <a:cubicBezTo>
                  <a:pt x="268879" y="3166641"/>
                  <a:pt x="283969" y="3235641"/>
                  <a:pt x="296065" y="3305190"/>
                </a:cubicBezTo>
                <a:lnTo>
                  <a:pt x="302035" y="3320021"/>
                </a:lnTo>
                <a:lnTo>
                  <a:pt x="204708" y="3320021"/>
                </a:lnTo>
                <a:lnTo>
                  <a:pt x="211328" y="3239967"/>
                </a:lnTo>
                <a:cubicBezTo>
                  <a:pt x="208791" y="3229458"/>
                  <a:pt x="206294" y="3219112"/>
                  <a:pt x="203757" y="3208601"/>
                </a:cubicBezTo>
                <a:cubicBezTo>
                  <a:pt x="200128" y="3231723"/>
                  <a:pt x="196374" y="3255047"/>
                  <a:pt x="193112" y="3278253"/>
                </a:cubicBezTo>
                <a:lnTo>
                  <a:pt x="193276" y="3278213"/>
                </a:lnTo>
                <a:lnTo>
                  <a:pt x="202079" y="3320021"/>
                </a:lnTo>
                <a:lnTo>
                  <a:pt x="149495" y="3320021"/>
                </a:lnTo>
                <a:lnTo>
                  <a:pt x="129015" y="3060678"/>
                </a:lnTo>
                <a:cubicBezTo>
                  <a:pt x="125331" y="2970807"/>
                  <a:pt x="125299" y="2880316"/>
                  <a:pt x="129770" y="2789043"/>
                </a:cubicBezTo>
                <a:cubicBezTo>
                  <a:pt x="122771" y="2773006"/>
                  <a:pt x="115731" y="2756806"/>
                  <a:pt x="107912" y="2740967"/>
                </a:cubicBezTo>
                <a:cubicBezTo>
                  <a:pt x="115710" y="2754552"/>
                  <a:pt x="122851" y="2768295"/>
                  <a:pt x="130155" y="2781999"/>
                </a:cubicBezTo>
                <a:cubicBezTo>
                  <a:pt x="130835" y="2768975"/>
                  <a:pt x="131146" y="2755866"/>
                  <a:pt x="131990" y="2742802"/>
                </a:cubicBezTo>
                <a:cubicBezTo>
                  <a:pt x="132477" y="2758499"/>
                  <a:pt x="133252" y="2773952"/>
                  <a:pt x="134028" y="2789406"/>
                </a:cubicBezTo>
                <a:cubicBezTo>
                  <a:pt x="134311" y="2789859"/>
                  <a:pt x="134798" y="2790436"/>
                  <a:pt x="134917" y="2790929"/>
                </a:cubicBezTo>
                <a:cubicBezTo>
                  <a:pt x="134798" y="2790436"/>
                  <a:pt x="134679" y="2789943"/>
                  <a:pt x="134600" y="2789615"/>
                </a:cubicBezTo>
                <a:cubicBezTo>
                  <a:pt x="134759" y="2790272"/>
                  <a:pt x="134877" y="2790764"/>
                  <a:pt x="135036" y="2791422"/>
                </a:cubicBezTo>
                <a:cubicBezTo>
                  <a:pt x="175343" y="2868411"/>
                  <a:pt x="207807" y="2947468"/>
                  <a:pt x="233702" y="3028109"/>
                </a:cubicBezTo>
                <a:cubicBezTo>
                  <a:pt x="238719" y="2970419"/>
                  <a:pt x="243736" y="2912728"/>
                  <a:pt x="248590" y="2855075"/>
                </a:cubicBezTo>
                <a:cubicBezTo>
                  <a:pt x="168497" y="2687415"/>
                  <a:pt x="84747" y="2521159"/>
                  <a:pt x="0" y="2356533"/>
                </a:cubicBezTo>
                <a:lnTo>
                  <a:pt x="328" y="2356454"/>
                </a:lnTo>
                <a:cubicBezTo>
                  <a:pt x="103921" y="2506278"/>
                  <a:pt x="207133" y="2657408"/>
                  <a:pt x="307668" y="2810403"/>
                </a:cubicBezTo>
                <a:cubicBezTo>
                  <a:pt x="312430" y="2718537"/>
                  <a:pt x="321044" y="2626786"/>
                  <a:pt x="334080" y="2535355"/>
                </a:cubicBezTo>
                <a:cubicBezTo>
                  <a:pt x="327500" y="2523216"/>
                  <a:pt x="321083" y="2511035"/>
                  <a:pt x="314340" y="2498933"/>
                </a:cubicBezTo>
                <a:cubicBezTo>
                  <a:pt x="321429" y="2508866"/>
                  <a:pt x="328190" y="2518877"/>
                  <a:pt x="335116" y="2528850"/>
                </a:cubicBezTo>
                <a:cubicBezTo>
                  <a:pt x="339068" y="2501307"/>
                  <a:pt x="343513" y="2473644"/>
                  <a:pt x="348327" y="2446067"/>
                </a:cubicBezTo>
                <a:cubicBezTo>
                  <a:pt x="345496" y="2476816"/>
                  <a:pt x="343118" y="2507280"/>
                  <a:pt x="341311" y="2537955"/>
                </a:cubicBezTo>
                <a:cubicBezTo>
                  <a:pt x="413362" y="2641344"/>
                  <a:pt x="479038" y="2747837"/>
                  <a:pt x="537725" y="2857059"/>
                </a:cubicBezTo>
                <a:cubicBezTo>
                  <a:pt x="534260" y="2824701"/>
                  <a:pt x="530301" y="2792464"/>
                  <a:pt x="525358" y="2760465"/>
                </a:cubicBezTo>
                <a:cubicBezTo>
                  <a:pt x="495374" y="2714002"/>
                  <a:pt x="464610" y="2667903"/>
                  <a:pt x="433063" y="2622165"/>
                </a:cubicBezTo>
                <a:cubicBezTo>
                  <a:pt x="462447" y="2656781"/>
                  <a:pt x="491252" y="2691884"/>
                  <a:pt x="519769" y="2727230"/>
                </a:cubicBezTo>
                <a:cubicBezTo>
                  <a:pt x="517731" y="2715904"/>
                  <a:pt x="516021" y="2704500"/>
                  <a:pt x="513942" y="2693010"/>
                </a:cubicBezTo>
                <a:cubicBezTo>
                  <a:pt x="518620" y="2707349"/>
                  <a:pt x="522765" y="2721641"/>
                  <a:pt x="526949" y="2736098"/>
                </a:cubicBezTo>
                <a:cubicBezTo>
                  <a:pt x="573111" y="2793427"/>
                  <a:pt x="618158" y="2851894"/>
                  <a:pt x="661970" y="2911007"/>
                </a:cubicBezTo>
                <a:lnTo>
                  <a:pt x="681927" y="2674118"/>
                </a:lnTo>
                <a:lnTo>
                  <a:pt x="688216" y="2953505"/>
                </a:lnTo>
                <a:cubicBezTo>
                  <a:pt x="742838" y="3028603"/>
                  <a:pt x="795359" y="3105078"/>
                  <a:pt x="845536" y="3182639"/>
                </a:cubicBezTo>
                <a:cubicBezTo>
                  <a:pt x="833333" y="3106165"/>
                  <a:pt x="821130" y="3029691"/>
                  <a:pt x="808763" y="2953256"/>
                </a:cubicBezTo>
                <a:lnTo>
                  <a:pt x="682201" y="2670856"/>
                </a:lnTo>
                <a:lnTo>
                  <a:pt x="682922" y="2662303"/>
                </a:lnTo>
                <a:cubicBezTo>
                  <a:pt x="579590" y="2445161"/>
                  <a:pt x="465239" y="2232766"/>
                  <a:pt x="342648" y="2025835"/>
                </a:cubicBezTo>
                <a:close/>
                <a:moveTo>
                  <a:pt x="7092081" y="2017047"/>
                </a:moveTo>
                <a:cubicBezTo>
                  <a:pt x="7101482" y="2065350"/>
                  <a:pt x="7111664" y="2113290"/>
                  <a:pt x="7122173" y="2161150"/>
                </a:cubicBezTo>
                <a:cubicBezTo>
                  <a:pt x="7127875" y="2145176"/>
                  <a:pt x="7134109" y="2129247"/>
                  <a:pt x="7140015" y="2113398"/>
                </a:cubicBezTo>
                <a:cubicBezTo>
                  <a:pt x="7124382" y="2081024"/>
                  <a:pt x="7108498" y="2049058"/>
                  <a:pt x="7092081" y="2017047"/>
                </a:cubicBezTo>
                <a:close/>
                <a:moveTo>
                  <a:pt x="5967731" y="2010731"/>
                </a:moveTo>
                <a:lnTo>
                  <a:pt x="5967566" y="2010771"/>
                </a:lnTo>
                <a:lnTo>
                  <a:pt x="5967862" y="2011382"/>
                </a:lnTo>
                <a:lnTo>
                  <a:pt x="5977499" y="2059119"/>
                </a:lnTo>
                <a:cubicBezTo>
                  <a:pt x="5978014" y="2051174"/>
                  <a:pt x="5978654" y="2043026"/>
                  <a:pt x="5979334" y="2035041"/>
                </a:cubicBezTo>
                <a:lnTo>
                  <a:pt x="5967862" y="2011382"/>
                </a:lnTo>
                <a:close/>
                <a:moveTo>
                  <a:pt x="6530396" y="2009079"/>
                </a:moveTo>
                <a:cubicBezTo>
                  <a:pt x="6532571" y="2028887"/>
                  <a:pt x="6534541" y="2048571"/>
                  <a:pt x="6536387" y="2068458"/>
                </a:cubicBezTo>
                <a:cubicBezTo>
                  <a:pt x="6546546" y="2093985"/>
                  <a:pt x="6556665" y="2119347"/>
                  <a:pt x="6566989" y="2144836"/>
                </a:cubicBezTo>
                <a:cubicBezTo>
                  <a:pt x="6555023" y="2099585"/>
                  <a:pt x="6542690" y="2054250"/>
                  <a:pt x="6530396" y="2009079"/>
                </a:cubicBezTo>
                <a:close/>
                <a:moveTo>
                  <a:pt x="5196912" y="2003193"/>
                </a:moveTo>
                <a:cubicBezTo>
                  <a:pt x="5202240" y="2023108"/>
                  <a:pt x="5207444" y="2043228"/>
                  <a:pt x="5212937" y="2063104"/>
                </a:cubicBezTo>
                <a:cubicBezTo>
                  <a:pt x="5213118" y="2050896"/>
                  <a:pt x="5213503" y="2038811"/>
                  <a:pt x="5213725" y="2026767"/>
                </a:cubicBezTo>
                <a:cubicBezTo>
                  <a:pt x="5208174" y="2018895"/>
                  <a:pt x="5202625" y="2011025"/>
                  <a:pt x="5196912" y="2003193"/>
                </a:cubicBezTo>
                <a:close/>
                <a:moveTo>
                  <a:pt x="6048233" y="1946811"/>
                </a:moveTo>
                <a:cubicBezTo>
                  <a:pt x="6048271" y="1972175"/>
                  <a:pt x="6048187" y="1997741"/>
                  <a:pt x="6048062" y="2023144"/>
                </a:cubicBezTo>
                <a:lnTo>
                  <a:pt x="6047897" y="2023183"/>
                </a:lnTo>
                <a:cubicBezTo>
                  <a:pt x="6048504" y="2024254"/>
                  <a:pt x="6049069" y="2025160"/>
                  <a:pt x="6049635" y="2026066"/>
                </a:cubicBezTo>
                <a:cubicBezTo>
                  <a:pt x="6048781" y="2000204"/>
                  <a:pt x="6048380" y="1974060"/>
                  <a:pt x="6048673" y="1947921"/>
                </a:cubicBezTo>
                <a:cubicBezTo>
                  <a:pt x="6048430" y="1947632"/>
                  <a:pt x="6048311" y="1947139"/>
                  <a:pt x="6048233" y="1946811"/>
                </a:cubicBezTo>
                <a:close/>
                <a:moveTo>
                  <a:pt x="4431546" y="1864173"/>
                </a:moveTo>
                <a:cubicBezTo>
                  <a:pt x="4412049" y="2100188"/>
                  <a:pt x="4448953" y="2323631"/>
                  <a:pt x="4509130" y="2541978"/>
                </a:cubicBezTo>
                <a:cubicBezTo>
                  <a:pt x="4518479" y="2309281"/>
                  <a:pt x="4509283" y="2079671"/>
                  <a:pt x="4431546" y="1864173"/>
                </a:cubicBezTo>
                <a:close/>
                <a:moveTo>
                  <a:pt x="7100140" y="1862518"/>
                </a:moveTo>
                <a:cubicBezTo>
                  <a:pt x="7098442" y="1874920"/>
                  <a:pt x="7096703" y="1887156"/>
                  <a:pt x="7095168" y="1899519"/>
                </a:cubicBezTo>
                <a:cubicBezTo>
                  <a:pt x="7102416" y="1910108"/>
                  <a:pt x="7109665" y="1920696"/>
                  <a:pt x="7116788" y="1931490"/>
                </a:cubicBezTo>
                <a:cubicBezTo>
                  <a:pt x="7111075" y="1908539"/>
                  <a:pt x="7105525" y="1885548"/>
                  <a:pt x="7100140" y="1862518"/>
                </a:cubicBezTo>
                <a:close/>
                <a:moveTo>
                  <a:pt x="6356818" y="1844346"/>
                </a:moveTo>
                <a:lnTo>
                  <a:pt x="6356654" y="1844386"/>
                </a:lnTo>
                <a:lnTo>
                  <a:pt x="6356959" y="1845499"/>
                </a:lnTo>
                <a:lnTo>
                  <a:pt x="6379713" y="2032069"/>
                </a:lnTo>
                <a:cubicBezTo>
                  <a:pt x="6388212" y="2044963"/>
                  <a:pt x="6396711" y="2057857"/>
                  <a:pt x="6405212" y="2070751"/>
                </a:cubicBezTo>
                <a:cubicBezTo>
                  <a:pt x="6404305" y="2051157"/>
                  <a:pt x="6403563" y="2031525"/>
                  <a:pt x="6402493" y="2011972"/>
                </a:cubicBezTo>
                <a:lnTo>
                  <a:pt x="6356959" y="1845499"/>
                </a:lnTo>
                <a:close/>
                <a:moveTo>
                  <a:pt x="6035496" y="1814854"/>
                </a:moveTo>
                <a:lnTo>
                  <a:pt x="6035697" y="1815819"/>
                </a:lnTo>
                <a:lnTo>
                  <a:pt x="6024913" y="1982679"/>
                </a:lnTo>
                <a:cubicBezTo>
                  <a:pt x="6030852" y="1992888"/>
                  <a:pt x="6036668" y="2003302"/>
                  <a:pt x="6042608" y="2013511"/>
                </a:cubicBezTo>
                <a:cubicBezTo>
                  <a:pt x="6044313" y="1990334"/>
                  <a:pt x="6045893" y="1967361"/>
                  <a:pt x="6047434" y="1944223"/>
                </a:cubicBezTo>
                <a:cubicBezTo>
                  <a:pt x="6047394" y="1944059"/>
                  <a:pt x="6047315" y="1943730"/>
                  <a:pt x="6047275" y="1943567"/>
                </a:cubicBezTo>
                <a:cubicBezTo>
                  <a:pt x="6047479" y="1943690"/>
                  <a:pt x="6047518" y="1943855"/>
                  <a:pt x="6047518" y="1943855"/>
                </a:cubicBezTo>
                <a:cubicBezTo>
                  <a:pt x="6047722" y="1938940"/>
                  <a:pt x="6048129" y="1934149"/>
                  <a:pt x="6048499" y="1929195"/>
                </a:cubicBezTo>
                <a:cubicBezTo>
                  <a:pt x="6048537" y="1934399"/>
                  <a:pt x="6048413" y="1939642"/>
                  <a:pt x="6048453" y="1944846"/>
                </a:cubicBezTo>
                <a:cubicBezTo>
                  <a:pt x="6048696" y="1945135"/>
                  <a:pt x="6048900" y="1945260"/>
                  <a:pt x="6048939" y="1945424"/>
                </a:cubicBezTo>
                <a:cubicBezTo>
                  <a:pt x="6049268" y="1930225"/>
                  <a:pt x="6049596" y="1915026"/>
                  <a:pt x="6050088" y="1899788"/>
                </a:cubicBezTo>
                <a:cubicBezTo>
                  <a:pt x="6046504" y="1892138"/>
                  <a:pt x="6043288" y="1884572"/>
                  <a:pt x="6039743" y="1877087"/>
                </a:cubicBezTo>
                <a:cubicBezTo>
                  <a:pt x="6043339" y="1883344"/>
                  <a:pt x="6046606" y="1889680"/>
                  <a:pt x="6050202" y="1895937"/>
                </a:cubicBezTo>
                <a:cubicBezTo>
                  <a:pt x="6050225" y="1893151"/>
                  <a:pt x="6050577" y="1890287"/>
                  <a:pt x="6050598" y="1887501"/>
                </a:cubicBezTo>
                <a:lnTo>
                  <a:pt x="6035697" y="1815819"/>
                </a:lnTo>
                <a:lnTo>
                  <a:pt x="6035741" y="1815143"/>
                </a:lnTo>
                <a:close/>
                <a:moveTo>
                  <a:pt x="5874388" y="1814814"/>
                </a:moveTo>
                <a:cubicBezTo>
                  <a:pt x="5883363" y="1885116"/>
                  <a:pt x="5893324" y="1955180"/>
                  <a:pt x="5904270" y="2025007"/>
                </a:cubicBezTo>
                <a:cubicBezTo>
                  <a:pt x="5904554" y="2025459"/>
                  <a:pt x="5904796" y="2025748"/>
                  <a:pt x="5904915" y="2026241"/>
                </a:cubicBezTo>
                <a:cubicBezTo>
                  <a:pt x="5899162" y="1967848"/>
                  <a:pt x="5894394" y="1909217"/>
                  <a:pt x="5891144" y="1850393"/>
                </a:cubicBezTo>
                <a:cubicBezTo>
                  <a:pt x="5885504" y="1838547"/>
                  <a:pt x="5879865" y="1826700"/>
                  <a:pt x="5874388" y="1814814"/>
                </a:cubicBezTo>
                <a:close/>
                <a:moveTo>
                  <a:pt x="7290269" y="1810717"/>
                </a:moveTo>
                <a:cubicBezTo>
                  <a:pt x="7299794" y="1848736"/>
                  <a:pt x="7309772" y="1886472"/>
                  <a:pt x="7319913" y="1924169"/>
                </a:cubicBezTo>
                <a:cubicBezTo>
                  <a:pt x="7322383" y="1927917"/>
                  <a:pt x="7324851" y="1931666"/>
                  <a:pt x="7327320" y="1935415"/>
                </a:cubicBezTo>
                <a:cubicBezTo>
                  <a:pt x="7315400" y="1894671"/>
                  <a:pt x="7303645" y="1853889"/>
                  <a:pt x="7291396" y="1813226"/>
                </a:cubicBezTo>
                <a:cubicBezTo>
                  <a:pt x="7291034" y="1812444"/>
                  <a:pt x="7290632" y="1811498"/>
                  <a:pt x="7290269" y="1810717"/>
                </a:cubicBezTo>
                <a:close/>
                <a:moveTo>
                  <a:pt x="6138466" y="1794344"/>
                </a:moveTo>
                <a:cubicBezTo>
                  <a:pt x="6165664" y="1921420"/>
                  <a:pt x="6191587" y="2048977"/>
                  <a:pt x="6217018" y="2176654"/>
                </a:cubicBezTo>
                <a:cubicBezTo>
                  <a:pt x="6228570" y="2197152"/>
                  <a:pt x="6239464" y="2217810"/>
                  <a:pt x="6249867" y="2238586"/>
                </a:cubicBezTo>
                <a:cubicBezTo>
                  <a:pt x="6259556" y="2175770"/>
                  <a:pt x="6267399" y="2113226"/>
                  <a:pt x="6272128" y="2050738"/>
                </a:cubicBezTo>
                <a:cubicBezTo>
                  <a:pt x="6225206" y="1965788"/>
                  <a:pt x="6179599" y="1880518"/>
                  <a:pt x="6138466" y="1794344"/>
                </a:cubicBezTo>
                <a:close/>
                <a:moveTo>
                  <a:pt x="6115753" y="1745606"/>
                </a:moveTo>
                <a:lnTo>
                  <a:pt x="6115589" y="1745645"/>
                </a:lnTo>
                <a:cubicBezTo>
                  <a:pt x="6114445" y="1851062"/>
                  <a:pt x="6124343" y="1953985"/>
                  <a:pt x="6142781" y="2054849"/>
                </a:cubicBezTo>
                <a:cubicBezTo>
                  <a:pt x="6143297" y="2056984"/>
                  <a:pt x="6144141" y="2059040"/>
                  <a:pt x="6144655" y="2061175"/>
                </a:cubicBezTo>
                <a:cubicBezTo>
                  <a:pt x="6145301" y="2062409"/>
                  <a:pt x="6145986" y="2063807"/>
                  <a:pt x="6146632" y="2065042"/>
                </a:cubicBezTo>
                <a:cubicBezTo>
                  <a:pt x="6142776" y="2000108"/>
                  <a:pt x="6139412" y="1935055"/>
                  <a:pt x="6136908" y="1869969"/>
                </a:cubicBezTo>
                <a:cubicBezTo>
                  <a:pt x="6138483" y="1882970"/>
                  <a:pt x="6140222" y="1895932"/>
                  <a:pt x="6141795" y="1908934"/>
                </a:cubicBezTo>
                <a:cubicBezTo>
                  <a:pt x="6136450" y="1860869"/>
                  <a:pt x="6130409" y="1812799"/>
                  <a:pt x="6124570" y="1764853"/>
                </a:cubicBezTo>
                <a:cubicBezTo>
                  <a:pt x="6121631" y="1758437"/>
                  <a:pt x="6118692" y="1752021"/>
                  <a:pt x="6115753" y="1745606"/>
                </a:cubicBezTo>
                <a:close/>
                <a:moveTo>
                  <a:pt x="5224296" y="1739380"/>
                </a:moveTo>
                <a:lnTo>
                  <a:pt x="5224336" y="1739544"/>
                </a:lnTo>
                <a:lnTo>
                  <a:pt x="5228294" y="1748969"/>
                </a:lnTo>
                <a:lnTo>
                  <a:pt x="5226749" y="1793148"/>
                </a:lnTo>
                <a:close/>
                <a:moveTo>
                  <a:pt x="3790391" y="1722803"/>
                </a:moveTo>
                <a:cubicBezTo>
                  <a:pt x="3697817" y="1956297"/>
                  <a:pt x="3648472" y="2199690"/>
                  <a:pt x="3629406" y="2443247"/>
                </a:cubicBezTo>
                <a:cubicBezTo>
                  <a:pt x="3640204" y="2480785"/>
                  <a:pt x="3653059" y="2517479"/>
                  <a:pt x="3667758" y="2553902"/>
                </a:cubicBezTo>
                <a:cubicBezTo>
                  <a:pt x="3720484" y="2418829"/>
                  <a:pt x="3788923" y="2286222"/>
                  <a:pt x="3876662" y="2158688"/>
                </a:cubicBezTo>
                <a:cubicBezTo>
                  <a:pt x="3847974" y="2013202"/>
                  <a:pt x="3819491" y="1867841"/>
                  <a:pt x="3790391" y="1722803"/>
                </a:cubicBezTo>
                <a:close/>
                <a:moveTo>
                  <a:pt x="6902480" y="1681528"/>
                </a:moveTo>
                <a:cubicBezTo>
                  <a:pt x="6945232" y="1840649"/>
                  <a:pt x="6983302" y="2001248"/>
                  <a:pt x="7025851" y="2160245"/>
                </a:cubicBezTo>
                <a:cubicBezTo>
                  <a:pt x="7028150" y="2164730"/>
                  <a:pt x="7030410" y="2169050"/>
                  <a:pt x="7032708" y="2173535"/>
                </a:cubicBezTo>
                <a:cubicBezTo>
                  <a:pt x="7037816" y="2145017"/>
                  <a:pt x="7043048" y="2116297"/>
                  <a:pt x="7048650" y="2087660"/>
                </a:cubicBezTo>
                <a:cubicBezTo>
                  <a:pt x="7040604" y="2024085"/>
                  <a:pt x="7033416" y="1960477"/>
                  <a:pt x="7027873" y="1896472"/>
                </a:cubicBezTo>
                <a:lnTo>
                  <a:pt x="7027834" y="1896307"/>
                </a:lnTo>
                <a:cubicBezTo>
                  <a:pt x="6987940" y="1823910"/>
                  <a:pt x="6946156" y="1752317"/>
                  <a:pt x="6902480" y="1681528"/>
                </a:cubicBezTo>
                <a:close/>
                <a:moveTo>
                  <a:pt x="7036572" y="1632999"/>
                </a:moveTo>
                <a:lnTo>
                  <a:pt x="7036407" y="1633039"/>
                </a:lnTo>
                <a:cubicBezTo>
                  <a:pt x="7042404" y="1706840"/>
                  <a:pt x="7051522" y="1779888"/>
                  <a:pt x="7062851" y="1852751"/>
                </a:cubicBezTo>
                <a:cubicBezTo>
                  <a:pt x="7071884" y="1865690"/>
                  <a:pt x="7080955" y="1878793"/>
                  <a:pt x="7089822" y="1891772"/>
                </a:cubicBezTo>
                <a:cubicBezTo>
                  <a:pt x="7092546" y="1879297"/>
                  <a:pt x="7095310" y="1866986"/>
                  <a:pt x="7098238" y="1854636"/>
                </a:cubicBezTo>
                <a:cubicBezTo>
                  <a:pt x="7084465" y="1794703"/>
                  <a:pt x="7071844" y="1734491"/>
                  <a:pt x="7061192" y="1673804"/>
                </a:cubicBezTo>
                <a:cubicBezTo>
                  <a:pt x="7053191" y="1660095"/>
                  <a:pt x="7044901" y="1646629"/>
                  <a:pt x="7036572" y="1632999"/>
                </a:cubicBezTo>
                <a:close/>
                <a:moveTo>
                  <a:pt x="7031809" y="1563592"/>
                </a:moveTo>
                <a:cubicBezTo>
                  <a:pt x="7032546" y="1578881"/>
                  <a:pt x="7033610" y="1594091"/>
                  <a:pt x="7034674" y="1609301"/>
                </a:cubicBezTo>
                <a:cubicBezTo>
                  <a:pt x="7041368" y="1617591"/>
                  <a:pt x="7047897" y="1625921"/>
                  <a:pt x="7054590" y="1634211"/>
                </a:cubicBezTo>
                <a:cubicBezTo>
                  <a:pt x="7052795" y="1623174"/>
                  <a:pt x="7050796" y="1612014"/>
                  <a:pt x="7049165" y="1600937"/>
                </a:cubicBezTo>
                <a:cubicBezTo>
                  <a:pt x="7043570" y="1588558"/>
                  <a:pt x="7037772" y="1576056"/>
                  <a:pt x="7031848" y="1563756"/>
                </a:cubicBezTo>
                <a:close/>
                <a:moveTo>
                  <a:pt x="7028854" y="1428232"/>
                </a:moveTo>
                <a:lnTo>
                  <a:pt x="7028893" y="1428396"/>
                </a:lnTo>
                <a:lnTo>
                  <a:pt x="7029150" y="1431332"/>
                </a:lnTo>
                <a:lnTo>
                  <a:pt x="7028832" y="1430827"/>
                </a:lnTo>
                <a:close/>
                <a:moveTo>
                  <a:pt x="7116954" y="1281319"/>
                </a:moveTo>
                <a:cubicBezTo>
                  <a:pt x="7116681" y="1284513"/>
                  <a:pt x="7116575" y="1287668"/>
                  <a:pt x="7116302" y="1290861"/>
                </a:cubicBezTo>
                <a:cubicBezTo>
                  <a:pt x="7151807" y="1419234"/>
                  <a:pt x="7187600" y="1547363"/>
                  <a:pt x="7223886" y="1675374"/>
                </a:cubicBezTo>
                <a:cubicBezTo>
                  <a:pt x="7224731" y="1667349"/>
                  <a:pt x="7225574" y="1659325"/>
                  <a:pt x="7226419" y="1651302"/>
                </a:cubicBezTo>
                <a:cubicBezTo>
                  <a:pt x="7223734" y="1628662"/>
                  <a:pt x="7221378" y="1605943"/>
                  <a:pt x="7219226" y="1583349"/>
                </a:cubicBezTo>
                <a:cubicBezTo>
                  <a:pt x="7186490" y="1482288"/>
                  <a:pt x="7152442" y="1381543"/>
                  <a:pt x="7116993" y="1281484"/>
                </a:cubicBezTo>
                <a:close/>
                <a:moveTo>
                  <a:pt x="7100854" y="1235503"/>
                </a:moveTo>
                <a:cubicBezTo>
                  <a:pt x="7102170" y="1240225"/>
                  <a:pt x="7103685" y="1245073"/>
                  <a:pt x="7104835" y="1249835"/>
                </a:cubicBezTo>
                <a:cubicBezTo>
                  <a:pt x="7105005" y="1249099"/>
                  <a:pt x="7105220" y="1247831"/>
                  <a:pt x="7105220" y="1247831"/>
                </a:cubicBezTo>
                <a:cubicBezTo>
                  <a:pt x="7103697" y="1243680"/>
                  <a:pt x="7102377" y="1239653"/>
                  <a:pt x="7100854" y="1235503"/>
                </a:cubicBezTo>
                <a:close/>
                <a:moveTo>
                  <a:pt x="6171658" y="378151"/>
                </a:moveTo>
                <a:cubicBezTo>
                  <a:pt x="6254105" y="830598"/>
                  <a:pt x="6409444" y="1263192"/>
                  <a:pt x="6569163" y="1695945"/>
                </a:cubicBezTo>
                <a:cubicBezTo>
                  <a:pt x="6549797" y="1573235"/>
                  <a:pt x="6536711" y="1449182"/>
                  <a:pt x="6534418" y="1323047"/>
                </a:cubicBezTo>
                <a:cubicBezTo>
                  <a:pt x="6555618" y="1542634"/>
                  <a:pt x="6608264" y="1754978"/>
                  <a:pt x="6671091" y="1964865"/>
                </a:cubicBezTo>
                <a:cubicBezTo>
                  <a:pt x="6696290" y="1793512"/>
                  <a:pt x="6709881" y="1623746"/>
                  <a:pt x="6693533" y="1457383"/>
                </a:cubicBezTo>
                <a:cubicBezTo>
                  <a:pt x="6724882" y="1638373"/>
                  <a:pt x="6719020" y="1825042"/>
                  <a:pt x="6701964" y="2012851"/>
                </a:cubicBezTo>
                <a:cubicBezTo>
                  <a:pt x="6725357" y="2038486"/>
                  <a:pt x="6747927" y="2064319"/>
                  <a:pt x="6769717" y="2090514"/>
                </a:cubicBezTo>
                <a:cubicBezTo>
                  <a:pt x="6771592" y="1975884"/>
                  <a:pt x="6771495" y="1861731"/>
                  <a:pt x="6768495" y="1747062"/>
                </a:cubicBezTo>
                <a:cubicBezTo>
                  <a:pt x="6779610" y="1841351"/>
                  <a:pt x="6788671" y="1936484"/>
                  <a:pt x="6796377" y="2031770"/>
                </a:cubicBezTo>
                <a:cubicBezTo>
                  <a:pt x="6797770" y="2021701"/>
                  <a:pt x="6798835" y="2011712"/>
                  <a:pt x="6800228" y="2001644"/>
                </a:cubicBezTo>
                <a:cubicBezTo>
                  <a:pt x="6800953" y="1978008"/>
                  <a:pt x="6801717" y="1954537"/>
                  <a:pt x="6802810" y="1930986"/>
                </a:cubicBezTo>
                <a:cubicBezTo>
                  <a:pt x="6803276" y="1944429"/>
                  <a:pt x="6803863" y="1957667"/>
                  <a:pt x="6804452" y="1970907"/>
                </a:cubicBezTo>
                <a:cubicBezTo>
                  <a:pt x="6806762" y="1953840"/>
                  <a:pt x="6809277" y="1936897"/>
                  <a:pt x="6811627" y="1919994"/>
                </a:cubicBezTo>
                <a:cubicBezTo>
                  <a:pt x="6810694" y="1868606"/>
                  <a:pt x="6809306" y="1817499"/>
                  <a:pt x="6807307" y="1766020"/>
                </a:cubicBezTo>
                <a:lnTo>
                  <a:pt x="6807471" y="1765981"/>
                </a:lnTo>
                <a:cubicBezTo>
                  <a:pt x="6811582" y="1799572"/>
                  <a:pt x="6815489" y="1833038"/>
                  <a:pt x="6819271" y="1866709"/>
                </a:cubicBezTo>
                <a:cubicBezTo>
                  <a:pt x="6830965" y="1789158"/>
                  <a:pt x="6843724" y="1711699"/>
                  <a:pt x="6857749" y="1634454"/>
                </a:cubicBezTo>
                <a:cubicBezTo>
                  <a:pt x="6846187" y="1751422"/>
                  <a:pt x="6837490" y="1868741"/>
                  <a:pt x="6831701" y="1985879"/>
                </a:cubicBezTo>
                <a:cubicBezTo>
                  <a:pt x="6838558" y="2054607"/>
                  <a:pt x="6844430" y="2123573"/>
                  <a:pt x="6849974" y="2192617"/>
                </a:cubicBezTo>
                <a:cubicBezTo>
                  <a:pt x="6854312" y="2198348"/>
                  <a:pt x="6858650" y="2204079"/>
                  <a:pt x="6862823" y="2209849"/>
                </a:cubicBezTo>
                <a:cubicBezTo>
                  <a:pt x="6860121" y="2098583"/>
                  <a:pt x="6854754" y="1987787"/>
                  <a:pt x="6841503" y="1878895"/>
                </a:cubicBezTo>
                <a:cubicBezTo>
                  <a:pt x="6866113" y="2001729"/>
                  <a:pt x="6880667" y="2126818"/>
                  <a:pt x="6892755" y="2252501"/>
                </a:cubicBezTo>
                <a:cubicBezTo>
                  <a:pt x="6931103" y="2308414"/>
                  <a:pt x="6966409" y="2365409"/>
                  <a:pt x="6998471" y="2423361"/>
                </a:cubicBezTo>
                <a:cubicBezTo>
                  <a:pt x="7000737" y="2406826"/>
                  <a:pt x="7002962" y="2390126"/>
                  <a:pt x="7005392" y="2373552"/>
                </a:cubicBezTo>
                <a:cubicBezTo>
                  <a:pt x="6948764" y="2121676"/>
                  <a:pt x="6913498" y="1863254"/>
                  <a:pt x="6861849" y="1608961"/>
                </a:cubicBezTo>
                <a:cubicBezTo>
                  <a:pt x="6825275" y="1551751"/>
                  <a:pt x="6787755" y="1494943"/>
                  <a:pt x="6749000" y="1438781"/>
                </a:cubicBezTo>
                <a:cubicBezTo>
                  <a:pt x="6784266" y="1480492"/>
                  <a:pt x="6818791" y="1522730"/>
                  <a:pt x="6852863" y="1565251"/>
                </a:cubicBezTo>
                <a:cubicBezTo>
                  <a:pt x="6832937" y="1471177"/>
                  <a:pt x="6810586" y="1377861"/>
                  <a:pt x="6783678" y="1285821"/>
                </a:cubicBezTo>
                <a:cubicBezTo>
                  <a:pt x="6823174" y="1391854"/>
                  <a:pt x="6856550" y="1499886"/>
                  <a:pt x="6887134" y="1608593"/>
                </a:cubicBezTo>
                <a:cubicBezTo>
                  <a:pt x="6934582" y="1669088"/>
                  <a:pt x="6980505" y="1730471"/>
                  <a:pt x="7025234" y="1792664"/>
                </a:cubicBezTo>
                <a:cubicBezTo>
                  <a:pt x="7021696" y="1729044"/>
                  <a:pt x="7020206" y="1665276"/>
                  <a:pt x="7021056" y="1601119"/>
                </a:cubicBezTo>
                <a:cubicBezTo>
                  <a:pt x="7007663" y="1580195"/>
                  <a:pt x="6993739" y="1559226"/>
                  <a:pt x="6979197" y="1538579"/>
                </a:cubicBezTo>
                <a:cubicBezTo>
                  <a:pt x="6993694" y="1554719"/>
                  <a:pt x="7007533" y="1571015"/>
                  <a:pt x="7021208" y="1587353"/>
                </a:cubicBezTo>
                <a:cubicBezTo>
                  <a:pt x="7021718" y="1570024"/>
                  <a:pt x="7022188" y="1552533"/>
                  <a:pt x="7022987" y="1534962"/>
                </a:cubicBezTo>
                <a:cubicBezTo>
                  <a:pt x="6922299" y="1325176"/>
                  <a:pt x="6811538" y="1119735"/>
                  <a:pt x="6692825" y="919514"/>
                </a:cubicBezTo>
                <a:cubicBezTo>
                  <a:pt x="6751831" y="1002330"/>
                  <a:pt x="6809555" y="1086499"/>
                  <a:pt x="6865762" y="1171946"/>
                </a:cubicBezTo>
                <a:lnTo>
                  <a:pt x="7028832" y="1430827"/>
                </a:lnTo>
                <a:lnTo>
                  <a:pt x="7028768" y="1438679"/>
                </a:lnTo>
                <a:cubicBezTo>
                  <a:pt x="7029131" y="1439461"/>
                  <a:pt x="7029657" y="1440202"/>
                  <a:pt x="7029981" y="1440820"/>
                </a:cubicBezTo>
                <a:lnTo>
                  <a:pt x="7029150" y="1431332"/>
                </a:lnTo>
                <a:lnTo>
                  <a:pt x="7029601" y="1432048"/>
                </a:lnTo>
                <a:cubicBezTo>
                  <a:pt x="7030280" y="1424063"/>
                  <a:pt x="7030999" y="1416243"/>
                  <a:pt x="7031843" y="1408219"/>
                </a:cubicBezTo>
                <a:cubicBezTo>
                  <a:pt x="7030439" y="1389443"/>
                  <a:pt x="7029323" y="1370421"/>
                  <a:pt x="7028208" y="1351400"/>
                </a:cubicBezTo>
                <a:cubicBezTo>
                  <a:pt x="6984244" y="1109503"/>
                  <a:pt x="6941015" y="867774"/>
                  <a:pt x="6893228" y="627320"/>
                </a:cubicBezTo>
                <a:lnTo>
                  <a:pt x="6893149" y="626992"/>
                </a:lnTo>
                <a:cubicBezTo>
                  <a:pt x="6930397" y="752511"/>
                  <a:pt x="6966372" y="878511"/>
                  <a:pt x="7001894" y="1004794"/>
                </a:cubicBezTo>
                <a:cubicBezTo>
                  <a:pt x="6974725" y="859116"/>
                  <a:pt x="6946898" y="713597"/>
                  <a:pt x="6917799" y="568559"/>
                </a:cubicBezTo>
                <a:lnTo>
                  <a:pt x="6917720" y="568231"/>
                </a:lnTo>
                <a:cubicBezTo>
                  <a:pt x="6958548" y="707136"/>
                  <a:pt x="6997976" y="846727"/>
                  <a:pt x="7036952" y="986600"/>
                </a:cubicBezTo>
                <a:cubicBezTo>
                  <a:pt x="7037252" y="984963"/>
                  <a:pt x="7037348" y="983202"/>
                  <a:pt x="7037485" y="981606"/>
                </a:cubicBezTo>
                <a:cubicBezTo>
                  <a:pt x="7037547" y="984024"/>
                  <a:pt x="7037648" y="986606"/>
                  <a:pt x="7037710" y="989024"/>
                </a:cubicBezTo>
                <a:cubicBezTo>
                  <a:pt x="7052281" y="1041466"/>
                  <a:pt x="7066851" y="1093907"/>
                  <a:pt x="7081421" y="1146350"/>
                </a:cubicBezTo>
                <a:cubicBezTo>
                  <a:pt x="7093012" y="1172053"/>
                  <a:pt x="7104892" y="1197512"/>
                  <a:pt x="7116279" y="1223090"/>
                </a:cubicBezTo>
                <a:cubicBezTo>
                  <a:pt x="7130436" y="1165104"/>
                  <a:pt x="7151201" y="1105698"/>
                  <a:pt x="7179889" y="1044552"/>
                </a:cubicBezTo>
                <a:cubicBezTo>
                  <a:pt x="7179975" y="1044184"/>
                  <a:pt x="7180138" y="1044145"/>
                  <a:pt x="7180138" y="1044145"/>
                </a:cubicBezTo>
                <a:cubicBezTo>
                  <a:pt x="7152448" y="1113739"/>
                  <a:pt x="7135062" y="1180672"/>
                  <a:pt x="7126179" y="1245379"/>
                </a:cubicBezTo>
                <a:cubicBezTo>
                  <a:pt x="7156592" y="1314503"/>
                  <a:pt x="7186389" y="1383949"/>
                  <a:pt x="7215529" y="1453555"/>
                </a:cubicBezTo>
                <a:cubicBezTo>
                  <a:pt x="7214068" y="1416544"/>
                  <a:pt x="7213264" y="1379375"/>
                  <a:pt x="7213649" y="1342092"/>
                </a:cubicBezTo>
                <a:cubicBezTo>
                  <a:pt x="7217182" y="1391289"/>
                  <a:pt x="7222686" y="1440010"/>
                  <a:pt x="7229668" y="1488375"/>
                </a:cubicBezTo>
                <a:cubicBezTo>
                  <a:pt x="7234691" y="1500544"/>
                  <a:pt x="7239753" y="1512877"/>
                  <a:pt x="7244776" y="1525047"/>
                </a:cubicBezTo>
                <a:cubicBezTo>
                  <a:pt x="7251775" y="1460447"/>
                  <a:pt x="7258406" y="1395762"/>
                  <a:pt x="7264420" y="1331400"/>
                </a:cubicBezTo>
                <a:lnTo>
                  <a:pt x="7264585" y="1331360"/>
                </a:lnTo>
                <a:cubicBezTo>
                  <a:pt x="7263192" y="1406945"/>
                  <a:pt x="7261056" y="1483058"/>
                  <a:pt x="7258961" y="1559334"/>
                </a:cubicBezTo>
                <a:cubicBezTo>
                  <a:pt x="7274867" y="1598593"/>
                  <a:pt x="7290610" y="1637893"/>
                  <a:pt x="7306188" y="1677231"/>
                </a:cubicBezTo>
                <a:cubicBezTo>
                  <a:pt x="7299149" y="1620711"/>
                  <a:pt x="7293135" y="1564119"/>
                  <a:pt x="7289093" y="1507051"/>
                </a:cubicBezTo>
                <a:cubicBezTo>
                  <a:pt x="7304155" y="1594652"/>
                  <a:pt x="7323119" y="1681138"/>
                  <a:pt x="7344835" y="1766786"/>
                </a:cubicBezTo>
                <a:cubicBezTo>
                  <a:pt x="7358443" y="1388299"/>
                  <a:pt x="7345414" y="1015372"/>
                  <a:pt x="7158693" y="683155"/>
                </a:cubicBezTo>
                <a:cubicBezTo>
                  <a:pt x="7257986" y="820201"/>
                  <a:pt x="7324615" y="965564"/>
                  <a:pt x="7370762" y="1116067"/>
                </a:cubicBezTo>
                <a:lnTo>
                  <a:pt x="7392467" y="1205899"/>
                </a:lnTo>
                <a:lnTo>
                  <a:pt x="7392467" y="3320021"/>
                </a:lnTo>
                <a:lnTo>
                  <a:pt x="3208496" y="3320021"/>
                </a:lnTo>
                <a:lnTo>
                  <a:pt x="3210078" y="3239604"/>
                </a:lnTo>
                <a:cubicBezTo>
                  <a:pt x="3208623" y="3232135"/>
                  <a:pt x="3207168" y="3224666"/>
                  <a:pt x="3205548" y="3217237"/>
                </a:cubicBezTo>
                <a:cubicBezTo>
                  <a:pt x="3197140" y="3203278"/>
                  <a:pt x="3188566" y="3189359"/>
                  <a:pt x="3179829" y="3175480"/>
                </a:cubicBezTo>
                <a:lnTo>
                  <a:pt x="3203677" y="3320021"/>
                </a:lnTo>
                <a:lnTo>
                  <a:pt x="2734155" y="3320021"/>
                </a:lnTo>
                <a:lnTo>
                  <a:pt x="2730190" y="3300523"/>
                </a:lnTo>
                <a:cubicBezTo>
                  <a:pt x="2699125" y="3235901"/>
                  <a:pt x="2666910" y="3171555"/>
                  <a:pt x="2634366" y="3107290"/>
                </a:cubicBezTo>
                <a:lnTo>
                  <a:pt x="2692715" y="3320021"/>
                </a:lnTo>
                <a:lnTo>
                  <a:pt x="2326262" y="3320021"/>
                </a:lnTo>
                <a:lnTo>
                  <a:pt x="2323316" y="3215389"/>
                </a:lnTo>
                <a:cubicBezTo>
                  <a:pt x="2311990" y="3172070"/>
                  <a:pt x="2302019" y="3128597"/>
                  <a:pt x="2293158" y="3084684"/>
                </a:cubicBezTo>
                <a:cubicBezTo>
                  <a:pt x="2288270" y="3070918"/>
                  <a:pt x="2283055" y="3057231"/>
                  <a:pt x="2278005" y="3043504"/>
                </a:cubicBezTo>
                <a:cubicBezTo>
                  <a:pt x="2274572" y="3037208"/>
                  <a:pt x="2271016" y="3031114"/>
                  <a:pt x="2267420" y="3024857"/>
                </a:cubicBezTo>
                <a:cubicBezTo>
                  <a:pt x="2266894" y="3049315"/>
                  <a:pt x="2266735" y="3073856"/>
                  <a:pt x="2266741" y="3098359"/>
                </a:cubicBezTo>
                <a:cubicBezTo>
                  <a:pt x="2267505" y="3105125"/>
                  <a:pt x="2268106" y="3111932"/>
                  <a:pt x="2268870" y="3118699"/>
                </a:cubicBezTo>
                <a:lnTo>
                  <a:pt x="2268746" y="3118903"/>
                </a:lnTo>
                <a:cubicBezTo>
                  <a:pt x="2279227" y="3180326"/>
                  <a:pt x="2288599" y="3242190"/>
                  <a:pt x="2297273" y="3304050"/>
                </a:cubicBezTo>
                <a:lnTo>
                  <a:pt x="2310969" y="3320021"/>
                </a:lnTo>
                <a:lnTo>
                  <a:pt x="1827169" y="3320021"/>
                </a:lnTo>
                <a:lnTo>
                  <a:pt x="1836559" y="3299689"/>
                </a:lnTo>
                <a:cubicBezTo>
                  <a:pt x="1832057" y="3178083"/>
                  <a:pt x="1830138" y="3056375"/>
                  <a:pt x="1830676" y="2934770"/>
                </a:cubicBezTo>
                <a:cubicBezTo>
                  <a:pt x="1829618" y="2933982"/>
                  <a:pt x="1828598" y="2933359"/>
                  <a:pt x="1827538" y="2932572"/>
                </a:cubicBezTo>
                <a:cubicBezTo>
                  <a:pt x="1802838" y="3022473"/>
                  <a:pt x="1785669" y="3113336"/>
                  <a:pt x="1774519" y="3204658"/>
                </a:cubicBezTo>
                <a:cubicBezTo>
                  <a:pt x="1782560" y="3238690"/>
                  <a:pt x="1790930" y="3272643"/>
                  <a:pt x="1799627" y="3306517"/>
                </a:cubicBezTo>
                <a:lnTo>
                  <a:pt x="1808725" y="3320021"/>
                </a:lnTo>
                <a:lnTo>
                  <a:pt x="1664765" y="3320021"/>
                </a:lnTo>
                <a:lnTo>
                  <a:pt x="1620913" y="3234262"/>
                </a:lnTo>
                <a:cubicBezTo>
                  <a:pt x="1645432" y="3257365"/>
                  <a:pt x="1668513" y="3280990"/>
                  <a:pt x="1690321" y="3305096"/>
                </a:cubicBezTo>
                <a:cubicBezTo>
                  <a:pt x="1617561" y="3167816"/>
                  <a:pt x="1536789" y="3033338"/>
                  <a:pt x="1445621" y="2902588"/>
                </a:cubicBezTo>
                <a:cubicBezTo>
                  <a:pt x="1438842" y="2955143"/>
                  <a:pt x="1433253" y="3007584"/>
                  <a:pt x="1428854" y="3059913"/>
                </a:cubicBezTo>
                <a:lnTo>
                  <a:pt x="1537513" y="3320021"/>
                </a:lnTo>
                <a:lnTo>
                  <a:pt x="1475686" y="3320021"/>
                </a:lnTo>
                <a:lnTo>
                  <a:pt x="1474470" y="3316121"/>
                </a:lnTo>
                <a:lnTo>
                  <a:pt x="1473945" y="3314400"/>
                </a:lnTo>
                <a:lnTo>
                  <a:pt x="1473984" y="3314563"/>
                </a:lnTo>
                <a:lnTo>
                  <a:pt x="1474470" y="3316121"/>
                </a:lnTo>
                <a:lnTo>
                  <a:pt x="1475660" y="3320021"/>
                </a:lnTo>
                <a:lnTo>
                  <a:pt x="1338922" y="3320021"/>
                </a:lnTo>
                <a:lnTo>
                  <a:pt x="1355097" y="3206492"/>
                </a:lnTo>
                <a:cubicBezTo>
                  <a:pt x="1314286" y="2984860"/>
                  <a:pt x="1264608" y="2765370"/>
                  <a:pt x="1178225" y="2555086"/>
                </a:cubicBezTo>
                <a:cubicBezTo>
                  <a:pt x="1262835" y="2706189"/>
                  <a:pt x="1327696" y="2862581"/>
                  <a:pt x="1383563" y="3021317"/>
                </a:cubicBezTo>
                <a:cubicBezTo>
                  <a:pt x="1356434" y="2926201"/>
                  <a:pt x="1334723" y="2829777"/>
                  <a:pt x="1322333" y="2730929"/>
                </a:cubicBezTo>
                <a:cubicBezTo>
                  <a:pt x="1299620" y="2702349"/>
                  <a:pt x="1276454" y="2674053"/>
                  <a:pt x="1252468" y="2645955"/>
                </a:cubicBezTo>
                <a:cubicBezTo>
                  <a:pt x="1275481" y="2667858"/>
                  <a:pt x="1297877" y="2690084"/>
                  <a:pt x="1320108" y="2712350"/>
                </a:cubicBezTo>
                <a:cubicBezTo>
                  <a:pt x="1315408" y="2670559"/>
                  <a:pt x="1312186" y="2628413"/>
                  <a:pt x="1311059" y="2585585"/>
                </a:cubicBezTo>
                <a:cubicBezTo>
                  <a:pt x="1311224" y="2585546"/>
                  <a:pt x="1311184" y="2585381"/>
                  <a:pt x="1311184" y="2585381"/>
                </a:cubicBezTo>
                <a:cubicBezTo>
                  <a:pt x="1316331" y="2632626"/>
                  <a:pt x="1323817" y="2679478"/>
                  <a:pt x="1333233" y="2725691"/>
                </a:cubicBezTo>
                <a:cubicBezTo>
                  <a:pt x="1367572" y="2760675"/>
                  <a:pt x="1400925" y="2795897"/>
                  <a:pt x="1433333" y="2831521"/>
                </a:cubicBezTo>
                <a:cubicBezTo>
                  <a:pt x="1454313" y="2750687"/>
                  <a:pt x="1478204" y="2669670"/>
                  <a:pt x="1505374" y="2588559"/>
                </a:cubicBezTo>
                <a:cubicBezTo>
                  <a:pt x="1485016" y="2678453"/>
                  <a:pt x="1468883" y="2767850"/>
                  <a:pt x="1456317" y="2856907"/>
                </a:cubicBezTo>
                <a:cubicBezTo>
                  <a:pt x="1547758" y="2959265"/>
                  <a:pt x="1632001" y="3064925"/>
                  <a:pt x="1710735" y="3172958"/>
                </a:cubicBezTo>
                <a:cubicBezTo>
                  <a:pt x="1707925" y="3140442"/>
                  <a:pt x="1705938" y="3107729"/>
                  <a:pt x="1705265" y="3074699"/>
                </a:cubicBezTo>
                <a:cubicBezTo>
                  <a:pt x="1705389" y="3074495"/>
                  <a:pt x="1705514" y="3074291"/>
                  <a:pt x="1705514" y="3074291"/>
                </a:cubicBezTo>
                <a:cubicBezTo>
                  <a:pt x="1708651" y="3111767"/>
                  <a:pt x="1713555" y="3148642"/>
                  <a:pt x="1719773" y="3185200"/>
                </a:cubicBezTo>
                <a:cubicBezTo>
                  <a:pt x="1720787" y="3186520"/>
                  <a:pt x="1721839" y="3188004"/>
                  <a:pt x="1722892" y="3189487"/>
                </a:cubicBezTo>
                <a:cubicBezTo>
                  <a:pt x="1694501" y="2992664"/>
                  <a:pt x="1674931" y="2794233"/>
                  <a:pt x="1666930" y="2594052"/>
                </a:cubicBezTo>
                <a:cubicBezTo>
                  <a:pt x="1689052" y="2770665"/>
                  <a:pt x="1720577" y="2945183"/>
                  <a:pt x="1759162" y="3117996"/>
                </a:cubicBezTo>
                <a:cubicBezTo>
                  <a:pt x="1775595" y="3052162"/>
                  <a:pt x="1795302" y="2986928"/>
                  <a:pt x="1818768" y="2922872"/>
                </a:cubicBezTo>
                <a:cubicBezTo>
                  <a:pt x="1800308" y="2910471"/>
                  <a:pt x="1781434" y="2898517"/>
                  <a:pt x="1762067" y="2886681"/>
                </a:cubicBezTo>
                <a:cubicBezTo>
                  <a:pt x="1782022" y="2896637"/>
                  <a:pt x="1801440" y="2907243"/>
                  <a:pt x="1820653" y="2917724"/>
                </a:cubicBezTo>
                <a:cubicBezTo>
                  <a:pt x="1825348" y="2904774"/>
                  <a:pt x="1830410" y="2891908"/>
                  <a:pt x="1835472" y="2879043"/>
                </a:cubicBezTo>
                <a:cubicBezTo>
                  <a:pt x="1836005" y="2818611"/>
                  <a:pt x="1837149" y="2758552"/>
                  <a:pt x="1838746" y="2698211"/>
                </a:cubicBezTo>
                <a:cubicBezTo>
                  <a:pt x="1807935" y="2652644"/>
                  <a:pt x="1775851" y="2607558"/>
                  <a:pt x="1741467" y="2563026"/>
                </a:cubicBezTo>
                <a:cubicBezTo>
                  <a:pt x="1775392" y="2598457"/>
                  <a:pt x="1808083" y="2634535"/>
                  <a:pt x="1839500" y="2671093"/>
                </a:cubicBezTo>
                <a:cubicBezTo>
                  <a:pt x="1850956" y="2275052"/>
                  <a:pt x="1882933" y="1879792"/>
                  <a:pt x="1918444" y="1488371"/>
                </a:cubicBezTo>
                <a:lnTo>
                  <a:pt x="1918772" y="1488292"/>
                </a:lnTo>
                <a:cubicBezTo>
                  <a:pt x="1928064" y="1842135"/>
                  <a:pt x="1941801" y="2198555"/>
                  <a:pt x="1970891" y="2551616"/>
                </a:cubicBezTo>
                <a:cubicBezTo>
                  <a:pt x="1982113" y="2582274"/>
                  <a:pt x="1992352" y="2613170"/>
                  <a:pt x="2001933" y="2644224"/>
                </a:cubicBezTo>
                <a:cubicBezTo>
                  <a:pt x="2005914" y="2593039"/>
                  <a:pt x="2010303" y="2542103"/>
                  <a:pt x="2015636" y="2490765"/>
                </a:cubicBezTo>
                <a:lnTo>
                  <a:pt x="2015801" y="2490725"/>
                </a:lnTo>
                <a:cubicBezTo>
                  <a:pt x="2014606" y="2552013"/>
                  <a:pt x="2014764" y="2613147"/>
                  <a:pt x="2015540" y="2673958"/>
                </a:cubicBezTo>
                <a:cubicBezTo>
                  <a:pt x="2020919" y="2612008"/>
                  <a:pt x="2027121" y="2549861"/>
                  <a:pt x="2034674" y="2487561"/>
                </a:cubicBezTo>
                <a:lnTo>
                  <a:pt x="2034839" y="2487521"/>
                </a:lnTo>
                <a:cubicBezTo>
                  <a:pt x="2033128" y="2536593"/>
                  <a:pt x="2032239" y="2585468"/>
                  <a:pt x="2032047" y="2634348"/>
                </a:cubicBezTo>
                <a:cubicBezTo>
                  <a:pt x="2034827" y="2614908"/>
                  <a:pt x="2037443" y="2595508"/>
                  <a:pt x="2040263" y="2576232"/>
                </a:cubicBezTo>
                <a:cubicBezTo>
                  <a:pt x="2037234" y="2626319"/>
                  <a:pt x="2034737" y="2676450"/>
                  <a:pt x="2032568" y="2726503"/>
                </a:cubicBezTo>
                <a:cubicBezTo>
                  <a:pt x="2032777" y="2736010"/>
                  <a:pt x="2032534" y="2745800"/>
                  <a:pt x="2032744" y="2755309"/>
                </a:cubicBezTo>
                <a:cubicBezTo>
                  <a:pt x="2051900" y="2833232"/>
                  <a:pt x="2066911" y="2911983"/>
                  <a:pt x="2079992" y="2991374"/>
                </a:cubicBezTo>
                <a:cubicBezTo>
                  <a:pt x="2087722" y="3003237"/>
                  <a:pt x="2095412" y="3014936"/>
                  <a:pt x="2102977" y="3026839"/>
                </a:cubicBezTo>
                <a:cubicBezTo>
                  <a:pt x="2119008" y="2697991"/>
                  <a:pt x="2155448" y="2368735"/>
                  <a:pt x="2197891" y="2042028"/>
                </a:cubicBezTo>
                <a:cubicBezTo>
                  <a:pt x="2191344" y="2030748"/>
                  <a:pt x="2184634" y="2019507"/>
                  <a:pt x="2178088" y="2008228"/>
                </a:cubicBezTo>
                <a:cubicBezTo>
                  <a:pt x="2184894" y="2017706"/>
                  <a:pt x="2191866" y="2027146"/>
                  <a:pt x="2198632" y="2036461"/>
                </a:cubicBezTo>
                <a:cubicBezTo>
                  <a:pt x="2207030" y="1971176"/>
                  <a:pt x="2215835" y="1906141"/>
                  <a:pt x="2224641" y="1841105"/>
                </a:cubicBezTo>
                <a:lnTo>
                  <a:pt x="2224890" y="1840697"/>
                </a:lnTo>
                <a:cubicBezTo>
                  <a:pt x="2224590" y="1917931"/>
                  <a:pt x="2224658" y="1995248"/>
                  <a:pt x="2225054" y="2072487"/>
                </a:cubicBezTo>
                <a:cubicBezTo>
                  <a:pt x="2244182" y="2098456"/>
                  <a:pt x="2263187" y="2124629"/>
                  <a:pt x="2282316" y="2150598"/>
                </a:cubicBezTo>
                <a:cubicBezTo>
                  <a:pt x="2276143" y="2098388"/>
                  <a:pt x="2272801" y="2045669"/>
                  <a:pt x="2272869" y="1991953"/>
                </a:cubicBezTo>
                <a:cubicBezTo>
                  <a:pt x="2272955" y="1991584"/>
                  <a:pt x="2273119" y="1991545"/>
                  <a:pt x="2273119" y="1991545"/>
                </a:cubicBezTo>
                <a:cubicBezTo>
                  <a:pt x="2277654" y="2053534"/>
                  <a:pt x="2286749" y="2114249"/>
                  <a:pt x="2299620" y="2174053"/>
                </a:cubicBezTo>
                <a:cubicBezTo>
                  <a:pt x="2429623" y="2351215"/>
                  <a:pt x="2560351" y="2529941"/>
                  <a:pt x="2685727" y="2711696"/>
                </a:cubicBezTo>
                <a:cubicBezTo>
                  <a:pt x="2674566" y="2648177"/>
                  <a:pt x="2663406" y="2584660"/>
                  <a:pt x="2651673" y="2520932"/>
                </a:cubicBezTo>
                <a:cubicBezTo>
                  <a:pt x="2670535" y="2594756"/>
                  <a:pt x="2688945" y="2668863"/>
                  <a:pt x="2707190" y="2743010"/>
                </a:cubicBezTo>
                <a:cubicBezTo>
                  <a:pt x="2717920" y="2758667"/>
                  <a:pt x="2728690" y="2774489"/>
                  <a:pt x="2739257" y="2790186"/>
                </a:cubicBezTo>
                <a:cubicBezTo>
                  <a:pt x="2736613" y="2752592"/>
                  <a:pt x="2734501" y="2715042"/>
                  <a:pt x="2733046" y="2677335"/>
                </a:cubicBezTo>
                <a:cubicBezTo>
                  <a:pt x="2662098" y="2518763"/>
                  <a:pt x="2587124" y="2361511"/>
                  <a:pt x="2509931" y="2205141"/>
                </a:cubicBezTo>
                <a:cubicBezTo>
                  <a:pt x="2446600" y="2147959"/>
                  <a:pt x="2379855" y="2092471"/>
                  <a:pt x="2308703" y="2039610"/>
                </a:cubicBezTo>
                <a:cubicBezTo>
                  <a:pt x="2370630" y="2078014"/>
                  <a:pt x="2429963" y="2117913"/>
                  <a:pt x="2487235" y="2159353"/>
                </a:cubicBezTo>
                <a:cubicBezTo>
                  <a:pt x="2354724" y="1892602"/>
                  <a:pt x="2216290" y="1628670"/>
                  <a:pt x="2080923" y="1365214"/>
                </a:cubicBezTo>
                <a:cubicBezTo>
                  <a:pt x="2269728" y="1667906"/>
                  <a:pt x="2464127" y="1972898"/>
                  <a:pt x="2648231" y="2284198"/>
                </a:cubicBezTo>
                <a:cubicBezTo>
                  <a:pt x="2678469" y="2309397"/>
                  <a:pt x="2707926" y="2334958"/>
                  <a:pt x="2736765" y="2360842"/>
                </a:cubicBezTo>
                <a:cubicBezTo>
                  <a:pt x="2742910" y="2265341"/>
                  <a:pt x="2753896" y="2169020"/>
                  <a:pt x="2771076" y="2071724"/>
                </a:cubicBezTo>
                <a:cubicBezTo>
                  <a:pt x="2764536" y="2180702"/>
                  <a:pt x="2765753" y="2287981"/>
                  <a:pt x="2773046" y="2393793"/>
                </a:cubicBezTo>
                <a:cubicBezTo>
                  <a:pt x="2841406" y="2457408"/>
                  <a:pt x="2905650" y="2523407"/>
                  <a:pt x="2966353" y="2591302"/>
                </a:cubicBezTo>
                <a:cubicBezTo>
                  <a:pt x="2915389" y="2318248"/>
                  <a:pt x="2817160" y="2058168"/>
                  <a:pt x="2604113" y="1829277"/>
                </a:cubicBezTo>
                <a:cubicBezTo>
                  <a:pt x="2604317" y="1829401"/>
                  <a:pt x="2604482" y="1829362"/>
                  <a:pt x="2604482" y="1829362"/>
                </a:cubicBezTo>
                <a:cubicBezTo>
                  <a:pt x="2836429" y="2041525"/>
                  <a:pt x="2965476" y="2285999"/>
                  <a:pt x="3048263" y="2545463"/>
                </a:cubicBezTo>
                <a:cubicBezTo>
                  <a:pt x="3051084" y="2521147"/>
                  <a:pt x="3053904" y="2496832"/>
                  <a:pt x="3056927" y="2472641"/>
                </a:cubicBezTo>
                <a:cubicBezTo>
                  <a:pt x="2968041" y="2222470"/>
                  <a:pt x="2867773" y="1976262"/>
                  <a:pt x="2740595" y="1738810"/>
                </a:cubicBezTo>
                <a:cubicBezTo>
                  <a:pt x="2867614" y="1930248"/>
                  <a:pt x="2976173" y="2129444"/>
                  <a:pt x="3075155" y="2332167"/>
                </a:cubicBezTo>
                <a:cubicBezTo>
                  <a:pt x="3080343" y="2293899"/>
                  <a:pt x="3085530" y="2255630"/>
                  <a:pt x="3090921" y="2217487"/>
                </a:cubicBezTo>
                <a:cubicBezTo>
                  <a:pt x="3074958" y="2109596"/>
                  <a:pt x="3057845" y="2001983"/>
                  <a:pt x="3039256" y="1894727"/>
                </a:cubicBezTo>
                <a:lnTo>
                  <a:pt x="3039177" y="1894398"/>
                </a:lnTo>
                <a:cubicBezTo>
                  <a:pt x="3047404" y="1925605"/>
                  <a:pt x="3055507" y="1957015"/>
                  <a:pt x="3063571" y="1988263"/>
                </a:cubicBezTo>
                <a:cubicBezTo>
                  <a:pt x="3059624" y="1964711"/>
                  <a:pt x="3055638" y="1940995"/>
                  <a:pt x="3051611" y="1917116"/>
                </a:cubicBezTo>
                <a:cubicBezTo>
                  <a:pt x="3069862" y="1985527"/>
                  <a:pt x="3087167" y="2054340"/>
                  <a:pt x="3104183" y="2123396"/>
                </a:cubicBezTo>
                <a:cubicBezTo>
                  <a:pt x="3109959" y="2083248"/>
                  <a:pt x="3115899" y="2043060"/>
                  <a:pt x="3121799" y="2002708"/>
                </a:cubicBezTo>
                <a:lnTo>
                  <a:pt x="3122128" y="2002629"/>
                </a:lnTo>
                <a:cubicBezTo>
                  <a:pt x="3121290" y="2065394"/>
                  <a:pt x="3120820" y="2128244"/>
                  <a:pt x="3120514" y="2191054"/>
                </a:cubicBezTo>
                <a:cubicBezTo>
                  <a:pt x="3124710" y="2209158"/>
                  <a:pt x="3129070" y="2227221"/>
                  <a:pt x="3133431" y="2245285"/>
                </a:cubicBezTo>
                <a:cubicBezTo>
                  <a:pt x="3182141" y="2326850"/>
                  <a:pt x="3228546" y="2409666"/>
                  <a:pt x="3272857" y="2493162"/>
                </a:cubicBezTo>
                <a:cubicBezTo>
                  <a:pt x="3286168" y="2503678"/>
                  <a:pt x="3298990" y="2514313"/>
                  <a:pt x="3311810" y="2524948"/>
                </a:cubicBezTo>
                <a:cubicBezTo>
                  <a:pt x="3283633" y="2336936"/>
                  <a:pt x="3240194" y="2151217"/>
                  <a:pt x="3178161" y="1969813"/>
                </a:cubicBezTo>
                <a:cubicBezTo>
                  <a:pt x="3226457" y="2077025"/>
                  <a:pt x="3267896" y="2186065"/>
                  <a:pt x="3303832" y="2296782"/>
                </a:cubicBezTo>
                <a:cubicBezTo>
                  <a:pt x="3299029" y="2272568"/>
                  <a:pt x="3294392" y="2248315"/>
                  <a:pt x="3289097" y="2224221"/>
                </a:cubicBezTo>
                <a:cubicBezTo>
                  <a:pt x="3333384" y="2350820"/>
                  <a:pt x="3371596" y="2478888"/>
                  <a:pt x="3406359" y="2607787"/>
                </a:cubicBezTo>
                <a:cubicBezTo>
                  <a:pt x="3435233" y="2634531"/>
                  <a:pt x="3463121" y="2661514"/>
                  <a:pt x="3489861" y="2688775"/>
                </a:cubicBezTo>
                <a:cubicBezTo>
                  <a:pt x="3491095" y="2602453"/>
                  <a:pt x="3497585" y="2514862"/>
                  <a:pt x="3510682" y="2425851"/>
                </a:cubicBezTo>
                <a:cubicBezTo>
                  <a:pt x="3506866" y="2527395"/>
                  <a:pt x="3512120" y="2626921"/>
                  <a:pt x="3524398" y="2724580"/>
                </a:cubicBezTo>
                <a:cubicBezTo>
                  <a:pt x="3525575" y="2725859"/>
                  <a:pt x="3526549" y="2727015"/>
                  <a:pt x="3527727" y="2728294"/>
                </a:cubicBezTo>
                <a:cubicBezTo>
                  <a:pt x="3533537" y="2648689"/>
                  <a:pt x="3541929" y="2568981"/>
                  <a:pt x="3553350" y="2489585"/>
                </a:cubicBezTo>
                <a:cubicBezTo>
                  <a:pt x="3552433" y="2486504"/>
                  <a:pt x="3551516" y="2483423"/>
                  <a:pt x="3550395" y="2480219"/>
                </a:cubicBezTo>
                <a:cubicBezTo>
                  <a:pt x="3551561" y="2482892"/>
                  <a:pt x="3552524" y="2485440"/>
                  <a:pt x="3553691" y="2488113"/>
                </a:cubicBezTo>
                <a:cubicBezTo>
                  <a:pt x="3565192" y="2409045"/>
                  <a:pt x="3579355" y="2330203"/>
                  <a:pt x="3597158" y="2252047"/>
                </a:cubicBezTo>
                <a:cubicBezTo>
                  <a:pt x="3597305" y="2244018"/>
                  <a:pt x="3597491" y="2236152"/>
                  <a:pt x="3597803" y="2228083"/>
                </a:cubicBezTo>
                <a:cubicBezTo>
                  <a:pt x="3597927" y="2227879"/>
                  <a:pt x="3598092" y="2227839"/>
                  <a:pt x="3598092" y="2227839"/>
                </a:cubicBezTo>
                <a:cubicBezTo>
                  <a:pt x="3598374" y="2233332"/>
                  <a:pt x="3598822" y="2238786"/>
                  <a:pt x="3599105" y="2244278"/>
                </a:cubicBezTo>
                <a:cubicBezTo>
                  <a:pt x="3642039" y="2058565"/>
                  <a:pt x="3704652" y="1876618"/>
                  <a:pt x="3791082" y="1703346"/>
                </a:cubicBezTo>
                <a:cubicBezTo>
                  <a:pt x="3769111" y="1593604"/>
                  <a:pt x="3746726" y="1484309"/>
                  <a:pt x="3723974" y="1374929"/>
                </a:cubicBezTo>
                <a:lnTo>
                  <a:pt x="3723896" y="1374600"/>
                </a:lnTo>
                <a:cubicBezTo>
                  <a:pt x="3751811" y="1473697"/>
                  <a:pt x="3779275" y="1573077"/>
                  <a:pt x="3806411" y="1672536"/>
                </a:cubicBezTo>
                <a:cubicBezTo>
                  <a:pt x="3822810" y="1641119"/>
                  <a:pt x="3839617" y="1609952"/>
                  <a:pt x="3857567" y="1579204"/>
                </a:cubicBezTo>
                <a:cubicBezTo>
                  <a:pt x="3840522" y="1614426"/>
                  <a:pt x="3824911" y="1649823"/>
                  <a:pt x="3809910" y="1685593"/>
                </a:cubicBezTo>
                <a:cubicBezTo>
                  <a:pt x="3862986" y="1880282"/>
                  <a:pt x="3915156" y="2075537"/>
                  <a:pt x="3967942" y="2270468"/>
                </a:cubicBezTo>
                <a:cubicBezTo>
                  <a:pt x="3973362" y="2284280"/>
                  <a:pt x="3978328" y="2298374"/>
                  <a:pt x="3983255" y="2312304"/>
                </a:cubicBezTo>
                <a:cubicBezTo>
                  <a:pt x="3985089" y="2308385"/>
                  <a:pt x="3986555" y="2304383"/>
                  <a:pt x="3988186" y="2300339"/>
                </a:cubicBezTo>
                <a:cubicBezTo>
                  <a:pt x="3986636" y="2304711"/>
                  <a:pt x="3985247" y="2309043"/>
                  <a:pt x="3983696" y="2313415"/>
                </a:cubicBezTo>
                <a:cubicBezTo>
                  <a:pt x="4011444" y="2393088"/>
                  <a:pt x="4031636" y="2474586"/>
                  <a:pt x="4046574" y="2557350"/>
                </a:cubicBezTo>
                <a:cubicBezTo>
                  <a:pt x="4053580" y="2582770"/>
                  <a:pt x="4060708" y="2607986"/>
                  <a:pt x="4067838" y="2633202"/>
                </a:cubicBezTo>
                <a:cubicBezTo>
                  <a:pt x="4064671" y="2574011"/>
                  <a:pt x="4061670" y="2514778"/>
                  <a:pt x="4059491" y="2455349"/>
                </a:cubicBezTo>
                <a:lnTo>
                  <a:pt x="4059654" y="2455309"/>
                </a:lnTo>
                <a:cubicBezTo>
                  <a:pt x="4063896" y="2488000"/>
                  <a:pt x="4068670" y="2520736"/>
                  <a:pt x="4073239" y="2553348"/>
                </a:cubicBezTo>
                <a:cubicBezTo>
                  <a:pt x="4071988" y="2530883"/>
                  <a:pt x="4070533" y="2508295"/>
                  <a:pt x="4069366" y="2485463"/>
                </a:cubicBezTo>
                <a:cubicBezTo>
                  <a:pt x="4073041" y="2512208"/>
                  <a:pt x="4077044" y="2538874"/>
                  <a:pt x="4080884" y="2565578"/>
                </a:cubicBezTo>
                <a:lnTo>
                  <a:pt x="4066036" y="2171011"/>
                </a:lnTo>
                <a:lnTo>
                  <a:pt x="4145008" y="2752039"/>
                </a:lnTo>
                <a:cubicBezTo>
                  <a:pt x="4148349" y="2729162"/>
                  <a:pt x="4152058" y="2706370"/>
                  <a:pt x="4155892" y="2683373"/>
                </a:cubicBezTo>
                <a:cubicBezTo>
                  <a:pt x="4153898" y="2646317"/>
                  <a:pt x="4152070" y="2609221"/>
                  <a:pt x="4150568" y="2572045"/>
                </a:cubicBezTo>
                <a:cubicBezTo>
                  <a:pt x="4147381" y="2566037"/>
                  <a:pt x="4144319" y="2559826"/>
                  <a:pt x="4141129" y="2553817"/>
                </a:cubicBezTo>
                <a:cubicBezTo>
                  <a:pt x="4144164" y="2558472"/>
                  <a:pt x="4147160" y="2562962"/>
                  <a:pt x="4150359" y="2567578"/>
                </a:cubicBezTo>
                <a:cubicBezTo>
                  <a:pt x="4145597" y="2452812"/>
                  <a:pt x="4143050" y="2337861"/>
                  <a:pt x="4142755" y="2222885"/>
                </a:cubicBezTo>
                <a:lnTo>
                  <a:pt x="4065448" y="2155380"/>
                </a:lnTo>
                <a:lnTo>
                  <a:pt x="4065284" y="2151043"/>
                </a:lnTo>
                <a:cubicBezTo>
                  <a:pt x="4018511" y="2113500"/>
                  <a:pt x="3968815" y="2077530"/>
                  <a:pt x="3915043" y="2044109"/>
                </a:cubicBezTo>
                <a:cubicBezTo>
                  <a:pt x="3967801" y="2071171"/>
                  <a:pt x="4017633" y="2100504"/>
                  <a:pt x="4065074" y="2131456"/>
                </a:cubicBezTo>
                <a:cubicBezTo>
                  <a:pt x="4065069" y="2127112"/>
                  <a:pt x="4065024" y="2122605"/>
                  <a:pt x="4064978" y="2118098"/>
                </a:cubicBezTo>
                <a:cubicBezTo>
                  <a:pt x="4065431" y="2122855"/>
                  <a:pt x="4065885" y="2127611"/>
                  <a:pt x="4066337" y="2132367"/>
                </a:cubicBezTo>
                <a:cubicBezTo>
                  <a:pt x="4094380" y="2150624"/>
                  <a:pt x="4121266" y="2169855"/>
                  <a:pt x="4147370" y="2189448"/>
                </a:cubicBezTo>
                <a:cubicBezTo>
                  <a:pt x="4147755" y="2071528"/>
                  <a:pt x="4150150" y="1953297"/>
                  <a:pt x="4156153" y="1834890"/>
                </a:cubicBezTo>
                <a:cubicBezTo>
                  <a:pt x="4160530" y="1961741"/>
                  <a:pt x="4168804" y="2088171"/>
                  <a:pt x="4179743" y="2214131"/>
                </a:cubicBezTo>
                <a:cubicBezTo>
                  <a:pt x="4203561" y="2232886"/>
                  <a:pt x="4226597" y="2252003"/>
                  <a:pt x="4248726" y="2271686"/>
                </a:cubicBezTo>
                <a:cubicBezTo>
                  <a:pt x="4238325" y="2190433"/>
                  <a:pt x="4230096" y="2108828"/>
                  <a:pt x="4225029" y="2026635"/>
                </a:cubicBezTo>
                <a:cubicBezTo>
                  <a:pt x="4239915" y="2115668"/>
                  <a:pt x="4258416" y="2203831"/>
                  <a:pt x="4279542" y="2291359"/>
                </a:cubicBezTo>
                <a:cubicBezTo>
                  <a:pt x="4280069" y="2282021"/>
                  <a:pt x="4280595" y="2272683"/>
                  <a:pt x="4281326" y="2263470"/>
                </a:cubicBezTo>
                <a:cubicBezTo>
                  <a:pt x="4230103" y="2012376"/>
                  <a:pt x="4186387" y="1759990"/>
                  <a:pt x="4161755" y="1503868"/>
                </a:cubicBezTo>
                <a:cubicBezTo>
                  <a:pt x="4198029" y="1703829"/>
                  <a:pt x="4246088" y="1900770"/>
                  <a:pt x="4300348" y="2096041"/>
                </a:cubicBezTo>
                <a:cubicBezTo>
                  <a:pt x="4308349" y="2044234"/>
                  <a:pt x="4318525" y="1992075"/>
                  <a:pt x="4331039" y="1939526"/>
                </a:cubicBezTo>
                <a:cubicBezTo>
                  <a:pt x="4309357" y="1784182"/>
                  <a:pt x="4264486" y="1633566"/>
                  <a:pt x="4182266" y="1490923"/>
                </a:cubicBezTo>
                <a:cubicBezTo>
                  <a:pt x="4261372" y="1608424"/>
                  <a:pt x="4315512" y="1732646"/>
                  <a:pt x="4351504" y="1861596"/>
                </a:cubicBezTo>
                <a:cubicBezTo>
                  <a:pt x="4394829" y="1708461"/>
                  <a:pt x="4459616" y="1551362"/>
                  <a:pt x="4553092" y="1388554"/>
                </a:cubicBezTo>
                <a:cubicBezTo>
                  <a:pt x="4553214" y="1388350"/>
                  <a:pt x="4553379" y="1388311"/>
                  <a:pt x="4553544" y="1388271"/>
                </a:cubicBezTo>
                <a:cubicBezTo>
                  <a:pt x="4486928" y="1548592"/>
                  <a:pt x="4450974" y="1702034"/>
                  <a:pt x="4437475" y="1850577"/>
                </a:cubicBezTo>
                <a:cubicBezTo>
                  <a:pt x="4545224" y="2083856"/>
                  <a:pt x="4565988" y="2336915"/>
                  <a:pt x="4570869" y="2593287"/>
                </a:cubicBezTo>
                <a:cubicBezTo>
                  <a:pt x="4630813" y="2663799"/>
                  <a:pt x="4683323" y="2736626"/>
                  <a:pt x="4730533" y="2811254"/>
                </a:cubicBezTo>
                <a:cubicBezTo>
                  <a:pt x="4732940" y="2757148"/>
                  <a:pt x="4738875" y="2702537"/>
                  <a:pt x="4748869" y="2647467"/>
                </a:cubicBezTo>
                <a:cubicBezTo>
                  <a:pt x="4719463" y="2585399"/>
                  <a:pt x="4686687" y="2524491"/>
                  <a:pt x="4649189" y="2464897"/>
                </a:cubicBezTo>
                <a:lnTo>
                  <a:pt x="4752392" y="2615793"/>
                </a:lnTo>
                <a:lnTo>
                  <a:pt x="4751492" y="2622331"/>
                </a:lnTo>
                <a:cubicBezTo>
                  <a:pt x="4753190" y="2625050"/>
                  <a:pt x="4754849" y="2627603"/>
                  <a:pt x="4756383" y="2630361"/>
                </a:cubicBezTo>
                <a:lnTo>
                  <a:pt x="4753718" y="2617732"/>
                </a:lnTo>
                <a:lnTo>
                  <a:pt x="4754471" y="2618832"/>
                </a:lnTo>
                <a:cubicBezTo>
                  <a:pt x="4754990" y="2615230"/>
                  <a:pt x="4755880" y="2611713"/>
                  <a:pt x="4756604" y="2608237"/>
                </a:cubicBezTo>
                <a:cubicBezTo>
                  <a:pt x="4733121" y="2497990"/>
                  <a:pt x="4710952" y="2387426"/>
                  <a:pt x="4691326" y="2276596"/>
                </a:cubicBezTo>
                <a:cubicBezTo>
                  <a:pt x="4646421" y="2195677"/>
                  <a:pt x="4597326" y="2116116"/>
                  <a:pt x="4543627" y="2038362"/>
                </a:cubicBezTo>
                <a:cubicBezTo>
                  <a:pt x="4577886" y="2078058"/>
                  <a:pt x="4610911" y="2118398"/>
                  <a:pt x="4642621" y="2159057"/>
                </a:cubicBezTo>
                <a:cubicBezTo>
                  <a:pt x="4613312" y="2095227"/>
                  <a:pt x="4585604" y="2030837"/>
                  <a:pt x="4560853" y="1965733"/>
                </a:cubicBezTo>
                <a:cubicBezTo>
                  <a:pt x="4560826" y="1965623"/>
                  <a:pt x="4560813" y="1965569"/>
                  <a:pt x="4560813" y="1965569"/>
                </a:cubicBezTo>
                <a:cubicBezTo>
                  <a:pt x="4595775" y="2039852"/>
                  <a:pt x="4634841" y="2113144"/>
                  <a:pt x="4675918" y="2186124"/>
                </a:cubicBezTo>
                <a:cubicBezTo>
                  <a:pt x="4649440" y="2026029"/>
                  <a:pt x="4627435" y="1865029"/>
                  <a:pt x="4612446" y="1702855"/>
                </a:cubicBezTo>
                <a:cubicBezTo>
                  <a:pt x="4648896" y="1906423"/>
                  <a:pt x="4696388" y="2107498"/>
                  <a:pt x="4750903" y="2306705"/>
                </a:cubicBezTo>
                <a:cubicBezTo>
                  <a:pt x="4758111" y="2317130"/>
                  <a:pt x="4765195" y="2327759"/>
                  <a:pt x="4772239" y="2338223"/>
                </a:cubicBezTo>
                <a:cubicBezTo>
                  <a:pt x="4732318" y="2007240"/>
                  <a:pt x="4686275" y="1678256"/>
                  <a:pt x="4589666" y="1360088"/>
                </a:cubicBezTo>
                <a:cubicBezTo>
                  <a:pt x="4699962" y="1637763"/>
                  <a:pt x="4771114" y="1927493"/>
                  <a:pt x="4833810" y="2218917"/>
                </a:cubicBezTo>
                <a:cubicBezTo>
                  <a:pt x="4839466" y="2173236"/>
                  <a:pt x="4845532" y="2127805"/>
                  <a:pt x="4851760" y="2082334"/>
                </a:cubicBezTo>
                <a:cubicBezTo>
                  <a:pt x="4851857" y="2080572"/>
                  <a:pt x="4851993" y="2078976"/>
                  <a:pt x="4852089" y="2077215"/>
                </a:cubicBezTo>
                <a:cubicBezTo>
                  <a:pt x="4842463" y="1996295"/>
                  <a:pt x="4829841" y="1915924"/>
                  <a:pt x="4812457" y="1836704"/>
                </a:cubicBezTo>
                <a:cubicBezTo>
                  <a:pt x="4823193" y="1866784"/>
                  <a:pt x="4832944" y="1897102"/>
                  <a:pt x="4842242" y="1927703"/>
                </a:cubicBezTo>
                <a:cubicBezTo>
                  <a:pt x="4835084" y="1815254"/>
                  <a:pt x="4830594" y="1702335"/>
                  <a:pt x="4829467" y="1588951"/>
                </a:cubicBezTo>
                <a:cubicBezTo>
                  <a:pt x="4789189" y="1513519"/>
                  <a:pt x="4739465" y="1440713"/>
                  <a:pt x="4678037" y="1371255"/>
                </a:cubicBezTo>
                <a:cubicBezTo>
                  <a:pt x="4736725" y="1430080"/>
                  <a:pt x="4786500" y="1491576"/>
                  <a:pt x="4829292" y="1555105"/>
                </a:cubicBezTo>
                <a:cubicBezTo>
                  <a:pt x="4828392" y="1328185"/>
                  <a:pt x="4840618" y="1099487"/>
                  <a:pt x="4870563" y="868598"/>
                </a:cubicBezTo>
                <a:cubicBezTo>
                  <a:pt x="4865557" y="1166805"/>
                  <a:pt x="4890665" y="1460177"/>
                  <a:pt x="4936254" y="1749125"/>
                </a:cubicBezTo>
                <a:cubicBezTo>
                  <a:pt x="4963453" y="1810684"/>
                  <a:pt x="4985966" y="1873721"/>
                  <a:pt x="5004743" y="1937834"/>
                </a:cubicBezTo>
                <a:cubicBezTo>
                  <a:pt x="5009681" y="1920132"/>
                  <a:pt x="5014824" y="1902555"/>
                  <a:pt x="5020582" y="1884656"/>
                </a:cubicBezTo>
                <a:cubicBezTo>
                  <a:pt x="5020706" y="1884452"/>
                  <a:pt x="5020832" y="1884248"/>
                  <a:pt x="5020832" y="1884248"/>
                </a:cubicBezTo>
                <a:cubicBezTo>
                  <a:pt x="5015464" y="1904487"/>
                  <a:pt x="5010916" y="1924526"/>
                  <a:pt x="5006698" y="1944487"/>
                </a:cubicBezTo>
                <a:cubicBezTo>
                  <a:pt x="5038017" y="2053364"/>
                  <a:pt x="5058822" y="2165473"/>
                  <a:pt x="5074411" y="2279015"/>
                </a:cubicBezTo>
                <a:cubicBezTo>
                  <a:pt x="5076863" y="2249575"/>
                  <a:pt x="5079479" y="2220095"/>
                  <a:pt x="5082424" y="2190536"/>
                </a:cubicBezTo>
                <a:cubicBezTo>
                  <a:pt x="5082272" y="2249660"/>
                  <a:pt x="5083471" y="2308631"/>
                  <a:pt x="5085656" y="2367364"/>
                </a:cubicBezTo>
                <a:cubicBezTo>
                  <a:pt x="5091020" y="2413339"/>
                  <a:pt x="5095764" y="2459637"/>
                  <a:pt x="5100142" y="2505851"/>
                </a:cubicBezTo>
                <a:cubicBezTo>
                  <a:pt x="5103765" y="2518705"/>
                  <a:pt x="5107225" y="2531599"/>
                  <a:pt x="5110850" y="2544453"/>
                </a:cubicBezTo>
                <a:cubicBezTo>
                  <a:pt x="5108936" y="2482526"/>
                  <a:pt x="5106490" y="2420554"/>
                  <a:pt x="5102441" y="2359142"/>
                </a:cubicBezTo>
                <a:cubicBezTo>
                  <a:pt x="5108749" y="2404715"/>
                  <a:pt x="5114111" y="2450691"/>
                  <a:pt x="5119145" y="2496745"/>
                </a:cubicBezTo>
                <a:cubicBezTo>
                  <a:pt x="5121909" y="2479394"/>
                  <a:pt x="5124672" y="2462045"/>
                  <a:pt x="5127272" y="2444733"/>
                </a:cubicBezTo>
                <a:cubicBezTo>
                  <a:pt x="5114604" y="2324577"/>
                  <a:pt x="5097503" y="2205491"/>
                  <a:pt x="5072849" y="2088229"/>
                </a:cubicBezTo>
                <a:cubicBezTo>
                  <a:pt x="5099899" y="2157817"/>
                  <a:pt x="5123994" y="2228119"/>
                  <a:pt x="5146117" y="2298897"/>
                </a:cubicBezTo>
                <a:cubicBezTo>
                  <a:pt x="5149701" y="2266229"/>
                  <a:pt x="5152793" y="2233680"/>
                  <a:pt x="5155065" y="2201329"/>
                </a:cubicBezTo>
                <a:cubicBezTo>
                  <a:pt x="5147142" y="2177869"/>
                  <a:pt x="5139260" y="2154573"/>
                  <a:pt x="5131009" y="2131191"/>
                </a:cubicBezTo>
                <a:cubicBezTo>
                  <a:pt x="5139384" y="2149330"/>
                  <a:pt x="5147759" y="2167467"/>
                  <a:pt x="5155971" y="2185644"/>
                </a:cubicBezTo>
                <a:cubicBezTo>
                  <a:pt x="5157437" y="2161481"/>
                  <a:pt x="5158536" y="2137234"/>
                  <a:pt x="5159183" y="2113270"/>
                </a:cubicBezTo>
                <a:cubicBezTo>
                  <a:pt x="5108914" y="1845261"/>
                  <a:pt x="5073008" y="1574828"/>
                  <a:pt x="5055233" y="1301758"/>
                </a:cubicBezTo>
                <a:cubicBezTo>
                  <a:pt x="5076485" y="1444520"/>
                  <a:pt x="5103438" y="1586426"/>
                  <a:pt x="5134622" y="1727137"/>
                </a:cubicBezTo>
                <a:cubicBezTo>
                  <a:pt x="5153440" y="1786375"/>
                  <a:pt x="5167251" y="1846473"/>
                  <a:pt x="5177246" y="1907318"/>
                </a:cubicBezTo>
                <a:cubicBezTo>
                  <a:pt x="5184550" y="1936141"/>
                  <a:pt x="5191856" y="1964964"/>
                  <a:pt x="5199448" y="1993544"/>
                </a:cubicBezTo>
                <a:cubicBezTo>
                  <a:pt x="5205984" y="2001177"/>
                  <a:pt x="5212518" y="2008810"/>
                  <a:pt x="5218928" y="2016647"/>
                </a:cubicBezTo>
                <a:lnTo>
                  <a:pt x="5226749" y="1793148"/>
                </a:lnTo>
                <a:lnTo>
                  <a:pt x="5238345" y="2047413"/>
                </a:lnTo>
                <a:cubicBezTo>
                  <a:pt x="5245605" y="2056608"/>
                  <a:pt x="5252576" y="2066048"/>
                  <a:pt x="5259711" y="2075449"/>
                </a:cubicBezTo>
                <a:cubicBezTo>
                  <a:pt x="5254614" y="2047135"/>
                  <a:pt x="5249558" y="2018986"/>
                  <a:pt x="5244953" y="1990554"/>
                </a:cubicBezTo>
                <a:cubicBezTo>
                  <a:pt x="5255107" y="2026857"/>
                  <a:pt x="5265917" y="2063002"/>
                  <a:pt x="5277180" y="2098864"/>
                </a:cubicBezTo>
                <a:cubicBezTo>
                  <a:pt x="5293834" y="2121781"/>
                  <a:pt x="5309910" y="2145184"/>
                  <a:pt x="5325533" y="2168871"/>
                </a:cubicBezTo>
                <a:cubicBezTo>
                  <a:pt x="5314213" y="2069418"/>
                  <a:pt x="5300063" y="1970474"/>
                  <a:pt x="5280328" y="1872878"/>
                </a:cubicBezTo>
                <a:lnTo>
                  <a:pt x="5228294" y="1748969"/>
                </a:lnTo>
                <a:lnTo>
                  <a:pt x="5228697" y="1737450"/>
                </a:lnTo>
                <a:cubicBezTo>
                  <a:pt x="5200101" y="1666497"/>
                  <a:pt x="5173599" y="1594863"/>
                  <a:pt x="5150054" y="1522517"/>
                </a:cubicBezTo>
                <a:cubicBezTo>
                  <a:pt x="5183640" y="1604779"/>
                  <a:pt x="5221290" y="1685885"/>
                  <a:pt x="5261529" y="1766193"/>
                </a:cubicBezTo>
                <a:cubicBezTo>
                  <a:pt x="5250849" y="1724108"/>
                  <a:pt x="5239223" y="1682426"/>
                  <a:pt x="5225917" y="1640975"/>
                </a:cubicBezTo>
                <a:cubicBezTo>
                  <a:pt x="5226122" y="1641099"/>
                  <a:pt x="5226122" y="1641099"/>
                  <a:pt x="5226122" y="1641099"/>
                </a:cubicBezTo>
                <a:cubicBezTo>
                  <a:pt x="5249779" y="1699515"/>
                  <a:pt x="5270233" y="1759053"/>
                  <a:pt x="5288184" y="1819020"/>
                </a:cubicBezTo>
                <a:cubicBezTo>
                  <a:pt x="5296490" y="1835436"/>
                  <a:pt x="5304922" y="1851649"/>
                  <a:pt x="5313557" y="1867985"/>
                </a:cubicBezTo>
                <a:cubicBezTo>
                  <a:pt x="5306933" y="1715263"/>
                  <a:pt x="5310466" y="1562870"/>
                  <a:pt x="5327675" y="1411693"/>
                </a:cubicBezTo>
                <a:cubicBezTo>
                  <a:pt x="5321989" y="1546533"/>
                  <a:pt x="5326916" y="1681417"/>
                  <a:pt x="5340002" y="1815550"/>
                </a:cubicBezTo>
                <a:cubicBezTo>
                  <a:pt x="5345721" y="1837804"/>
                  <a:pt x="5351113" y="1860137"/>
                  <a:pt x="5356543" y="1882635"/>
                </a:cubicBezTo>
                <a:cubicBezTo>
                  <a:pt x="5346446" y="1783929"/>
                  <a:pt x="5339096" y="1685082"/>
                  <a:pt x="5335031" y="1585441"/>
                </a:cubicBezTo>
                <a:cubicBezTo>
                  <a:pt x="5357727" y="1752184"/>
                  <a:pt x="5389863" y="1916996"/>
                  <a:pt x="5429879" y="2079905"/>
                </a:cubicBezTo>
                <a:cubicBezTo>
                  <a:pt x="5445956" y="2108349"/>
                  <a:pt x="5462196" y="2136753"/>
                  <a:pt x="5478436" y="2165157"/>
                </a:cubicBezTo>
                <a:cubicBezTo>
                  <a:pt x="5481862" y="2111673"/>
                  <a:pt x="5485782" y="2058071"/>
                  <a:pt x="5490396" y="2004473"/>
                </a:cubicBezTo>
                <a:cubicBezTo>
                  <a:pt x="5480561" y="1939245"/>
                  <a:pt x="5470395" y="1874096"/>
                  <a:pt x="5459904" y="1809026"/>
                </a:cubicBezTo>
                <a:lnTo>
                  <a:pt x="5459824" y="1808697"/>
                </a:lnTo>
                <a:cubicBezTo>
                  <a:pt x="5478857" y="1881786"/>
                  <a:pt x="5497231" y="1955032"/>
                  <a:pt x="5515239" y="2028194"/>
                </a:cubicBezTo>
                <a:cubicBezTo>
                  <a:pt x="5504020" y="1956522"/>
                  <a:pt x="5492639" y="1884889"/>
                  <a:pt x="5480561" y="1813251"/>
                </a:cubicBezTo>
                <a:cubicBezTo>
                  <a:pt x="5513857" y="1941114"/>
                  <a:pt x="5545222" y="2069617"/>
                  <a:pt x="5575930" y="2198278"/>
                </a:cubicBezTo>
                <a:cubicBezTo>
                  <a:pt x="5576865" y="2189189"/>
                  <a:pt x="5577471" y="2180180"/>
                  <a:pt x="5578445" y="2171256"/>
                </a:cubicBezTo>
                <a:cubicBezTo>
                  <a:pt x="5578224" y="2183300"/>
                  <a:pt x="5578332" y="2195266"/>
                  <a:pt x="5578071" y="2207146"/>
                </a:cubicBezTo>
                <a:cubicBezTo>
                  <a:pt x="5585880" y="2239497"/>
                  <a:pt x="5593853" y="2271808"/>
                  <a:pt x="5601497" y="2304198"/>
                </a:cubicBezTo>
                <a:cubicBezTo>
                  <a:pt x="5604312" y="2265459"/>
                  <a:pt x="5607002" y="2226926"/>
                  <a:pt x="5609488" y="2188266"/>
                </a:cubicBezTo>
                <a:cubicBezTo>
                  <a:pt x="5609612" y="2183022"/>
                  <a:pt x="5609737" y="2177779"/>
                  <a:pt x="5609861" y="2172535"/>
                </a:cubicBezTo>
                <a:cubicBezTo>
                  <a:pt x="5602302" y="2154897"/>
                  <a:pt x="5594906" y="2137217"/>
                  <a:pt x="5586854" y="2119697"/>
                </a:cubicBezTo>
                <a:cubicBezTo>
                  <a:pt x="5594368" y="2132829"/>
                  <a:pt x="5601430" y="2146244"/>
                  <a:pt x="5608780" y="2159416"/>
                </a:cubicBezTo>
                <a:cubicBezTo>
                  <a:pt x="5587426" y="1973753"/>
                  <a:pt x="5572387" y="1787610"/>
                  <a:pt x="5562183" y="1601342"/>
                </a:cubicBezTo>
                <a:cubicBezTo>
                  <a:pt x="5554370" y="1569688"/>
                  <a:pt x="5545608" y="1538436"/>
                  <a:pt x="5535166" y="1507415"/>
                </a:cubicBezTo>
                <a:cubicBezTo>
                  <a:pt x="5544334" y="1528837"/>
                  <a:pt x="5552884" y="1550582"/>
                  <a:pt x="5560738" y="1572321"/>
                </a:cubicBezTo>
                <a:cubicBezTo>
                  <a:pt x="5550258" y="1374825"/>
                  <a:pt x="5544980" y="1177288"/>
                  <a:pt x="5542484" y="980470"/>
                </a:cubicBezTo>
                <a:cubicBezTo>
                  <a:pt x="5584200" y="1423285"/>
                  <a:pt x="5645876" y="1870320"/>
                  <a:pt x="5744174" y="2303474"/>
                </a:cubicBezTo>
                <a:lnTo>
                  <a:pt x="5766830" y="2189484"/>
                </a:lnTo>
                <a:lnTo>
                  <a:pt x="5753625" y="2365666"/>
                </a:lnTo>
                <a:cubicBezTo>
                  <a:pt x="5766774" y="2421580"/>
                  <a:pt x="5780539" y="2477170"/>
                  <a:pt x="5794923" y="2532438"/>
                </a:cubicBezTo>
                <a:cubicBezTo>
                  <a:pt x="5805869" y="2461151"/>
                  <a:pt x="5816690" y="2390067"/>
                  <a:pt x="5826322" y="2319097"/>
                </a:cubicBezTo>
                <a:cubicBezTo>
                  <a:pt x="5823140" y="2307352"/>
                  <a:pt x="5819833" y="2295812"/>
                  <a:pt x="5816854" y="2284193"/>
                </a:cubicBezTo>
                <a:lnTo>
                  <a:pt x="5768143" y="2182876"/>
                </a:lnTo>
                <a:lnTo>
                  <a:pt x="5769679" y="2175147"/>
                </a:lnTo>
                <a:cubicBezTo>
                  <a:pt x="5762114" y="2158204"/>
                  <a:pt x="5754876" y="2141182"/>
                  <a:pt x="5747804" y="2124120"/>
                </a:cubicBezTo>
                <a:cubicBezTo>
                  <a:pt x="5755511" y="2138770"/>
                  <a:pt x="5763421" y="2153543"/>
                  <a:pt x="5771457" y="2168113"/>
                </a:cubicBezTo>
                <a:cubicBezTo>
                  <a:pt x="5773654" y="2159936"/>
                  <a:pt x="5775483" y="2151674"/>
                  <a:pt x="5777680" y="2143498"/>
                </a:cubicBezTo>
                <a:cubicBezTo>
                  <a:pt x="5776128" y="2152910"/>
                  <a:pt x="5774906" y="2162241"/>
                  <a:pt x="5773519" y="2171613"/>
                </a:cubicBezTo>
                <a:cubicBezTo>
                  <a:pt x="5784866" y="2191987"/>
                  <a:pt x="5796746" y="2212407"/>
                  <a:pt x="5808915" y="2232583"/>
                </a:cubicBezTo>
                <a:cubicBezTo>
                  <a:pt x="5781689" y="2119069"/>
                  <a:pt x="5761813" y="2003607"/>
                  <a:pt x="5752612" y="1885569"/>
                </a:cubicBezTo>
                <a:cubicBezTo>
                  <a:pt x="5775518" y="2001343"/>
                  <a:pt x="5808939" y="2113882"/>
                  <a:pt x="5849794" y="2224106"/>
                </a:cubicBezTo>
                <a:cubicBezTo>
                  <a:pt x="5835405" y="2048580"/>
                  <a:pt x="5828192" y="1872539"/>
                  <a:pt x="5825649" y="1696413"/>
                </a:cubicBezTo>
                <a:cubicBezTo>
                  <a:pt x="5750813" y="1527484"/>
                  <a:pt x="5683777" y="1356324"/>
                  <a:pt x="5635186" y="1179496"/>
                </a:cubicBezTo>
                <a:cubicBezTo>
                  <a:pt x="5687543" y="1326567"/>
                  <a:pt x="5752884" y="1469114"/>
                  <a:pt x="5824840" y="1609543"/>
                </a:cubicBezTo>
                <a:cubicBezTo>
                  <a:pt x="5824313" y="1502965"/>
                  <a:pt x="5825180" y="1396399"/>
                  <a:pt x="5827277" y="1289885"/>
                </a:cubicBezTo>
                <a:cubicBezTo>
                  <a:pt x="5836698" y="1421078"/>
                  <a:pt x="5848782" y="1552496"/>
                  <a:pt x="5863448" y="1683814"/>
                </a:cubicBezTo>
                <a:cubicBezTo>
                  <a:pt x="5872689" y="1701221"/>
                  <a:pt x="5881891" y="1718464"/>
                  <a:pt x="5891257" y="1735667"/>
                </a:cubicBezTo>
                <a:cubicBezTo>
                  <a:pt x="5879049" y="1639730"/>
                  <a:pt x="5866308" y="1543748"/>
                  <a:pt x="5852706" y="1447800"/>
                </a:cubicBezTo>
                <a:lnTo>
                  <a:pt x="5852870" y="1447760"/>
                </a:lnTo>
                <a:cubicBezTo>
                  <a:pt x="5879598" y="1567129"/>
                  <a:pt x="5905215" y="1686940"/>
                  <a:pt x="5930341" y="1806870"/>
                </a:cubicBezTo>
                <a:cubicBezTo>
                  <a:pt x="5952510" y="1846876"/>
                  <a:pt x="5975172" y="1886764"/>
                  <a:pt x="5997794" y="1926488"/>
                </a:cubicBezTo>
                <a:cubicBezTo>
                  <a:pt x="6006294" y="1873865"/>
                  <a:pt x="6017586" y="1820567"/>
                  <a:pt x="6032116" y="1767010"/>
                </a:cubicBezTo>
                <a:cubicBezTo>
                  <a:pt x="6029313" y="1748918"/>
                  <a:pt x="6026674" y="1730786"/>
                  <a:pt x="6024488" y="1712371"/>
                </a:cubicBezTo>
                <a:cubicBezTo>
                  <a:pt x="6027937" y="1726658"/>
                  <a:pt x="6031838" y="1740661"/>
                  <a:pt x="6035617" y="1754870"/>
                </a:cubicBezTo>
                <a:cubicBezTo>
                  <a:pt x="6046374" y="1716646"/>
                  <a:pt x="6058283" y="1678146"/>
                  <a:pt x="6072532" y="1639255"/>
                </a:cubicBezTo>
                <a:cubicBezTo>
                  <a:pt x="6060248" y="1688447"/>
                  <a:pt x="6050961" y="1737089"/>
                  <a:pt x="6044098" y="1784972"/>
                </a:cubicBezTo>
                <a:cubicBezTo>
                  <a:pt x="6048843" y="1801032"/>
                  <a:pt x="6053588" y="1817091"/>
                  <a:pt x="6058787" y="1832867"/>
                </a:cubicBezTo>
                <a:cubicBezTo>
                  <a:pt x="6063113" y="1774474"/>
                  <a:pt x="6070763" y="1715452"/>
                  <a:pt x="6081863" y="1655597"/>
                </a:cubicBezTo>
                <a:cubicBezTo>
                  <a:pt x="5958643" y="1354627"/>
                  <a:pt x="5904509" y="1038197"/>
                  <a:pt x="6036160" y="680050"/>
                </a:cubicBezTo>
                <a:cubicBezTo>
                  <a:pt x="6036285" y="679846"/>
                  <a:pt x="6036245" y="679681"/>
                  <a:pt x="6036410" y="679642"/>
                </a:cubicBezTo>
                <a:cubicBezTo>
                  <a:pt x="5939216" y="997669"/>
                  <a:pt x="5990071" y="1278917"/>
                  <a:pt x="6106495" y="1543816"/>
                </a:cubicBezTo>
                <a:cubicBezTo>
                  <a:pt x="6130750" y="1448463"/>
                  <a:pt x="6164238" y="1351053"/>
                  <a:pt x="6208645" y="1251357"/>
                </a:cubicBezTo>
                <a:cubicBezTo>
                  <a:pt x="6167449" y="1369395"/>
                  <a:pt x="6142221" y="1483752"/>
                  <a:pt x="6129842" y="1595182"/>
                </a:cubicBezTo>
                <a:cubicBezTo>
                  <a:pt x="6186236" y="1714342"/>
                  <a:pt x="6254948" y="1830529"/>
                  <a:pt x="6328420" y="1945566"/>
                </a:cubicBezTo>
                <a:cubicBezTo>
                  <a:pt x="6327005" y="1867704"/>
                  <a:pt x="6326779" y="1789729"/>
                  <a:pt x="6327578" y="1711680"/>
                </a:cubicBezTo>
                <a:cubicBezTo>
                  <a:pt x="6272882" y="1489404"/>
                  <a:pt x="6229721" y="1264517"/>
                  <a:pt x="6214999" y="1034329"/>
                </a:cubicBezTo>
                <a:cubicBezTo>
                  <a:pt x="6241726" y="1194017"/>
                  <a:pt x="6282661" y="1349927"/>
                  <a:pt x="6331767" y="1503691"/>
                </a:cubicBezTo>
                <a:cubicBezTo>
                  <a:pt x="6331813" y="1503159"/>
                  <a:pt x="6331818" y="1502462"/>
                  <a:pt x="6331824" y="1501766"/>
                </a:cubicBezTo>
                <a:cubicBezTo>
                  <a:pt x="6331858" y="1502627"/>
                  <a:pt x="6331767" y="1503691"/>
                  <a:pt x="6331965" y="1504512"/>
                </a:cubicBezTo>
                <a:cubicBezTo>
                  <a:pt x="6356021" y="1579690"/>
                  <a:pt x="6382046" y="1654391"/>
                  <a:pt x="6409385" y="1728776"/>
                </a:cubicBezTo>
                <a:cubicBezTo>
                  <a:pt x="6406905" y="1686103"/>
                  <a:pt x="6403644" y="1643791"/>
                  <a:pt x="6399233" y="1601757"/>
                </a:cubicBezTo>
                <a:cubicBezTo>
                  <a:pt x="6408751" y="1655592"/>
                  <a:pt x="6416339" y="1710067"/>
                  <a:pt x="6422738" y="1764655"/>
                </a:cubicBezTo>
                <a:cubicBezTo>
                  <a:pt x="6435089" y="1797821"/>
                  <a:pt x="6447727" y="1830744"/>
                  <a:pt x="6460405" y="1863831"/>
                </a:cubicBezTo>
                <a:cubicBezTo>
                  <a:pt x="6456431" y="1833683"/>
                  <a:pt x="6452456" y="1803535"/>
                  <a:pt x="6448974" y="1773268"/>
                </a:cubicBezTo>
                <a:cubicBezTo>
                  <a:pt x="6457217" y="1817505"/>
                  <a:pt x="6466573" y="1861300"/>
                  <a:pt x="6476459" y="1905141"/>
                </a:cubicBezTo>
                <a:cubicBezTo>
                  <a:pt x="6492356" y="1945793"/>
                  <a:pt x="6508413" y="1986406"/>
                  <a:pt x="6524637" y="2026979"/>
                </a:cubicBezTo>
                <a:cubicBezTo>
                  <a:pt x="6524076" y="2005217"/>
                  <a:pt x="6523391" y="1983659"/>
                  <a:pt x="6522504" y="1961977"/>
                </a:cubicBezTo>
                <a:cubicBezTo>
                  <a:pt x="6379402" y="1440405"/>
                  <a:pt x="6224670" y="918165"/>
                  <a:pt x="6171658" y="378151"/>
                </a:cubicBezTo>
                <a:close/>
                <a:moveTo>
                  <a:pt x="7360309" y="0"/>
                </a:moveTo>
                <a:lnTo>
                  <a:pt x="7392467" y="248068"/>
                </a:lnTo>
                <a:lnTo>
                  <a:pt x="7392467" y="725824"/>
                </a:lnTo>
                <a:close/>
              </a:path>
            </a:pathLst>
          </a:custGeom>
          <a:solidFill>
            <a:srgbClr val="667448"/>
          </a:solidFill>
          <a:ln w="1689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0F3BFA-3447-4F45-B263-CB107F423C5C}"/>
              </a:ext>
            </a:extLst>
          </p:cNvPr>
          <p:cNvSpPr txBox="1"/>
          <p:nvPr/>
        </p:nvSpPr>
        <p:spPr>
          <a:xfrm>
            <a:off x="10979351" y="6370813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Page 01</a:t>
            </a:r>
          </a:p>
        </p:txBody>
      </p:sp>
    </p:spTree>
    <p:extLst>
      <p:ext uri="{BB962C8B-B14F-4D97-AF65-F5344CB8AC3E}">
        <p14:creationId xmlns:p14="http://schemas.microsoft.com/office/powerpoint/2010/main" val="3327193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Team Members List Infographic">
            <a:extLst>
              <a:ext uri="{FF2B5EF4-FFF2-40B4-BE49-F238E27FC236}">
                <a16:creationId xmlns:a16="http://schemas.microsoft.com/office/drawing/2014/main" id="{7FAAA213-FC69-45A5-ADDB-7E93311375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">
            <a:extLst>
              <a:ext uri="{FF2B5EF4-FFF2-40B4-BE49-F238E27FC236}">
                <a16:creationId xmlns:a16="http://schemas.microsoft.com/office/drawing/2014/main" id="{275F3D1A-11F6-4B66-BBC7-74EBECAB7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436" y="1242582"/>
            <a:ext cx="879382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Fardin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Rahman ------------------------------------------------- ID 342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Ali Ahmed Emran -----------------------------------------------ID 323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Orna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Rimi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--------------------------------------------------------ID 334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Arnob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Dey Argo -------------------------------------------------ID 350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Nujhat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Jahan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Nuha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----------------------------------------------ID 351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06AAC1-4E67-430A-A40A-B72A195BED07}"/>
              </a:ext>
            </a:extLst>
          </p:cNvPr>
          <p:cNvSpPr txBox="1"/>
          <p:nvPr/>
        </p:nvSpPr>
        <p:spPr>
          <a:xfrm>
            <a:off x="3841880" y="473141"/>
            <a:ext cx="60975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Team Members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002F84-C4AA-40FB-986B-E4F6F5ACD845}"/>
              </a:ext>
            </a:extLst>
          </p:cNvPr>
          <p:cNvSpPr txBox="1"/>
          <p:nvPr/>
        </p:nvSpPr>
        <p:spPr>
          <a:xfrm>
            <a:off x="10906160" y="6305105"/>
            <a:ext cx="1176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Page 02</a:t>
            </a:r>
          </a:p>
        </p:txBody>
      </p:sp>
    </p:spTree>
    <p:extLst>
      <p:ext uri="{BB962C8B-B14F-4D97-AF65-F5344CB8AC3E}">
        <p14:creationId xmlns:p14="http://schemas.microsoft.com/office/powerpoint/2010/main" val="424072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80A0-10DC-49A1-9F43-D56D38729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67" y="476525"/>
            <a:ext cx="11886461" cy="439200"/>
          </a:xfrm>
        </p:spPr>
        <p:txBody>
          <a:bodyPr/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LSD</a:t>
            </a:r>
            <a:br>
              <a:rPr lang="en-US" dirty="0"/>
            </a:br>
            <a:r>
              <a:rPr lang="en-US" sz="2400" dirty="0"/>
              <a:t>(LUMPY SKIN DISEASE)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E6878F-7257-4F4D-BE86-A6CC7C1FB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5481" y="1776575"/>
            <a:ext cx="1388806" cy="13366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6AFA24-1764-4999-9AB0-029E956F0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594" y="1742111"/>
            <a:ext cx="1388805" cy="13888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A66113-DC2E-407A-9879-9E040350F5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6128" y="1704304"/>
            <a:ext cx="1539857" cy="1464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1AED23-52C5-445C-B2A2-0AA3346778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06" y="3974069"/>
            <a:ext cx="4057420" cy="2281086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B861F5-0673-49C0-A108-86E74A2862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789" y="3957304"/>
            <a:ext cx="3515630" cy="2343753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96B68A-E987-4F53-A4AB-DAD8DB93AB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182" y="3928168"/>
            <a:ext cx="2372889" cy="2372889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C31987-467E-475D-B3F8-8C9AA57B2AB4}"/>
              </a:ext>
            </a:extLst>
          </p:cNvPr>
          <p:cNvSpPr txBox="1"/>
          <p:nvPr/>
        </p:nvSpPr>
        <p:spPr>
          <a:xfrm>
            <a:off x="10969330" y="6434303"/>
            <a:ext cx="1147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Page 03</a:t>
            </a:r>
          </a:p>
        </p:txBody>
      </p:sp>
    </p:spTree>
    <p:extLst>
      <p:ext uri="{BB962C8B-B14F-4D97-AF65-F5344CB8AC3E}">
        <p14:creationId xmlns:p14="http://schemas.microsoft.com/office/powerpoint/2010/main" val="295747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6C5E4062-D2DD-4D99-8E0E-355EEF1FF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877" y="824753"/>
            <a:ext cx="8039685" cy="60332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9F790C-E434-40CA-BC67-FD22C6DE5BA9}"/>
              </a:ext>
            </a:extLst>
          </p:cNvPr>
          <p:cNvSpPr txBox="1"/>
          <p:nvPr/>
        </p:nvSpPr>
        <p:spPr>
          <a:xfrm>
            <a:off x="11026588" y="6381982"/>
            <a:ext cx="1281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Page 04</a:t>
            </a:r>
          </a:p>
        </p:txBody>
      </p:sp>
    </p:spTree>
    <p:extLst>
      <p:ext uri="{BB962C8B-B14F-4D97-AF65-F5344CB8AC3E}">
        <p14:creationId xmlns:p14="http://schemas.microsoft.com/office/powerpoint/2010/main" val="747211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E70757C-254E-4C78-86AE-7BE02B8CD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136" y="514350"/>
            <a:ext cx="3571875" cy="63436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A35E6E4-2AF1-499E-AE75-D37DBB5F0D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403" y="-568255"/>
            <a:ext cx="3370730" cy="59864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F739716-39F4-4D3D-BD95-422149777F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509" y="145115"/>
            <a:ext cx="3571875" cy="6343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04ED2D-CCAC-40A9-9694-3C50727186DA}"/>
              </a:ext>
            </a:extLst>
          </p:cNvPr>
          <p:cNvSpPr txBox="1"/>
          <p:nvPr/>
        </p:nvSpPr>
        <p:spPr>
          <a:xfrm>
            <a:off x="11044518" y="6343553"/>
            <a:ext cx="1057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Page 05</a:t>
            </a:r>
          </a:p>
        </p:txBody>
      </p:sp>
    </p:spTree>
    <p:extLst>
      <p:ext uri="{BB962C8B-B14F-4D97-AF65-F5344CB8AC3E}">
        <p14:creationId xmlns:p14="http://schemas.microsoft.com/office/powerpoint/2010/main" val="3551806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A7185-5209-7CA7-1E7E-8447FC80D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EA178A-A16C-F7BA-81D1-1D625B8626A7}"/>
              </a:ext>
            </a:extLst>
          </p:cNvPr>
          <p:cNvSpPr txBox="1"/>
          <p:nvPr/>
        </p:nvSpPr>
        <p:spPr>
          <a:xfrm>
            <a:off x="283296" y="1491781"/>
            <a:ext cx="78098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600" normalizeH="0" baseline="0" noProof="0" dirty="0">
                <a:ln>
                  <a:noFill/>
                </a:ln>
                <a:solidFill>
                  <a:srgbClr val="667448"/>
                </a:solidFill>
                <a:effectLst/>
                <a:uLnTx/>
                <a:uFillTx/>
                <a:latin typeface="Questrial" pitchFamily="2" charset="0"/>
                <a:ea typeface="+mn-ea"/>
                <a:cs typeface="+mn-cs"/>
              </a:rPr>
              <a:t>Methodology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7595989-5A0D-748E-6023-7DA2A4EE9A5A}"/>
              </a:ext>
            </a:extLst>
          </p:cNvPr>
          <p:cNvGrpSpPr/>
          <p:nvPr/>
        </p:nvGrpSpPr>
        <p:grpSpPr>
          <a:xfrm>
            <a:off x="6922748" y="1135714"/>
            <a:ext cx="6195228" cy="5373996"/>
            <a:chOff x="5996772" y="1135714"/>
            <a:chExt cx="6195228" cy="5373996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25CA828-C39C-1376-A9F9-3C93E5D3E76F}"/>
                </a:ext>
              </a:extLst>
            </p:cNvPr>
            <p:cNvGrpSpPr/>
            <p:nvPr/>
          </p:nvGrpSpPr>
          <p:grpSpPr>
            <a:xfrm>
              <a:off x="10910304" y="3611315"/>
              <a:ext cx="1281696" cy="1160239"/>
              <a:chOff x="10910304" y="3611315"/>
              <a:chExt cx="1281696" cy="1160239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C56D2F2D-C1CA-57A7-74B1-8F65B600946F}"/>
                  </a:ext>
                </a:extLst>
              </p:cNvPr>
              <p:cNvSpPr/>
              <p:nvPr/>
            </p:nvSpPr>
            <p:spPr>
              <a:xfrm>
                <a:off x="10910304" y="3991254"/>
                <a:ext cx="1110666" cy="766061"/>
              </a:xfrm>
              <a:custGeom>
                <a:avLst/>
                <a:gdLst>
                  <a:gd name="connsiteX0" fmla="*/ 327826 w 1266857"/>
                  <a:gd name="connsiteY0" fmla="*/ 310416 h 873791"/>
                  <a:gd name="connsiteX1" fmla="*/ 423468 w 1266857"/>
                  <a:gd name="connsiteY1" fmla="*/ 348062 h 873791"/>
                  <a:gd name="connsiteX2" fmla="*/ 603562 w 1266857"/>
                  <a:gd name="connsiteY2" fmla="*/ 461002 h 873791"/>
                  <a:gd name="connsiteX3" fmla="*/ 673768 w 1266857"/>
                  <a:gd name="connsiteY3" fmla="*/ 531208 h 873791"/>
                  <a:gd name="connsiteX4" fmla="*/ 688013 w 1266857"/>
                  <a:gd name="connsiteY4" fmla="*/ 804910 h 873791"/>
                  <a:gd name="connsiteX5" fmla="*/ 712432 w 1266857"/>
                  <a:gd name="connsiteY5" fmla="*/ 842556 h 873791"/>
                  <a:gd name="connsiteX6" fmla="*/ 766359 w 1266857"/>
                  <a:gd name="connsiteY6" fmla="*/ 830347 h 873791"/>
                  <a:gd name="connsiteX7" fmla="*/ 852845 w 1266857"/>
                  <a:gd name="connsiteY7" fmla="*/ 653305 h 873791"/>
                  <a:gd name="connsiteX8" fmla="*/ 1007501 w 1266857"/>
                  <a:gd name="connsiteY8" fmla="*/ 587170 h 873791"/>
                  <a:gd name="connsiteX9" fmla="*/ 1131634 w 1266857"/>
                  <a:gd name="connsiteY9" fmla="*/ 659410 h 873791"/>
                  <a:gd name="connsiteX10" fmla="*/ 1132651 w 1266857"/>
                  <a:gd name="connsiteY10" fmla="*/ 815084 h 873791"/>
                  <a:gd name="connsiteX11" fmla="*/ 1154018 w 1266857"/>
                  <a:gd name="connsiteY11" fmla="*/ 871046 h 873791"/>
                  <a:gd name="connsiteX12" fmla="*/ 1210997 w 1266857"/>
                  <a:gd name="connsiteY12" fmla="*/ 847644 h 873791"/>
                  <a:gd name="connsiteX13" fmla="*/ 1229311 w 1266857"/>
                  <a:gd name="connsiteY13" fmla="*/ 525103 h 873791"/>
                  <a:gd name="connsiteX14" fmla="*/ 1002414 w 1266857"/>
                  <a:gd name="connsiteY14" fmla="*/ 272769 h 873791"/>
                  <a:gd name="connsiteX15" fmla="*/ 653418 w 1266857"/>
                  <a:gd name="connsiteY15" fmla="*/ 45872 h 873791"/>
                  <a:gd name="connsiteX16" fmla="*/ 246427 w 1266857"/>
                  <a:gd name="connsiteY16" fmla="*/ 36714 h 873791"/>
                  <a:gd name="connsiteX17" fmla="*/ 6302 w 1266857"/>
                  <a:gd name="connsiteY17" fmla="*/ 320590 h 873791"/>
                  <a:gd name="connsiteX18" fmla="*/ 20547 w 1266857"/>
                  <a:gd name="connsiteY18" fmla="*/ 403006 h 873791"/>
                  <a:gd name="connsiteX19" fmla="*/ 112120 w 1266857"/>
                  <a:gd name="connsiteY19" fmla="*/ 358237 h 873791"/>
                  <a:gd name="connsiteX20" fmla="*/ 325791 w 1266857"/>
                  <a:gd name="connsiteY20" fmla="*/ 310416 h 873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66857" h="873791">
                    <a:moveTo>
                      <a:pt x="327826" y="310416"/>
                    </a:moveTo>
                    <a:cubicBezTo>
                      <a:pt x="361402" y="317538"/>
                      <a:pt x="392944" y="332800"/>
                      <a:pt x="423468" y="348062"/>
                    </a:cubicBezTo>
                    <a:cubicBezTo>
                      <a:pt x="486552" y="381639"/>
                      <a:pt x="546583" y="419286"/>
                      <a:pt x="603562" y="461002"/>
                    </a:cubicBezTo>
                    <a:cubicBezTo>
                      <a:pt x="631034" y="480335"/>
                      <a:pt x="657488" y="501701"/>
                      <a:pt x="673768" y="531208"/>
                    </a:cubicBezTo>
                    <a:cubicBezTo>
                      <a:pt x="718537" y="611589"/>
                      <a:pt x="665628" y="715372"/>
                      <a:pt x="688013" y="804910"/>
                    </a:cubicBezTo>
                    <a:cubicBezTo>
                      <a:pt x="692083" y="820172"/>
                      <a:pt x="698188" y="835434"/>
                      <a:pt x="712432" y="842556"/>
                    </a:cubicBezTo>
                    <a:cubicBezTo>
                      <a:pt x="729729" y="851714"/>
                      <a:pt x="752114" y="842556"/>
                      <a:pt x="766359" y="830347"/>
                    </a:cubicBezTo>
                    <a:cubicBezTo>
                      <a:pt x="816215" y="786595"/>
                      <a:pt x="815198" y="708249"/>
                      <a:pt x="852845" y="653305"/>
                    </a:cubicBezTo>
                    <a:cubicBezTo>
                      <a:pt x="886421" y="605484"/>
                      <a:pt x="949505" y="583100"/>
                      <a:pt x="1007501" y="587170"/>
                    </a:cubicBezTo>
                    <a:cubicBezTo>
                      <a:pt x="1057358" y="590222"/>
                      <a:pt x="1110267" y="613624"/>
                      <a:pt x="1131634" y="659410"/>
                    </a:cubicBezTo>
                    <a:cubicBezTo>
                      <a:pt x="1154018" y="707232"/>
                      <a:pt x="1136721" y="762175"/>
                      <a:pt x="1132651" y="815084"/>
                    </a:cubicBezTo>
                    <a:cubicBezTo>
                      <a:pt x="1131634" y="836452"/>
                      <a:pt x="1134686" y="861889"/>
                      <a:pt x="1154018" y="871046"/>
                    </a:cubicBezTo>
                    <a:cubicBezTo>
                      <a:pt x="1174367" y="880203"/>
                      <a:pt x="1196752" y="864941"/>
                      <a:pt x="1210997" y="847644"/>
                    </a:cubicBezTo>
                    <a:cubicBezTo>
                      <a:pt x="1284255" y="760141"/>
                      <a:pt x="1280185" y="626851"/>
                      <a:pt x="1229311" y="525103"/>
                    </a:cubicBezTo>
                    <a:cubicBezTo>
                      <a:pt x="1178437" y="423356"/>
                      <a:pt x="1089917" y="346027"/>
                      <a:pt x="1002414" y="272769"/>
                    </a:cubicBezTo>
                    <a:cubicBezTo>
                      <a:pt x="894561" y="184249"/>
                      <a:pt x="782638" y="97763"/>
                      <a:pt x="653418" y="45872"/>
                    </a:cubicBezTo>
                    <a:cubicBezTo>
                      <a:pt x="524199" y="-6020"/>
                      <a:pt x="373612" y="-20265"/>
                      <a:pt x="246427" y="36714"/>
                    </a:cubicBezTo>
                    <a:cubicBezTo>
                      <a:pt x="129417" y="88605"/>
                      <a:pt x="41914" y="197476"/>
                      <a:pt x="6302" y="320590"/>
                    </a:cubicBezTo>
                    <a:cubicBezTo>
                      <a:pt x="197" y="340940"/>
                      <a:pt x="-8960" y="393849"/>
                      <a:pt x="20547" y="403006"/>
                    </a:cubicBezTo>
                    <a:cubicBezTo>
                      <a:pt x="40897" y="409111"/>
                      <a:pt x="92788" y="368412"/>
                      <a:pt x="112120" y="358237"/>
                    </a:cubicBezTo>
                    <a:cubicBezTo>
                      <a:pt x="178256" y="324660"/>
                      <a:pt x="250497" y="296171"/>
                      <a:pt x="325791" y="310416"/>
                    </a:cubicBezTo>
                    <a:close/>
                  </a:path>
                </a:pathLst>
              </a:custGeom>
              <a:solidFill>
                <a:srgbClr val="694520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FFE0381A-3EF1-E618-13B1-BD333C3F052C}"/>
                  </a:ext>
                </a:extLst>
              </p:cNvPr>
              <p:cNvSpPr/>
              <p:nvPr/>
            </p:nvSpPr>
            <p:spPr>
              <a:xfrm>
                <a:off x="11217814" y="3611315"/>
                <a:ext cx="974186" cy="1160239"/>
              </a:xfrm>
              <a:custGeom>
                <a:avLst/>
                <a:gdLst>
                  <a:gd name="connsiteX0" fmla="*/ 717833 w 974186"/>
                  <a:gd name="connsiteY0" fmla="*/ 8 h 1160239"/>
                  <a:gd name="connsiteX1" fmla="*/ 931053 w 974186"/>
                  <a:gd name="connsiteY1" fmla="*/ 37703 h 1160239"/>
                  <a:gd name="connsiteX2" fmla="*/ 974186 w 974186"/>
                  <a:gd name="connsiteY2" fmla="*/ 58030 h 1160239"/>
                  <a:gd name="connsiteX3" fmla="*/ 974186 w 974186"/>
                  <a:gd name="connsiteY3" fmla="*/ 999291 h 1160239"/>
                  <a:gd name="connsiteX4" fmla="*/ 955782 w 974186"/>
                  <a:gd name="connsiteY4" fmla="*/ 1000867 h 1160239"/>
                  <a:gd name="connsiteX5" fmla="*/ 890664 w 974186"/>
                  <a:gd name="connsiteY5" fmla="*/ 1001760 h 1160239"/>
                  <a:gd name="connsiteX6" fmla="*/ 753291 w 974186"/>
                  <a:gd name="connsiteY6" fmla="*/ 1152514 h 1160239"/>
                  <a:gd name="connsiteX7" fmla="*/ 706013 w 974186"/>
                  <a:gd name="connsiteY7" fmla="*/ 1152514 h 1160239"/>
                  <a:gd name="connsiteX8" fmla="*/ 699768 w 974186"/>
                  <a:gd name="connsiteY8" fmla="*/ 1100775 h 1160239"/>
                  <a:gd name="connsiteX9" fmla="*/ 744370 w 974186"/>
                  <a:gd name="connsiteY9" fmla="*/ 973215 h 1160239"/>
                  <a:gd name="connsiteX10" fmla="*/ 703336 w 974186"/>
                  <a:gd name="connsiteY10" fmla="*/ 881335 h 1160239"/>
                  <a:gd name="connsiteX11" fmla="*/ 602537 w 974186"/>
                  <a:gd name="connsiteY11" fmla="*/ 864387 h 1160239"/>
                  <a:gd name="connsiteX12" fmla="*/ 552583 w 974186"/>
                  <a:gd name="connsiteY12" fmla="*/ 894716 h 1160239"/>
                  <a:gd name="connsiteX13" fmla="*/ 536526 w 974186"/>
                  <a:gd name="connsiteY13" fmla="*/ 933073 h 1160239"/>
                  <a:gd name="connsiteX14" fmla="*/ 509766 w 974186"/>
                  <a:gd name="connsiteY14" fmla="*/ 1025845 h 1160239"/>
                  <a:gd name="connsiteX15" fmla="*/ 472300 w 974186"/>
                  <a:gd name="connsiteY15" fmla="*/ 1074015 h 1160239"/>
                  <a:gd name="connsiteX16" fmla="*/ 430374 w 974186"/>
                  <a:gd name="connsiteY16" fmla="*/ 1038334 h 1160239"/>
                  <a:gd name="connsiteX17" fmla="*/ 429483 w 974186"/>
                  <a:gd name="connsiteY17" fmla="*/ 977675 h 1160239"/>
                  <a:gd name="connsiteX18" fmla="*/ 372392 w 974186"/>
                  <a:gd name="connsiteY18" fmla="*/ 828705 h 1160239"/>
                  <a:gd name="connsiteX19" fmla="*/ 326899 w 974186"/>
                  <a:gd name="connsiteY19" fmla="*/ 723446 h 1160239"/>
                  <a:gd name="connsiteX20" fmla="*/ 183281 w 974186"/>
                  <a:gd name="connsiteY20" fmla="*/ 623538 h 1160239"/>
                  <a:gd name="connsiteX21" fmla="*/ 6659 w 974186"/>
                  <a:gd name="connsiteY21" fmla="*/ 601238 h 1160239"/>
                  <a:gd name="connsiteX22" fmla="*/ 9334 w 974186"/>
                  <a:gd name="connsiteY22" fmla="*/ 601238 h 1160239"/>
                  <a:gd name="connsiteX23" fmla="*/ 104782 w 974186"/>
                  <a:gd name="connsiteY23" fmla="*/ 239964 h 1160239"/>
                  <a:gd name="connsiteX24" fmla="*/ 426806 w 974186"/>
                  <a:gd name="connsiteY24" fmla="*/ 49070 h 1160239"/>
                  <a:gd name="connsiteX25" fmla="*/ 717833 w 974186"/>
                  <a:gd name="connsiteY25" fmla="*/ 8 h 1160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974186" h="1160239">
                    <a:moveTo>
                      <a:pt x="717833" y="8"/>
                    </a:moveTo>
                    <a:cubicBezTo>
                      <a:pt x="791258" y="342"/>
                      <a:pt x="863555" y="11716"/>
                      <a:pt x="931053" y="37703"/>
                    </a:cubicBezTo>
                    <a:lnTo>
                      <a:pt x="974186" y="58030"/>
                    </a:lnTo>
                    <a:lnTo>
                      <a:pt x="974186" y="999291"/>
                    </a:lnTo>
                    <a:lnTo>
                      <a:pt x="955782" y="1000867"/>
                    </a:lnTo>
                    <a:cubicBezTo>
                      <a:pt x="933481" y="999083"/>
                      <a:pt x="911180" y="995515"/>
                      <a:pt x="890664" y="1001760"/>
                    </a:cubicBezTo>
                    <a:cubicBezTo>
                      <a:pt x="823761" y="1020493"/>
                      <a:pt x="814840" y="1119508"/>
                      <a:pt x="753291" y="1152514"/>
                    </a:cubicBezTo>
                    <a:cubicBezTo>
                      <a:pt x="738126" y="1161433"/>
                      <a:pt x="718500" y="1164110"/>
                      <a:pt x="706013" y="1152514"/>
                    </a:cubicBezTo>
                    <a:cubicBezTo>
                      <a:pt x="692632" y="1140025"/>
                      <a:pt x="695309" y="1118616"/>
                      <a:pt x="699768" y="1100775"/>
                    </a:cubicBezTo>
                    <a:cubicBezTo>
                      <a:pt x="710472" y="1057066"/>
                      <a:pt x="737234" y="1017816"/>
                      <a:pt x="744370" y="973215"/>
                    </a:cubicBezTo>
                    <a:cubicBezTo>
                      <a:pt x="749723" y="938426"/>
                      <a:pt x="731882" y="901852"/>
                      <a:pt x="703336" y="881335"/>
                    </a:cubicBezTo>
                    <a:cubicBezTo>
                      <a:pt x="674791" y="860818"/>
                      <a:pt x="636434" y="856359"/>
                      <a:pt x="602537" y="864387"/>
                    </a:cubicBezTo>
                    <a:cubicBezTo>
                      <a:pt x="582912" y="869739"/>
                      <a:pt x="564179" y="878659"/>
                      <a:pt x="552583" y="894716"/>
                    </a:cubicBezTo>
                    <a:cubicBezTo>
                      <a:pt x="544554" y="905420"/>
                      <a:pt x="540094" y="919693"/>
                      <a:pt x="536526" y="933073"/>
                    </a:cubicBezTo>
                    <a:cubicBezTo>
                      <a:pt x="527606" y="964295"/>
                      <a:pt x="518685" y="994624"/>
                      <a:pt x="509766" y="1025845"/>
                    </a:cubicBezTo>
                    <a:cubicBezTo>
                      <a:pt x="503521" y="1046362"/>
                      <a:pt x="493709" y="1071338"/>
                      <a:pt x="472300" y="1074015"/>
                    </a:cubicBezTo>
                    <a:cubicBezTo>
                      <a:pt x="451783" y="1077583"/>
                      <a:pt x="434835" y="1057958"/>
                      <a:pt x="430374" y="1038334"/>
                    </a:cubicBezTo>
                    <a:cubicBezTo>
                      <a:pt x="425914" y="1018709"/>
                      <a:pt x="429483" y="998192"/>
                      <a:pt x="429483" y="977675"/>
                    </a:cubicBezTo>
                    <a:cubicBezTo>
                      <a:pt x="427698" y="924153"/>
                      <a:pt x="393801" y="877767"/>
                      <a:pt x="372392" y="828705"/>
                    </a:cubicBezTo>
                    <a:cubicBezTo>
                      <a:pt x="357228" y="793024"/>
                      <a:pt x="347416" y="755559"/>
                      <a:pt x="326899" y="723446"/>
                    </a:cubicBezTo>
                    <a:cubicBezTo>
                      <a:pt x="294785" y="672600"/>
                      <a:pt x="240371" y="640486"/>
                      <a:pt x="183281" y="623538"/>
                    </a:cubicBezTo>
                    <a:cubicBezTo>
                      <a:pt x="126191" y="606590"/>
                      <a:pt x="66425" y="603914"/>
                      <a:pt x="6659" y="601238"/>
                    </a:cubicBezTo>
                    <a:lnTo>
                      <a:pt x="9334" y="601238"/>
                    </a:lnTo>
                    <a:cubicBezTo>
                      <a:pt x="-19210" y="478137"/>
                      <a:pt x="19147" y="333628"/>
                      <a:pt x="104782" y="239964"/>
                    </a:cubicBezTo>
                    <a:cubicBezTo>
                      <a:pt x="189525" y="147193"/>
                      <a:pt x="306382" y="88319"/>
                      <a:pt x="426806" y="49070"/>
                    </a:cubicBezTo>
                    <a:cubicBezTo>
                      <a:pt x="520024" y="18740"/>
                      <a:pt x="619932" y="-439"/>
                      <a:pt x="717833" y="8"/>
                    </a:cubicBezTo>
                    <a:close/>
                  </a:path>
                </a:pathLst>
              </a:custGeom>
              <a:solidFill>
                <a:srgbClr val="E5AC9C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9C492287-D552-E165-9387-850E68481843}"/>
                  </a:ext>
                </a:extLst>
              </p:cNvPr>
              <p:cNvSpPr/>
              <p:nvPr/>
            </p:nvSpPr>
            <p:spPr>
              <a:xfrm>
                <a:off x="12008128" y="4049792"/>
                <a:ext cx="183872" cy="486141"/>
              </a:xfrm>
              <a:custGeom>
                <a:avLst/>
                <a:gdLst>
                  <a:gd name="connsiteX0" fmla="*/ 183872 w 183872"/>
                  <a:gd name="connsiteY0" fmla="*/ 0 h 486141"/>
                  <a:gd name="connsiteX1" fmla="*/ 183872 w 183872"/>
                  <a:gd name="connsiteY1" fmla="*/ 476393 h 486141"/>
                  <a:gd name="connsiteX2" fmla="*/ 177288 w 183872"/>
                  <a:gd name="connsiteY2" fmla="*/ 478652 h 486141"/>
                  <a:gd name="connsiteX3" fmla="*/ 126219 w 183872"/>
                  <a:gd name="connsiteY3" fmla="*/ 485677 h 486141"/>
                  <a:gd name="connsiteX4" fmla="*/ 37016 w 183872"/>
                  <a:gd name="connsiteY4" fmla="*/ 423235 h 486141"/>
                  <a:gd name="connsiteX5" fmla="*/ 5795 w 183872"/>
                  <a:gd name="connsiteY5" fmla="*/ 357225 h 486141"/>
                  <a:gd name="connsiteX6" fmla="*/ 37016 w 183872"/>
                  <a:gd name="connsiteY6" fmla="*/ 183278 h 486141"/>
                  <a:gd name="connsiteX7" fmla="*/ 137816 w 183872"/>
                  <a:gd name="connsiteY7" fmla="*/ 57501 h 486141"/>
                  <a:gd name="connsiteX8" fmla="*/ 174278 w 183872"/>
                  <a:gd name="connsiteY8" fmla="*/ 5874 h 486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3872" h="486141">
                    <a:moveTo>
                      <a:pt x="183872" y="0"/>
                    </a:moveTo>
                    <a:lnTo>
                      <a:pt x="183872" y="476393"/>
                    </a:lnTo>
                    <a:lnTo>
                      <a:pt x="177288" y="478652"/>
                    </a:lnTo>
                    <a:cubicBezTo>
                      <a:pt x="160562" y="483893"/>
                      <a:pt x="143613" y="487461"/>
                      <a:pt x="126219" y="485677"/>
                    </a:cubicBezTo>
                    <a:cubicBezTo>
                      <a:pt x="88754" y="482109"/>
                      <a:pt x="58425" y="454456"/>
                      <a:pt x="37016" y="423235"/>
                    </a:cubicBezTo>
                    <a:cubicBezTo>
                      <a:pt x="22744" y="402718"/>
                      <a:pt x="12039" y="380417"/>
                      <a:pt x="5795" y="357225"/>
                    </a:cubicBezTo>
                    <a:cubicBezTo>
                      <a:pt x="-9369" y="299242"/>
                      <a:pt x="6687" y="235908"/>
                      <a:pt x="37016" y="183278"/>
                    </a:cubicBezTo>
                    <a:cubicBezTo>
                      <a:pt x="64670" y="136000"/>
                      <a:pt x="109270" y="102995"/>
                      <a:pt x="137816" y="57501"/>
                    </a:cubicBezTo>
                    <a:cubicBezTo>
                      <a:pt x="149858" y="37876"/>
                      <a:pt x="160117" y="19143"/>
                      <a:pt x="174278" y="5874"/>
                    </a:cubicBezTo>
                    <a:close/>
                  </a:path>
                </a:pathLst>
              </a:custGeom>
              <a:solidFill>
                <a:srgbClr val="EFCDC4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C647ACA3-DD7E-B090-4CDF-1D6A14BB8399}"/>
                  </a:ext>
                </a:extLst>
              </p:cNvPr>
              <p:cNvSpPr/>
              <p:nvPr/>
            </p:nvSpPr>
            <p:spPr>
              <a:xfrm>
                <a:off x="11518341" y="3778578"/>
                <a:ext cx="638807" cy="569064"/>
              </a:xfrm>
              <a:custGeom>
                <a:avLst/>
                <a:gdLst>
                  <a:gd name="connsiteX0" fmla="*/ 711792 w 728642"/>
                  <a:gd name="connsiteY0" fmla="*/ 149061 h 649091"/>
                  <a:gd name="connsiteX1" fmla="*/ 719932 w 728642"/>
                  <a:gd name="connsiteY1" fmla="*/ 275228 h 649091"/>
                  <a:gd name="connsiteX2" fmla="*/ 686355 w 728642"/>
                  <a:gd name="connsiteY2" fmla="*/ 345434 h 649091"/>
                  <a:gd name="connsiteX3" fmla="*/ 671092 w 728642"/>
                  <a:gd name="connsiteY3" fmla="*/ 417675 h 649091"/>
                  <a:gd name="connsiteX4" fmla="*/ 591729 w 728642"/>
                  <a:gd name="connsiteY4" fmla="*/ 589629 h 649091"/>
                  <a:gd name="connsiteX5" fmla="*/ 585625 w 728642"/>
                  <a:gd name="connsiteY5" fmla="*/ 631346 h 649091"/>
                  <a:gd name="connsiteX6" fmla="*/ 552048 w 728642"/>
                  <a:gd name="connsiteY6" fmla="*/ 646608 h 649091"/>
                  <a:gd name="connsiteX7" fmla="*/ 542890 w 728642"/>
                  <a:gd name="connsiteY7" fmla="*/ 636433 h 649091"/>
                  <a:gd name="connsiteX8" fmla="*/ 357709 w 728642"/>
                  <a:gd name="connsiteY8" fmla="*/ 590646 h 649091"/>
                  <a:gd name="connsiteX9" fmla="*/ 159301 w 728642"/>
                  <a:gd name="connsiteY9" fmla="*/ 617101 h 649091"/>
                  <a:gd name="connsiteX10" fmla="*/ 37203 w 728642"/>
                  <a:gd name="connsiteY10" fmla="*/ 539772 h 649091"/>
                  <a:gd name="connsiteX11" fmla="*/ 8714 w 728642"/>
                  <a:gd name="connsiteY11" fmla="*/ 327120 h 649091"/>
                  <a:gd name="connsiteX12" fmla="*/ 195930 w 728642"/>
                  <a:gd name="connsiteY12" fmla="*/ 49349 h 649091"/>
                  <a:gd name="connsiteX13" fmla="*/ 499138 w 728642"/>
                  <a:gd name="connsiteY13" fmla="*/ 6614 h 649091"/>
                  <a:gd name="connsiteX14" fmla="*/ 712809 w 728642"/>
                  <a:gd name="connsiteY14" fmla="*/ 150079 h 649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28642" h="649091">
                    <a:moveTo>
                      <a:pt x="711792" y="149061"/>
                    </a:moveTo>
                    <a:cubicBezTo>
                      <a:pt x="729089" y="188743"/>
                      <a:pt x="735193" y="234529"/>
                      <a:pt x="719932" y="275228"/>
                    </a:cubicBezTo>
                    <a:cubicBezTo>
                      <a:pt x="710774" y="299648"/>
                      <a:pt x="694495" y="321015"/>
                      <a:pt x="686355" y="345434"/>
                    </a:cubicBezTo>
                    <a:cubicBezTo>
                      <a:pt x="678215" y="368836"/>
                      <a:pt x="678215" y="393256"/>
                      <a:pt x="671092" y="417675"/>
                    </a:cubicBezTo>
                    <a:cubicBezTo>
                      <a:pt x="653796" y="478724"/>
                      <a:pt x="596816" y="526546"/>
                      <a:pt x="591729" y="589629"/>
                    </a:cubicBezTo>
                    <a:cubicBezTo>
                      <a:pt x="590712" y="603874"/>
                      <a:pt x="591729" y="618118"/>
                      <a:pt x="585625" y="631346"/>
                    </a:cubicBezTo>
                    <a:cubicBezTo>
                      <a:pt x="579519" y="644573"/>
                      <a:pt x="563240" y="653730"/>
                      <a:pt x="552048" y="646608"/>
                    </a:cubicBezTo>
                    <a:cubicBezTo>
                      <a:pt x="547978" y="643555"/>
                      <a:pt x="544925" y="639485"/>
                      <a:pt x="542890" y="636433"/>
                    </a:cubicBezTo>
                    <a:cubicBezTo>
                      <a:pt x="502191" y="582507"/>
                      <a:pt x="423845" y="578437"/>
                      <a:pt x="357709" y="590646"/>
                    </a:cubicBezTo>
                    <a:cubicBezTo>
                      <a:pt x="291573" y="602856"/>
                      <a:pt x="225437" y="628293"/>
                      <a:pt x="159301" y="617101"/>
                    </a:cubicBezTo>
                    <a:cubicBezTo>
                      <a:pt x="110462" y="608961"/>
                      <a:pt x="64675" y="580472"/>
                      <a:pt x="37203" y="539772"/>
                    </a:cubicBezTo>
                    <a:cubicBezTo>
                      <a:pt x="-4513" y="479741"/>
                      <a:pt x="-6548" y="399361"/>
                      <a:pt x="8714" y="327120"/>
                    </a:cubicBezTo>
                    <a:cubicBezTo>
                      <a:pt x="33133" y="215197"/>
                      <a:pt x="99270" y="110397"/>
                      <a:pt x="195930" y="49349"/>
                    </a:cubicBezTo>
                    <a:cubicBezTo>
                      <a:pt x="292590" y="-11700"/>
                      <a:pt x="388234" y="-2543"/>
                      <a:pt x="499138" y="6614"/>
                    </a:cubicBezTo>
                    <a:cubicBezTo>
                      <a:pt x="593764" y="14754"/>
                      <a:pt x="673127" y="57488"/>
                      <a:pt x="712809" y="150079"/>
                    </a:cubicBezTo>
                    <a:close/>
                  </a:path>
                </a:pathLst>
              </a:custGeom>
              <a:solidFill>
                <a:srgbClr val="EFCDC4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28EA7CAA-A62F-6FE4-D30B-E287479798A2}"/>
                  </a:ext>
                </a:extLst>
              </p:cNvPr>
              <p:cNvSpPr/>
              <p:nvPr/>
            </p:nvSpPr>
            <p:spPr>
              <a:xfrm>
                <a:off x="11779318" y="4395582"/>
                <a:ext cx="242633" cy="163970"/>
              </a:xfrm>
              <a:custGeom>
                <a:avLst/>
                <a:gdLst>
                  <a:gd name="connsiteX0" fmla="*/ 153639 w 276754"/>
                  <a:gd name="connsiteY0" fmla="*/ 54757 h 187029"/>
                  <a:gd name="connsiteX1" fmla="*/ 35612 w 276754"/>
                  <a:gd name="connsiteY1" fmla="*/ 39495 h 187029"/>
                  <a:gd name="connsiteX2" fmla="*/ 0 w 276754"/>
                  <a:gd name="connsiteY2" fmla="*/ 27286 h 187029"/>
                  <a:gd name="connsiteX3" fmla="*/ 27472 w 276754"/>
                  <a:gd name="connsiteY3" fmla="*/ 13041 h 187029"/>
                  <a:gd name="connsiteX4" fmla="*/ 175006 w 276754"/>
                  <a:gd name="connsiteY4" fmla="*/ 15076 h 187029"/>
                  <a:gd name="connsiteX5" fmla="*/ 258440 w 276754"/>
                  <a:gd name="connsiteY5" fmla="*/ 87317 h 187029"/>
                  <a:gd name="connsiteX6" fmla="*/ 276754 w 276754"/>
                  <a:gd name="connsiteY6" fmla="*/ 149383 h 187029"/>
                  <a:gd name="connsiteX7" fmla="*/ 265562 w 276754"/>
                  <a:gd name="connsiteY7" fmla="*/ 187029 h 187029"/>
                  <a:gd name="connsiteX8" fmla="*/ 259457 w 276754"/>
                  <a:gd name="connsiteY8" fmla="*/ 150400 h 187029"/>
                  <a:gd name="connsiteX9" fmla="*/ 154656 w 276754"/>
                  <a:gd name="connsiteY9" fmla="*/ 55775 h 18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6754" h="187029">
                    <a:moveTo>
                      <a:pt x="153639" y="54757"/>
                    </a:moveTo>
                    <a:cubicBezTo>
                      <a:pt x="92590" y="41530"/>
                      <a:pt x="60031" y="45600"/>
                      <a:pt x="35612" y="39495"/>
                    </a:cubicBezTo>
                    <a:cubicBezTo>
                      <a:pt x="12209" y="35426"/>
                      <a:pt x="0" y="27286"/>
                      <a:pt x="0" y="27286"/>
                    </a:cubicBezTo>
                    <a:cubicBezTo>
                      <a:pt x="0" y="27286"/>
                      <a:pt x="4070" y="22198"/>
                      <a:pt x="27472" y="13041"/>
                    </a:cubicBezTo>
                    <a:cubicBezTo>
                      <a:pt x="49856" y="5919"/>
                      <a:pt x="96660" y="-13414"/>
                      <a:pt x="175006" y="15076"/>
                    </a:cubicBezTo>
                    <a:cubicBezTo>
                      <a:pt x="217740" y="33391"/>
                      <a:pt x="244195" y="62897"/>
                      <a:pt x="258440" y="87317"/>
                    </a:cubicBezTo>
                    <a:cubicBezTo>
                      <a:pt x="272684" y="112754"/>
                      <a:pt x="276754" y="134121"/>
                      <a:pt x="276754" y="149383"/>
                    </a:cubicBezTo>
                    <a:cubicBezTo>
                      <a:pt x="276754" y="179907"/>
                      <a:pt x="265562" y="187029"/>
                      <a:pt x="265562" y="187029"/>
                    </a:cubicBezTo>
                    <a:cubicBezTo>
                      <a:pt x="265562" y="187029"/>
                      <a:pt x="268614" y="176855"/>
                      <a:pt x="259457" y="150400"/>
                    </a:cubicBezTo>
                    <a:cubicBezTo>
                      <a:pt x="250300" y="125981"/>
                      <a:pt x="223845" y="75107"/>
                      <a:pt x="154656" y="55775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7423A37-9F82-54D4-4900-D690C789F59A}"/>
                </a:ext>
              </a:extLst>
            </p:cNvPr>
            <p:cNvSpPr/>
            <p:nvPr/>
          </p:nvSpPr>
          <p:spPr>
            <a:xfrm>
              <a:off x="7063915" y="3126948"/>
              <a:ext cx="5128085" cy="3168498"/>
            </a:xfrm>
            <a:custGeom>
              <a:avLst/>
              <a:gdLst>
                <a:gd name="connsiteX0" fmla="*/ 5128085 w 5128085"/>
                <a:gd name="connsiteY0" fmla="*/ 1400482 h 3168498"/>
                <a:gd name="connsiteX1" fmla="*/ 5128085 w 5128085"/>
                <a:gd name="connsiteY1" fmla="*/ 1630015 h 3168498"/>
                <a:gd name="connsiteX2" fmla="*/ 5123842 w 5128085"/>
                <a:gd name="connsiteY2" fmla="*/ 1621379 h 3168498"/>
                <a:gd name="connsiteX3" fmla="*/ 5024937 w 5128085"/>
                <a:gd name="connsiteY3" fmla="*/ 1470960 h 3168498"/>
                <a:gd name="connsiteX4" fmla="*/ 5101234 w 5128085"/>
                <a:gd name="connsiteY4" fmla="*/ 1416477 h 3168498"/>
                <a:gd name="connsiteX5" fmla="*/ 3913062 w 5128085"/>
                <a:gd name="connsiteY5" fmla="*/ 103 h 3168498"/>
                <a:gd name="connsiteX6" fmla="*/ 3986527 w 5128085"/>
                <a:gd name="connsiteY6" fmla="*/ 15402 h 3168498"/>
                <a:gd name="connsiteX7" fmla="*/ 4214079 w 5128085"/>
                <a:gd name="connsiteY7" fmla="*/ 22301 h 3168498"/>
                <a:gd name="connsiteX8" fmla="*/ 4627982 w 5128085"/>
                <a:gd name="connsiteY8" fmla="*/ 115072 h 3168498"/>
                <a:gd name="connsiteX9" fmla="*/ 4985415 w 5128085"/>
                <a:gd name="connsiteY9" fmla="*/ 235773 h 3168498"/>
                <a:gd name="connsiteX10" fmla="*/ 5028740 w 5128085"/>
                <a:gd name="connsiteY10" fmla="*/ 231164 h 3168498"/>
                <a:gd name="connsiteX11" fmla="*/ 5028505 w 5128085"/>
                <a:gd name="connsiteY11" fmla="*/ 230144 h 3168498"/>
                <a:gd name="connsiteX12" fmla="*/ 5126629 w 5128085"/>
                <a:gd name="connsiteY12" fmla="*/ 159673 h 3168498"/>
                <a:gd name="connsiteX13" fmla="*/ 5128085 w 5128085"/>
                <a:gd name="connsiteY13" fmla="*/ 159329 h 3168498"/>
                <a:gd name="connsiteX14" fmla="*/ 5128085 w 5128085"/>
                <a:gd name="connsiteY14" fmla="*/ 327058 h 3168498"/>
                <a:gd name="connsiteX15" fmla="*/ 5102463 w 5128085"/>
                <a:gd name="connsiteY15" fmla="*/ 309872 h 3168498"/>
                <a:gd name="connsiteX16" fmla="*/ 5084703 w 5128085"/>
                <a:gd name="connsiteY16" fmla="*/ 310427 h 3168498"/>
                <a:gd name="connsiteX17" fmla="*/ 4936625 w 5128085"/>
                <a:gd name="connsiteY17" fmla="*/ 331836 h 3168498"/>
                <a:gd name="connsiteX18" fmla="*/ 4835826 w 5128085"/>
                <a:gd name="connsiteY18" fmla="*/ 435312 h 3168498"/>
                <a:gd name="connsiteX19" fmla="*/ 4845638 w 5128085"/>
                <a:gd name="connsiteY19" fmla="*/ 487050 h 3168498"/>
                <a:gd name="connsiteX20" fmla="*/ 4883103 w 5128085"/>
                <a:gd name="connsiteY20" fmla="*/ 503106 h 3168498"/>
                <a:gd name="connsiteX21" fmla="*/ 5028505 w 5128085"/>
                <a:gd name="connsiteY21" fmla="*/ 645831 h 3168498"/>
                <a:gd name="connsiteX22" fmla="*/ 4615493 w 5128085"/>
                <a:gd name="connsiteY22" fmla="*/ 615502 h 3168498"/>
                <a:gd name="connsiteX23" fmla="*/ 4351452 w 5128085"/>
                <a:gd name="connsiteY23" fmla="*/ 933066 h 3168498"/>
                <a:gd name="connsiteX24" fmla="*/ 4289901 w 5128085"/>
                <a:gd name="connsiteY24" fmla="*/ 1045462 h 3168498"/>
                <a:gd name="connsiteX25" fmla="*/ 4118631 w 5128085"/>
                <a:gd name="connsiteY25" fmla="*/ 1116824 h 3168498"/>
                <a:gd name="connsiteX26" fmla="*/ 3867078 w 5128085"/>
                <a:gd name="connsiteY26" fmla="*/ 1254197 h 3168498"/>
                <a:gd name="connsiteX27" fmla="*/ 3380920 w 5128085"/>
                <a:gd name="connsiteY27" fmla="*/ 1320208 h 3168498"/>
                <a:gd name="connsiteX28" fmla="*/ 2889409 w 5128085"/>
                <a:gd name="connsiteY28" fmla="*/ 1244384 h 3168498"/>
                <a:gd name="connsiteX29" fmla="*/ 2449637 w 5128085"/>
                <a:gd name="connsiteY29" fmla="*/ 1196215 h 3168498"/>
                <a:gd name="connsiteX30" fmla="*/ 2112449 w 5128085"/>
                <a:gd name="connsiteY30" fmla="*/ 1118608 h 3168498"/>
                <a:gd name="connsiteX31" fmla="*/ 1824322 w 5128085"/>
                <a:gd name="connsiteY31" fmla="*/ 1268469 h 3168498"/>
                <a:gd name="connsiteX32" fmla="*/ 1825496 w 5128085"/>
                <a:gd name="connsiteY32" fmla="*/ 1233538 h 3168498"/>
                <a:gd name="connsiteX33" fmla="*/ 1819904 w 5128085"/>
                <a:gd name="connsiteY33" fmla="*/ 1242308 h 3168498"/>
                <a:gd name="connsiteX34" fmla="*/ 1758312 w 5128085"/>
                <a:gd name="connsiteY34" fmla="*/ 1432603 h 3168498"/>
                <a:gd name="connsiteX35" fmla="*/ 1646808 w 5128085"/>
                <a:gd name="connsiteY35" fmla="*/ 2191723 h 3168498"/>
                <a:gd name="connsiteX36" fmla="*/ 1608450 w 5128085"/>
                <a:gd name="connsiteY36" fmla="*/ 2379050 h 3168498"/>
                <a:gd name="connsiteX37" fmla="*/ 1664649 w 5128085"/>
                <a:gd name="connsiteY37" fmla="*/ 2744783 h 3168498"/>
                <a:gd name="connsiteX38" fmla="*/ 1629859 w 5128085"/>
                <a:gd name="connsiteY38" fmla="*/ 3168498 h 3168498"/>
                <a:gd name="connsiteX39" fmla="*/ 1568309 w 5128085"/>
                <a:gd name="connsiteY39" fmla="*/ 2639523 h 3168498"/>
                <a:gd name="connsiteX40" fmla="*/ 1530843 w 5128085"/>
                <a:gd name="connsiteY40" fmla="*/ 2811686 h 3168498"/>
                <a:gd name="connsiteX41" fmla="*/ 1408635 w 5128085"/>
                <a:gd name="connsiteY41" fmla="*/ 2756379 h 3168498"/>
                <a:gd name="connsiteX42" fmla="*/ 1415771 w 5128085"/>
                <a:gd name="connsiteY42" fmla="*/ 2577081 h 3168498"/>
                <a:gd name="connsiteX43" fmla="*/ 1369385 w 5128085"/>
                <a:gd name="connsiteY43" fmla="*/ 2384402 h 3168498"/>
                <a:gd name="connsiteX44" fmla="*/ 1265017 w 5128085"/>
                <a:gd name="connsiteY44" fmla="*/ 2262193 h 3168498"/>
                <a:gd name="connsiteX45" fmla="*/ 1286427 w 5128085"/>
                <a:gd name="connsiteY45" fmla="*/ 2120361 h 3168498"/>
                <a:gd name="connsiteX46" fmla="*/ 1263233 w 5128085"/>
                <a:gd name="connsiteY46" fmla="*/ 1857211 h 3168498"/>
                <a:gd name="connsiteX47" fmla="*/ 1283750 w 5128085"/>
                <a:gd name="connsiteY47" fmla="*/ 1769792 h 3168498"/>
                <a:gd name="connsiteX48" fmla="*/ 1257881 w 5128085"/>
                <a:gd name="connsiteY48" fmla="*/ 1687725 h 3168498"/>
                <a:gd name="connsiteX49" fmla="*/ 1232013 w 5128085"/>
                <a:gd name="connsiteY49" fmla="*/ 1667208 h 3168498"/>
                <a:gd name="connsiteX50" fmla="*/ 1225690 w 5128085"/>
                <a:gd name="connsiteY50" fmla="*/ 1645078 h 3168498"/>
                <a:gd name="connsiteX51" fmla="*/ 1214284 w 5128085"/>
                <a:gd name="connsiteY51" fmla="*/ 1642677 h 3168498"/>
                <a:gd name="connsiteX52" fmla="*/ 1112481 w 5128085"/>
                <a:gd name="connsiteY52" fmla="*/ 1651151 h 3168498"/>
                <a:gd name="connsiteX53" fmla="*/ 914449 w 5128085"/>
                <a:gd name="connsiteY53" fmla="*/ 1678804 h 3168498"/>
                <a:gd name="connsiteX54" fmla="*/ 740502 w 5128085"/>
                <a:gd name="connsiteY54" fmla="*/ 1576221 h 3168498"/>
                <a:gd name="connsiteX55" fmla="*/ 624538 w 5128085"/>
                <a:gd name="connsiteY55" fmla="*/ 1405842 h 3168498"/>
                <a:gd name="connsiteX56" fmla="*/ 312326 w 5128085"/>
                <a:gd name="connsiteY56" fmla="*/ 1012456 h 3168498"/>
                <a:gd name="connsiteX57" fmla="*/ 216879 w 5128085"/>
                <a:gd name="connsiteY57" fmla="*/ 862595 h 3168498"/>
                <a:gd name="connsiteX58" fmla="*/ 229368 w 5128085"/>
                <a:gd name="connsiteY58" fmla="*/ 706489 h 3168498"/>
                <a:gd name="connsiteX59" fmla="*/ 216879 w 5128085"/>
                <a:gd name="connsiteY59" fmla="*/ 683297 h 3168498"/>
                <a:gd name="connsiteX60" fmla="*/ 125891 w 5128085"/>
                <a:gd name="connsiteY60" fmla="*/ 709166 h 3168498"/>
                <a:gd name="connsiteX61" fmla="*/ 12603 w 5128085"/>
                <a:gd name="connsiteY61" fmla="*/ 649400 h 3168498"/>
                <a:gd name="connsiteX62" fmla="*/ 5467 w 5128085"/>
                <a:gd name="connsiteY62" fmla="*/ 508458 h 3168498"/>
                <a:gd name="connsiteX63" fmla="*/ 4575 w 5128085"/>
                <a:gd name="connsiteY63" fmla="*/ 509351 h 3168498"/>
                <a:gd name="connsiteX64" fmla="*/ 48285 w 5128085"/>
                <a:gd name="connsiteY64" fmla="*/ 227467 h 3168498"/>
                <a:gd name="connsiteX65" fmla="*/ 283781 w 5128085"/>
                <a:gd name="connsiteY65" fmla="*/ 129344 h 3168498"/>
                <a:gd name="connsiteX66" fmla="*/ 459512 w 5128085"/>
                <a:gd name="connsiteY66" fmla="*/ 91879 h 3168498"/>
                <a:gd name="connsiteX67" fmla="*/ 681629 w 5128085"/>
                <a:gd name="connsiteY67" fmla="*/ 108828 h 3168498"/>
                <a:gd name="connsiteX68" fmla="*/ 1038442 w 5128085"/>
                <a:gd name="connsiteY68" fmla="*/ 155213 h 3168498"/>
                <a:gd name="connsiteX69" fmla="*/ 1458589 w 5128085"/>
                <a:gd name="connsiteY69" fmla="*/ 363949 h 3168498"/>
                <a:gd name="connsiteX70" fmla="*/ 1472223 w 5128085"/>
                <a:gd name="connsiteY70" fmla="*/ 373447 h 3168498"/>
                <a:gd name="connsiteX71" fmla="*/ 1479105 w 5128085"/>
                <a:gd name="connsiteY71" fmla="*/ 359489 h 3168498"/>
                <a:gd name="connsiteX72" fmla="*/ 1821646 w 5128085"/>
                <a:gd name="connsiteY72" fmla="*/ 59767 h 3168498"/>
                <a:gd name="connsiteX73" fmla="*/ 1906389 w 5128085"/>
                <a:gd name="connsiteY73" fmla="*/ 40142 h 3168498"/>
                <a:gd name="connsiteX74" fmla="*/ 1938503 w 5128085"/>
                <a:gd name="connsiteY74" fmla="*/ 107044 h 3168498"/>
                <a:gd name="connsiteX75" fmla="*/ 1959020 w 5128085"/>
                <a:gd name="connsiteY75" fmla="*/ 111504 h 3168498"/>
                <a:gd name="connsiteX76" fmla="*/ 1959020 w 5128085"/>
                <a:gd name="connsiteY76" fmla="*/ 109720 h 3168498"/>
                <a:gd name="connsiteX77" fmla="*/ 1994656 w 5128085"/>
                <a:gd name="connsiteY77" fmla="*/ 168651 h 3168498"/>
                <a:gd name="connsiteX78" fmla="*/ 1996484 w 5128085"/>
                <a:gd name="connsiteY78" fmla="*/ 145401 h 3168498"/>
                <a:gd name="connsiteX79" fmla="*/ 2050898 w 5128085"/>
                <a:gd name="connsiteY79" fmla="*/ 107936 h 3168498"/>
                <a:gd name="connsiteX80" fmla="*/ 2097284 w 5128085"/>
                <a:gd name="connsiteY80" fmla="*/ 164134 h 3168498"/>
                <a:gd name="connsiteX81" fmla="*/ 2223061 w 5128085"/>
                <a:gd name="connsiteY81" fmla="*/ 507566 h 3168498"/>
                <a:gd name="connsiteX82" fmla="*/ 2293531 w 5128085"/>
                <a:gd name="connsiteY82" fmla="*/ 642263 h 3168498"/>
                <a:gd name="connsiteX83" fmla="*/ 2430904 w 5128085"/>
                <a:gd name="connsiteY83" fmla="*/ 686865 h 3168498"/>
                <a:gd name="connsiteX84" fmla="*/ 2461234 w 5128085"/>
                <a:gd name="connsiteY84" fmla="*/ 676160 h 3168498"/>
                <a:gd name="connsiteX85" fmla="*/ 2549545 w 5128085"/>
                <a:gd name="connsiteY85" fmla="*/ 718085 h 3168498"/>
                <a:gd name="connsiteX86" fmla="*/ 2847484 w 5128085"/>
                <a:gd name="connsiteY86" fmla="*/ 789449 h 3168498"/>
                <a:gd name="connsiteX87" fmla="*/ 3140071 w 5128085"/>
                <a:gd name="connsiteY87" fmla="*/ 678836 h 3168498"/>
                <a:gd name="connsiteX88" fmla="*/ 3637825 w 5128085"/>
                <a:gd name="connsiteY88" fmla="*/ 226576 h 3168498"/>
                <a:gd name="connsiteX89" fmla="*/ 3869241 w 5128085"/>
                <a:gd name="connsiteY89" fmla="*/ 11236 h 3168498"/>
                <a:gd name="connsiteX90" fmla="*/ 3912572 w 5128085"/>
                <a:gd name="connsiteY90" fmla="*/ 0 h 3168498"/>
                <a:gd name="connsiteX91" fmla="*/ 3913464 w 5128085"/>
                <a:gd name="connsiteY91" fmla="*/ 0 h 3168498"/>
                <a:gd name="connsiteX92" fmla="*/ 3913062 w 5128085"/>
                <a:gd name="connsiteY92" fmla="*/ 103 h 3168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128085" h="3168498">
                  <a:moveTo>
                    <a:pt x="5128085" y="1400482"/>
                  </a:moveTo>
                  <a:lnTo>
                    <a:pt x="5128085" y="1630015"/>
                  </a:lnTo>
                  <a:lnTo>
                    <a:pt x="5123842" y="1621379"/>
                  </a:lnTo>
                  <a:cubicBezTo>
                    <a:pt x="5094516" y="1568861"/>
                    <a:pt x="5061956" y="1518238"/>
                    <a:pt x="5024937" y="1470960"/>
                  </a:cubicBezTo>
                  <a:cubicBezTo>
                    <a:pt x="5049691" y="1451336"/>
                    <a:pt x="5075170" y="1433328"/>
                    <a:pt x="5101234" y="1416477"/>
                  </a:cubicBezTo>
                  <a:close/>
                  <a:moveTo>
                    <a:pt x="3913062" y="103"/>
                  </a:moveTo>
                  <a:lnTo>
                    <a:pt x="3986527" y="15402"/>
                  </a:lnTo>
                  <a:cubicBezTo>
                    <a:pt x="4061373" y="24977"/>
                    <a:pt x="4138479" y="19625"/>
                    <a:pt x="4214079" y="22301"/>
                  </a:cubicBezTo>
                  <a:cubicBezTo>
                    <a:pt x="4355911" y="26761"/>
                    <a:pt x="4497745" y="58875"/>
                    <a:pt x="4627982" y="115072"/>
                  </a:cubicBezTo>
                  <a:cubicBezTo>
                    <a:pt x="4744281" y="165807"/>
                    <a:pt x="4862629" y="237713"/>
                    <a:pt x="4985415" y="235773"/>
                  </a:cubicBezTo>
                  <a:lnTo>
                    <a:pt x="5028740" y="231164"/>
                  </a:lnTo>
                  <a:lnTo>
                    <a:pt x="5028505" y="230144"/>
                  </a:lnTo>
                  <a:cubicBezTo>
                    <a:pt x="5027613" y="186434"/>
                    <a:pt x="5082919" y="167701"/>
                    <a:pt x="5126629" y="159673"/>
                  </a:cubicBezTo>
                  <a:lnTo>
                    <a:pt x="5128085" y="159329"/>
                  </a:lnTo>
                  <a:lnTo>
                    <a:pt x="5128085" y="327058"/>
                  </a:lnTo>
                  <a:lnTo>
                    <a:pt x="5102463" y="309872"/>
                  </a:lnTo>
                  <a:lnTo>
                    <a:pt x="5084703" y="310427"/>
                  </a:lnTo>
                  <a:cubicBezTo>
                    <a:pt x="5034749" y="312211"/>
                    <a:pt x="4983011" y="313995"/>
                    <a:pt x="4936625" y="331836"/>
                  </a:cubicBezTo>
                  <a:cubicBezTo>
                    <a:pt x="4889347" y="349676"/>
                    <a:pt x="4846531" y="386250"/>
                    <a:pt x="4835826" y="435312"/>
                  </a:cubicBezTo>
                  <a:cubicBezTo>
                    <a:pt x="4831365" y="453153"/>
                    <a:pt x="4832258" y="474561"/>
                    <a:pt x="4845638" y="487050"/>
                  </a:cubicBezTo>
                  <a:cubicBezTo>
                    <a:pt x="4855451" y="496862"/>
                    <a:pt x="4869723" y="499538"/>
                    <a:pt x="4883103" y="503106"/>
                  </a:cubicBezTo>
                  <a:cubicBezTo>
                    <a:pt x="4938410" y="517379"/>
                    <a:pt x="4998176" y="596770"/>
                    <a:pt x="5028505" y="645831"/>
                  </a:cubicBezTo>
                  <a:cubicBezTo>
                    <a:pt x="4906297" y="577145"/>
                    <a:pt x="4737702" y="546816"/>
                    <a:pt x="4615493" y="615502"/>
                  </a:cubicBezTo>
                  <a:cubicBezTo>
                    <a:pt x="4493285" y="684188"/>
                    <a:pt x="4404973" y="803721"/>
                    <a:pt x="4351452" y="933066"/>
                  </a:cubicBezTo>
                  <a:cubicBezTo>
                    <a:pt x="4335395" y="973207"/>
                    <a:pt x="4320231" y="1015132"/>
                    <a:pt x="4289901" y="1045462"/>
                  </a:cubicBezTo>
                  <a:cubicBezTo>
                    <a:pt x="4245300" y="1089171"/>
                    <a:pt x="4177505" y="1096307"/>
                    <a:pt x="4118631" y="1116824"/>
                  </a:cubicBezTo>
                  <a:cubicBezTo>
                    <a:pt x="4027644" y="1148046"/>
                    <a:pt x="3952713" y="1211379"/>
                    <a:pt x="3867078" y="1254197"/>
                  </a:cubicBezTo>
                  <a:cubicBezTo>
                    <a:pt x="3719001" y="1328236"/>
                    <a:pt x="3545946" y="1337156"/>
                    <a:pt x="3380920" y="1320208"/>
                  </a:cubicBezTo>
                  <a:cubicBezTo>
                    <a:pt x="3215894" y="1303259"/>
                    <a:pt x="3054436" y="1263117"/>
                    <a:pt x="2889409" y="1244384"/>
                  </a:cubicBezTo>
                  <a:cubicBezTo>
                    <a:pt x="2742224" y="1228328"/>
                    <a:pt x="2593255" y="1229220"/>
                    <a:pt x="2449637" y="1196215"/>
                  </a:cubicBezTo>
                  <a:cubicBezTo>
                    <a:pt x="2337241" y="1170346"/>
                    <a:pt x="2227521" y="1124852"/>
                    <a:pt x="2112449" y="1118608"/>
                  </a:cubicBezTo>
                  <a:cubicBezTo>
                    <a:pt x="1997377" y="1112363"/>
                    <a:pt x="1867140" y="1160533"/>
                    <a:pt x="1824322" y="1268469"/>
                  </a:cubicBezTo>
                  <a:lnTo>
                    <a:pt x="1825496" y="1233538"/>
                  </a:lnTo>
                  <a:lnTo>
                    <a:pt x="1819904" y="1242308"/>
                  </a:lnTo>
                  <a:cubicBezTo>
                    <a:pt x="1789087" y="1300973"/>
                    <a:pt x="1771692" y="1367040"/>
                    <a:pt x="1758312" y="1432603"/>
                  </a:cubicBezTo>
                  <a:cubicBezTo>
                    <a:pt x="1706574" y="1683265"/>
                    <a:pt x="1707466" y="1942846"/>
                    <a:pt x="1646808" y="2191723"/>
                  </a:cubicBezTo>
                  <a:cubicBezTo>
                    <a:pt x="1631643" y="2253273"/>
                    <a:pt x="1612911" y="2315715"/>
                    <a:pt x="1608450" y="2379050"/>
                  </a:cubicBezTo>
                  <a:cubicBezTo>
                    <a:pt x="1599530" y="2502150"/>
                    <a:pt x="1645023" y="2622574"/>
                    <a:pt x="1664649" y="2744783"/>
                  </a:cubicBezTo>
                  <a:cubicBezTo>
                    <a:pt x="1687841" y="2885724"/>
                    <a:pt x="1675352" y="3032909"/>
                    <a:pt x="1629859" y="3168498"/>
                  </a:cubicBezTo>
                  <a:cubicBezTo>
                    <a:pt x="1640564" y="2990091"/>
                    <a:pt x="1619154" y="2809901"/>
                    <a:pt x="1568309" y="2639523"/>
                  </a:cubicBezTo>
                  <a:cubicBezTo>
                    <a:pt x="1529059" y="2686801"/>
                    <a:pt x="1514787" y="2752811"/>
                    <a:pt x="1530843" y="2811686"/>
                  </a:cubicBezTo>
                  <a:cubicBezTo>
                    <a:pt x="1518355" y="2761731"/>
                    <a:pt x="1454129" y="2732294"/>
                    <a:pt x="1408635" y="2756379"/>
                  </a:cubicBezTo>
                  <a:cubicBezTo>
                    <a:pt x="1411311" y="2696613"/>
                    <a:pt x="1413987" y="2636847"/>
                    <a:pt x="1415771" y="2577081"/>
                  </a:cubicBezTo>
                  <a:cubicBezTo>
                    <a:pt x="1418447" y="2509287"/>
                    <a:pt x="1418447" y="2431679"/>
                    <a:pt x="1369385" y="2384402"/>
                  </a:cubicBezTo>
                  <a:cubicBezTo>
                    <a:pt x="1329244" y="2345153"/>
                    <a:pt x="1254314" y="2318392"/>
                    <a:pt x="1265017" y="2262193"/>
                  </a:cubicBezTo>
                  <a:cubicBezTo>
                    <a:pt x="1274830" y="2211347"/>
                    <a:pt x="1281074" y="2171206"/>
                    <a:pt x="1286427" y="2120361"/>
                  </a:cubicBezTo>
                  <a:cubicBezTo>
                    <a:pt x="1297130" y="2032049"/>
                    <a:pt x="1248961" y="1944631"/>
                    <a:pt x="1263233" y="1857211"/>
                  </a:cubicBezTo>
                  <a:cubicBezTo>
                    <a:pt x="1267694" y="1827774"/>
                    <a:pt x="1279290" y="1799229"/>
                    <a:pt x="1283750" y="1769792"/>
                  </a:cubicBezTo>
                  <a:cubicBezTo>
                    <a:pt x="1287318" y="1740355"/>
                    <a:pt x="1281966" y="1706458"/>
                    <a:pt x="1257881" y="1687725"/>
                  </a:cubicBezTo>
                  <a:cubicBezTo>
                    <a:pt x="1248961" y="1680589"/>
                    <a:pt x="1238257" y="1676129"/>
                    <a:pt x="1232013" y="1667208"/>
                  </a:cubicBezTo>
                  <a:lnTo>
                    <a:pt x="1225690" y="1645078"/>
                  </a:lnTo>
                  <a:lnTo>
                    <a:pt x="1214284" y="1642677"/>
                  </a:lnTo>
                  <a:cubicBezTo>
                    <a:pt x="1180721" y="1639778"/>
                    <a:pt x="1145485" y="1644015"/>
                    <a:pt x="1112481" y="1651151"/>
                  </a:cubicBezTo>
                  <a:cubicBezTo>
                    <a:pt x="1047362" y="1664532"/>
                    <a:pt x="981351" y="1687724"/>
                    <a:pt x="914449" y="1678804"/>
                  </a:cubicBezTo>
                  <a:cubicBezTo>
                    <a:pt x="846654" y="1669884"/>
                    <a:pt x="785997" y="1627066"/>
                    <a:pt x="740502" y="1576221"/>
                  </a:cubicBezTo>
                  <a:cubicBezTo>
                    <a:pt x="695009" y="1524483"/>
                    <a:pt x="661111" y="1463825"/>
                    <a:pt x="624538" y="1405842"/>
                  </a:cubicBezTo>
                  <a:cubicBezTo>
                    <a:pt x="536226" y="1264009"/>
                    <a:pt x="430967" y="1131096"/>
                    <a:pt x="312326" y="1012456"/>
                  </a:cubicBezTo>
                  <a:cubicBezTo>
                    <a:pt x="269509" y="969639"/>
                    <a:pt x="221339" y="923253"/>
                    <a:pt x="216879" y="862595"/>
                  </a:cubicBezTo>
                  <a:cubicBezTo>
                    <a:pt x="212419" y="810857"/>
                    <a:pt x="242748" y="757335"/>
                    <a:pt x="229368" y="706489"/>
                  </a:cubicBezTo>
                  <a:cubicBezTo>
                    <a:pt x="226691" y="697569"/>
                    <a:pt x="223123" y="688648"/>
                    <a:pt x="216879" y="683297"/>
                  </a:cubicBezTo>
                  <a:cubicBezTo>
                    <a:pt x="191902" y="661887"/>
                    <a:pt x="157113" y="696677"/>
                    <a:pt x="125891" y="709166"/>
                  </a:cubicBezTo>
                  <a:cubicBezTo>
                    <a:pt x="82182" y="727006"/>
                    <a:pt x="31336" y="693109"/>
                    <a:pt x="12603" y="649400"/>
                  </a:cubicBezTo>
                  <a:cubicBezTo>
                    <a:pt x="-6130" y="605690"/>
                    <a:pt x="115" y="555735"/>
                    <a:pt x="5467" y="508458"/>
                  </a:cubicBezTo>
                  <a:lnTo>
                    <a:pt x="4575" y="509351"/>
                  </a:lnTo>
                  <a:cubicBezTo>
                    <a:pt x="13495" y="439771"/>
                    <a:pt x="2791" y="281882"/>
                    <a:pt x="48285" y="227467"/>
                  </a:cubicBezTo>
                  <a:cubicBezTo>
                    <a:pt x="91994" y="175730"/>
                    <a:pt x="221339" y="148970"/>
                    <a:pt x="283781" y="129344"/>
                  </a:cubicBezTo>
                  <a:cubicBezTo>
                    <a:pt x="340872" y="110612"/>
                    <a:pt x="399746" y="95447"/>
                    <a:pt x="459512" y="91879"/>
                  </a:cubicBezTo>
                  <a:cubicBezTo>
                    <a:pt x="533551" y="87419"/>
                    <a:pt x="607590" y="99907"/>
                    <a:pt x="681629" y="108828"/>
                  </a:cubicBezTo>
                  <a:cubicBezTo>
                    <a:pt x="800269" y="123100"/>
                    <a:pt x="922477" y="124885"/>
                    <a:pt x="1038442" y="155213"/>
                  </a:cubicBezTo>
                  <a:cubicBezTo>
                    <a:pt x="1190979" y="194463"/>
                    <a:pt x="1325676" y="280098"/>
                    <a:pt x="1458589" y="363949"/>
                  </a:cubicBezTo>
                  <a:lnTo>
                    <a:pt x="1472223" y="373447"/>
                  </a:lnTo>
                  <a:lnTo>
                    <a:pt x="1479105" y="359489"/>
                  </a:lnTo>
                  <a:cubicBezTo>
                    <a:pt x="1559388" y="228361"/>
                    <a:pt x="1685165" y="131129"/>
                    <a:pt x="1821646" y="59767"/>
                  </a:cubicBezTo>
                  <a:cubicBezTo>
                    <a:pt x="1847515" y="46386"/>
                    <a:pt x="1876952" y="33005"/>
                    <a:pt x="1906389" y="40142"/>
                  </a:cubicBezTo>
                  <a:cubicBezTo>
                    <a:pt x="1934935" y="47278"/>
                    <a:pt x="1957235" y="83851"/>
                    <a:pt x="1938503" y="107044"/>
                  </a:cubicBezTo>
                  <a:cubicBezTo>
                    <a:pt x="1931366" y="109720"/>
                    <a:pt x="1966155" y="108829"/>
                    <a:pt x="1959020" y="111504"/>
                  </a:cubicBezTo>
                  <a:lnTo>
                    <a:pt x="1959020" y="109720"/>
                  </a:lnTo>
                  <a:lnTo>
                    <a:pt x="1994656" y="168651"/>
                  </a:lnTo>
                  <a:lnTo>
                    <a:pt x="1996484" y="145401"/>
                  </a:lnTo>
                  <a:cubicBezTo>
                    <a:pt x="2004512" y="123100"/>
                    <a:pt x="2027705" y="103475"/>
                    <a:pt x="2050898" y="107936"/>
                  </a:cubicBezTo>
                  <a:cubicBezTo>
                    <a:pt x="2075875" y="113288"/>
                    <a:pt x="2088364" y="140049"/>
                    <a:pt x="2097284" y="164134"/>
                  </a:cubicBezTo>
                  <a:cubicBezTo>
                    <a:pt x="2139210" y="278314"/>
                    <a:pt x="2181135" y="392494"/>
                    <a:pt x="2223061" y="507566"/>
                  </a:cubicBezTo>
                  <a:cubicBezTo>
                    <a:pt x="2240901" y="555735"/>
                    <a:pt x="2258742" y="604798"/>
                    <a:pt x="2293531" y="642263"/>
                  </a:cubicBezTo>
                  <a:cubicBezTo>
                    <a:pt x="2328320" y="679728"/>
                    <a:pt x="2382735" y="703813"/>
                    <a:pt x="2430904" y="686865"/>
                  </a:cubicBezTo>
                  <a:cubicBezTo>
                    <a:pt x="2440717" y="683297"/>
                    <a:pt x="2450529" y="677944"/>
                    <a:pt x="2461234" y="676160"/>
                  </a:cubicBezTo>
                  <a:cubicBezTo>
                    <a:pt x="2494239" y="669916"/>
                    <a:pt x="2522784" y="696677"/>
                    <a:pt x="2549545" y="718085"/>
                  </a:cubicBezTo>
                  <a:cubicBezTo>
                    <a:pt x="2631612" y="783204"/>
                    <a:pt x="2743116" y="803721"/>
                    <a:pt x="2847484" y="789449"/>
                  </a:cubicBezTo>
                  <a:cubicBezTo>
                    <a:pt x="2951852" y="776068"/>
                    <a:pt x="3049083" y="731467"/>
                    <a:pt x="3140071" y="678836"/>
                  </a:cubicBezTo>
                  <a:cubicBezTo>
                    <a:pt x="3335426" y="565548"/>
                    <a:pt x="3505804" y="409443"/>
                    <a:pt x="3637825" y="226576"/>
                  </a:cubicBezTo>
                  <a:cubicBezTo>
                    <a:pt x="3701048" y="138376"/>
                    <a:pt x="3770418" y="46079"/>
                    <a:pt x="3869241" y="11236"/>
                  </a:cubicBezTo>
                  <a:close/>
                  <a:moveTo>
                    <a:pt x="3912572" y="0"/>
                  </a:moveTo>
                  <a:lnTo>
                    <a:pt x="3913464" y="0"/>
                  </a:lnTo>
                  <a:lnTo>
                    <a:pt x="3913062" y="103"/>
                  </a:lnTo>
                  <a:close/>
                </a:path>
              </a:pathLst>
            </a:custGeom>
            <a:solidFill>
              <a:srgbClr val="D5BC90"/>
            </a:solidFill>
            <a:ln w="1017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8784268-2195-71B7-9A85-773BEAADF4EB}"/>
                </a:ext>
              </a:extLst>
            </p:cNvPr>
            <p:cNvSpPr/>
            <p:nvPr/>
          </p:nvSpPr>
          <p:spPr>
            <a:xfrm>
              <a:off x="7566301" y="1511546"/>
              <a:ext cx="4625699" cy="4998164"/>
            </a:xfrm>
            <a:custGeom>
              <a:avLst/>
              <a:gdLst>
                <a:gd name="connsiteX0" fmla="*/ 715354 w 4625699"/>
                <a:gd name="connsiteY0" fmla="*/ 2874953 h 4998164"/>
                <a:gd name="connsiteX1" fmla="*/ 715329 w 4625699"/>
                <a:gd name="connsiteY1" fmla="*/ 2875548 h 4998164"/>
                <a:gd name="connsiteX2" fmla="*/ 714462 w 4625699"/>
                <a:gd name="connsiteY2" fmla="*/ 2876737 h 4998164"/>
                <a:gd name="connsiteX3" fmla="*/ 732861 w 4625699"/>
                <a:gd name="connsiteY3" fmla="*/ 2866145 h 4998164"/>
                <a:gd name="connsiteX4" fmla="*/ 759956 w 4625699"/>
                <a:gd name="connsiteY4" fmla="*/ 2869601 h 4998164"/>
                <a:gd name="connsiteX5" fmla="*/ 989208 w 4625699"/>
                <a:gd name="connsiteY5" fmla="*/ 3213926 h 4998164"/>
                <a:gd name="connsiteX6" fmla="*/ 1010617 w 4625699"/>
                <a:gd name="connsiteY6" fmla="*/ 3642101 h 4998164"/>
                <a:gd name="connsiteX7" fmla="*/ 1140853 w 4625699"/>
                <a:gd name="connsiteY7" fmla="*/ 4732164 h 4998164"/>
                <a:gd name="connsiteX8" fmla="*/ 1078411 w 4625699"/>
                <a:gd name="connsiteY8" fmla="*/ 4842775 h 4998164"/>
                <a:gd name="connsiteX9" fmla="*/ 1016861 w 4625699"/>
                <a:gd name="connsiteY9" fmla="*/ 4849020 h 4998164"/>
                <a:gd name="connsiteX10" fmla="*/ 934794 w 4625699"/>
                <a:gd name="connsiteY10" fmla="*/ 4904327 h 4998164"/>
                <a:gd name="connsiteX11" fmla="*/ 602958 w 4625699"/>
                <a:gd name="connsiteY11" fmla="*/ 4977473 h 4998164"/>
                <a:gd name="connsiteX12" fmla="*/ 610987 w 4625699"/>
                <a:gd name="connsiteY12" fmla="*/ 4858832 h 4998164"/>
                <a:gd name="connsiteX13" fmla="*/ 669861 w 4625699"/>
                <a:gd name="connsiteY13" fmla="*/ 4749112 h 4998164"/>
                <a:gd name="connsiteX14" fmla="*/ 677889 w 4625699"/>
                <a:gd name="connsiteY14" fmla="*/ 4683102 h 4998164"/>
                <a:gd name="connsiteX15" fmla="*/ 743007 w 4625699"/>
                <a:gd name="connsiteY15" fmla="*/ 4411032 h 4998164"/>
                <a:gd name="connsiteX16" fmla="*/ 704649 w 4625699"/>
                <a:gd name="connsiteY16" fmla="*/ 3981965 h 4998164"/>
                <a:gd name="connsiteX17" fmla="*/ 653804 w 4625699"/>
                <a:gd name="connsiteY17" fmla="*/ 3851728 h 4998164"/>
                <a:gd name="connsiteX18" fmla="*/ 659156 w 4625699"/>
                <a:gd name="connsiteY18" fmla="*/ 3616232 h 4998164"/>
                <a:gd name="connsiteX19" fmla="*/ 699967 w 4625699"/>
                <a:gd name="connsiteY19" fmla="*/ 3246596 h 4998164"/>
                <a:gd name="connsiteX20" fmla="*/ 715329 w 4625699"/>
                <a:gd name="connsiteY20" fmla="*/ 2875548 h 4998164"/>
                <a:gd name="connsiteX21" fmla="*/ 719940 w 4625699"/>
                <a:gd name="connsiteY21" fmla="*/ 2869224 h 4998164"/>
                <a:gd name="connsiteX22" fmla="*/ 732861 w 4625699"/>
                <a:gd name="connsiteY22" fmla="*/ 2866145 h 4998164"/>
                <a:gd name="connsiteX23" fmla="*/ 873536 w 4625699"/>
                <a:gd name="connsiteY23" fmla="*/ 157056 h 4998164"/>
                <a:gd name="connsiteX24" fmla="*/ 993668 w 4625699"/>
                <a:gd name="connsiteY24" fmla="*/ 164068 h 4998164"/>
                <a:gd name="connsiteX25" fmla="*/ 2245190 w 4625699"/>
                <a:gd name="connsiteY25" fmla="*/ 780462 h 4998164"/>
                <a:gd name="connsiteX26" fmla="*/ 3114030 w 4625699"/>
                <a:gd name="connsiteY26" fmla="*/ 1899070 h 4998164"/>
                <a:gd name="connsiteX27" fmla="*/ 3240699 w 4625699"/>
                <a:gd name="connsiteY27" fmla="*/ 2124754 h 4998164"/>
                <a:gd name="connsiteX28" fmla="*/ 3277273 w 4625699"/>
                <a:gd name="connsiteY28" fmla="*/ 2317433 h 4998164"/>
                <a:gd name="connsiteX29" fmla="*/ 3178257 w 4625699"/>
                <a:gd name="connsiteY29" fmla="*/ 2480675 h 4998164"/>
                <a:gd name="connsiteX30" fmla="*/ 3000743 w 4625699"/>
                <a:gd name="connsiteY30" fmla="*/ 2511004 h 4998164"/>
                <a:gd name="connsiteX31" fmla="*/ 2494959 w 4625699"/>
                <a:gd name="connsiteY31" fmla="*/ 2602884 h 4998164"/>
                <a:gd name="connsiteX32" fmla="*/ 1755463 w 4625699"/>
                <a:gd name="connsiteY32" fmla="*/ 2507436 h 4998164"/>
                <a:gd name="connsiteX33" fmla="*/ 1037377 w 4625699"/>
                <a:gd name="connsiteY33" fmla="*/ 2263911 h 4998164"/>
                <a:gd name="connsiteX34" fmla="*/ 206895 w 4625699"/>
                <a:gd name="connsiteY34" fmla="*/ 1356715 h 4998164"/>
                <a:gd name="connsiteX35" fmla="*/ 17783 w 4625699"/>
                <a:gd name="connsiteY35" fmla="*/ 622572 h 4998164"/>
                <a:gd name="connsiteX36" fmla="*/ 7971 w 4625699"/>
                <a:gd name="connsiteY36" fmla="*/ 240782 h 4998164"/>
                <a:gd name="connsiteX37" fmla="*/ 242576 w 4625699"/>
                <a:gd name="connsiteY37" fmla="*/ 228294 h 4998164"/>
                <a:gd name="connsiteX38" fmla="*/ 243468 w 4625699"/>
                <a:gd name="connsiteY38" fmla="*/ 228294 h 4998164"/>
                <a:gd name="connsiteX39" fmla="*/ 514646 w 4625699"/>
                <a:gd name="connsiteY39" fmla="*/ 189044 h 4998164"/>
                <a:gd name="connsiteX40" fmla="*/ 873536 w 4625699"/>
                <a:gd name="connsiteY40" fmla="*/ 157056 h 4998164"/>
                <a:gd name="connsiteX41" fmla="*/ 4541731 w 4625699"/>
                <a:gd name="connsiteY41" fmla="*/ 156 h 4998164"/>
                <a:gd name="connsiteX42" fmla="*/ 4625699 w 4625699"/>
                <a:gd name="connsiteY42" fmla="*/ 3136 h 4998164"/>
                <a:gd name="connsiteX43" fmla="*/ 4625699 w 4625699"/>
                <a:gd name="connsiteY43" fmla="*/ 2336672 h 4998164"/>
                <a:gd name="connsiteX44" fmla="*/ 4548019 w 4625699"/>
                <a:gd name="connsiteY44" fmla="*/ 2276403 h 4998164"/>
                <a:gd name="connsiteX45" fmla="*/ 4207663 w 4625699"/>
                <a:gd name="connsiteY45" fmla="*/ 2106021 h 4998164"/>
                <a:gd name="connsiteX46" fmla="*/ 4157710 w 4625699"/>
                <a:gd name="connsiteY46" fmla="*/ 1980245 h 4998164"/>
                <a:gd name="connsiteX47" fmla="*/ 4120245 w 4625699"/>
                <a:gd name="connsiteY47" fmla="*/ 1490520 h 4998164"/>
                <a:gd name="connsiteX48" fmla="*/ 3992683 w 4625699"/>
                <a:gd name="connsiteY48" fmla="*/ 1140843 h 4998164"/>
                <a:gd name="connsiteX49" fmla="*/ 3894559 w 4625699"/>
                <a:gd name="connsiteY49" fmla="*/ 774217 h 4998164"/>
                <a:gd name="connsiteX50" fmla="*/ 3751835 w 4625699"/>
                <a:gd name="connsiteY50" fmla="*/ 86460 h 4998164"/>
                <a:gd name="connsiteX51" fmla="*/ 4541731 w 4625699"/>
                <a:gd name="connsiteY51" fmla="*/ 156 h 4998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625699" h="4998164">
                  <a:moveTo>
                    <a:pt x="715354" y="2874953"/>
                  </a:moveTo>
                  <a:lnTo>
                    <a:pt x="715329" y="2875548"/>
                  </a:lnTo>
                  <a:lnTo>
                    <a:pt x="714462" y="2876737"/>
                  </a:lnTo>
                  <a:close/>
                  <a:moveTo>
                    <a:pt x="732861" y="2866145"/>
                  </a:moveTo>
                  <a:cubicBezTo>
                    <a:pt x="742784" y="2865363"/>
                    <a:pt x="754158" y="2866925"/>
                    <a:pt x="759956" y="2869601"/>
                  </a:cubicBezTo>
                  <a:cubicBezTo>
                    <a:pt x="890192" y="2931151"/>
                    <a:pt x="963339" y="3072984"/>
                    <a:pt x="989208" y="3213926"/>
                  </a:cubicBezTo>
                  <a:cubicBezTo>
                    <a:pt x="1015077" y="3354866"/>
                    <a:pt x="1002588" y="3499375"/>
                    <a:pt x="1010617" y="3642101"/>
                  </a:cubicBezTo>
                  <a:cubicBezTo>
                    <a:pt x="1030242" y="4008726"/>
                    <a:pt x="1181888" y="4367323"/>
                    <a:pt x="1140853" y="4732164"/>
                  </a:cubicBezTo>
                  <a:cubicBezTo>
                    <a:pt x="1135502" y="4776765"/>
                    <a:pt x="1121229" y="4829395"/>
                    <a:pt x="1078411" y="4842775"/>
                  </a:cubicBezTo>
                  <a:cubicBezTo>
                    <a:pt x="1058786" y="4849020"/>
                    <a:pt x="1037378" y="4844560"/>
                    <a:pt x="1016861" y="4849020"/>
                  </a:cubicBezTo>
                  <a:cubicBezTo>
                    <a:pt x="983856" y="4855264"/>
                    <a:pt x="959771" y="4882026"/>
                    <a:pt x="934794" y="4904327"/>
                  </a:cubicBezTo>
                  <a:cubicBezTo>
                    <a:pt x="848267" y="4982825"/>
                    <a:pt x="710002" y="5026535"/>
                    <a:pt x="602958" y="4977473"/>
                  </a:cubicBezTo>
                  <a:cubicBezTo>
                    <a:pt x="579765" y="4942683"/>
                    <a:pt x="590469" y="4895406"/>
                    <a:pt x="610987" y="4858832"/>
                  </a:cubicBezTo>
                  <a:cubicBezTo>
                    <a:pt x="630611" y="4822259"/>
                    <a:pt x="659156" y="4789254"/>
                    <a:pt x="669861" y="4749112"/>
                  </a:cubicBezTo>
                  <a:cubicBezTo>
                    <a:pt x="675213" y="4727704"/>
                    <a:pt x="676105" y="4705403"/>
                    <a:pt x="677889" y="4683102"/>
                  </a:cubicBezTo>
                  <a:cubicBezTo>
                    <a:pt x="685918" y="4590330"/>
                    <a:pt x="723382" y="4502020"/>
                    <a:pt x="743007" y="4411032"/>
                  </a:cubicBezTo>
                  <a:cubicBezTo>
                    <a:pt x="774229" y="4268307"/>
                    <a:pt x="759956" y="4116662"/>
                    <a:pt x="704649" y="3981965"/>
                  </a:cubicBezTo>
                  <a:cubicBezTo>
                    <a:pt x="686809" y="3938255"/>
                    <a:pt x="665400" y="3897221"/>
                    <a:pt x="653804" y="3851728"/>
                  </a:cubicBezTo>
                  <a:cubicBezTo>
                    <a:pt x="635071" y="3775013"/>
                    <a:pt x="647560" y="3694731"/>
                    <a:pt x="659156" y="3616232"/>
                  </a:cubicBezTo>
                  <a:cubicBezTo>
                    <a:pt x="676997" y="3493577"/>
                    <a:pt x="690600" y="3370253"/>
                    <a:pt x="699967" y="3246596"/>
                  </a:cubicBezTo>
                  <a:lnTo>
                    <a:pt x="715329" y="2875548"/>
                  </a:lnTo>
                  <a:lnTo>
                    <a:pt x="719940" y="2869224"/>
                  </a:lnTo>
                  <a:cubicBezTo>
                    <a:pt x="723300" y="2867511"/>
                    <a:pt x="727899" y="2866535"/>
                    <a:pt x="732861" y="2866145"/>
                  </a:cubicBezTo>
                  <a:close/>
                  <a:moveTo>
                    <a:pt x="873536" y="157056"/>
                  </a:moveTo>
                  <a:cubicBezTo>
                    <a:pt x="913664" y="157935"/>
                    <a:pt x="953749" y="160277"/>
                    <a:pt x="993668" y="164068"/>
                  </a:cubicBezTo>
                  <a:cubicBezTo>
                    <a:pt x="1464662" y="208669"/>
                    <a:pt x="1899082" y="456654"/>
                    <a:pt x="2245190" y="780462"/>
                  </a:cubicBezTo>
                  <a:cubicBezTo>
                    <a:pt x="2591299" y="1104270"/>
                    <a:pt x="2858017" y="1501224"/>
                    <a:pt x="3114030" y="1899070"/>
                  </a:cubicBezTo>
                  <a:cubicBezTo>
                    <a:pt x="3160416" y="1971324"/>
                    <a:pt x="3206802" y="2045363"/>
                    <a:pt x="3240699" y="2124754"/>
                  </a:cubicBezTo>
                  <a:cubicBezTo>
                    <a:pt x="3266568" y="2185412"/>
                    <a:pt x="3284409" y="2252315"/>
                    <a:pt x="3277273" y="2317433"/>
                  </a:cubicBezTo>
                  <a:cubicBezTo>
                    <a:pt x="3271029" y="2383443"/>
                    <a:pt x="3236239" y="2448562"/>
                    <a:pt x="3178257" y="2480675"/>
                  </a:cubicBezTo>
                  <a:cubicBezTo>
                    <a:pt x="3124735" y="2510112"/>
                    <a:pt x="3061401" y="2507436"/>
                    <a:pt x="3000743" y="2511004"/>
                  </a:cubicBezTo>
                  <a:cubicBezTo>
                    <a:pt x="2829472" y="2520817"/>
                    <a:pt x="2665338" y="2583259"/>
                    <a:pt x="2494959" y="2602884"/>
                  </a:cubicBezTo>
                  <a:cubicBezTo>
                    <a:pt x="2246974" y="2631428"/>
                    <a:pt x="1998097" y="2568987"/>
                    <a:pt x="1755463" y="2507436"/>
                  </a:cubicBezTo>
                  <a:cubicBezTo>
                    <a:pt x="1510155" y="2444102"/>
                    <a:pt x="1262170" y="2380768"/>
                    <a:pt x="1037377" y="2263911"/>
                  </a:cubicBezTo>
                  <a:cubicBezTo>
                    <a:pt x="667184" y="2071232"/>
                    <a:pt x="377273" y="1738504"/>
                    <a:pt x="206895" y="1356715"/>
                  </a:cubicBezTo>
                  <a:cubicBezTo>
                    <a:pt x="103419" y="1124786"/>
                    <a:pt x="41868" y="875017"/>
                    <a:pt x="17783" y="622572"/>
                  </a:cubicBezTo>
                  <a:cubicBezTo>
                    <a:pt x="6187" y="500364"/>
                    <a:pt x="-9870" y="362991"/>
                    <a:pt x="7971" y="240782"/>
                  </a:cubicBezTo>
                  <a:cubicBezTo>
                    <a:pt x="28488" y="101626"/>
                    <a:pt x="147128" y="223834"/>
                    <a:pt x="242576" y="228294"/>
                  </a:cubicBezTo>
                  <a:lnTo>
                    <a:pt x="243468" y="228294"/>
                  </a:lnTo>
                  <a:cubicBezTo>
                    <a:pt x="335348" y="232754"/>
                    <a:pt x="424550" y="206885"/>
                    <a:pt x="514646" y="189044"/>
                  </a:cubicBezTo>
                  <a:cubicBezTo>
                    <a:pt x="632394" y="164959"/>
                    <a:pt x="753153" y="154423"/>
                    <a:pt x="873536" y="157056"/>
                  </a:cubicBezTo>
                  <a:close/>
                  <a:moveTo>
                    <a:pt x="4541731" y="156"/>
                  </a:moveTo>
                  <a:lnTo>
                    <a:pt x="4625699" y="3136"/>
                  </a:lnTo>
                  <a:lnTo>
                    <a:pt x="4625699" y="2336672"/>
                  </a:lnTo>
                  <a:lnTo>
                    <a:pt x="4548019" y="2276403"/>
                  </a:lnTo>
                  <a:cubicBezTo>
                    <a:pt x="4443536" y="2203615"/>
                    <a:pt x="4327419" y="2146163"/>
                    <a:pt x="4207663" y="2106021"/>
                  </a:cubicBezTo>
                  <a:cubicBezTo>
                    <a:pt x="4161278" y="2090857"/>
                    <a:pt x="4155926" y="2029306"/>
                    <a:pt x="4157710" y="1980245"/>
                  </a:cubicBezTo>
                  <a:cubicBezTo>
                    <a:pt x="4163954" y="1816111"/>
                    <a:pt x="4163061" y="1649301"/>
                    <a:pt x="4120245" y="1490520"/>
                  </a:cubicBezTo>
                  <a:cubicBezTo>
                    <a:pt x="4088131" y="1370094"/>
                    <a:pt x="4033717" y="1257699"/>
                    <a:pt x="3992683" y="1140843"/>
                  </a:cubicBezTo>
                  <a:cubicBezTo>
                    <a:pt x="3950758" y="1021310"/>
                    <a:pt x="3922213" y="897317"/>
                    <a:pt x="3894559" y="774217"/>
                  </a:cubicBezTo>
                  <a:cubicBezTo>
                    <a:pt x="3845498" y="558346"/>
                    <a:pt x="3800896" y="302333"/>
                    <a:pt x="3751835" y="86460"/>
                  </a:cubicBezTo>
                  <a:cubicBezTo>
                    <a:pt x="4006956" y="24019"/>
                    <a:pt x="4274121" y="-2297"/>
                    <a:pt x="4541731" y="156"/>
                  </a:cubicBezTo>
                  <a:close/>
                </a:path>
              </a:pathLst>
            </a:custGeom>
            <a:solidFill>
              <a:srgbClr val="F1D9BF"/>
            </a:solidFill>
            <a:ln w="1017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55D778A-CC23-B621-E9EC-B41F686EE281}"/>
                </a:ext>
              </a:extLst>
            </p:cNvPr>
            <p:cNvSpPr/>
            <p:nvPr/>
          </p:nvSpPr>
          <p:spPr>
            <a:xfrm>
              <a:off x="7661691" y="1541368"/>
              <a:ext cx="4530309" cy="2450711"/>
            </a:xfrm>
            <a:custGeom>
              <a:avLst/>
              <a:gdLst>
                <a:gd name="connsiteX0" fmla="*/ 3853 w 4530309"/>
                <a:gd name="connsiteY0" fmla="*/ 90781 h 2450711"/>
                <a:gd name="connsiteX1" fmla="*/ 36100 w 4530309"/>
                <a:gd name="connsiteY1" fmla="*/ 137620 h 2450711"/>
                <a:gd name="connsiteX2" fmla="*/ 206952 w 4530309"/>
                <a:gd name="connsiteY2" fmla="*/ 213638 h 2450711"/>
                <a:gd name="connsiteX3" fmla="*/ 381791 w 4530309"/>
                <a:gd name="connsiteY3" fmla="*/ 175280 h 2450711"/>
                <a:gd name="connsiteX4" fmla="*/ 553953 w 4530309"/>
                <a:gd name="connsiteY4" fmla="*/ 197581 h 2450711"/>
                <a:gd name="connsiteX5" fmla="*/ 619071 w 4530309"/>
                <a:gd name="connsiteY5" fmla="*/ 305517 h 2450711"/>
                <a:gd name="connsiteX6" fmla="*/ 698462 w 4530309"/>
                <a:gd name="connsiteY6" fmla="*/ 510684 h 2450711"/>
                <a:gd name="connsiteX7" fmla="*/ 854568 w 4530309"/>
                <a:gd name="connsiteY7" fmla="*/ 805947 h 2450711"/>
                <a:gd name="connsiteX8" fmla="*/ 889357 w 4530309"/>
                <a:gd name="connsiteY8" fmla="*/ 928155 h 2450711"/>
                <a:gd name="connsiteX9" fmla="*/ 895601 w 4530309"/>
                <a:gd name="connsiteY9" fmla="*/ 1020926 h 2450711"/>
                <a:gd name="connsiteX10" fmla="*/ 927715 w 4530309"/>
                <a:gd name="connsiteY10" fmla="*/ 1033415 h 2450711"/>
                <a:gd name="connsiteX11" fmla="*/ 975885 w 4530309"/>
                <a:gd name="connsiteY11" fmla="*/ 1163651 h 2450711"/>
                <a:gd name="connsiteX12" fmla="*/ 964287 w 4530309"/>
                <a:gd name="connsiteY12" fmla="*/ 1360791 h 2450711"/>
                <a:gd name="connsiteX13" fmla="*/ 999077 w 4530309"/>
                <a:gd name="connsiteY13" fmla="*/ 1428585 h 2450711"/>
                <a:gd name="connsiteX14" fmla="*/ 1035651 w 4530309"/>
                <a:gd name="connsiteY14" fmla="*/ 1386660 h 2450711"/>
                <a:gd name="connsiteX15" fmla="*/ 1046355 w 4530309"/>
                <a:gd name="connsiteY15" fmla="*/ 1327785 h 2450711"/>
                <a:gd name="connsiteX16" fmla="*/ 1095417 w 4530309"/>
                <a:gd name="connsiteY16" fmla="*/ 1317973 h 2450711"/>
                <a:gd name="connsiteX17" fmla="*/ 1115041 w 4530309"/>
                <a:gd name="connsiteY17" fmla="*/ 1210037 h 2450711"/>
                <a:gd name="connsiteX18" fmla="*/ 1172132 w 4530309"/>
                <a:gd name="connsiteY18" fmla="*/ 1218065 h 2450711"/>
                <a:gd name="connsiteX19" fmla="*/ 1208705 w 4530309"/>
                <a:gd name="connsiteY19" fmla="*/ 1269803 h 2450711"/>
                <a:gd name="connsiteX20" fmla="*/ 1348754 w 4530309"/>
                <a:gd name="connsiteY20" fmla="*/ 1385767 h 2450711"/>
                <a:gd name="connsiteX21" fmla="*/ 1390679 w 4530309"/>
                <a:gd name="connsiteY21" fmla="*/ 1478539 h 2450711"/>
                <a:gd name="connsiteX22" fmla="*/ 1433497 w 4530309"/>
                <a:gd name="connsiteY22" fmla="*/ 1515113 h 2450711"/>
                <a:gd name="connsiteX23" fmla="*/ 1527161 w 4530309"/>
                <a:gd name="connsiteY23" fmla="*/ 1688166 h 2450711"/>
                <a:gd name="connsiteX24" fmla="*/ 1514673 w 4530309"/>
                <a:gd name="connsiteY24" fmla="*/ 1742580 h 2450711"/>
                <a:gd name="connsiteX25" fmla="*/ 1487019 w 4530309"/>
                <a:gd name="connsiteY25" fmla="*/ 1763989 h 2450711"/>
                <a:gd name="connsiteX26" fmla="*/ 1476315 w 4530309"/>
                <a:gd name="connsiteY26" fmla="*/ 1872817 h 2450711"/>
                <a:gd name="connsiteX27" fmla="*/ 1432605 w 4530309"/>
                <a:gd name="connsiteY27" fmla="*/ 1963805 h 2450711"/>
                <a:gd name="connsiteX28" fmla="*/ 1388004 w 4530309"/>
                <a:gd name="connsiteY28" fmla="*/ 1956668 h 2450711"/>
                <a:gd name="connsiteX29" fmla="*/ 1339834 w 4530309"/>
                <a:gd name="connsiteY29" fmla="*/ 1986105 h 2450711"/>
                <a:gd name="connsiteX30" fmla="*/ 1092740 w 4530309"/>
                <a:gd name="connsiteY30" fmla="*/ 2167188 h 2450711"/>
                <a:gd name="connsiteX31" fmla="*/ 879545 w 4530309"/>
                <a:gd name="connsiteY31" fmla="*/ 2030706 h 2450711"/>
                <a:gd name="connsiteX32" fmla="*/ 152538 w 4530309"/>
                <a:gd name="connsiteY32" fmla="*/ 892474 h 2450711"/>
                <a:gd name="connsiteX33" fmla="*/ 41925 w 4530309"/>
                <a:gd name="connsiteY33" fmla="*/ 342982 h 2450711"/>
                <a:gd name="connsiteX34" fmla="*/ 24740 w 4530309"/>
                <a:gd name="connsiteY34" fmla="*/ 147293 h 2450711"/>
                <a:gd name="connsiteX35" fmla="*/ 0 w 4530309"/>
                <a:gd name="connsiteY35" fmla="*/ 85185 h 2450711"/>
                <a:gd name="connsiteX36" fmla="*/ 1784 w 4530309"/>
                <a:gd name="connsiteY36" fmla="*/ 85185 h 2450711"/>
                <a:gd name="connsiteX37" fmla="*/ 3853 w 4530309"/>
                <a:gd name="connsiteY37" fmla="*/ 90781 h 2450711"/>
                <a:gd name="connsiteX38" fmla="*/ 4063677 w 4530309"/>
                <a:gd name="connsiteY38" fmla="*/ 1255 h 2450711"/>
                <a:gd name="connsiteX39" fmla="*/ 4381668 w 4530309"/>
                <a:gd name="connsiteY39" fmla="*/ 68235 h 2450711"/>
                <a:gd name="connsiteX40" fmla="*/ 4496962 w 4530309"/>
                <a:gd name="connsiteY40" fmla="*/ 97114 h 2450711"/>
                <a:gd name="connsiteX41" fmla="*/ 4530309 w 4530309"/>
                <a:gd name="connsiteY41" fmla="*/ 106086 h 2450711"/>
                <a:gd name="connsiteX42" fmla="*/ 4530309 w 4530309"/>
                <a:gd name="connsiteY42" fmla="*/ 912229 h 2450711"/>
                <a:gd name="connsiteX43" fmla="*/ 4525508 w 4530309"/>
                <a:gd name="connsiteY43" fmla="*/ 908306 h 2450711"/>
                <a:gd name="connsiteX44" fmla="*/ 4457490 w 4530309"/>
                <a:gd name="connsiteY44" fmla="*/ 784537 h 2450711"/>
                <a:gd name="connsiteX45" fmla="*/ 4383451 w 4530309"/>
                <a:gd name="connsiteY45" fmla="*/ 868388 h 2450711"/>
                <a:gd name="connsiteX46" fmla="*/ 4352231 w 4530309"/>
                <a:gd name="connsiteY46" fmla="*/ 926370 h 2450711"/>
                <a:gd name="connsiteX47" fmla="*/ 4401292 w 4530309"/>
                <a:gd name="connsiteY47" fmla="*/ 1043226 h 2450711"/>
                <a:gd name="connsiteX48" fmla="*/ 4365611 w 4530309"/>
                <a:gd name="connsiteY48" fmla="*/ 1104777 h 2450711"/>
                <a:gd name="connsiteX49" fmla="*/ 4311197 w 4530309"/>
                <a:gd name="connsiteY49" fmla="*/ 1203792 h 2450711"/>
                <a:gd name="connsiteX50" fmla="*/ 4226453 w 4530309"/>
                <a:gd name="connsiteY50" fmla="*/ 1161866 h 2450711"/>
                <a:gd name="connsiteX51" fmla="*/ 4233590 w 4530309"/>
                <a:gd name="connsiteY51" fmla="*/ 1337597 h 2450711"/>
                <a:gd name="connsiteX52" fmla="*/ 4182743 w 4530309"/>
                <a:gd name="connsiteY52" fmla="*/ 1405392 h 2450711"/>
                <a:gd name="connsiteX53" fmla="*/ 4154199 w 4530309"/>
                <a:gd name="connsiteY53" fmla="*/ 1466049 h 2450711"/>
                <a:gd name="connsiteX54" fmla="*/ 4121194 w 4530309"/>
                <a:gd name="connsiteY54" fmla="*/ 1438396 h 2450711"/>
                <a:gd name="connsiteX55" fmla="*/ 4118066 w 4530309"/>
                <a:gd name="connsiteY55" fmla="*/ 1435609 h 2450711"/>
                <a:gd name="connsiteX56" fmla="*/ 4118517 w 4530309"/>
                <a:gd name="connsiteY56" fmla="*/ 1455345 h 2450711"/>
                <a:gd name="connsiteX57" fmla="*/ 4150630 w 4530309"/>
                <a:gd name="connsiteY57" fmla="*/ 1599854 h 2450711"/>
                <a:gd name="connsiteX58" fmla="*/ 4202367 w 4530309"/>
                <a:gd name="connsiteY58" fmla="*/ 1643563 h 2450711"/>
                <a:gd name="connsiteX59" fmla="*/ 4269270 w 4530309"/>
                <a:gd name="connsiteY59" fmla="*/ 1615911 h 2450711"/>
                <a:gd name="connsiteX60" fmla="*/ 4288003 w 4530309"/>
                <a:gd name="connsiteY60" fmla="*/ 1652483 h 2450711"/>
                <a:gd name="connsiteX61" fmla="*/ 4275515 w 4530309"/>
                <a:gd name="connsiteY61" fmla="*/ 1695301 h 2450711"/>
                <a:gd name="connsiteX62" fmla="*/ 4377206 w 4530309"/>
                <a:gd name="connsiteY62" fmla="*/ 1823754 h 2450711"/>
                <a:gd name="connsiteX63" fmla="*/ 4422701 w 4530309"/>
                <a:gd name="connsiteY63" fmla="*/ 1838918 h 2450711"/>
                <a:gd name="connsiteX64" fmla="*/ 4397724 w 4530309"/>
                <a:gd name="connsiteY64" fmla="*/ 1867463 h 2450711"/>
                <a:gd name="connsiteX65" fmla="*/ 4354905 w 4530309"/>
                <a:gd name="connsiteY65" fmla="*/ 1871031 h 2450711"/>
                <a:gd name="connsiteX66" fmla="*/ 4314765 w 4530309"/>
                <a:gd name="connsiteY66" fmla="*/ 1898684 h 2450711"/>
                <a:gd name="connsiteX67" fmla="*/ 4269270 w 4530309"/>
                <a:gd name="connsiteY67" fmla="*/ 1904928 h 2450711"/>
                <a:gd name="connsiteX68" fmla="*/ 4255890 w 4530309"/>
                <a:gd name="connsiteY68" fmla="*/ 1880843 h 2450711"/>
                <a:gd name="connsiteX69" fmla="*/ 4216641 w 4530309"/>
                <a:gd name="connsiteY69" fmla="*/ 1821970 h 2450711"/>
                <a:gd name="connsiteX70" fmla="*/ 4155090 w 4530309"/>
                <a:gd name="connsiteY70" fmla="*/ 1834458 h 2450711"/>
                <a:gd name="connsiteX71" fmla="*/ 4142602 w 4530309"/>
                <a:gd name="connsiteY71" fmla="*/ 1894225 h 2450711"/>
                <a:gd name="connsiteX72" fmla="*/ 4060535 w 4530309"/>
                <a:gd name="connsiteY72" fmla="*/ 1917417 h 2450711"/>
                <a:gd name="connsiteX73" fmla="*/ 4055182 w 4530309"/>
                <a:gd name="connsiteY73" fmla="*/ 1943286 h 2450711"/>
                <a:gd name="connsiteX74" fmla="*/ 4014149 w 4530309"/>
                <a:gd name="connsiteY74" fmla="*/ 1970047 h 2450711"/>
                <a:gd name="connsiteX75" fmla="*/ 3964195 w 4530309"/>
                <a:gd name="connsiteY75" fmla="*/ 1954882 h 2450711"/>
                <a:gd name="connsiteX76" fmla="*/ 3909781 w 4530309"/>
                <a:gd name="connsiteY76" fmla="*/ 2014648 h 2450711"/>
                <a:gd name="connsiteX77" fmla="*/ 3727807 w 4530309"/>
                <a:gd name="connsiteY77" fmla="*/ 2078875 h 2450711"/>
                <a:gd name="connsiteX78" fmla="*/ 3679637 w 4530309"/>
                <a:gd name="connsiteY78" fmla="*/ 2069955 h 2450711"/>
                <a:gd name="connsiteX79" fmla="*/ 3652876 w 4530309"/>
                <a:gd name="connsiteY79" fmla="*/ 2117232 h 2450711"/>
                <a:gd name="connsiteX80" fmla="*/ 3566349 w 4530309"/>
                <a:gd name="connsiteY80" fmla="*/ 2260849 h 2450711"/>
                <a:gd name="connsiteX81" fmla="*/ 3412919 w 4530309"/>
                <a:gd name="connsiteY81" fmla="*/ 2239440 h 2450711"/>
                <a:gd name="connsiteX82" fmla="*/ 3368317 w 4530309"/>
                <a:gd name="connsiteY82" fmla="*/ 2198408 h 2450711"/>
                <a:gd name="connsiteX83" fmla="*/ 3332636 w 4530309"/>
                <a:gd name="connsiteY83" fmla="*/ 2235873 h 2450711"/>
                <a:gd name="connsiteX84" fmla="*/ 3189019 w 4530309"/>
                <a:gd name="connsiteY84" fmla="*/ 2250145 h 2450711"/>
                <a:gd name="connsiteX85" fmla="*/ 3165825 w 4530309"/>
                <a:gd name="connsiteY85" fmla="*/ 2228736 h 2450711"/>
                <a:gd name="connsiteX86" fmla="*/ 3117655 w 4530309"/>
                <a:gd name="connsiteY86" fmla="*/ 2274230 h 2450711"/>
                <a:gd name="connsiteX87" fmla="*/ 3131037 w 4530309"/>
                <a:gd name="connsiteY87" fmla="*/ 2350944 h 2450711"/>
                <a:gd name="connsiteX88" fmla="*/ 3075730 w 4530309"/>
                <a:gd name="connsiteY88" fmla="*/ 2436580 h 2450711"/>
                <a:gd name="connsiteX89" fmla="*/ 2971362 w 4530309"/>
                <a:gd name="connsiteY89" fmla="*/ 2445500 h 2450711"/>
                <a:gd name="connsiteX90" fmla="*/ 2890187 w 4530309"/>
                <a:gd name="connsiteY90" fmla="*/ 2368786 h 2450711"/>
                <a:gd name="connsiteX91" fmla="*/ 2886619 w 4530309"/>
                <a:gd name="connsiteY91" fmla="*/ 2328644 h 2450711"/>
                <a:gd name="connsiteX92" fmla="*/ 2833989 w 4530309"/>
                <a:gd name="connsiteY92" fmla="*/ 2307235 h 2450711"/>
                <a:gd name="connsiteX93" fmla="*/ 2627037 w 4530309"/>
                <a:gd name="connsiteY93" fmla="*/ 2279582 h 2450711"/>
                <a:gd name="connsiteX94" fmla="*/ 2585112 w 4530309"/>
                <a:gd name="connsiteY94" fmla="*/ 2239440 h 2450711"/>
                <a:gd name="connsiteX95" fmla="*/ 2537834 w 4530309"/>
                <a:gd name="connsiteY95" fmla="*/ 2225168 h 2450711"/>
                <a:gd name="connsiteX96" fmla="*/ 2450527 w 4530309"/>
                <a:gd name="connsiteY96" fmla="*/ 2133219 h 2450711"/>
                <a:gd name="connsiteX97" fmla="*/ 2449395 w 4530309"/>
                <a:gd name="connsiteY97" fmla="*/ 2127752 h 2450711"/>
                <a:gd name="connsiteX98" fmla="*/ 2430456 w 4530309"/>
                <a:gd name="connsiteY98" fmla="*/ 2100396 h 2450711"/>
                <a:gd name="connsiteX99" fmla="*/ 2398677 w 4530309"/>
                <a:gd name="connsiteY99" fmla="*/ 2047654 h 2450711"/>
                <a:gd name="connsiteX100" fmla="*/ 2361212 w 4530309"/>
                <a:gd name="connsiteY100" fmla="*/ 2011081 h 2450711"/>
                <a:gd name="connsiteX101" fmla="*/ 2318394 w 4530309"/>
                <a:gd name="connsiteY101" fmla="*/ 2029814 h 2450711"/>
                <a:gd name="connsiteX102" fmla="*/ 2321071 w 4530309"/>
                <a:gd name="connsiteY102" fmla="*/ 2062819 h 2450711"/>
                <a:gd name="connsiteX103" fmla="*/ 2281821 w 4530309"/>
                <a:gd name="connsiteY103" fmla="*/ 2075307 h 2450711"/>
                <a:gd name="connsiteX104" fmla="*/ 2222947 w 4530309"/>
                <a:gd name="connsiteY104" fmla="*/ 2018218 h 2450711"/>
                <a:gd name="connsiteX105" fmla="*/ 2219379 w 4530309"/>
                <a:gd name="connsiteY105" fmla="*/ 1968264 h 2450711"/>
                <a:gd name="connsiteX106" fmla="*/ 2182805 w 4530309"/>
                <a:gd name="connsiteY106" fmla="*/ 1984320 h 2450711"/>
                <a:gd name="connsiteX107" fmla="*/ 2159613 w 4530309"/>
                <a:gd name="connsiteY107" fmla="*/ 2022677 h 2450711"/>
                <a:gd name="connsiteX108" fmla="*/ 2085573 w 4530309"/>
                <a:gd name="connsiteY108" fmla="*/ 1993240 h 2450711"/>
                <a:gd name="connsiteX109" fmla="*/ 1955337 w 4530309"/>
                <a:gd name="connsiteY109" fmla="*/ 1814834 h 2450711"/>
                <a:gd name="connsiteX110" fmla="*/ 1910736 w 4530309"/>
                <a:gd name="connsiteY110" fmla="*/ 1791641 h 2450711"/>
                <a:gd name="connsiteX111" fmla="*/ 1887542 w 4530309"/>
                <a:gd name="connsiteY111" fmla="*/ 1747932 h 2450711"/>
                <a:gd name="connsiteX112" fmla="*/ 1863457 w 4530309"/>
                <a:gd name="connsiteY112" fmla="*/ 1554360 h 2450711"/>
                <a:gd name="connsiteX113" fmla="*/ 1889327 w 4530309"/>
                <a:gd name="connsiteY113" fmla="*/ 1516003 h 2450711"/>
                <a:gd name="connsiteX114" fmla="*/ 1908952 w 4530309"/>
                <a:gd name="connsiteY114" fmla="*/ 1527600 h 2450711"/>
                <a:gd name="connsiteX115" fmla="*/ 1995479 w 4530309"/>
                <a:gd name="connsiteY115" fmla="*/ 1611451 h 2450711"/>
                <a:gd name="connsiteX116" fmla="*/ 2004399 w 4530309"/>
                <a:gd name="connsiteY116" fmla="*/ 1551685 h 2450711"/>
                <a:gd name="connsiteX117" fmla="*/ 2054353 w 4530309"/>
                <a:gd name="connsiteY117" fmla="*/ 1527600 h 2450711"/>
                <a:gd name="connsiteX118" fmla="*/ 2108767 w 4530309"/>
                <a:gd name="connsiteY118" fmla="*/ 1546332 h 2450711"/>
                <a:gd name="connsiteX119" fmla="*/ 2131959 w 4530309"/>
                <a:gd name="connsiteY119" fmla="*/ 1518679 h 2450711"/>
                <a:gd name="connsiteX120" fmla="*/ 2170317 w 4530309"/>
                <a:gd name="connsiteY120" fmla="*/ 1506191 h 2450711"/>
                <a:gd name="connsiteX121" fmla="*/ 2181913 w 4530309"/>
                <a:gd name="connsiteY121" fmla="*/ 1478538 h 2450711"/>
                <a:gd name="connsiteX122" fmla="*/ 2124824 w 4530309"/>
                <a:gd name="connsiteY122" fmla="*/ 1342057 h 2450711"/>
                <a:gd name="connsiteX123" fmla="*/ 2069517 w 4530309"/>
                <a:gd name="connsiteY123" fmla="*/ 1296563 h 2450711"/>
                <a:gd name="connsiteX124" fmla="*/ 2055133 w 4530309"/>
                <a:gd name="connsiteY124" fmla="*/ 1252630 h 2450711"/>
                <a:gd name="connsiteX125" fmla="*/ 2046203 w 4530309"/>
                <a:gd name="connsiteY125" fmla="*/ 1219970 h 2450711"/>
                <a:gd name="connsiteX126" fmla="*/ 2040972 w 4530309"/>
                <a:gd name="connsiteY126" fmla="*/ 1216280 h 2450711"/>
                <a:gd name="connsiteX127" fmla="*/ 2033168 w 4530309"/>
                <a:gd name="connsiteY127" fmla="*/ 1197464 h 2450711"/>
                <a:gd name="connsiteX128" fmla="*/ 2008079 w 4530309"/>
                <a:gd name="connsiteY128" fmla="*/ 1171567 h 2450711"/>
                <a:gd name="connsiteX129" fmla="*/ 1975653 w 4530309"/>
                <a:gd name="connsiteY129" fmla="*/ 1152888 h 2450711"/>
                <a:gd name="connsiteX130" fmla="*/ 1968160 w 4530309"/>
                <a:gd name="connsiteY130" fmla="*/ 1151162 h 2450711"/>
                <a:gd name="connsiteX131" fmla="*/ 1906275 w 4530309"/>
                <a:gd name="connsiteY131" fmla="*/ 1130645 h 2450711"/>
                <a:gd name="connsiteX132" fmla="*/ 1886651 w 4530309"/>
                <a:gd name="connsiteY132" fmla="*/ 1032522 h 2450711"/>
                <a:gd name="connsiteX133" fmla="*/ 1834020 w 4530309"/>
                <a:gd name="connsiteY133" fmla="*/ 957591 h 2450711"/>
                <a:gd name="connsiteX134" fmla="*/ 1768903 w 4530309"/>
                <a:gd name="connsiteY134" fmla="*/ 1001301 h 2450711"/>
                <a:gd name="connsiteX135" fmla="*/ 1739465 w 4530309"/>
                <a:gd name="connsiteY135" fmla="*/ 1011113 h 2450711"/>
                <a:gd name="connsiteX136" fmla="*/ 1710920 w 4530309"/>
                <a:gd name="connsiteY136" fmla="*/ 1081583 h 2450711"/>
                <a:gd name="connsiteX137" fmla="*/ 1619933 w 4530309"/>
                <a:gd name="connsiteY137" fmla="*/ 1188627 h 2450711"/>
                <a:gd name="connsiteX138" fmla="*/ 1562843 w 4530309"/>
                <a:gd name="connsiteY138" fmla="*/ 1193088 h 2450711"/>
                <a:gd name="connsiteX139" fmla="*/ 1544110 w 4530309"/>
                <a:gd name="connsiteY139" fmla="*/ 1235905 h 2450711"/>
                <a:gd name="connsiteX140" fmla="*/ 1477207 w 4530309"/>
                <a:gd name="connsiteY140" fmla="*/ 1218957 h 2450711"/>
                <a:gd name="connsiteX141" fmla="*/ 1264903 w 4530309"/>
                <a:gd name="connsiteY141" fmla="*/ 929938 h 2450711"/>
                <a:gd name="connsiteX142" fmla="*/ 1234574 w 4530309"/>
                <a:gd name="connsiteY142" fmla="*/ 886228 h 2450711"/>
                <a:gd name="connsiteX143" fmla="*/ 1205137 w 4530309"/>
                <a:gd name="connsiteY143" fmla="*/ 865711 h 2450711"/>
                <a:gd name="connsiteX144" fmla="*/ 1164995 w 4530309"/>
                <a:gd name="connsiteY144" fmla="*/ 811298 h 2450711"/>
                <a:gd name="connsiteX145" fmla="*/ 1051708 w 4530309"/>
                <a:gd name="connsiteY145" fmla="*/ 554393 h 2450711"/>
                <a:gd name="connsiteX146" fmla="*/ 1078468 w 4530309"/>
                <a:gd name="connsiteY146" fmla="*/ 329600 h 2450711"/>
                <a:gd name="connsiteX147" fmla="*/ 1106122 w 4530309"/>
                <a:gd name="connsiteY147" fmla="*/ 239505 h 2450711"/>
                <a:gd name="connsiteX148" fmla="*/ 1067764 w 4530309"/>
                <a:gd name="connsiteY148" fmla="*/ 210960 h 2450711"/>
                <a:gd name="connsiteX149" fmla="*/ 1029407 w 4530309"/>
                <a:gd name="connsiteY149" fmla="*/ 198471 h 2450711"/>
                <a:gd name="connsiteX150" fmla="*/ 1036543 w 4530309"/>
                <a:gd name="connsiteY150" fmla="*/ 165467 h 2450711"/>
                <a:gd name="connsiteX151" fmla="*/ 1354107 w 4530309"/>
                <a:gd name="connsiteY151" fmla="*/ 159222 h 2450711"/>
                <a:gd name="connsiteX152" fmla="*/ 2152476 w 4530309"/>
                <a:gd name="connsiteY152" fmla="*/ 151194 h 2450711"/>
                <a:gd name="connsiteX153" fmla="*/ 2503937 w 4530309"/>
                <a:gd name="connsiteY153" fmla="*/ 109269 h 2450711"/>
                <a:gd name="connsiteX154" fmla="*/ 2897324 w 4530309"/>
                <a:gd name="connsiteY154" fmla="*/ 57531 h 2450711"/>
                <a:gd name="connsiteX155" fmla="*/ 3210428 w 4530309"/>
                <a:gd name="connsiteY155" fmla="*/ 38798 h 2450711"/>
                <a:gd name="connsiteX156" fmla="*/ 3526208 w 4530309"/>
                <a:gd name="connsiteY156" fmla="*/ 76263 h 2450711"/>
                <a:gd name="connsiteX157" fmla="*/ 3810766 w 4530309"/>
                <a:gd name="connsiteY157" fmla="*/ 20065 h 2450711"/>
                <a:gd name="connsiteX158" fmla="*/ 3954787 w 4530309"/>
                <a:gd name="connsiteY158" fmla="*/ 1626 h 2450711"/>
                <a:gd name="connsiteX159" fmla="*/ 4063677 w 4530309"/>
                <a:gd name="connsiteY159" fmla="*/ 1255 h 245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4530309" h="2450711">
                  <a:moveTo>
                    <a:pt x="3853" y="90781"/>
                  </a:moveTo>
                  <a:lnTo>
                    <a:pt x="36100" y="137620"/>
                  </a:lnTo>
                  <a:cubicBezTo>
                    <a:pt x="79503" y="184535"/>
                    <a:pt x="142726" y="213638"/>
                    <a:pt x="206952" y="213638"/>
                  </a:cubicBezTo>
                  <a:cubicBezTo>
                    <a:pt x="266718" y="213638"/>
                    <a:pt x="323808" y="189553"/>
                    <a:pt x="381791" y="175280"/>
                  </a:cubicBezTo>
                  <a:cubicBezTo>
                    <a:pt x="439773" y="161008"/>
                    <a:pt x="506675" y="160115"/>
                    <a:pt x="553953" y="197581"/>
                  </a:cubicBezTo>
                  <a:cubicBezTo>
                    <a:pt x="586958" y="224341"/>
                    <a:pt x="603907" y="265375"/>
                    <a:pt x="619071" y="305517"/>
                  </a:cubicBezTo>
                  <a:cubicBezTo>
                    <a:pt x="645833" y="374203"/>
                    <a:pt x="671702" y="441998"/>
                    <a:pt x="698462" y="510684"/>
                  </a:cubicBezTo>
                  <a:cubicBezTo>
                    <a:pt x="740387" y="618620"/>
                    <a:pt x="801938" y="703363"/>
                    <a:pt x="854568" y="805947"/>
                  </a:cubicBezTo>
                  <a:cubicBezTo>
                    <a:pt x="874192" y="844304"/>
                    <a:pt x="894709" y="885337"/>
                    <a:pt x="889357" y="928155"/>
                  </a:cubicBezTo>
                  <a:cubicBezTo>
                    <a:pt x="884897" y="961160"/>
                    <a:pt x="868840" y="1001301"/>
                    <a:pt x="895601" y="1020926"/>
                  </a:cubicBezTo>
                  <a:cubicBezTo>
                    <a:pt x="904521" y="1028063"/>
                    <a:pt x="917010" y="1028954"/>
                    <a:pt x="927715" y="1033415"/>
                  </a:cubicBezTo>
                  <a:cubicBezTo>
                    <a:pt x="974101" y="1052148"/>
                    <a:pt x="978560" y="1114590"/>
                    <a:pt x="975885" y="1163651"/>
                  </a:cubicBezTo>
                  <a:cubicBezTo>
                    <a:pt x="972316" y="1229662"/>
                    <a:pt x="967856" y="1295672"/>
                    <a:pt x="964287" y="1360791"/>
                  </a:cubicBezTo>
                  <a:cubicBezTo>
                    <a:pt x="962503" y="1389336"/>
                    <a:pt x="970532" y="1428585"/>
                    <a:pt x="999077" y="1428585"/>
                  </a:cubicBezTo>
                  <a:cubicBezTo>
                    <a:pt x="1019594" y="1428585"/>
                    <a:pt x="1032083" y="1406284"/>
                    <a:pt x="1035651" y="1386660"/>
                  </a:cubicBezTo>
                  <a:cubicBezTo>
                    <a:pt x="1038327" y="1367035"/>
                    <a:pt x="1035651" y="1345626"/>
                    <a:pt x="1046355" y="1327785"/>
                  </a:cubicBezTo>
                  <a:cubicBezTo>
                    <a:pt x="1056167" y="1309945"/>
                    <a:pt x="1084712" y="1301025"/>
                    <a:pt x="1095417" y="1317973"/>
                  </a:cubicBezTo>
                  <a:cubicBezTo>
                    <a:pt x="1123962" y="1292104"/>
                    <a:pt x="1086496" y="1235906"/>
                    <a:pt x="1115041" y="1210037"/>
                  </a:cubicBezTo>
                  <a:cubicBezTo>
                    <a:pt x="1131098" y="1195764"/>
                    <a:pt x="1156967" y="1203793"/>
                    <a:pt x="1172132" y="1218065"/>
                  </a:cubicBezTo>
                  <a:cubicBezTo>
                    <a:pt x="1187296" y="1233230"/>
                    <a:pt x="1195324" y="1253747"/>
                    <a:pt x="1208705" y="1269803"/>
                  </a:cubicBezTo>
                  <a:cubicBezTo>
                    <a:pt x="1246171" y="1317973"/>
                    <a:pt x="1316641" y="1333138"/>
                    <a:pt x="1348754" y="1385767"/>
                  </a:cubicBezTo>
                  <a:cubicBezTo>
                    <a:pt x="1366595" y="1414312"/>
                    <a:pt x="1369271" y="1451778"/>
                    <a:pt x="1390679" y="1478539"/>
                  </a:cubicBezTo>
                  <a:cubicBezTo>
                    <a:pt x="1402276" y="1492812"/>
                    <a:pt x="1418333" y="1503516"/>
                    <a:pt x="1433497" y="1515113"/>
                  </a:cubicBezTo>
                  <a:cubicBezTo>
                    <a:pt x="1486128" y="1557038"/>
                    <a:pt x="1520917" y="1621264"/>
                    <a:pt x="1527161" y="1688166"/>
                  </a:cubicBezTo>
                  <a:cubicBezTo>
                    <a:pt x="1528945" y="1706899"/>
                    <a:pt x="1527161" y="1728308"/>
                    <a:pt x="1514673" y="1742580"/>
                  </a:cubicBezTo>
                  <a:cubicBezTo>
                    <a:pt x="1506645" y="1751501"/>
                    <a:pt x="1495047" y="1755960"/>
                    <a:pt x="1487019" y="1763989"/>
                  </a:cubicBezTo>
                  <a:cubicBezTo>
                    <a:pt x="1459366" y="1789858"/>
                    <a:pt x="1470071" y="1835352"/>
                    <a:pt x="1476315" y="1872817"/>
                  </a:cubicBezTo>
                  <a:cubicBezTo>
                    <a:pt x="1482560" y="1910282"/>
                    <a:pt x="1470963" y="1962021"/>
                    <a:pt x="1432605" y="1963805"/>
                  </a:cubicBezTo>
                  <a:cubicBezTo>
                    <a:pt x="1417441" y="1963805"/>
                    <a:pt x="1403168" y="1955776"/>
                    <a:pt x="1388004" y="1956668"/>
                  </a:cubicBezTo>
                  <a:cubicBezTo>
                    <a:pt x="1368379" y="1956668"/>
                    <a:pt x="1353214" y="1971833"/>
                    <a:pt x="1339834" y="1986105"/>
                  </a:cubicBezTo>
                  <a:cubicBezTo>
                    <a:pt x="1268471" y="2063712"/>
                    <a:pt x="1198001" y="2166295"/>
                    <a:pt x="1092740" y="2167188"/>
                  </a:cubicBezTo>
                  <a:cubicBezTo>
                    <a:pt x="1005322" y="2167188"/>
                    <a:pt x="936635" y="2096717"/>
                    <a:pt x="879545" y="2030706"/>
                  </a:cubicBezTo>
                  <a:cubicBezTo>
                    <a:pt x="584282" y="1686382"/>
                    <a:pt x="294371" y="1322433"/>
                    <a:pt x="152538" y="892474"/>
                  </a:cubicBezTo>
                  <a:cubicBezTo>
                    <a:pt x="93664" y="714959"/>
                    <a:pt x="61551" y="529417"/>
                    <a:pt x="41925" y="342982"/>
                  </a:cubicBezTo>
                  <a:cubicBezTo>
                    <a:pt x="34566" y="274742"/>
                    <a:pt x="39752" y="210013"/>
                    <a:pt x="24740" y="147293"/>
                  </a:cubicBezTo>
                  <a:close/>
                  <a:moveTo>
                    <a:pt x="0" y="85185"/>
                  </a:moveTo>
                  <a:lnTo>
                    <a:pt x="1784" y="85185"/>
                  </a:lnTo>
                  <a:lnTo>
                    <a:pt x="3853" y="90781"/>
                  </a:lnTo>
                  <a:close/>
                  <a:moveTo>
                    <a:pt x="4063677" y="1255"/>
                  </a:moveTo>
                  <a:cubicBezTo>
                    <a:pt x="4172460" y="6611"/>
                    <a:pt x="4280309" y="29097"/>
                    <a:pt x="4381668" y="68235"/>
                  </a:cubicBezTo>
                  <a:cubicBezTo>
                    <a:pt x="4419132" y="82953"/>
                    <a:pt x="4458605" y="88975"/>
                    <a:pt x="4496962" y="97114"/>
                  </a:cubicBezTo>
                  <a:lnTo>
                    <a:pt x="4530309" y="106086"/>
                  </a:lnTo>
                  <a:lnTo>
                    <a:pt x="4530309" y="912229"/>
                  </a:lnTo>
                  <a:lnTo>
                    <a:pt x="4525508" y="908306"/>
                  </a:lnTo>
                  <a:cubicBezTo>
                    <a:pt x="4492725" y="873740"/>
                    <a:pt x="4468640" y="830922"/>
                    <a:pt x="4457490" y="784537"/>
                  </a:cubicBezTo>
                  <a:lnTo>
                    <a:pt x="4383451" y="868388"/>
                  </a:lnTo>
                  <a:cubicBezTo>
                    <a:pt x="4368287" y="885336"/>
                    <a:pt x="4352231" y="904069"/>
                    <a:pt x="4352231" y="926370"/>
                  </a:cubicBezTo>
                  <a:cubicBezTo>
                    <a:pt x="4352231" y="970080"/>
                    <a:pt x="4407536" y="1000409"/>
                    <a:pt x="4401292" y="1043226"/>
                  </a:cubicBezTo>
                  <a:cubicBezTo>
                    <a:pt x="4397724" y="1066419"/>
                    <a:pt x="4376315" y="1083367"/>
                    <a:pt x="4365611" y="1104777"/>
                  </a:cubicBezTo>
                  <a:cubicBezTo>
                    <a:pt x="4347771" y="1141350"/>
                    <a:pt x="4351338" y="1202008"/>
                    <a:pt x="4311197" y="1203792"/>
                  </a:cubicBezTo>
                  <a:cubicBezTo>
                    <a:pt x="4275515" y="1204684"/>
                    <a:pt x="4255891" y="1141350"/>
                    <a:pt x="4226453" y="1161866"/>
                  </a:cubicBezTo>
                  <a:cubicBezTo>
                    <a:pt x="4247863" y="1218957"/>
                    <a:pt x="4268379" y="1287643"/>
                    <a:pt x="4233590" y="1337597"/>
                  </a:cubicBezTo>
                  <a:cubicBezTo>
                    <a:pt x="4217533" y="1360790"/>
                    <a:pt x="4189880" y="1377739"/>
                    <a:pt x="4182743" y="1405392"/>
                  </a:cubicBezTo>
                  <a:cubicBezTo>
                    <a:pt x="4176499" y="1428584"/>
                    <a:pt x="4178284" y="1465158"/>
                    <a:pt x="4154199" y="1466049"/>
                  </a:cubicBezTo>
                  <a:cubicBezTo>
                    <a:pt x="4139034" y="1466049"/>
                    <a:pt x="4130115" y="1450885"/>
                    <a:pt x="4121194" y="1438396"/>
                  </a:cubicBezTo>
                  <a:lnTo>
                    <a:pt x="4118066" y="1435609"/>
                  </a:lnTo>
                  <a:lnTo>
                    <a:pt x="4118517" y="1455345"/>
                  </a:lnTo>
                  <a:cubicBezTo>
                    <a:pt x="4119409" y="1505298"/>
                    <a:pt x="4131006" y="1554360"/>
                    <a:pt x="4150630" y="1599854"/>
                  </a:cubicBezTo>
                  <a:cubicBezTo>
                    <a:pt x="4160443" y="1622154"/>
                    <a:pt x="4178283" y="1647131"/>
                    <a:pt x="4202367" y="1643563"/>
                  </a:cubicBezTo>
                  <a:cubicBezTo>
                    <a:pt x="4227345" y="1639995"/>
                    <a:pt x="4245186" y="1608774"/>
                    <a:pt x="4269270" y="1615911"/>
                  </a:cubicBezTo>
                  <a:cubicBezTo>
                    <a:pt x="4283543" y="1620370"/>
                    <a:pt x="4289787" y="1637319"/>
                    <a:pt x="4288003" y="1652483"/>
                  </a:cubicBezTo>
                  <a:cubicBezTo>
                    <a:pt x="4286219" y="1667648"/>
                    <a:pt x="4279083" y="1681028"/>
                    <a:pt x="4275515" y="1695301"/>
                  </a:cubicBezTo>
                  <a:cubicBezTo>
                    <a:pt x="4259458" y="1755960"/>
                    <a:pt x="4313872" y="1825538"/>
                    <a:pt x="4377206" y="1823754"/>
                  </a:cubicBezTo>
                  <a:cubicBezTo>
                    <a:pt x="4395047" y="1823754"/>
                    <a:pt x="4418239" y="1821970"/>
                    <a:pt x="4422701" y="1838918"/>
                  </a:cubicBezTo>
                  <a:cubicBezTo>
                    <a:pt x="4427161" y="1853191"/>
                    <a:pt x="4411996" y="1865679"/>
                    <a:pt x="4397724" y="1867463"/>
                  </a:cubicBezTo>
                  <a:cubicBezTo>
                    <a:pt x="4383451" y="1870140"/>
                    <a:pt x="4368287" y="1867463"/>
                    <a:pt x="4354905" y="1871031"/>
                  </a:cubicBezTo>
                  <a:cubicBezTo>
                    <a:pt x="4338849" y="1875492"/>
                    <a:pt x="4327253" y="1888872"/>
                    <a:pt x="4314765" y="1898684"/>
                  </a:cubicBezTo>
                  <a:cubicBezTo>
                    <a:pt x="4301384" y="1908496"/>
                    <a:pt x="4282651" y="1914741"/>
                    <a:pt x="4269270" y="1904928"/>
                  </a:cubicBezTo>
                  <a:cubicBezTo>
                    <a:pt x="4262133" y="1899577"/>
                    <a:pt x="4258567" y="1889764"/>
                    <a:pt x="4255890" y="1880843"/>
                  </a:cubicBezTo>
                  <a:cubicBezTo>
                    <a:pt x="4247861" y="1858542"/>
                    <a:pt x="4237157" y="1834458"/>
                    <a:pt x="4216641" y="1821970"/>
                  </a:cubicBezTo>
                  <a:cubicBezTo>
                    <a:pt x="4196123" y="1809481"/>
                    <a:pt x="4164011" y="1812158"/>
                    <a:pt x="4155090" y="1834458"/>
                  </a:cubicBezTo>
                  <a:cubicBezTo>
                    <a:pt x="4147062" y="1853191"/>
                    <a:pt x="4156874" y="1879060"/>
                    <a:pt x="4142602" y="1894225"/>
                  </a:cubicBezTo>
                  <a:cubicBezTo>
                    <a:pt x="4122085" y="1915633"/>
                    <a:pt x="4074807" y="1890656"/>
                    <a:pt x="4060535" y="1917417"/>
                  </a:cubicBezTo>
                  <a:cubicBezTo>
                    <a:pt x="4056075" y="1925445"/>
                    <a:pt x="4057859" y="1935258"/>
                    <a:pt x="4055182" y="1943286"/>
                  </a:cubicBezTo>
                  <a:cubicBezTo>
                    <a:pt x="4049831" y="1960235"/>
                    <a:pt x="4031098" y="1970047"/>
                    <a:pt x="4014149" y="1970047"/>
                  </a:cubicBezTo>
                  <a:cubicBezTo>
                    <a:pt x="3996308" y="1970047"/>
                    <a:pt x="3980252" y="1962019"/>
                    <a:pt x="3964195" y="1954882"/>
                  </a:cubicBezTo>
                  <a:cubicBezTo>
                    <a:pt x="3935651" y="1961127"/>
                    <a:pt x="3924053" y="1989672"/>
                    <a:pt x="3909781" y="2014648"/>
                  </a:cubicBezTo>
                  <a:cubicBezTo>
                    <a:pt x="3874992" y="2075307"/>
                    <a:pt x="3792925" y="2104743"/>
                    <a:pt x="3727807" y="2078875"/>
                  </a:cubicBezTo>
                  <a:cubicBezTo>
                    <a:pt x="3712642" y="2072631"/>
                    <a:pt x="3695693" y="2063710"/>
                    <a:pt x="3679637" y="2069955"/>
                  </a:cubicBezTo>
                  <a:cubicBezTo>
                    <a:pt x="3661796" y="2077091"/>
                    <a:pt x="3657336" y="2099391"/>
                    <a:pt x="3652876" y="2117232"/>
                  </a:cubicBezTo>
                  <a:cubicBezTo>
                    <a:pt x="3641279" y="2173430"/>
                    <a:pt x="3615411" y="2229628"/>
                    <a:pt x="3566349" y="2260849"/>
                  </a:cubicBezTo>
                  <a:cubicBezTo>
                    <a:pt x="3518179" y="2292071"/>
                    <a:pt x="3445032" y="2286718"/>
                    <a:pt x="3412919" y="2239440"/>
                  </a:cubicBezTo>
                  <a:cubicBezTo>
                    <a:pt x="3401323" y="2221600"/>
                    <a:pt x="3389725" y="2196623"/>
                    <a:pt x="3368317" y="2198408"/>
                  </a:cubicBezTo>
                  <a:cubicBezTo>
                    <a:pt x="3350476" y="2200191"/>
                    <a:pt x="3342448" y="2220708"/>
                    <a:pt x="3332636" y="2235873"/>
                  </a:cubicBezTo>
                  <a:cubicBezTo>
                    <a:pt x="3303199" y="2283150"/>
                    <a:pt x="3226484" y="2291178"/>
                    <a:pt x="3189019" y="2250145"/>
                  </a:cubicBezTo>
                  <a:cubicBezTo>
                    <a:pt x="3181882" y="2242117"/>
                    <a:pt x="3175638" y="2232305"/>
                    <a:pt x="3165825" y="2228736"/>
                  </a:cubicBezTo>
                  <a:cubicBezTo>
                    <a:pt x="3141740" y="2218923"/>
                    <a:pt x="3117655" y="2248361"/>
                    <a:pt x="3117655" y="2274230"/>
                  </a:cubicBezTo>
                  <a:cubicBezTo>
                    <a:pt x="3117655" y="2300099"/>
                    <a:pt x="3130144" y="2325075"/>
                    <a:pt x="3131037" y="2350944"/>
                  </a:cubicBezTo>
                  <a:cubicBezTo>
                    <a:pt x="3131037" y="2386626"/>
                    <a:pt x="3107843" y="2419631"/>
                    <a:pt x="3075730" y="2436580"/>
                  </a:cubicBezTo>
                  <a:cubicBezTo>
                    <a:pt x="3043617" y="2453528"/>
                    <a:pt x="3006152" y="2453528"/>
                    <a:pt x="2971362" y="2445500"/>
                  </a:cubicBezTo>
                  <a:cubicBezTo>
                    <a:pt x="2933005" y="2435688"/>
                    <a:pt x="2892863" y="2408035"/>
                    <a:pt x="2890187" y="2368786"/>
                  </a:cubicBezTo>
                  <a:cubicBezTo>
                    <a:pt x="2890187" y="2355404"/>
                    <a:pt x="2892863" y="2341132"/>
                    <a:pt x="2886619" y="2328644"/>
                  </a:cubicBezTo>
                  <a:cubicBezTo>
                    <a:pt x="2877699" y="2310803"/>
                    <a:pt x="2853614" y="2306343"/>
                    <a:pt x="2833989" y="2307235"/>
                  </a:cubicBezTo>
                  <a:cubicBezTo>
                    <a:pt x="2762627" y="2308127"/>
                    <a:pt x="2679667" y="2328644"/>
                    <a:pt x="2627037" y="2279582"/>
                  </a:cubicBezTo>
                  <a:cubicBezTo>
                    <a:pt x="2612765" y="2266202"/>
                    <a:pt x="2602061" y="2249253"/>
                    <a:pt x="2585112" y="2239440"/>
                  </a:cubicBezTo>
                  <a:cubicBezTo>
                    <a:pt x="2570839" y="2231412"/>
                    <a:pt x="2552999" y="2229628"/>
                    <a:pt x="2537834" y="2225168"/>
                  </a:cubicBezTo>
                  <a:cubicBezTo>
                    <a:pt x="2495685" y="2212457"/>
                    <a:pt x="2465077" y="2175660"/>
                    <a:pt x="2450527" y="2133219"/>
                  </a:cubicBezTo>
                  <a:lnTo>
                    <a:pt x="2449395" y="2127752"/>
                  </a:lnTo>
                  <a:lnTo>
                    <a:pt x="2430456" y="2100396"/>
                  </a:lnTo>
                  <a:cubicBezTo>
                    <a:pt x="2419863" y="2082890"/>
                    <a:pt x="2409828" y="2065049"/>
                    <a:pt x="2398677" y="2047654"/>
                  </a:cubicBezTo>
                  <a:cubicBezTo>
                    <a:pt x="2388865" y="2032490"/>
                    <a:pt x="2378161" y="2017325"/>
                    <a:pt x="2361212" y="2011081"/>
                  </a:cubicBezTo>
                  <a:cubicBezTo>
                    <a:pt x="2345156" y="2004837"/>
                    <a:pt x="2321963" y="2011973"/>
                    <a:pt x="2318394" y="2029814"/>
                  </a:cubicBezTo>
                  <a:cubicBezTo>
                    <a:pt x="2316610" y="2040518"/>
                    <a:pt x="2321071" y="2052115"/>
                    <a:pt x="2321071" y="2062819"/>
                  </a:cubicBezTo>
                  <a:cubicBezTo>
                    <a:pt x="2320178" y="2073523"/>
                    <a:pt x="2288958" y="2084228"/>
                    <a:pt x="2281821" y="2075307"/>
                  </a:cubicBezTo>
                  <a:cubicBezTo>
                    <a:pt x="2250600" y="2079768"/>
                    <a:pt x="2219379" y="2049438"/>
                    <a:pt x="2222947" y="2018218"/>
                  </a:cubicBezTo>
                  <a:cubicBezTo>
                    <a:pt x="2224731" y="2000377"/>
                    <a:pt x="2233651" y="1978076"/>
                    <a:pt x="2219379" y="1968264"/>
                  </a:cubicBezTo>
                  <a:cubicBezTo>
                    <a:pt x="2207783" y="1960236"/>
                    <a:pt x="2189941" y="1970939"/>
                    <a:pt x="2182805" y="1984320"/>
                  </a:cubicBezTo>
                  <a:cubicBezTo>
                    <a:pt x="2175669" y="1997701"/>
                    <a:pt x="2172101" y="2013757"/>
                    <a:pt x="2159613" y="2022677"/>
                  </a:cubicBezTo>
                  <a:cubicBezTo>
                    <a:pt x="2135527" y="2040518"/>
                    <a:pt x="2102523" y="2017325"/>
                    <a:pt x="2085573" y="1993240"/>
                  </a:cubicBezTo>
                  <a:cubicBezTo>
                    <a:pt x="2042756" y="1931690"/>
                    <a:pt x="2022239" y="1847839"/>
                    <a:pt x="1955337" y="1814834"/>
                  </a:cubicBezTo>
                  <a:cubicBezTo>
                    <a:pt x="1940172" y="1807698"/>
                    <a:pt x="1923224" y="1803238"/>
                    <a:pt x="1910736" y="1791641"/>
                  </a:cubicBezTo>
                  <a:cubicBezTo>
                    <a:pt x="1898247" y="1780937"/>
                    <a:pt x="1892895" y="1763988"/>
                    <a:pt x="1887542" y="1747932"/>
                  </a:cubicBezTo>
                  <a:cubicBezTo>
                    <a:pt x="1868810" y="1685490"/>
                    <a:pt x="1859889" y="1619479"/>
                    <a:pt x="1863457" y="1554360"/>
                  </a:cubicBezTo>
                  <a:cubicBezTo>
                    <a:pt x="1864350" y="1537412"/>
                    <a:pt x="1872378" y="1515111"/>
                    <a:pt x="1889327" y="1516003"/>
                  </a:cubicBezTo>
                  <a:cubicBezTo>
                    <a:pt x="1897355" y="1516895"/>
                    <a:pt x="1903599" y="1522247"/>
                    <a:pt x="1908952" y="1527600"/>
                  </a:cubicBezTo>
                  <a:cubicBezTo>
                    <a:pt x="1938389" y="1556144"/>
                    <a:pt x="1966934" y="1583798"/>
                    <a:pt x="1995479" y="1611451"/>
                  </a:cubicBezTo>
                  <a:cubicBezTo>
                    <a:pt x="1995479" y="1590934"/>
                    <a:pt x="1995479" y="1569525"/>
                    <a:pt x="2004399" y="1551685"/>
                  </a:cubicBezTo>
                  <a:cubicBezTo>
                    <a:pt x="2013319" y="1533844"/>
                    <a:pt x="2035620" y="1520463"/>
                    <a:pt x="2054353" y="1527600"/>
                  </a:cubicBezTo>
                  <a:cubicBezTo>
                    <a:pt x="2073977" y="1534736"/>
                    <a:pt x="2093602" y="1560605"/>
                    <a:pt x="2108767" y="1546332"/>
                  </a:cubicBezTo>
                  <a:cubicBezTo>
                    <a:pt x="2104306" y="1532952"/>
                    <a:pt x="2118579" y="1521356"/>
                    <a:pt x="2131959" y="1518679"/>
                  </a:cubicBezTo>
                  <a:cubicBezTo>
                    <a:pt x="2145341" y="1515111"/>
                    <a:pt x="2160504" y="1515111"/>
                    <a:pt x="2170317" y="1506191"/>
                  </a:cubicBezTo>
                  <a:cubicBezTo>
                    <a:pt x="2178345" y="1499055"/>
                    <a:pt x="2181021" y="1488350"/>
                    <a:pt x="2181913" y="1478538"/>
                  </a:cubicBezTo>
                  <a:cubicBezTo>
                    <a:pt x="2188157" y="1426800"/>
                    <a:pt x="2165857" y="1373278"/>
                    <a:pt x="2124824" y="1342057"/>
                  </a:cubicBezTo>
                  <a:cubicBezTo>
                    <a:pt x="2106090" y="1327784"/>
                    <a:pt x="2082898" y="1317080"/>
                    <a:pt x="2069517" y="1296563"/>
                  </a:cubicBezTo>
                  <a:cubicBezTo>
                    <a:pt x="2061043" y="1283629"/>
                    <a:pt x="2057921" y="1268241"/>
                    <a:pt x="2055133" y="1252630"/>
                  </a:cubicBezTo>
                  <a:lnTo>
                    <a:pt x="2046203" y="1219970"/>
                  </a:lnTo>
                  <a:lnTo>
                    <a:pt x="2040972" y="1216280"/>
                  </a:lnTo>
                  <a:lnTo>
                    <a:pt x="2033168" y="1197464"/>
                  </a:lnTo>
                  <a:lnTo>
                    <a:pt x="2008079" y="1171567"/>
                  </a:lnTo>
                  <a:lnTo>
                    <a:pt x="1975653" y="1152888"/>
                  </a:lnTo>
                  <a:lnTo>
                    <a:pt x="1968160" y="1151162"/>
                  </a:lnTo>
                  <a:cubicBezTo>
                    <a:pt x="1945748" y="1147817"/>
                    <a:pt x="1922332" y="1145364"/>
                    <a:pt x="1906275" y="1130645"/>
                  </a:cubicBezTo>
                  <a:cubicBezTo>
                    <a:pt x="1880406" y="1107452"/>
                    <a:pt x="1886651" y="1067311"/>
                    <a:pt x="1886651" y="1032522"/>
                  </a:cubicBezTo>
                  <a:cubicBezTo>
                    <a:pt x="1887542" y="997732"/>
                    <a:pt x="1868810" y="953131"/>
                    <a:pt x="1834020" y="957591"/>
                  </a:cubicBezTo>
                  <a:cubicBezTo>
                    <a:pt x="1807259" y="960267"/>
                    <a:pt x="1792987" y="990596"/>
                    <a:pt x="1768903" y="1001301"/>
                  </a:cubicBezTo>
                  <a:cubicBezTo>
                    <a:pt x="1759089" y="1005760"/>
                    <a:pt x="1748386" y="1006653"/>
                    <a:pt x="1739465" y="1011113"/>
                  </a:cubicBezTo>
                  <a:cubicBezTo>
                    <a:pt x="1716272" y="1023601"/>
                    <a:pt x="1714488" y="1054823"/>
                    <a:pt x="1710920" y="1081583"/>
                  </a:cubicBezTo>
                  <a:cubicBezTo>
                    <a:pt x="1704676" y="1133321"/>
                    <a:pt x="1671670" y="1190411"/>
                    <a:pt x="1619933" y="1188627"/>
                  </a:cubicBezTo>
                  <a:cubicBezTo>
                    <a:pt x="1600308" y="1187735"/>
                    <a:pt x="1576223" y="1178815"/>
                    <a:pt x="1562843" y="1193088"/>
                  </a:cubicBezTo>
                  <a:cubicBezTo>
                    <a:pt x="1551246" y="1204684"/>
                    <a:pt x="1554815" y="1224309"/>
                    <a:pt x="1544110" y="1235905"/>
                  </a:cubicBezTo>
                  <a:cubicBezTo>
                    <a:pt x="1527161" y="1255530"/>
                    <a:pt x="1495048" y="1237689"/>
                    <a:pt x="1477207" y="1218957"/>
                  </a:cubicBezTo>
                  <a:cubicBezTo>
                    <a:pt x="1393356" y="1133321"/>
                    <a:pt x="1321101" y="1036090"/>
                    <a:pt x="1264903" y="929938"/>
                  </a:cubicBezTo>
                  <a:cubicBezTo>
                    <a:pt x="1256875" y="914774"/>
                    <a:pt x="1247955" y="897825"/>
                    <a:pt x="1234574" y="886228"/>
                  </a:cubicBezTo>
                  <a:cubicBezTo>
                    <a:pt x="1225654" y="879092"/>
                    <a:pt x="1214949" y="872848"/>
                    <a:pt x="1205137" y="865711"/>
                  </a:cubicBezTo>
                  <a:cubicBezTo>
                    <a:pt x="1187296" y="852331"/>
                    <a:pt x="1175700" y="831814"/>
                    <a:pt x="1164995" y="811298"/>
                  </a:cubicBezTo>
                  <a:cubicBezTo>
                    <a:pt x="1120394" y="730123"/>
                    <a:pt x="1060627" y="647164"/>
                    <a:pt x="1051708" y="554393"/>
                  </a:cubicBezTo>
                  <a:cubicBezTo>
                    <a:pt x="1044571" y="477678"/>
                    <a:pt x="1039219" y="395611"/>
                    <a:pt x="1078468" y="329600"/>
                  </a:cubicBezTo>
                  <a:cubicBezTo>
                    <a:pt x="1094525" y="301948"/>
                    <a:pt x="1120394" y="269834"/>
                    <a:pt x="1106122" y="239505"/>
                  </a:cubicBezTo>
                  <a:cubicBezTo>
                    <a:pt x="1099878" y="224340"/>
                    <a:pt x="1083821" y="215420"/>
                    <a:pt x="1067764" y="210960"/>
                  </a:cubicBezTo>
                  <a:cubicBezTo>
                    <a:pt x="1054383" y="208284"/>
                    <a:pt x="1040111" y="206500"/>
                    <a:pt x="1029407" y="198471"/>
                  </a:cubicBezTo>
                  <a:cubicBezTo>
                    <a:pt x="1019595" y="190443"/>
                    <a:pt x="1023162" y="169035"/>
                    <a:pt x="1036543" y="165467"/>
                  </a:cubicBezTo>
                  <a:cubicBezTo>
                    <a:pt x="1139127" y="139598"/>
                    <a:pt x="1247955" y="151194"/>
                    <a:pt x="1354107" y="159222"/>
                  </a:cubicBezTo>
                  <a:cubicBezTo>
                    <a:pt x="1619933" y="178847"/>
                    <a:pt x="1887542" y="176171"/>
                    <a:pt x="2152476" y="151194"/>
                  </a:cubicBezTo>
                  <a:cubicBezTo>
                    <a:pt x="2270224" y="140489"/>
                    <a:pt x="2387081" y="124433"/>
                    <a:pt x="2503937" y="109269"/>
                  </a:cubicBezTo>
                  <a:cubicBezTo>
                    <a:pt x="2635066" y="92319"/>
                    <a:pt x="2766195" y="74479"/>
                    <a:pt x="2897324" y="57531"/>
                  </a:cubicBezTo>
                  <a:cubicBezTo>
                    <a:pt x="3000800" y="44150"/>
                    <a:pt x="3106060" y="29878"/>
                    <a:pt x="3210428" y="38798"/>
                  </a:cubicBezTo>
                  <a:cubicBezTo>
                    <a:pt x="3316580" y="47719"/>
                    <a:pt x="3420055" y="79831"/>
                    <a:pt x="3526208" y="76263"/>
                  </a:cubicBezTo>
                  <a:cubicBezTo>
                    <a:pt x="3622547" y="72695"/>
                    <a:pt x="3716211" y="39690"/>
                    <a:pt x="3810766" y="20065"/>
                  </a:cubicBezTo>
                  <a:cubicBezTo>
                    <a:pt x="3858267" y="10476"/>
                    <a:pt x="3906437" y="4343"/>
                    <a:pt x="3954787" y="1626"/>
                  </a:cubicBezTo>
                  <a:cubicBezTo>
                    <a:pt x="3991051" y="-414"/>
                    <a:pt x="4027416" y="-531"/>
                    <a:pt x="4063677" y="1255"/>
                  </a:cubicBezTo>
                  <a:close/>
                </a:path>
              </a:pathLst>
            </a:custGeom>
            <a:solidFill>
              <a:srgbClr val="C17C40"/>
            </a:solidFill>
            <a:ln w="1017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C4BA8F2-81B7-02E3-6195-87BE751C9D1F}"/>
                </a:ext>
              </a:extLst>
            </p:cNvPr>
            <p:cNvSpPr/>
            <p:nvPr/>
          </p:nvSpPr>
          <p:spPr>
            <a:xfrm>
              <a:off x="7134355" y="1964389"/>
              <a:ext cx="1917764" cy="3604466"/>
            </a:xfrm>
            <a:custGeom>
              <a:avLst/>
              <a:gdLst>
                <a:gd name="connsiteX0" fmla="*/ 1150561 w 1917764"/>
                <a:gd name="connsiteY0" fmla="*/ 3262928 h 3604466"/>
                <a:gd name="connsiteX1" fmla="*/ 1162464 w 1917764"/>
                <a:gd name="connsiteY1" fmla="*/ 3268648 h 3604466"/>
                <a:gd name="connsiteX2" fmla="*/ 1184765 w 1917764"/>
                <a:gd name="connsiteY2" fmla="*/ 3290949 h 3604466"/>
                <a:gd name="connsiteX3" fmla="*/ 1265048 w 1917764"/>
                <a:gd name="connsiteY3" fmla="*/ 3273108 h 3604466"/>
                <a:gd name="connsiteX4" fmla="*/ 1276644 w 1917764"/>
                <a:gd name="connsiteY4" fmla="*/ 3289165 h 3604466"/>
                <a:gd name="connsiteX5" fmla="*/ 1320354 w 1917764"/>
                <a:gd name="connsiteY5" fmla="*/ 3387288 h 3604466"/>
                <a:gd name="connsiteX6" fmla="*/ 1407774 w 1917764"/>
                <a:gd name="connsiteY6" fmla="*/ 3441702 h 3604466"/>
                <a:gd name="connsiteX7" fmla="*/ 1421154 w 1917764"/>
                <a:gd name="connsiteY7" fmla="*/ 3442594 h 3604466"/>
                <a:gd name="connsiteX8" fmla="*/ 1424722 w 1917764"/>
                <a:gd name="connsiteY8" fmla="*/ 3483628 h 3604466"/>
                <a:gd name="connsiteX9" fmla="*/ 1330167 w 1917764"/>
                <a:gd name="connsiteY9" fmla="*/ 3561234 h 3604466"/>
                <a:gd name="connsiteX10" fmla="*/ 1229367 w 1917764"/>
                <a:gd name="connsiteY10" fmla="*/ 3593348 h 3604466"/>
                <a:gd name="connsiteX11" fmla="*/ 1209742 w 1917764"/>
                <a:gd name="connsiteY11" fmla="*/ 3604051 h 3604466"/>
                <a:gd name="connsiteX12" fmla="*/ 1178521 w 1917764"/>
                <a:gd name="connsiteY12" fmla="*/ 3584427 h 3604466"/>
                <a:gd name="connsiteX13" fmla="*/ 1169601 w 1917764"/>
                <a:gd name="connsiteY13" fmla="*/ 3546069 h 3604466"/>
                <a:gd name="connsiteX14" fmla="*/ 1121431 w 1917764"/>
                <a:gd name="connsiteY14" fmla="*/ 3436349 h 3604466"/>
                <a:gd name="connsiteX15" fmla="*/ 1121431 w 1917764"/>
                <a:gd name="connsiteY15" fmla="*/ 3435458 h 3604466"/>
                <a:gd name="connsiteX16" fmla="*/ 1100022 w 1917764"/>
                <a:gd name="connsiteY16" fmla="*/ 3318601 h 3604466"/>
                <a:gd name="connsiteX17" fmla="*/ 1139662 w 1917764"/>
                <a:gd name="connsiteY17" fmla="*/ 3263031 h 3604466"/>
                <a:gd name="connsiteX18" fmla="*/ 1150561 w 1917764"/>
                <a:gd name="connsiteY18" fmla="*/ 3262928 h 3604466"/>
                <a:gd name="connsiteX19" fmla="*/ 645642 w 1917764"/>
                <a:gd name="connsiteY19" fmla="*/ 131 h 3604466"/>
                <a:gd name="connsiteX20" fmla="*/ 682550 w 1917764"/>
                <a:gd name="connsiteY20" fmla="*/ 11839 h 3604466"/>
                <a:gd name="connsiteX21" fmla="*/ 756589 w 1917764"/>
                <a:gd name="connsiteY21" fmla="*/ 93014 h 3604466"/>
                <a:gd name="connsiteX22" fmla="*/ 754805 w 1917764"/>
                <a:gd name="connsiteY22" fmla="*/ 91230 h 3604466"/>
                <a:gd name="connsiteX23" fmla="*/ 910911 w 1917764"/>
                <a:gd name="connsiteY23" fmla="*/ 396304 h 3604466"/>
                <a:gd name="connsiteX24" fmla="*/ 958189 w 1917764"/>
                <a:gd name="connsiteY24" fmla="*/ 560438 h 3604466"/>
                <a:gd name="connsiteX25" fmla="*/ 1055421 w 1917764"/>
                <a:gd name="connsiteY25" fmla="*/ 716544 h 3604466"/>
                <a:gd name="connsiteX26" fmla="*/ 1541579 w 1917764"/>
                <a:gd name="connsiteY26" fmla="*/ 1316882 h 3604466"/>
                <a:gd name="connsiteX27" fmla="*/ 1650407 w 1917764"/>
                <a:gd name="connsiteY27" fmla="*/ 1367727 h 3604466"/>
                <a:gd name="connsiteX28" fmla="*/ 1659327 w 1917764"/>
                <a:gd name="connsiteY28" fmla="*/ 1293689 h 3604466"/>
                <a:gd name="connsiteX29" fmla="*/ 1652191 w 1917764"/>
                <a:gd name="connsiteY29" fmla="*/ 1249979 h 3604466"/>
                <a:gd name="connsiteX30" fmla="*/ 1686088 w 1917764"/>
                <a:gd name="connsiteY30" fmla="*/ 1223218 h 3604466"/>
                <a:gd name="connsiteX31" fmla="*/ 1706605 w 1917764"/>
                <a:gd name="connsiteY31" fmla="*/ 1225895 h 3604466"/>
                <a:gd name="connsiteX32" fmla="*/ 1759234 w 1917764"/>
                <a:gd name="connsiteY32" fmla="*/ 1184861 h 3604466"/>
                <a:gd name="connsiteX33" fmla="*/ 1776183 w 1917764"/>
                <a:gd name="connsiteY33" fmla="*/ 1207161 h 3604466"/>
                <a:gd name="connsiteX34" fmla="*/ 1874307 w 1917764"/>
                <a:gd name="connsiteY34" fmla="*/ 1554162 h 3604466"/>
                <a:gd name="connsiteX35" fmla="*/ 1911772 w 1917764"/>
                <a:gd name="connsiteY35" fmla="*/ 1610360 h 3604466"/>
                <a:gd name="connsiteX36" fmla="*/ 1904636 w 1917764"/>
                <a:gd name="connsiteY36" fmla="*/ 1673694 h 3604466"/>
                <a:gd name="connsiteX37" fmla="*/ 1868955 w 1917764"/>
                <a:gd name="connsiteY37" fmla="*/ 1695104 h 3604466"/>
                <a:gd name="connsiteX38" fmla="*/ 1858250 w 1917764"/>
                <a:gd name="connsiteY38" fmla="*/ 1780739 h 3604466"/>
                <a:gd name="connsiteX39" fmla="*/ 1907312 w 1917764"/>
                <a:gd name="connsiteY39" fmla="*/ 1824448 h 3604466"/>
                <a:gd name="connsiteX40" fmla="*/ 1897499 w 1917764"/>
                <a:gd name="connsiteY40" fmla="*/ 1877970 h 3604466"/>
                <a:gd name="connsiteX41" fmla="*/ 1843085 w 1917764"/>
                <a:gd name="connsiteY41" fmla="*/ 1877970 h 3604466"/>
                <a:gd name="connsiteX42" fmla="*/ 1833273 w 1917764"/>
                <a:gd name="connsiteY42" fmla="*/ 2087598 h 3604466"/>
                <a:gd name="connsiteX43" fmla="*/ 1790456 w 1917764"/>
                <a:gd name="connsiteY43" fmla="*/ 2085814 h 3604466"/>
                <a:gd name="connsiteX44" fmla="*/ 1749422 w 1917764"/>
                <a:gd name="connsiteY44" fmla="*/ 2056376 h 3604466"/>
                <a:gd name="connsiteX45" fmla="*/ 1734258 w 1917764"/>
                <a:gd name="connsiteY45" fmla="*/ 2065297 h 3604466"/>
                <a:gd name="connsiteX46" fmla="*/ 1731581 w 1917764"/>
                <a:gd name="connsiteY46" fmla="*/ 2218726 h 3604466"/>
                <a:gd name="connsiteX47" fmla="*/ 1687872 w 1917764"/>
                <a:gd name="connsiteY47" fmla="*/ 2266896 h 3604466"/>
                <a:gd name="connsiteX48" fmla="*/ 1671815 w 1917764"/>
                <a:gd name="connsiteY48" fmla="*/ 2249055 h 3604466"/>
                <a:gd name="connsiteX49" fmla="*/ 1609373 w 1917764"/>
                <a:gd name="connsiteY49" fmla="*/ 2269572 h 3604466"/>
                <a:gd name="connsiteX50" fmla="*/ 1613833 w 1917764"/>
                <a:gd name="connsiteY50" fmla="*/ 2345395 h 3604466"/>
                <a:gd name="connsiteX51" fmla="*/ 1654867 w 1917764"/>
                <a:gd name="connsiteY51" fmla="*/ 2381076 h 3604466"/>
                <a:gd name="connsiteX52" fmla="*/ 1673599 w 1917764"/>
                <a:gd name="connsiteY52" fmla="*/ 2364128 h 3604466"/>
                <a:gd name="connsiteX53" fmla="*/ 1753882 w 1917764"/>
                <a:gd name="connsiteY53" fmla="*/ 2406945 h 3604466"/>
                <a:gd name="connsiteX54" fmla="*/ 1728014 w 1917764"/>
                <a:gd name="connsiteY54" fmla="*/ 2513097 h 3604466"/>
                <a:gd name="connsiteX55" fmla="*/ 1638809 w 1917764"/>
                <a:gd name="connsiteY55" fmla="*/ 2882398 h 3604466"/>
                <a:gd name="connsiteX56" fmla="*/ 1604021 w 1917764"/>
                <a:gd name="connsiteY56" fmla="*/ 2827092 h 3604466"/>
                <a:gd name="connsiteX57" fmla="*/ 1537118 w 1917764"/>
                <a:gd name="connsiteY57" fmla="*/ 2795871 h 3604466"/>
                <a:gd name="connsiteX58" fmla="*/ 1556743 w 1917764"/>
                <a:gd name="connsiteY58" fmla="*/ 2695964 h 3604466"/>
                <a:gd name="connsiteX59" fmla="*/ 1549607 w 1917764"/>
                <a:gd name="connsiteY59" fmla="*/ 2600516 h 3604466"/>
                <a:gd name="connsiteX60" fmla="*/ 1488057 w 1917764"/>
                <a:gd name="connsiteY60" fmla="*/ 2603192 h 3604466"/>
                <a:gd name="connsiteX61" fmla="*/ 1429182 w 1917764"/>
                <a:gd name="connsiteY61" fmla="*/ 2531830 h 3604466"/>
                <a:gd name="connsiteX62" fmla="*/ 1462188 w 1917764"/>
                <a:gd name="connsiteY62" fmla="*/ 2470280 h 3604466"/>
                <a:gd name="connsiteX63" fmla="*/ 1461295 w 1917764"/>
                <a:gd name="connsiteY63" fmla="*/ 2405161 h 3604466"/>
                <a:gd name="connsiteX64" fmla="*/ 1386365 w 1917764"/>
                <a:gd name="connsiteY64" fmla="*/ 2394456 h 3604466"/>
                <a:gd name="connsiteX65" fmla="*/ 1351575 w 1917764"/>
                <a:gd name="connsiteY65" fmla="*/ 2320418 h 3604466"/>
                <a:gd name="connsiteX66" fmla="*/ 1317678 w 1917764"/>
                <a:gd name="connsiteY66" fmla="*/ 2200886 h 3604466"/>
                <a:gd name="connsiteX67" fmla="*/ 1315002 w 1917764"/>
                <a:gd name="connsiteY67" fmla="*/ 1966281 h 3604466"/>
                <a:gd name="connsiteX68" fmla="*/ 1356927 w 1917764"/>
                <a:gd name="connsiteY68" fmla="*/ 1901163 h 3604466"/>
                <a:gd name="connsiteX69" fmla="*/ 1348008 w 1917764"/>
                <a:gd name="connsiteY69" fmla="*/ 1828908 h 3604466"/>
                <a:gd name="connsiteX70" fmla="*/ 1237395 w 1917764"/>
                <a:gd name="connsiteY70" fmla="*/ 1771818 h 3604466"/>
                <a:gd name="connsiteX71" fmla="*/ 1201714 w 1917764"/>
                <a:gd name="connsiteY71" fmla="*/ 1789659 h 3604466"/>
                <a:gd name="connsiteX72" fmla="*/ 1097346 w 1917764"/>
                <a:gd name="connsiteY72" fmla="*/ 1785199 h 3604466"/>
                <a:gd name="connsiteX73" fmla="*/ 1042040 w 1917764"/>
                <a:gd name="connsiteY73" fmla="*/ 1753086 h 3604466"/>
                <a:gd name="connsiteX74" fmla="*/ 948376 w 1917764"/>
                <a:gd name="connsiteY74" fmla="*/ 1813744 h 3604466"/>
                <a:gd name="connsiteX75" fmla="*/ 878798 w 1917764"/>
                <a:gd name="connsiteY75" fmla="*/ 1890458 h 3604466"/>
                <a:gd name="connsiteX76" fmla="*/ 781567 w 1917764"/>
                <a:gd name="connsiteY76" fmla="*/ 1886890 h 3604466"/>
                <a:gd name="connsiteX77" fmla="*/ 758373 w 1917764"/>
                <a:gd name="connsiteY77" fmla="*/ 1867266 h 3604466"/>
                <a:gd name="connsiteX78" fmla="*/ 721800 w 1917764"/>
                <a:gd name="connsiteY78" fmla="*/ 1870834 h 3604466"/>
                <a:gd name="connsiteX79" fmla="*/ 635273 w 1917764"/>
                <a:gd name="connsiteY79" fmla="*/ 1807500 h 3604466"/>
                <a:gd name="connsiteX80" fmla="*/ 612080 w 1917764"/>
                <a:gd name="connsiteY80" fmla="*/ 1861022 h 3604466"/>
                <a:gd name="connsiteX81" fmla="*/ 582643 w 1917764"/>
                <a:gd name="connsiteY81" fmla="*/ 1908299 h 3604466"/>
                <a:gd name="connsiteX82" fmla="*/ 551422 w 1917764"/>
                <a:gd name="connsiteY82" fmla="*/ 1897595 h 3604466"/>
                <a:gd name="connsiteX83" fmla="*/ 493440 w 1917764"/>
                <a:gd name="connsiteY83" fmla="*/ 1945765 h 3604466"/>
                <a:gd name="connsiteX84" fmla="*/ 473814 w 1917764"/>
                <a:gd name="connsiteY84" fmla="*/ 1971634 h 3604466"/>
                <a:gd name="connsiteX85" fmla="*/ 428321 w 1917764"/>
                <a:gd name="connsiteY85" fmla="*/ 1941304 h 3604466"/>
                <a:gd name="connsiteX86" fmla="*/ 427429 w 1917764"/>
                <a:gd name="connsiteY86" fmla="*/ 1878862 h 3604466"/>
                <a:gd name="connsiteX87" fmla="*/ 390856 w 1917764"/>
                <a:gd name="connsiteY87" fmla="*/ 1835153 h 3604466"/>
                <a:gd name="connsiteX88" fmla="*/ 354282 w 1917764"/>
                <a:gd name="connsiteY88" fmla="*/ 1863698 h 3604466"/>
                <a:gd name="connsiteX89" fmla="*/ 321277 w 1917764"/>
                <a:gd name="connsiteY89" fmla="*/ 1951117 h 3604466"/>
                <a:gd name="connsiteX90" fmla="*/ 289164 w 1917764"/>
                <a:gd name="connsiteY90" fmla="*/ 2011775 h 3604466"/>
                <a:gd name="connsiteX91" fmla="*/ 236534 w 1917764"/>
                <a:gd name="connsiteY91" fmla="*/ 2018911 h 3604466"/>
                <a:gd name="connsiteX92" fmla="*/ 221369 w 1917764"/>
                <a:gd name="connsiteY92" fmla="*/ 1981446 h 3604466"/>
                <a:gd name="connsiteX93" fmla="*/ 168740 w 1917764"/>
                <a:gd name="connsiteY93" fmla="*/ 1804823 h 3604466"/>
                <a:gd name="connsiteX94" fmla="*/ 143762 w 1917764"/>
                <a:gd name="connsiteY94" fmla="*/ 1770926 h 3604466"/>
                <a:gd name="connsiteX95" fmla="*/ 100945 w 1917764"/>
                <a:gd name="connsiteY95" fmla="*/ 1763789 h 3604466"/>
                <a:gd name="connsiteX96" fmla="*/ 9958 w 1917764"/>
                <a:gd name="connsiteY96" fmla="*/ 1711160 h 3604466"/>
                <a:gd name="connsiteX97" fmla="*/ 27798 w 1917764"/>
                <a:gd name="connsiteY97" fmla="*/ 1613037 h 3604466"/>
                <a:gd name="connsiteX98" fmla="*/ 96485 w 1917764"/>
                <a:gd name="connsiteY98" fmla="*/ 1585384 h 3604466"/>
                <a:gd name="connsiteX99" fmla="*/ 155359 w 1917764"/>
                <a:gd name="connsiteY99" fmla="*/ 1505992 h 3604466"/>
                <a:gd name="connsiteX100" fmla="*/ 249914 w 1917764"/>
                <a:gd name="connsiteY100" fmla="*/ 1286553 h 3604466"/>
                <a:gd name="connsiteX101" fmla="*/ 346254 w 1917764"/>
                <a:gd name="connsiteY101" fmla="*/ 981478 h 3604466"/>
                <a:gd name="connsiteX102" fmla="*/ 365879 w 1917764"/>
                <a:gd name="connsiteY102" fmla="*/ 568467 h 3604466"/>
                <a:gd name="connsiteX103" fmla="*/ 579966 w 1917764"/>
                <a:gd name="connsiteY103" fmla="*/ 46628 h 3604466"/>
                <a:gd name="connsiteX104" fmla="*/ 609404 w 1917764"/>
                <a:gd name="connsiteY104" fmla="*/ 9163 h 3604466"/>
                <a:gd name="connsiteX105" fmla="*/ 645642 w 1917764"/>
                <a:gd name="connsiteY105" fmla="*/ 131 h 360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1917764" h="3604466">
                  <a:moveTo>
                    <a:pt x="1150561" y="3262928"/>
                  </a:moveTo>
                  <a:cubicBezTo>
                    <a:pt x="1154366" y="3263798"/>
                    <a:pt x="1158339" y="3265637"/>
                    <a:pt x="1162464" y="3268648"/>
                  </a:cubicBezTo>
                  <a:cubicBezTo>
                    <a:pt x="1171385" y="3274892"/>
                    <a:pt x="1175845" y="3286488"/>
                    <a:pt x="1184765" y="3290949"/>
                  </a:cubicBezTo>
                  <a:cubicBezTo>
                    <a:pt x="1210634" y="3304329"/>
                    <a:pt x="1240963" y="3257052"/>
                    <a:pt x="1265048" y="3273108"/>
                  </a:cubicBezTo>
                  <a:cubicBezTo>
                    <a:pt x="1271292" y="3276676"/>
                    <a:pt x="1273969" y="3282920"/>
                    <a:pt x="1276644" y="3289165"/>
                  </a:cubicBezTo>
                  <a:cubicBezTo>
                    <a:pt x="1290917" y="3322169"/>
                    <a:pt x="1300729" y="3356959"/>
                    <a:pt x="1320354" y="3387288"/>
                  </a:cubicBezTo>
                  <a:cubicBezTo>
                    <a:pt x="1339979" y="3417617"/>
                    <a:pt x="1372092" y="3442594"/>
                    <a:pt x="1407774" y="3441702"/>
                  </a:cubicBezTo>
                  <a:cubicBezTo>
                    <a:pt x="1412234" y="3441702"/>
                    <a:pt x="1416693" y="3440810"/>
                    <a:pt x="1421154" y="3442594"/>
                  </a:cubicBezTo>
                  <a:cubicBezTo>
                    <a:pt x="1435426" y="3447946"/>
                    <a:pt x="1432750" y="3470247"/>
                    <a:pt x="1424722" y="3483628"/>
                  </a:cubicBezTo>
                  <a:cubicBezTo>
                    <a:pt x="1404206" y="3520200"/>
                    <a:pt x="1369416" y="3547853"/>
                    <a:pt x="1330167" y="3561234"/>
                  </a:cubicBezTo>
                  <a:cubicBezTo>
                    <a:pt x="1296269" y="3571938"/>
                    <a:pt x="1258804" y="3573723"/>
                    <a:pt x="1229367" y="3593348"/>
                  </a:cubicBezTo>
                  <a:cubicBezTo>
                    <a:pt x="1223122" y="3597808"/>
                    <a:pt x="1216878" y="3602267"/>
                    <a:pt x="1209742" y="3604051"/>
                  </a:cubicBezTo>
                  <a:cubicBezTo>
                    <a:pt x="1197254" y="3606728"/>
                    <a:pt x="1183873" y="3596023"/>
                    <a:pt x="1178521" y="3584427"/>
                  </a:cubicBezTo>
                  <a:cubicBezTo>
                    <a:pt x="1173169" y="3572830"/>
                    <a:pt x="1172277" y="3559450"/>
                    <a:pt x="1169601" y="3546069"/>
                  </a:cubicBezTo>
                  <a:cubicBezTo>
                    <a:pt x="1161573" y="3506820"/>
                    <a:pt x="1139272" y="3472031"/>
                    <a:pt x="1121431" y="3436349"/>
                  </a:cubicBezTo>
                  <a:lnTo>
                    <a:pt x="1121431" y="3435458"/>
                  </a:lnTo>
                  <a:cubicBezTo>
                    <a:pt x="1102698" y="3397992"/>
                    <a:pt x="1089318" y="3359635"/>
                    <a:pt x="1100022" y="3318601"/>
                  </a:cubicBezTo>
                  <a:cubicBezTo>
                    <a:pt x="1104705" y="3301207"/>
                    <a:pt x="1118922" y="3268258"/>
                    <a:pt x="1139662" y="3263031"/>
                  </a:cubicBezTo>
                  <a:cubicBezTo>
                    <a:pt x="1143119" y="3262160"/>
                    <a:pt x="1146756" y="3262059"/>
                    <a:pt x="1150561" y="3262928"/>
                  </a:cubicBezTo>
                  <a:close/>
                  <a:moveTo>
                    <a:pt x="645642" y="131"/>
                  </a:moveTo>
                  <a:cubicBezTo>
                    <a:pt x="658465" y="911"/>
                    <a:pt x="671400" y="5149"/>
                    <a:pt x="682550" y="11839"/>
                  </a:cubicBezTo>
                  <a:cubicBezTo>
                    <a:pt x="704851" y="24327"/>
                    <a:pt x="743209" y="70713"/>
                    <a:pt x="756589" y="93014"/>
                  </a:cubicBezTo>
                  <a:lnTo>
                    <a:pt x="754805" y="91230"/>
                  </a:lnTo>
                  <a:cubicBezTo>
                    <a:pt x="816355" y="188461"/>
                    <a:pt x="877906" y="286585"/>
                    <a:pt x="910911" y="396304"/>
                  </a:cubicBezTo>
                  <a:cubicBezTo>
                    <a:pt x="926968" y="450719"/>
                    <a:pt x="935888" y="507809"/>
                    <a:pt x="958189" y="560438"/>
                  </a:cubicBezTo>
                  <a:cubicBezTo>
                    <a:pt x="981382" y="617529"/>
                    <a:pt x="1018847" y="667483"/>
                    <a:pt x="1055421" y="716544"/>
                  </a:cubicBezTo>
                  <a:cubicBezTo>
                    <a:pt x="1209742" y="922603"/>
                    <a:pt x="1364956" y="1129555"/>
                    <a:pt x="1541579" y="1316882"/>
                  </a:cubicBezTo>
                  <a:cubicBezTo>
                    <a:pt x="1571015" y="1348103"/>
                    <a:pt x="1610265" y="1381108"/>
                    <a:pt x="1650407" y="1367727"/>
                  </a:cubicBezTo>
                  <a:cubicBezTo>
                    <a:pt x="1658435" y="1343643"/>
                    <a:pt x="1661110" y="1318666"/>
                    <a:pt x="1659327" y="1293689"/>
                  </a:cubicBezTo>
                  <a:cubicBezTo>
                    <a:pt x="1658435" y="1278525"/>
                    <a:pt x="1646839" y="1265144"/>
                    <a:pt x="1652191" y="1249979"/>
                  </a:cubicBezTo>
                  <a:cubicBezTo>
                    <a:pt x="1657543" y="1234815"/>
                    <a:pt x="1670923" y="1222327"/>
                    <a:pt x="1686088" y="1223218"/>
                  </a:cubicBezTo>
                  <a:cubicBezTo>
                    <a:pt x="1693224" y="1223218"/>
                    <a:pt x="1699468" y="1226787"/>
                    <a:pt x="1706605" y="1225895"/>
                  </a:cubicBezTo>
                  <a:cubicBezTo>
                    <a:pt x="1729798" y="1223218"/>
                    <a:pt x="1736933" y="1178617"/>
                    <a:pt x="1759234" y="1184861"/>
                  </a:cubicBezTo>
                  <a:cubicBezTo>
                    <a:pt x="1768155" y="1187537"/>
                    <a:pt x="1772615" y="1198242"/>
                    <a:pt x="1776183" y="1207161"/>
                  </a:cubicBezTo>
                  <a:cubicBezTo>
                    <a:pt x="1811864" y="1323126"/>
                    <a:pt x="1803836" y="1456039"/>
                    <a:pt x="1874307" y="1554162"/>
                  </a:cubicBezTo>
                  <a:cubicBezTo>
                    <a:pt x="1887687" y="1572895"/>
                    <a:pt x="1902852" y="1588952"/>
                    <a:pt x="1911772" y="1610360"/>
                  </a:cubicBezTo>
                  <a:cubicBezTo>
                    <a:pt x="1920693" y="1630877"/>
                    <a:pt x="1920693" y="1657638"/>
                    <a:pt x="1904636" y="1673694"/>
                  </a:cubicBezTo>
                  <a:cubicBezTo>
                    <a:pt x="1894824" y="1683507"/>
                    <a:pt x="1880551" y="1687075"/>
                    <a:pt x="1868955" y="1695104"/>
                  </a:cubicBezTo>
                  <a:cubicBezTo>
                    <a:pt x="1842194" y="1713836"/>
                    <a:pt x="1836842" y="1756654"/>
                    <a:pt x="1858250" y="1780739"/>
                  </a:cubicBezTo>
                  <a:cubicBezTo>
                    <a:pt x="1872523" y="1797687"/>
                    <a:pt x="1896608" y="1805715"/>
                    <a:pt x="1907312" y="1824448"/>
                  </a:cubicBezTo>
                  <a:cubicBezTo>
                    <a:pt x="1917125" y="1841397"/>
                    <a:pt x="1912665" y="1865482"/>
                    <a:pt x="1897499" y="1877970"/>
                  </a:cubicBezTo>
                  <a:cubicBezTo>
                    <a:pt x="1882335" y="1890458"/>
                    <a:pt x="1857358" y="1890458"/>
                    <a:pt x="1843085" y="1877970"/>
                  </a:cubicBezTo>
                  <a:cubicBezTo>
                    <a:pt x="1811864" y="1942196"/>
                    <a:pt x="1805620" y="2021587"/>
                    <a:pt x="1833273" y="2087598"/>
                  </a:cubicBezTo>
                  <a:cubicBezTo>
                    <a:pt x="1829705" y="2104546"/>
                    <a:pt x="1802052" y="2099194"/>
                    <a:pt x="1790456" y="2085814"/>
                  </a:cubicBezTo>
                  <a:cubicBezTo>
                    <a:pt x="1778859" y="2072433"/>
                    <a:pt x="1767262" y="2053701"/>
                    <a:pt x="1749422" y="2056376"/>
                  </a:cubicBezTo>
                  <a:cubicBezTo>
                    <a:pt x="1743178" y="2057269"/>
                    <a:pt x="1738718" y="2060837"/>
                    <a:pt x="1734258" y="2065297"/>
                  </a:cubicBezTo>
                  <a:cubicBezTo>
                    <a:pt x="1695900" y="2102762"/>
                    <a:pt x="1728014" y="2165204"/>
                    <a:pt x="1731581" y="2218726"/>
                  </a:cubicBezTo>
                  <a:cubicBezTo>
                    <a:pt x="1733365" y="2245487"/>
                    <a:pt x="1710173" y="2282061"/>
                    <a:pt x="1687872" y="2266896"/>
                  </a:cubicBezTo>
                  <a:cubicBezTo>
                    <a:pt x="1680735" y="2262435"/>
                    <a:pt x="1677167" y="2254407"/>
                    <a:pt x="1671815" y="2249055"/>
                  </a:cubicBezTo>
                  <a:cubicBezTo>
                    <a:pt x="1653082" y="2231215"/>
                    <a:pt x="1619185" y="2245487"/>
                    <a:pt x="1609373" y="2269572"/>
                  </a:cubicBezTo>
                  <a:cubicBezTo>
                    <a:pt x="1599561" y="2293657"/>
                    <a:pt x="1605805" y="2320418"/>
                    <a:pt x="1613833" y="2345395"/>
                  </a:cubicBezTo>
                  <a:cubicBezTo>
                    <a:pt x="1620078" y="2365019"/>
                    <a:pt x="1636134" y="2389104"/>
                    <a:pt x="1654867" y="2381076"/>
                  </a:cubicBezTo>
                  <a:cubicBezTo>
                    <a:pt x="1662895" y="2377508"/>
                    <a:pt x="1667355" y="2369480"/>
                    <a:pt x="1673599" y="2364128"/>
                  </a:cubicBezTo>
                  <a:cubicBezTo>
                    <a:pt x="1701252" y="2339151"/>
                    <a:pt x="1748531" y="2370371"/>
                    <a:pt x="1753882" y="2406945"/>
                  </a:cubicBezTo>
                  <a:cubicBezTo>
                    <a:pt x="1760127" y="2443518"/>
                    <a:pt x="1741393" y="2479199"/>
                    <a:pt x="1728014" y="2513097"/>
                  </a:cubicBezTo>
                  <a:cubicBezTo>
                    <a:pt x="1682520" y="2631737"/>
                    <a:pt x="1695900" y="2769110"/>
                    <a:pt x="1638809" y="2882398"/>
                  </a:cubicBezTo>
                  <a:cubicBezTo>
                    <a:pt x="1651298" y="2860989"/>
                    <a:pt x="1627213" y="2835120"/>
                    <a:pt x="1604021" y="2827092"/>
                  </a:cubicBezTo>
                  <a:cubicBezTo>
                    <a:pt x="1580827" y="2819064"/>
                    <a:pt x="1552283" y="2816388"/>
                    <a:pt x="1537118" y="2795871"/>
                  </a:cubicBezTo>
                  <a:cubicBezTo>
                    <a:pt x="1515710" y="2766434"/>
                    <a:pt x="1538010" y="2727184"/>
                    <a:pt x="1556743" y="2695964"/>
                  </a:cubicBezTo>
                  <a:cubicBezTo>
                    <a:pt x="1574583" y="2664742"/>
                    <a:pt x="1582612" y="2614788"/>
                    <a:pt x="1549607" y="2600516"/>
                  </a:cubicBezTo>
                  <a:cubicBezTo>
                    <a:pt x="1529982" y="2592488"/>
                    <a:pt x="1508573" y="2603192"/>
                    <a:pt x="1488057" y="2603192"/>
                  </a:cubicBezTo>
                  <a:cubicBezTo>
                    <a:pt x="1453267" y="2603192"/>
                    <a:pt x="1422938" y="2566618"/>
                    <a:pt x="1429182" y="2531830"/>
                  </a:cubicBezTo>
                  <a:cubicBezTo>
                    <a:pt x="1433642" y="2508636"/>
                    <a:pt x="1450591" y="2490796"/>
                    <a:pt x="1462188" y="2470280"/>
                  </a:cubicBezTo>
                  <a:cubicBezTo>
                    <a:pt x="1473784" y="2449763"/>
                    <a:pt x="1478244" y="2421217"/>
                    <a:pt x="1461295" y="2405161"/>
                  </a:cubicBezTo>
                  <a:cubicBezTo>
                    <a:pt x="1439887" y="2423001"/>
                    <a:pt x="1405990" y="2414082"/>
                    <a:pt x="1386365" y="2394456"/>
                  </a:cubicBezTo>
                  <a:cubicBezTo>
                    <a:pt x="1366740" y="2374831"/>
                    <a:pt x="1358711" y="2346287"/>
                    <a:pt x="1351575" y="2320418"/>
                  </a:cubicBezTo>
                  <a:lnTo>
                    <a:pt x="1317678" y="2200886"/>
                  </a:lnTo>
                  <a:cubicBezTo>
                    <a:pt x="1296269" y="2123279"/>
                    <a:pt x="1274860" y="2035860"/>
                    <a:pt x="1315002" y="1966281"/>
                  </a:cubicBezTo>
                  <a:cubicBezTo>
                    <a:pt x="1327490" y="1943980"/>
                    <a:pt x="1346223" y="1924356"/>
                    <a:pt x="1356927" y="1901163"/>
                  </a:cubicBezTo>
                  <a:cubicBezTo>
                    <a:pt x="1367632" y="1877078"/>
                    <a:pt x="1367632" y="1845856"/>
                    <a:pt x="1348008" y="1828908"/>
                  </a:cubicBezTo>
                  <a:cubicBezTo>
                    <a:pt x="1317678" y="1803931"/>
                    <a:pt x="1275753" y="1762005"/>
                    <a:pt x="1237395" y="1771818"/>
                  </a:cubicBezTo>
                  <a:cubicBezTo>
                    <a:pt x="1224015" y="1775387"/>
                    <a:pt x="1213310" y="1783415"/>
                    <a:pt x="1201714" y="1789659"/>
                  </a:cubicBezTo>
                  <a:cubicBezTo>
                    <a:pt x="1168708" y="1805715"/>
                    <a:pt x="1128567" y="1803931"/>
                    <a:pt x="1097346" y="1785199"/>
                  </a:cubicBezTo>
                  <a:cubicBezTo>
                    <a:pt x="1078613" y="1774494"/>
                    <a:pt x="1063449" y="1757546"/>
                    <a:pt x="1042040" y="1753086"/>
                  </a:cubicBezTo>
                  <a:cubicBezTo>
                    <a:pt x="1003683" y="1745057"/>
                    <a:pt x="970677" y="1780739"/>
                    <a:pt x="948376" y="1813744"/>
                  </a:cubicBezTo>
                  <a:cubicBezTo>
                    <a:pt x="928752" y="1842289"/>
                    <a:pt x="908235" y="1872618"/>
                    <a:pt x="878798" y="1890458"/>
                  </a:cubicBezTo>
                  <a:cubicBezTo>
                    <a:pt x="849361" y="1908299"/>
                    <a:pt x="806543" y="1910975"/>
                    <a:pt x="781567" y="1886890"/>
                  </a:cubicBezTo>
                  <a:cubicBezTo>
                    <a:pt x="774430" y="1879754"/>
                    <a:pt x="768186" y="1870834"/>
                    <a:pt x="758373" y="1867266"/>
                  </a:cubicBezTo>
                  <a:cubicBezTo>
                    <a:pt x="746777" y="1863698"/>
                    <a:pt x="734288" y="1871726"/>
                    <a:pt x="721800" y="1870834"/>
                  </a:cubicBezTo>
                  <a:cubicBezTo>
                    <a:pt x="683443" y="1869050"/>
                    <a:pt x="671846" y="1795903"/>
                    <a:pt x="635273" y="1807500"/>
                  </a:cubicBezTo>
                  <a:cubicBezTo>
                    <a:pt x="615648" y="1813744"/>
                    <a:pt x="612972" y="1839613"/>
                    <a:pt x="612080" y="1861022"/>
                  </a:cubicBezTo>
                  <a:cubicBezTo>
                    <a:pt x="612080" y="1881538"/>
                    <a:pt x="603160" y="1908299"/>
                    <a:pt x="582643" y="1908299"/>
                  </a:cubicBezTo>
                  <a:cubicBezTo>
                    <a:pt x="571938" y="1908299"/>
                    <a:pt x="562126" y="1900271"/>
                    <a:pt x="551422" y="1897595"/>
                  </a:cubicBezTo>
                  <a:cubicBezTo>
                    <a:pt x="524661" y="1891351"/>
                    <a:pt x="505036" y="1920788"/>
                    <a:pt x="493440" y="1945765"/>
                  </a:cubicBezTo>
                  <a:cubicBezTo>
                    <a:pt x="488980" y="1955577"/>
                    <a:pt x="483627" y="1966281"/>
                    <a:pt x="473814" y="1971634"/>
                  </a:cubicBezTo>
                  <a:cubicBezTo>
                    <a:pt x="455082" y="1980554"/>
                    <a:pt x="433673" y="1961821"/>
                    <a:pt x="428321" y="1941304"/>
                  </a:cubicBezTo>
                  <a:cubicBezTo>
                    <a:pt x="422969" y="1920788"/>
                    <a:pt x="428321" y="1899379"/>
                    <a:pt x="427429" y="1878862"/>
                  </a:cubicBezTo>
                  <a:cubicBezTo>
                    <a:pt x="425645" y="1858345"/>
                    <a:pt x="412264" y="1835153"/>
                    <a:pt x="390856" y="1835153"/>
                  </a:cubicBezTo>
                  <a:cubicBezTo>
                    <a:pt x="374799" y="1835153"/>
                    <a:pt x="362311" y="1850317"/>
                    <a:pt x="354282" y="1863698"/>
                  </a:cubicBezTo>
                  <a:cubicBezTo>
                    <a:pt x="338226" y="1890458"/>
                    <a:pt x="326629" y="1919895"/>
                    <a:pt x="321277" y="1951117"/>
                  </a:cubicBezTo>
                  <a:cubicBezTo>
                    <a:pt x="317709" y="1970741"/>
                    <a:pt x="302545" y="1997503"/>
                    <a:pt x="289164" y="2011775"/>
                  </a:cubicBezTo>
                  <a:cubicBezTo>
                    <a:pt x="275783" y="2026047"/>
                    <a:pt x="250807" y="2031400"/>
                    <a:pt x="236534" y="2018911"/>
                  </a:cubicBezTo>
                  <a:cubicBezTo>
                    <a:pt x="226722" y="2009991"/>
                    <a:pt x="224045" y="1994826"/>
                    <a:pt x="221369" y="1981446"/>
                  </a:cubicBezTo>
                  <a:cubicBezTo>
                    <a:pt x="211557" y="1920788"/>
                    <a:pt x="193716" y="1861022"/>
                    <a:pt x="168740" y="1804823"/>
                  </a:cubicBezTo>
                  <a:cubicBezTo>
                    <a:pt x="163387" y="1791443"/>
                    <a:pt x="156251" y="1778062"/>
                    <a:pt x="143762" y="1770926"/>
                  </a:cubicBezTo>
                  <a:cubicBezTo>
                    <a:pt x="131274" y="1763789"/>
                    <a:pt x="115217" y="1764682"/>
                    <a:pt x="100945" y="1763789"/>
                  </a:cubicBezTo>
                  <a:cubicBezTo>
                    <a:pt x="64372" y="1761114"/>
                    <a:pt x="27798" y="1743273"/>
                    <a:pt x="9958" y="1711160"/>
                  </a:cubicBezTo>
                  <a:cubicBezTo>
                    <a:pt x="-7884" y="1679047"/>
                    <a:pt x="-1640" y="1633553"/>
                    <a:pt x="27798" y="1613037"/>
                  </a:cubicBezTo>
                  <a:cubicBezTo>
                    <a:pt x="48315" y="1598764"/>
                    <a:pt x="74184" y="1596980"/>
                    <a:pt x="96485" y="1585384"/>
                  </a:cubicBezTo>
                  <a:cubicBezTo>
                    <a:pt x="125922" y="1569327"/>
                    <a:pt x="141086" y="1536322"/>
                    <a:pt x="155359" y="1505992"/>
                  </a:cubicBezTo>
                  <a:cubicBezTo>
                    <a:pt x="188364" y="1433738"/>
                    <a:pt x="219585" y="1360592"/>
                    <a:pt x="249914" y="1286553"/>
                  </a:cubicBezTo>
                  <a:cubicBezTo>
                    <a:pt x="290948" y="1187537"/>
                    <a:pt x="330197" y="1086738"/>
                    <a:pt x="346254" y="981478"/>
                  </a:cubicBezTo>
                  <a:cubicBezTo>
                    <a:pt x="366771" y="844997"/>
                    <a:pt x="347146" y="704948"/>
                    <a:pt x="365879" y="568467"/>
                  </a:cubicBezTo>
                  <a:cubicBezTo>
                    <a:pt x="391747" y="381140"/>
                    <a:pt x="486303" y="211654"/>
                    <a:pt x="579966" y="46628"/>
                  </a:cubicBezTo>
                  <a:cubicBezTo>
                    <a:pt x="587995" y="32356"/>
                    <a:pt x="596023" y="18083"/>
                    <a:pt x="609404" y="9163"/>
                  </a:cubicBezTo>
                  <a:cubicBezTo>
                    <a:pt x="620108" y="2026"/>
                    <a:pt x="632820" y="-650"/>
                    <a:pt x="645642" y="131"/>
                  </a:cubicBezTo>
                  <a:close/>
                </a:path>
              </a:pathLst>
            </a:custGeom>
            <a:solidFill>
              <a:srgbClr val="694520"/>
            </a:solidFill>
            <a:ln w="1017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586" name="Group 585">
              <a:extLst>
                <a:ext uri="{FF2B5EF4-FFF2-40B4-BE49-F238E27FC236}">
                  <a16:creationId xmlns:a16="http://schemas.microsoft.com/office/drawing/2014/main" id="{E7E035CF-BA62-CC1C-5A34-D7FBF63B3067}"/>
                </a:ext>
              </a:extLst>
            </p:cNvPr>
            <p:cNvGrpSpPr/>
            <p:nvPr/>
          </p:nvGrpSpPr>
          <p:grpSpPr>
            <a:xfrm>
              <a:off x="5996772" y="1135714"/>
              <a:ext cx="2721086" cy="2380291"/>
              <a:chOff x="1340604" y="606562"/>
              <a:chExt cx="3103749" cy="2715029"/>
            </a:xfrm>
          </p:grpSpPr>
          <p:grpSp>
            <p:nvGrpSpPr>
              <p:cNvPr id="574" name="Group 573">
                <a:extLst>
                  <a:ext uri="{FF2B5EF4-FFF2-40B4-BE49-F238E27FC236}">
                    <a16:creationId xmlns:a16="http://schemas.microsoft.com/office/drawing/2014/main" id="{54D89870-EB92-2E9B-5EDA-5947C095E686}"/>
                  </a:ext>
                </a:extLst>
              </p:cNvPr>
              <p:cNvGrpSpPr/>
              <p:nvPr/>
            </p:nvGrpSpPr>
            <p:grpSpPr>
              <a:xfrm>
                <a:off x="1813233" y="606562"/>
                <a:ext cx="1960522" cy="662628"/>
                <a:chOff x="1813233" y="606562"/>
                <a:chExt cx="1960522" cy="662628"/>
              </a:xfrm>
            </p:grpSpPr>
            <p:sp>
              <p:nvSpPr>
                <p:cNvPr id="571" name="Freeform: Shape 570">
                  <a:extLst>
                    <a:ext uri="{FF2B5EF4-FFF2-40B4-BE49-F238E27FC236}">
                      <a16:creationId xmlns:a16="http://schemas.microsoft.com/office/drawing/2014/main" id="{EDE3130E-9853-41E2-CCB0-47EA10BF0CFA}"/>
                    </a:ext>
                  </a:extLst>
                </p:cNvPr>
                <p:cNvSpPr/>
                <p:nvPr/>
              </p:nvSpPr>
              <p:spPr>
                <a:xfrm>
                  <a:off x="1813233" y="606562"/>
                  <a:ext cx="1960522" cy="662628"/>
                </a:xfrm>
                <a:custGeom>
                  <a:avLst/>
                  <a:gdLst>
                    <a:gd name="connsiteX0" fmla="*/ 1873099 w 1960522"/>
                    <a:gd name="connsiteY0" fmla="*/ 1267 h 662628"/>
                    <a:gd name="connsiteX1" fmla="*/ 1941270 w 1960522"/>
                    <a:gd name="connsiteY1" fmla="*/ 56211 h 662628"/>
                    <a:gd name="connsiteX2" fmla="*/ 1926008 w 1960522"/>
                    <a:gd name="connsiteY2" fmla="*/ 349245 h 662628"/>
                    <a:gd name="connsiteX3" fmla="*/ 1859872 w 1960522"/>
                    <a:gd name="connsiteY3" fmla="*/ 475412 h 662628"/>
                    <a:gd name="connsiteX4" fmla="*/ 1630939 w 1960522"/>
                    <a:gd name="connsiteY4" fmla="*/ 636173 h 662628"/>
                    <a:gd name="connsiteX5" fmla="*/ 1546488 w 1960522"/>
                    <a:gd name="connsiteY5" fmla="*/ 662628 h 662628"/>
                    <a:gd name="connsiteX6" fmla="*/ 1472212 w 1960522"/>
                    <a:gd name="connsiteY6" fmla="*/ 639226 h 662628"/>
                    <a:gd name="connsiteX7" fmla="*/ 1383691 w 1960522"/>
                    <a:gd name="connsiteY7" fmla="*/ 560880 h 662628"/>
                    <a:gd name="connsiteX8" fmla="*/ 1382674 w 1960522"/>
                    <a:gd name="connsiteY8" fmla="*/ 561898 h 662628"/>
                    <a:gd name="connsiteX9" fmla="*/ 1390814 w 1960522"/>
                    <a:gd name="connsiteY9" fmla="*/ 468290 h 662628"/>
                    <a:gd name="connsiteX10" fmla="*/ 1478317 w 1960522"/>
                    <a:gd name="connsiteY10" fmla="*/ 457097 h 662628"/>
                    <a:gd name="connsiteX11" fmla="*/ 1676725 w 1960522"/>
                    <a:gd name="connsiteY11" fmla="*/ 360437 h 662628"/>
                    <a:gd name="connsiteX12" fmla="*/ 1819172 w 1960522"/>
                    <a:gd name="connsiteY12" fmla="*/ 203746 h 662628"/>
                    <a:gd name="connsiteX13" fmla="*/ 1873099 w 1960522"/>
                    <a:gd name="connsiteY13" fmla="*/ 1267 h 662628"/>
                    <a:gd name="connsiteX14" fmla="*/ 87423 w 1960522"/>
                    <a:gd name="connsiteY14" fmla="*/ 1267 h 662628"/>
                    <a:gd name="connsiteX15" fmla="*/ 141350 w 1960522"/>
                    <a:gd name="connsiteY15" fmla="*/ 203746 h 662628"/>
                    <a:gd name="connsiteX16" fmla="*/ 283797 w 1960522"/>
                    <a:gd name="connsiteY16" fmla="*/ 360437 h 662628"/>
                    <a:gd name="connsiteX17" fmla="*/ 482205 w 1960522"/>
                    <a:gd name="connsiteY17" fmla="*/ 457097 h 662628"/>
                    <a:gd name="connsiteX18" fmla="*/ 569708 w 1960522"/>
                    <a:gd name="connsiteY18" fmla="*/ 468290 h 662628"/>
                    <a:gd name="connsiteX19" fmla="*/ 577848 w 1960522"/>
                    <a:gd name="connsiteY19" fmla="*/ 561898 h 662628"/>
                    <a:gd name="connsiteX20" fmla="*/ 576831 w 1960522"/>
                    <a:gd name="connsiteY20" fmla="*/ 560880 h 662628"/>
                    <a:gd name="connsiteX21" fmla="*/ 488310 w 1960522"/>
                    <a:gd name="connsiteY21" fmla="*/ 639226 h 662628"/>
                    <a:gd name="connsiteX22" fmla="*/ 414034 w 1960522"/>
                    <a:gd name="connsiteY22" fmla="*/ 662628 h 662628"/>
                    <a:gd name="connsiteX23" fmla="*/ 329583 w 1960522"/>
                    <a:gd name="connsiteY23" fmla="*/ 636173 h 662628"/>
                    <a:gd name="connsiteX24" fmla="*/ 100651 w 1960522"/>
                    <a:gd name="connsiteY24" fmla="*/ 475412 h 662628"/>
                    <a:gd name="connsiteX25" fmla="*/ 34514 w 1960522"/>
                    <a:gd name="connsiteY25" fmla="*/ 349245 h 662628"/>
                    <a:gd name="connsiteX26" fmla="*/ 19252 w 1960522"/>
                    <a:gd name="connsiteY26" fmla="*/ 56211 h 662628"/>
                    <a:gd name="connsiteX27" fmla="*/ 87423 w 1960522"/>
                    <a:gd name="connsiteY27" fmla="*/ 1267 h 662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1960522" h="662628">
                      <a:moveTo>
                        <a:pt x="1873099" y="1267"/>
                      </a:moveTo>
                      <a:cubicBezTo>
                        <a:pt x="1903623" y="-6872"/>
                        <a:pt x="1930078" y="25687"/>
                        <a:pt x="1941270" y="56211"/>
                      </a:cubicBezTo>
                      <a:cubicBezTo>
                        <a:pt x="1975864" y="149819"/>
                        <a:pt x="1959584" y="255637"/>
                        <a:pt x="1926008" y="349245"/>
                      </a:cubicBezTo>
                      <a:cubicBezTo>
                        <a:pt x="1909728" y="394014"/>
                        <a:pt x="1889378" y="437765"/>
                        <a:pt x="1859872" y="475412"/>
                      </a:cubicBezTo>
                      <a:cubicBezTo>
                        <a:pt x="1801875" y="549688"/>
                        <a:pt x="1715390" y="594457"/>
                        <a:pt x="1630939" y="636173"/>
                      </a:cubicBezTo>
                      <a:cubicBezTo>
                        <a:pt x="1604484" y="649401"/>
                        <a:pt x="1575995" y="662628"/>
                        <a:pt x="1546488" y="662628"/>
                      </a:cubicBezTo>
                      <a:cubicBezTo>
                        <a:pt x="1521051" y="662628"/>
                        <a:pt x="1495614" y="651436"/>
                        <a:pt x="1472212" y="639226"/>
                      </a:cubicBezTo>
                      <a:cubicBezTo>
                        <a:pt x="1436600" y="619894"/>
                        <a:pt x="1400989" y="596492"/>
                        <a:pt x="1383691" y="560880"/>
                      </a:cubicBezTo>
                      <a:lnTo>
                        <a:pt x="1382674" y="561898"/>
                      </a:lnTo>
                      <a:cubicBezTo>
                        <a:pt x="1370464" y="537478"/>
                        <a:pt x="1365377" y="487622"/>
                        <a:pt x="1390814" y="468290"/>
                      </a:cubicBezTo>
                      <a:cubicBezTo>
                        <a:pt x="1411163" y="453028"/>
                        <a:pt x="1452880" y="462185"/>
                        <a:pt x="1478317" y="457097"/>
                      </a:cubicBezTo>
                      <a:cubicBezTo>
                        <a:pt x="1551575" y="442853"/>
                        <a:pt x="1618729" y="405206"/>
                        <a:pt x="1676725" y="360437"/>
                      </a:cubicBezTo>
                      <a:cubicBezTo>
                        <a:pt x="1732687" y="316686"/>
                        <a:pt x="1783561" y="264794"/>
                        <a:pt x="1819172" y="203746"/>
                      </a:cubicBezTo>
                      <a:cubicBezTo>
                        <a:pt x="1854784" y="142697"/>
                        <a:pt x="1876151" y="72491"/>
                        <a:pt x="1873099" y="1267"/>
                      </a:cubicBezTo>
                      <a:close/>
                      <a:moveTo>
                        <a:pt x="87423" y="1267"/>
                      </a:moveTo>
                      <a:cubicBezTo>
                        <a:pt x="84371" y="72491"/>
                        <a:pt x="105738" y="142697"/>
                        <a:pt x="141350" y="203746"/>
                      </a:cubicBezTo>
                      <a:cubicBezTo>
                        <a:pt x="176961" y="264794"/>
                        <a:pt x="227835" y="316686"/>
                        <a:pt x="283797" y="360437"/>
                      </a:cubicBezTo>
                      <a:cubicBezTo>
                        <a:pt x="341793" y="405206"/>
                        <a:pt x="408947" y="442853"/>
                        <a:pt x="482205" y="457097"/>
                      </a:cubicBezTo>
                      <a:cubicBezTo>
                        <a:pt x="507642" y="462185"/>
                        <a:pt x="549359" y="453028"/>
                        <a:pt x="569708" y="468290"/>
                      </a:cubicBezTo>
                      <a:cubicBezTo>
                        <a:pt x="595145" y="487622"/>
                        <a:pt x="590058" y="537478"/>
                        <a:pt x="577848" y="561898"/>
                      </a:cubicBezTo>
                      <a:lnTo>
                        <a:pt x="576831" y="560880"/>
                      </a:lnTo>
                      <a:cubicBezTo>
                        <a:pt x="559533" y="596492"/>
                        <a:pt x="523922" y="619894"/>
                        <a:pt x="488310" y="639226"/>
                      </a:cubicBezTo>
                      <a:cubicBezTo>
                        <a:pt x="464908" y="651436"/>
                        <a:pt x="439471" y="662628"/>
                        <a:pt x="414034" y="662628"/>
                      </a:cubicBezTo>
                      <a:cubicBezTo>
                        <a:pt x="384527" y="662628"/>
                        <a:pt x="356038" y="649401"/>
                        <a:pt x="329583" y="636173"/>
                      </a:cubicBezTo>
                      <a:cubicBezTo>
                        <a:pt x="245133" y="594457"/>
                        <a:pt x="158647" y="549688"/>
                        <a:pt x="100651" y="475412"/>
                      </a:cubicBezTo>
                      <a:cubicBezTo>
                        <a:pt x="71144" y="437765"/>
                        <a:pt x="50794" y="394014"/>
                        <a:pt x="34514" y="349245"/>
                      </a:cubicBezTo>
                      <a:cubicBezTo>
                        <a:pt x="938" y="255637"/>
                        <a:pt x="-15342" y="149819"/>
                        <a:pt x="19252" y="56211"/>
                      </a:cubicBezTo>
                      <a:cubicBezTo>
                        <a:pt x="30445" y="25687"/>
                        <a:pt x="56899" y="-6872"/>
                        <a:pt x="87423" y="1267"/>
                      </a:cubicBezTo>
                      <a:close/>
                    </a:path>
                  </a:pathLst>
                </a:custGeom>
                <a:solidFill>
                  <a:srgbClr val="694520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72" name="Freeform: Shape 571">
                  <a:extLst>
                    <a:ext uri="{FF2B5EF4-FFF2-40B4-BE49-F238E27FC236}">
                      <a16:creationId xmlns:a16="http://schemas.microsoft.com/office/drawing/2014/main" id="{9BFFA4C7-FAE2-D6B0-F378-09550D501C31}"/>
                    </a:ext>
                  </a:extLst>
                </p:cNvPr>
                <p:cNvSpPr/>
                <p:nvPr/>
              </p:nvSpPr>
              <p:spPr>
                <a:xfrm>
                  <a:off x="1843226" y="608429"/>
                  <a:ext cx="593915" cy="624133"/>
                </a:xfrm>
                <a:custGeom>
                  <a:avLst/>
                  <a:gdLst>
                    <a:gd name="connsiteX0" fmla="*/ 37081 w 593915"/>
                    <a:gd name="connsiteY0" fmla="*/ 49258 h 624133"/>
                    <a:gd name="connsiteX1" fmla="*/ 37590 w 593915"/>
                    <a:gd name="connsiteY1" fmla="*/ 52946 h 624133"/>
                    <a:gd name="connsiteX2" fmla="*/ 39385 w 593915"/>
                    <a:gd name="connsiteY2" fmla="*/ 56730 h 624133"/>
                    <a:gd name="connsiteX3" fmla="*/ 39681 w 593915"/>
                    <a:gd name="connsiteY3" fmla="*/ 50890 h 624133"/>
                    <a:gd name="connsiteX4" fmla="*/ 60484 w 593915"/>
                    <a:gd name="connsiteY4" fmla="*/ 419 h 624133"/>
                    <a:gd name="connsiteX5" fmla="*/ 71676 w 593915"/>
                    <a:gd name="connsiteY5" fmla="*/ 18734 h 624133"/>
                    <a:gd name="connsiteX6" fmla="*/ 327063 w 593915"/>
                    <a:gd name="connsiteY6" fmla="*/ 350431 h 624133"/>
                    <a:gd name="connsiteX7" fmla="*/ 555996 w 593915"/>
                    <a:gd name="connsiteY7" fmla="*/ 413515 h 624133"/>
                    <a:gd name="connsiteX8" fmla="*/ 585503 w 593915"/>
                    <a:gd name="connsiteY8" fmla="*/ 537647 h 624133"/>
                    <a:gd name="connsiteX9" fmla="*/ 483755 w 593915"/>
                    <a:gd name="connsiteY9" fmla="*/ 624133 h 624133"/>
                    <a:gd name="connsiteX10" fmla="*/ 521402 w 593915"/>
                    <a:gd name="connsiteY10" fmla="*/ 584451 h 624133"/>
                    <a:gd name="connsiteX11" fmla="*/ 529542 w 593915"/>
                    <a:gd name="connsiteY11" fmla="*/ 532560 h 624133"/>
                    <a:gd name="connsiteX12" fmla="*/ 481720 w 593915"/>
                    <a:gd name="connsiteY12" fmla="*/ 536630 h 624133"/>
                    <a:gd name="connsiteX13" fmla="*/ 146970 w 593915"/>
                    <a:gd name="connsiteY13" fmla="*/ 374851 h 624133"/>
                    <a:gd name="connsiteX14" fmla="*/ 36366 w 593915"/>
                    <a:gd name="connsiteY14" fmla="*/ 116443 h 624133"/>
                    <a:gd name="connsiteX15" fmla="*/ 38208 w 593915"/>
                    <a:gd name="connsiteY15" fmla="*/ 80011 h 624133"/>
                    <a:gd name="connsiteX16" fmla="*/ 27924 w 593915"/>
                    <a:gd name="connsiteY16" fmla="*/ 87922 h 624133"/>
                    <a:gd name="connsiteX17" fmla="*/ 3505 w 593915"/>
                    <a:gd name="connsiteY17" fmla="*/ 93009 h 624133"/>
                    <a:gd name="connsiteX18" fmla="*/ 452 w 593915"/>
                    <a:gd name="connsiteY18" fmla="*/ 81817 h 624133"/>
                    <a:gd name="connsiteX19" fmla="*/ 452 w 593915"/>
                    <a:gd name="connsiteY19" fmla="*/ 61468 h 624133"/>
                    <a:gd name="connsiteX20" fmla="*/ 15714 w 593915"/>
                    <a:gd name="connsiteY20" fmla="*/ 21786 h 624133"/>
                    <a:gd name="connsiteX21" fmla="*/ 27543 w 593915"/>
                    <a:gd name="connsiteY21" fmla="*/ 14537 h 624133"/>
                    <a:gd name="connsiteX22" fmla="*/ 44968 w 593915"/>
                    <a:gd name="connsiteY22" fmla="*/ 12759 h 624133"/>
                    <a:gd name="connsiteX23" fmla="*/ 47765 w 593915"/>
                    <a:gd name="connsiteY23" fmla="*/ 6142 h 624133"/>
                    <a:gd name="connsiteX24" fmla="*/ 60484 w 593915"/>
                    <a:gd name="connsiteY24" fmla="*/ 419 h 6241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593915" h="624133">
                      <a:moveTo>
                        <a:pt x="37081" y="49258"/>
                      </a:moveTo>
                      <a:cubicBezTo>
                        <a:pt x="37081" y="49258"/>
                        <a:pt x="37081" y="50784"/>
                        <a:pt x="37590" y="52946"/>
                      </a:cubicBezTo>
                      <a:lnTo>
                        <a:pt x="39385" y="56730"/>
                      </a:lnTo>
                      <a:lnTo>
                        <a:pt x="39681" y="50890"/>
                      </a:lnTo>
                      <a:close/>
                      <a:moveTo>
                        <a:pt x="60484" y="419"/>
                      </a:moveTo>
                      <a:cubicBezTo>
                        <a:pt x="67606" y="2454"/>
                        <a:pt x="69641" y="11611"/>
                        <a:pt x="71676" y="18734"/>
                      </a:cubicBezTo>
                      <a:cubicBezTo>
                        <a:pt x="95078" y="162198"/>
                        <a:pt x="194791" y="291418"/>
                        <a:pt x="327063" y="350431"/>
                      </a:cubicBezTo>
                      <a:cubicBezTo>
                        <a:pt x="397270" y="381973"/>
                        <a:pt x="492912" y="368746"/>
                        <a:pt x="555996" y="413515"/>
                      </a:cubicBezTo>
                      <a:cubicBezTo>
                        <a:pt x="593643" y="439969"/>
                        <a:pt x="602800" y="494913"/>
                        <a:pt x="585503" y="537647"/>
                      </a:cubicBezTo>
                      <a:cubicBezTo>
                        <a:pt x="568206" y="580381"/>
                        <a:pt x="527507" y="608871"/>
                        <a:pt x="483755" y="624133"/>
                      </a:cubicBezTo>
                      <a:cubicBezTo>
                        <a:pt x="498000" y="611923"/>
                        <a:pt x="511227" y="599713"/>
                        <a:pt x="521402" y="584451"/>
                      </a:cubicBezTo>
                      <a:cubicBezTo>
                        <a:pt x="531577" y="569189"/>
                        <a:pt x="535647" y="548839"/>
                        <a:pt x="529542" y="532560"/>
                      </a:cubicBezTo>
                      <a:cubicBezTo>
                        <a:pt x="519367" y="545787"/>
                        <a:pt x="499017" y="538665"/>
                        <a:pt x="481720" y="536630"/>
                      </a:cubicBezTo>
                      <a:cubicBezTo>
                        <a:pt x="355553" y="526455"/>
                        <a:pt x="231420" y="469476"/>
                        <a:pt x="146970" y="374851"/>
                      </a:cubicBezTo>
                      <a:cubicBezTo>
                        <a:pt x="83632" y="303882"/>
                        <a:pt x="43187" y="211164"/>
                        <a:pt x="36366" y="116443"/>
                      </a:cubicBezTo>
                      <a:lnTo>
                        <a:pt x="38208" y="80011"/>
                      </a:lnTo>
                      <a:lnTo>
                        <a:pt x="27924" y="87922"/>
                      </a:lnTo>
                      <a:cubicBezTo>
                        <a:pt x="16732" y="91992"/>
                        <a:pt x="3505" y="93009"/>
                        <a:pt x="3505" y="93009"/>
                      </a:cubicBezTo>
                      <a:cubicBezTo>
                        <a:pt x="3505" y="93009"/>
                        <a:pt x="2487" y="90974"/>
                        <a:pt x="452" y="81817"/>
                      </a:cubicBezTo>
                      <a:cubicBezTo>
                        <a:pt x="452" y="76730"/>
                        <a:pt x="-565" y="70625"/>
                        <a:pt x="452" y="61468"/>
                      </a:cubicBezTo>
                      <a:cubicBezTo>
                        <a:pt x="2487" y="52310"/>
                        <a:pt x="-1583" y="42135"/>
                        <a:pt x="15714" y="21786"/>
                      </a:cubicBezTo>
                      <a:cubicBezTo>
                        <a:pt x="18258" y="19242"/>
                        <a:pt x="22328" y="16444"/>
                        <a:pt x="27543" y="14537"/>
                      </a:cubicBezTo>
                      <a:lnTo>
                        <a:pt x="44968" y="12759"/>
                      </a:lnTo>
                      <a:lnTo>
                        <a:pt x="47765" y="6142"/>
                      </a:lnTo>
                      <a:cubicBezTo>
                        <a:pt x="51072" y="1691"/>
                        <a:pt x="55396" y="-1107"/>
                        <a:pt x="60484" y="419"/>
                      </a:cubicBezTo>
                      <a:close/>
                    </a:path>
                  </a:pathLst>
                </a:custGeom>
                <a:solidFill>
                  <a:srgbClr val="C17C40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73" name="Freeform: Shape 572">
                  <a:extLst>
                    <a:ext uri="{FF2B5EF4-FFF2-40B4-BE49-F238E27FC236}">
                      <a16:creationId xmlns:a16="http://schemas.microsoft.com/office/drawing/2014/main" id="{9FB027CD-CEEA-A7B7-4E23-841A0FB34BA8}"/>
                    </a:ext>
                  </a:extLst>
                </p:cNvPr>
                <p:cNvSpPr/>
                <p:nvPr/>
              </p:nvSpPr>
              <p:spPr>
                <a:xfrm>
                  <a:off x="3149848" y="608429"/>
                  <a:ext cx="557641" cy="624133"/>
                </a:xfrm>
                <a:custGeom>
                  <a:avLst/>
                  <a:gdLst>
                    <a:gd name="connsiteX0" fmla="*/ 532414 w 557641"/>
                    <a:gd name="connsiteY0" fmla="*/ 419 h 624133"/>
                    <a:gd name="connsiteX1" fmla="*/ 551746 w 557641"/>
                    <a:gd name="connsiteY1" fmla="*/ 21786 h 624133"/>
                    <a:gd name="connsiteX2" fmla="*/ 446946 w 557641"/>
                    <a:gd name="connsiteY2" fmla="*/ 374851 h 624133"/>
                    <a:gd name="connsiteX3" fmla="*/ 112195 w 557641"/>
                    <a:gd name="connsiteY3" fmla="*/ 536630 h 624133"/>
                    <a:gd name="connsiteX4" fmla="*/ 64374 w 557641"/>
                    <a:gd name="connsiteY4" fmla="*/ 532560 h 624133"/>
                    <a:gd name="connsiteX5" fmla="*/ 72514 w 557641"/>
                    <a:gd name="connsiteY5" fmla="*/ 584451 h 624133"/>
                    <a:gd name="connsiteX6" fmla="*/ 110160 w 557641"/>
                    <a:gd name="connsiteY6" fmla="*/ 624133 h 624133"/>
                    <a:gd name="connsiteX7" fmla="*/ 8412 w 557641"/>
                    <a:gd name="connsiteY7" fmla="*/ 537647 h 624133"/>
                    <a:gd name="connsiteX8" fmla="*/ 37919 w 557641"/>
                    <a:gd name="connsiteY8" fmla="*/ 413515 h 624133"/>
                    <a:gd name="connsiteX9" fmla="*/ 36902 w 557641"/>
                    <a:gd name="connsiteY9" fmla="*/ 413515 h 624133"/>
                    <a:gd name="connsiteX10" fmla="*/ 76092 w 557641"/>
                    <a:gd name="connsiteY10" fmla="*/ 395373 h 624133"/>
                    <a:gd name="connsiteX11" fmla="*/ 64756 w 557641"/>
                    <a:gd name="connsiteY11" fmla="*/ 392275 h 624133"/>
                    <a:gd name="connsiteX12" fmla="*/ 52164 w 557641"/>
                    <a:gd name="connsiteY12" fmla="*/ 386043 h 624133"/>
                    <a:gd name="connsiteX13" fmla="*/ 89079 w 557641"/>
                    <a:gd name="connsiteY13" fmla="*/ 386901 h 624133"/>
                    <a:gd name="connsiteX14" fmla="*/ 104980 w 557641"/>
                    <a:gd name="connsiteY14" fmla="*/ 386005 h 624133"/>
                    <a:gd name="connsiteX15" fmla="*/ 148697 w 557641"/>
                    <a:gd name="connsiteY15" fmla="*/ 377013 h 624133"/>
                    <a:gd name="connsiteX16" fmla="*/ 193252 w 557641"/>
                    <a:gd name="connsiteY16" fmla="*/ 369873 h 624133"/>
                    <a:gd name="connsiteX17" fmla="*/ 228188 w 557641"/>
                    <a:gd name="connsiteY17" fmla="*/ 357808 h 624133"/>
                    <a:gd name="connsiteX18" fmla="*/ 370635 w 557641"/>
                    <a:gd name="connsiteY18" fmla="*/ 258858 h 624133"/>
                    <a:gd name="connsiteX19" fmla="*/ 369617 w 557641"/>
                    <a:gd name="connsiteY19" fmla="*/ 259875 h 624133"/>
                    <a:gd name="connsiteX20" fmla="*/ 454068 w 557641"/>
                    <a:gd name="connsiteY20" fmla="*/ 138795 h 624133"/>
                    <a:gd name="connsiteX21" fmla="*/ 494767 w 557641"/>
                    <a:gd name="connsiteY21" fmla="*/ 53327 h 624133"/>
                    <a:gd name="connsiteX22" fmla="*/ 522494 w 557641"/>
                    <a:gd name="connsiteY22" fmla="*/ 11738 h 624133"/>
                    <a:gd name="connsiteX23" fmla="*/ 524039 w 557641"/>
                    <a:gd name="connsiteY23" fmla="*/ 10283 h 624133"/>
                    <a:gd name="connsiteX24" fmla="*/ 524911 w 557641"/>
                    <a:gd name="connsiteY24" fmla="*/ 7669 h 624133"/>
                    <a:gd name="connsiteX25" fmla="*/ 532414 w 557641"/>
                    <a:gd name="connsiteY25" fmla="*/ 419 h 6241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557641" h="624133">
                      <a:moveTo>
                        <a:pt x="532414" y="419"/>
                      </a:moveTo>
                      <a:cubicBezTo>
                        <a:pt x="542589" y="-2633"/>
                        <a:pt x="549711" y="11611"/>
                        <a:pt x="551746" y="21786"/>
                      </a:cubicBezTo>
                      <a:cubicBezTo>
                        <a:pt x="574131" y="146936"/>
                        <a:pt x="531396" y="280225"/>
                        <a:pt x="446946" y="374851"/>
                      </a:cubicBezTo>
                      <a:cubicBezTo>
                        <a:pt x="362495" y="469476"/>
                        <a:pt x="238362" y="526455"/>
                        <a:pt x="112195" y="536630"/>
                      </a:cubicBezTo>
                      <a:cubicBezTo>
                        <a:pt x="94898" y="538665"/>
                        <a:pt x="74549" y="545787"/>
                        <a:pt x="64374" y="532560"/>
                      </a:cubicBezTo>
                      <a:cubicBezTo>
                        <a:pt x="58269" y="548839"/>
                        <a:pt x="62339" y="569189"/>
                        <a:pt x="72514" y="584451"/>
                      </a:cubicBezTo>
                      <a:cubicBezTo>
                        <a:pt x="82688" y="599713"/>
                        <a:pt x="95915" y="611923"/>
                        <a:pt x="110160" y="624133"/>
                      </a:cubicBezTo>
                      <a:cubicBezTo>
                        <a:pt x="66409" y="608871"/>
                        <a:pt x="25710" y="580381"/>
                        <a:pt x="8412" y="537647"/>
                      </a:cubicBezTo>
                      <a:cubicBezTo>
                        <a:pt x="-8885" y="494913"/>
                        <a:pt x="273" y="439969"/>
                        <a:pt x="37919" y="413515"/>
                      </a:cubicBezTo>
                      <a:lnTo>
                        <a:pt x="36902" y="413515"/>
                      </a:lnTo>
                      <a:lnTo>
                        <a:pt x="76092" y="395373"/>
                      </a:lnTo>
                      <a:lnTo>
                        <a:pt x="64756" y="392275"/>
                      </a:lnTo>
                      <a:cubicBezTo>
                        <a:pt x="55217" y="388841"/>
                        <a:pt x="52164" y="386043"/>
                        <a:pt x="52164" y="386043"/>
                      </a:cubicBezTo>
                      <a:cubicBezTo>
                        <a:pt x="52164" y="386043"/>
                        <a:pt x="61894" y="387760"/>
                        <a:pt x="89079" y="386901"/>
                      </a:cubicBezTo>
                      <a:lnTo>
                        <a:pt x="104980" y="386005"/>
                      </a:lnTo>
                      <a:lnTo>
                        <a:pt x="148697" y="377013"/>
                      </a:lnTo>
                      <a:lnTo>
                        <a:pt x="193252" y="369873"/>
                      </a:lnTo>
                      <a:lnTo>
                        <a:pt x="228188" y="357808"/>
                      </a:lnTo>
                      <a:cubicBezTo>
                        <a:pt x="270922" y="338730"/>
                        <a:pt x="319761" y="307697"/>
                        <a:pt x="370635" y="258858"/>
                      </a:cubicBezTo>
                      <a:lnTo>
                        <a:pt x="369617" y="259875"/>
                      </a:lnTo>
                      <a:cubicBezTo>
                        <a:pt x="418456" y="220194"/>
                        <a:pt x="434736" y="173390"/>
                        <a:pt x="454068" y="138795"/>
                      </a:cubicBezTo>
                      <a:cubicBezTo>
                        <a:pt x="471365" y="103184"/>
                        <a:pt x="483575" y="74694"/>
                        <a:pt x="494767" y="53327"/>
                      </a:cubicBezTo>
                      <a:cubicBezTo>
                        <a:pt x="505960" y="32469"/>
                        <a:pt x="515626" y="19496"/>
                        <a:pt x="522494" y="11738"/>
                      </a:cubicBezTo>
                      <a:lnTo>
                        <a:pt x="524039" y="10283"/>
                      </a:lnTo>
                      <a:lnTo>
                        <a:pt x="524911" y="7669"/>
                      </a:lnTo>
                      <a:cubicBezTo>
                        <a:pt x="526564" y="4235"/>
                        <a:pt x="528853" y="1437"/>
                        <a:pt x="532414" y="419"/>
                      </a:cubicBezTo>
                      <a:close/>
                    </a:path>
                  </a:pathLst>
                </a:custGeom>
                <a:solidFill>
                  <a:srgbClr val="C17C40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BB53124-7902-8306-F342-C56DDCB5C2D1}"/>
                  </a:ext>
                </a:extLst>
              </p:cNvPr>
              <p:cNvSpPr/>
              <p:nvPr/>
            </p:nvSpPr>
            <p:spPr>
              <a:xfrm>
                <a:off x="2167131" y="936654"/>
                <a:ext cx="1249485" cy="2261553"/>
              </a:xfrm>
              <a:custGeom>
                <a:avLst/>
                <a:gdLst>
                  <a:gd name="connsiteX0" fmla="*/ 1049126 w 1249485"/>
                  <a:gd name="connsiteY0" fmla="*/ 154478 h 2261553"/>
                  <a:gd name="connsiteX1" fmla="*/ 1244482 w 1249485"/>
                  <a:gd name="connsiteY1" fmla="*/ 760894 h 2261553"/>
                  <a:gd name="connsiteX2" fmla="*/ 1152909 w 1249485"/>
                  <a:gd name="connsiteY2" fmla="*/ 1112942 h 2261553"/>
                  <a:gd name="connsiteX3" fmla="*/ 1119332 w 1249485"/>
                  <a:gd name="connsiteY3" fmla="*/ 1552492 h 2261553"/>
                  <a:gd name="connsiteX4" fmla="*/ 1040987 w 1249485"/>
                  <a:gd name="connsiteY4" fmla="*/ 1983902 h 2261553"/>
                  <a:gd name="connsiteX5" fmla="*/ 717428 w 1249485"/>
                  <a:gd name="connsiteY5" fmla="*/ 2257604 h 2261553"/>
                  <a:gd name="connsiteX6" fmla="*/ 620768 w 1249485"/>
                  <a:gd name="connsiteY6" fmla="*/ 2255569 h 2261553"/>
                  <a:gd name="connsiteX7" fmla="*/ 555649 w 1249485"/>
                  <a:gd name="connsiteY7" fmla="*/ 2236237 h 2261553"/>
                  <a:gd name="connsiteX8" fmla="*/ 368433 w 1249485"/>
                  <a:gd name="connsiteY8" fmla="*/ 2249464 h 2261553"/>
                  <a:gd name="connsiteX9" fmla="*/ 347066 w 1249485"/>
                  <a:gd name="connsiteY9" fmla="*/ 2241324 h 2261553"/>
                  <a:gd name="connsiteX10" fmla="*/ 337909 w 1249485"/>
                  <a:gd name="connsiteY10" fmla="*/ 2214870 h 2261553"/>
                  <a:gd name="connsiteX11" fmla="*/ 342996 w 1249485"/>
                  <a:gd name="connsiteY11" fmla="*/ 2076493 h 2261553"/>
                  <a:gd name="connsiteX12" fmla="*/ 235143 w 1249485"/>
                  <a:gd name="connsiteY12" fmla="*/ 1846543 h 2261553"/>
                  <a:gd name="connsiteX13" fmla="*/ 92696 w 1249485"/>
                  <a:gd name="connsiteY13" fmla="*/ 970495 h 2261553"/>
                  <a:gd name="connsiteX14" fmla="*/ 102871 w 1249485"/>
                  <a:gd name="connsiteY14" fmla="*/ 885027 h 2261553"/>
                  <a:gd name="connsiteX15" fmla="*/ 54032 w 1249485"/>
                  <a:gd name="connsiteY15" fmla="*/ 796506 h 2261553"/>
                  <a:gd name="connsiteX16" fmla="*/ 11298 w 1249485"/>
                  <a:gd name="connsiteY16" fmla="*/ 595046 h 2261553"/>
                  <a:gd name="connsiteX17" fmla="*/ 56067 w 1249485"/>
                  <a:gd name="connsiteY17" fmla="*/ 523822 h 2261553"/>
                  <a:gd name="connsiteX18" fmla="*/ 125256 w 1249485"/>
                  <a:gd name="connsiteY18" fmla="*/ 305065 h 2261553"/>
                  <a:gd name="connsiteX19" fmla="*/ 247353 w 1249485"/>
                  <a:gd name="connsiteY19" fmla="*/ 149390 h 2261553"/>
                  <a:gd name="connsiteX20" fmla="*/ 462041 w 1249485"/>
                  <a:gd name="connsiteY20" fmla="*/ 5926 h 2261553"/>
                  <a:gd name="connsiteX21" fmla="*/ 785599 w 1249485"/>
                  <a:gd name="connsiteY21" fmla="*/ 43573 h 2261553"/>
                  <a:gd name="connsiteX22" fmla="*/ 965693 w 1249485"/>
                  <a:gd name="connsiteY22" fmla="*/ 56800 h 2261553"/>
                  <a:gd name="connsiteX23" fmla="*/ 1048109 w 1249485"/>
                  <a:gd name="connsiteY23" fmla="*/ 194159 h 2261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249485" h="2261553">
                    <a:moveTo>
                      <a:pt x="1049126" y="154478"/>
                    </a:moveTo>
                    <a:cubicBezTo>
                      <a:pt x="1183434" y="326432"/>
                      <a:pt x="1271954" y="544172"/>
                      <a:pt x="1244482" y="760894"/>
                    </a:cubicBezTo>
                    <a:cubicBezTo>
                      <a:pt x="1229220" y="880957"/>
                      <a:pt x="1179364" y="994914"/>
                      <a:pt x="1152909" y="1112942"/>
                    </a:cubicBezTo>
                    <a:cubicBezTo>
                      <a:pt x="1121367" y="1256406"/>
                      <a:pt x="1124420" y="1404958"/>
                      <a:pt x="1119332" y="1552492"/>
                    </a:cubicBezTo>
                    <a:cubicBezTo>
                      <a:pt x="1114245" y="1700026"/>
                      <a:pt x="1102035" y="1849595"/>
                      <a:pt x="1040987" y="1983902"/>
                    </a:cubicBezTo>
                    <a:cubicBezTo>
                      <a:pt x="979938" y="2118209"/>
                      <a:pt x="862928" y="2234202"/>
                      <a:pt x="717428" y="2257604"/>
                    </a:cubicBezTo>
                    <a:cubicBezTo>
                      <a:pt x="684869" y="2262691"/>
                      <a:pt x="652310" y="2263709"/>
                      <a:pt x="620768" y="2255569"/>
                    </a:cubicBezTo>
                    <a:cubicBezTo>
                      <a:pt x="598383" y="2249464"/>
                      <a:pt x="578034" y="2240307"/>
                      <a:pt x="555649" y="2236237"/>
                    </a:cubicBezTo>
                    <a:cubicBezTo>
                      <a:pt x="493583" y="2225045"/>
                      <a:pt x="430499" y="2258621"/>
                      <a:pt x="368433" y="2249464"/>
                    </a:cubicBezTo>
                    <a:cubicBezTo>
                      <a:pt x="361311" y="2248447"/>
                      <a:pt x="353171" y="2246412"/>
                      <a:pt x="347066" y="2241324"/>
                    </a:cubicBezTo>
                    <a:cubicBezTo>
                      <a:pt x="339944" y="2235219"/>
                      <a:pt x="337909" y="2225045"/>
                      <a:pt x="337909" y="2214870"/>
                    </a:cubicBezTo>
                    <a:cubicBezTo>
                      <a:pt x="333839" y="2169083"/>
                      <a:pt x="346049" y="2122279"/>
                      <a:pt x="342996" y="2076493"/>
                    </a:cubicBezTo>
                    <a:cubicBezTo>
                      <a:pt x="336891" y="1991025"/>
                      <a:pt x="280930" y="1918784"/>
                      <a:pt x="235143" y="1846543"/>
                    </a:cubicBezTo>
                    <a:cubicBezTo>
                      <a:pt x="72347" y="1590139"/>
                      <a:pt x="19438" y="1265563"/>
                      <a:pt x="92696" y="970495"/>
                    </a:cubicBezTo>
                    <a:cubicBezTo>
                      <a:pt x="99819" y="942005"/>
                      <a:pt x="107959" y="913516"/>
                      <a:pt x="102871" y="885027"/>
                    </a:cubicBezTo>
                    <a:cubicBezTo>
                      <a:pt x="96766" y="851450"/>
                      <a:pt x="73364" y="823978"/>
                      <a:pt x="54032" y="796506"/>
                    </a:cubicBezTo>
                    <a:cubicBezTo>
                      <a:pt x="12316" y="737492"/>
                      <a:pt x="-17191" y="660164"/>
                      <a:pt x="11298" y="595046"/>
                    </a:cubicBezTo>
                    <a:cubicBezTo>
                      <a:pt x="22490" y="569609"/>
                      <a:pt x="41822" y="548242"/>
                      <a:pt x="56067" y="523822"/>
                    </a:cubicBezTo>
                    <a:cubicBezTo>
                      <a:pt x="94731" y="457686"/>
                      <a:pt x="94731" y="375270"/>
                      <a:pt x="125256" y="305065"/>
                    </a:cubicBezTo>
                    <a:cubicBezTo>
                      <a:pt x="151710" y="244016"/>
                      <a:pt x="200549" y="196194"/>
                      <a:pt x="247353" y="149390"/>
                    </a:cubicBezTo>
                    <a:cubicBezTo>
                      <a:pt x="309419" y="88342"/>
                      <a:pt x="376573" y="24241"/>
                      <a:pt x="462041" y="5926"/>
                    </a:cubicBezTo>
                    <a:cubicBezTo>
                      <a:pt x="568876" y="-17476"/>
                      <a:pt x="676729" y="35433"/>
                      <a:pt x="785599" y="43573"/>
                    </a:cubicBezTo>
                    <a:cubicBezTo>
                      <a:pt x="845631" y="47643"/>
                      <a:pt x="907697" y="37468"/>
                      <a:pt x="965693" y="56800"/>
                    </a:cubicBezTo>
                    <a:cubicBezTo>
                      <a:pt x="1022672" y="75115"/>
                      <a:pt x="1072528" y="139216"/>
                      <a:pt x="1048109" y="194159"/>
                    </a:cubicBezTo>
                  </a:path>
                </a:pathLst>
              </a:custGeom>
              <a:solidFill>
                <a:srgbClr val="FEF4DE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603FE4E-1BB5-5CE0-6893-A84A0313EA05}"/>
                  </a:ext>
                </a:extLst>
              </p:cNvPr>
              <p:cNvSpPr/>
              <p:nvPr/>
            </p:nvSpPr>
            <p:spPr>
              <a:xfrm>
                <a:off x="1369148" y="1453354"/>
                <a:ext cx="916342" cy="532632"/>
              </a:xfrm>
              <a:custGeom>
                <a:avLst/>
                <a:gdLst>
                  <a:gd name="connsiteX0" fmla="*/ 755355 w 916342"/>
                  <a:gd name="connsiteY0" fmla="*/ 484319 h 532632"/>
                  <a:gd name="connsiteX1" fmla="*/ 751285 w 916342"/>
                  <a:gd name="connsiteY1" fmla="*/ 437515 h 532632"/>
                  <a:gd name="connsiteX2" fmla="*/ 596628 w 916342"/>
                  <a:gd name="connsiteY2" fmla="*/ 518914 h 532632"/>
                  <a:gd name="connsiteX3" fmla="*/ 627153 w 916342"/>
                  <a:gd name="connsiteY3" fmla="*/ 499581 h 532632"/>
                  <a:gd name="connsiteX4" fmla="*/ 412465 w 916342"/>
                  <a:gd name="connsiteY4" fmla="*/ 532141 h 532632"/>
                  <a:gd name="connsiteX5" fmla="*/ 449094 w 916342"/>
                  <a:gd name="connsiteY5" fmla="*/ 517896 h 532632"/>
                  <a:gd name="connsiteX6" fmla="*/ 320891 w 916342"/>
                  <a:gd name="connsiteY6" fmla="*/ 510774 h 532632"/>
                  <a:gd name="connsiteX7" fmla="*/ 145885 w 916342"/>
                  <a:gd name="connsiteY7" fmla="*/ 442603 h 532632"/>
                  <a:gd name="connsiteX8" fmla="*/ 168270 w 916342"/>
                  <a:gd name="connsiteY8" fmla="*/ 434463 h 532632"/>
                  <a:gd name="connsiteX9" fmla="*/ 80767 w 916342"/>
                  <a:gd name="connsiteY9" fmla="*/ 399869 h 532632"/>
                  <a:gd name="connsiteX10" fmla="*/ 89924 w 916342"/>
                  <a:gd name="connsiteY10" fmla="*/ 390711 h 532632"/>
                  <a:gd name="connsiteX11" fmla="*/ 76697 w 916342"/>
                  <a:gd name="connsiteY11" fmla="*/ 379519 h 532632"/>
                  <a:gd name="connsiteX12" fmla="*/ 8526 w 916342"/>
                  <a:gd name="connsiteY12" fmla="*/ 183146 h 532632"/>
                  <a:gd name="connsiteX13" fmla="*/ 166235 w 916342"/>
                  <a:gd name="connsiteY13" fmla="*/ 32559 h 532632"/>
                  <a:gd name="connsiteX14" fmla="*/ 389063 w 916342"/>
                  <a:gd name="connsiteY14" fmla="*/ 0 h 532632"/>
                  <a:gd name="connsiteX15" fmla="*/ 715673 w 916342"/>
                  <a:gd name="connsiteY15" fmla="*/ 20350 h 532632"/>
                  <a:gd name="connsiteX16" fmla="*/ 807246 w 916342"/>
                  <a:gd name="connsiteY16" fmla="*/ 46804 h 532632"/>
                  <a:gd name="connsiteX17" fmla="*/ 884575 w 916342"/>
                  <a:gd name="connsiteY17" fmla="*/ 138377 h 532632"/>
                  <a:gd name="connsiteX18" fmla="*/ 910012 w 916342"/>
                  <a:gd name="connsiteY18" fmla="*/ 254369 h 532632"/>
                  <a:gd name="connsiteX19" fmla="*/ 840823 w 916342"/>
                  <a:gd name="connsiteY19" fmla="*/ 356117 h 532632"/>
                  <a:gd name="connsiteX20" fmla="*/ 754337 w 916342"/>
                  <a:gd name="connsiteY20" fmla="*/ 485337 h 532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16342" h="532632">
                    <a:moveTo>
                      <a:pt x="755355" y="484319"/>
                    </a:moveTo>
                    <a:cubicBezTo>
                      <a:pt x="754337" y="469057"/>
                      <a:pt x="753320" y="453795"/>
                      <a:pt x="751285" y="437515"/>
                    </a:cubicBezTo>
                    <a:cubicBezTo>
                      <a:pt x="707533" y="477197"/>
                      <a:pt x="653607" y="505686"/>
                      <a:pt x="596628" y="518914"/>
                    </a:cubicBezTo>
                    <a:cubicBezTo>
                      <a:pt x="605785" y="510774"/>
                      <a:pt x="615960" y="503651"/>
                      <a:pt x="627153" y="499581"/>
                    </a:cubicBezTo>
                    <a:cubicBezTo>
                      <a:pt x="557964" y="524001"/>
                      <a:pt x="484706" y="535193"/>
                      <a:pt x="412465" y="532141"/>
                    </a:cubicBezTo>
                    <a:cubicBezTo>
                      <a:pt x="424674" y="527053"/>
                      <a:pt x="436884" y="522983"/>
                      <a:pt x="449094" y="517896"/>
                    </a:cubicBezTo>
                    <a:cubicBezTo>
                      <a:pt x="407377" y="508739"/>
                      <a:pt x="362608" y="519931"/>
                      <a:pt x="320891" y="510774"/>
                    </a:cubicBezTo>
                    <a:cubicBezTo>
                      <a:pt x="258825" y="497547"/>
                      <a:pt x="208969" y="443620"/>
                      <a:pt x="145885" y="442603"/>
                    </a:cubicBezTo>
                    <a:lnTo>
                      <a:pt x="168270" y="434463"/>
                    </a:lnTo>
                    <a:cubicBezTo>
                      <a:pt x="139780" y="421236"/>
                      <a:pt x="111291" y="409026"/>
                      <a:pt x="80767" y="399869"/>
                    </a:cubicBezTo>
                    <a:cubicBezTo>
                      <a:pt x="85854" y="402921"/>
                      <a:pt x="91959" y="395799"/>
                      <a:pt x="89924" y="390711"/>
                    </a:cubicBezTo>
                    <a:cubicBezTo>
                      <a:pt x="87889" y="385624"/>
                      <a:pt x="81784" y="382572"/>
                      <a:pt x="76697" y="379519"/>
                    </a:cubicBezTo>
                    <a:cubicBezTo>
                      <a:pt x="10560" y="343907"/>
                      <a:pt x="-14876" y="254369"/>
                      <a:pt x="8526" y="183146"/>
                    </a:cubicBezTo>
                    <a:cubicBezTo>
                      <a:pt x="31928" y="111923"/>
                      <a:pt x="96029" y="59014"/>
                      <a:pt x="166235" y="32559"/>
                    </a:cubicBezTo>
                    <a:cubicBezTo>
                      <a:pt x="236441" y="5087"/>
                      <a:pt x="313769" y="1018"/>
                      <a:pt x="389063" y="0"/>
                    </a:cubicBezTo>
                    <a:cubicBezTo>
                      <a:pt x="497933" y="0"/>
                      <a:pt x="607820" y="6105"/>
                      <a:pt x="715673" y="20350"/>
                    </a:cubicBezTo>
                    <a:cubicBezTo>
                      <a:pt x="747215" y="24419"/>
                      <a:pt x="779774" y="29507"/>
                      <a:pt x="807246" y="46804"/>
                    </a:cubicBezTo>
                    <a:cubicBezTo>
                      <a:pt x="841841" y="67154"/>
                      <a:pt x="864225" y="103783"/>
                      <a:pt x="884575" y="138377"/>
                    </a:cubicBezTo>
                    <a:cubicBezTo>
                      <a:pt x="905942" y="173989"/>
                      <a:pt x="927309" y="216723"/>
                      <a:pt x="910012" y="254369"/>
                    </a:cubicBezTo>
                    <a:cubicBezTo>
                      <a:pt x="893732" y="288964"/>
                      <a:pt x="863208" y="323558"/>
                      <a:pt x="840823" y="356117"/>
                    </a:cubicBezTo>
                    <a:cubicBezTo>
                      <a:pt x="824543" y="380537"/>
                      <a:pt x="752302" y="457865"/>
                      <a:pt x="754337" y="485337"/>
                    </a:cubicBezTo>
                    <a:close/>
                  </a:path>
                </a:pathLst>
              </a:custGeom>
              <a:solidFill>
                <a:srgbClr val="694520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585" name="Group 584">
                <a:extLst>
                  <a:ext uri="{FF2B5EF4-FFF2-40B4-BE49-F238E27FC236}">
                    <a16:creationId xmlns:a16="http://schemas.microsoft.com/office/drawing/2014/main" id="{2D1ADAC6-7B25-31D2-6EB9-30771ED532CA}"/>
                  </a:ext>
                </a:extLst>
              </p:cNvPr>
              <p:cNvGrpSpPr/>
              <p:nvPr/>
            </p:nvGrpSpPr>
            <p:grpSpPr>
              <a:xfrm>
                <a:off x="3267131" y="1301115"/>
                <a:ext cx="1177222" cy="742375"/>
                <a:chOff x="3267131" y="1301115"/>
                <a:chExt cx="1177222" cy="742375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78BCC2E5-7174-8F11-0DD3-502F4476F1F4}"/>
                    </a:ext>
                  </a:extLst>
                </p:cNvPr>
                <p:cNvSpPr/>
                <p:nvPr/>
              </p:nvSpPr>
              <p:spPr>
                <a:xfrm>
                  <a:off x="3335770" y="1390181"/>
                  <a:ext cx="1102478" cy="653309"/>
                </a:xfrm>
                <a:custGeom>
                  <a:avLst/>
                  <a:gdLst>
                    <a:gd name="connsiteX0" fmla="*/ 83982 w 1102478"/>
                    <a:gd name="connsiteY0" fmla="*/ 270738 h 653309"/>
                    <a:gd name="connsiteX1" fmla="*/ 229482 w 1102478"/>
                    <a:gd name="connsiteY1" fmla="*/ 519003 h 653309"/>
                    <a:gd name="connsiteX2" fmla="*/ 476729 w 1102478"/>
                    <a:gd name="connsiteY2" fmla="*/ 653310 h 653309"/>
                    <a:gd name="connsiteX3" fmla="*/ 461467 w 1102478"/>
                    <a:gd name="connsiteY3" fmla="*/ 617698 h 653309"/>
                    <a:gd name="connsiteX4" fmla="*/ 718889 w 1102478"/>
                    <a:gd name="connsiteY4" fmla="*/ 561737 h 653309"/>
                    <a:gd name="connsiteX5" fmla="*/ 693452 w 1102478"/>
                    <a:gd name="connsiteY5" fmla="*/ 558684 h 653309"/>
                    <a:gd name="connsiteX6" fmla="*/ 908140 w 1102478"/>
                    <a:gd name="connsiteY6" fmla="*/ 447779 h 653309"/>
                    <a:gd name="connsiteX7" fmla="*/ 875581 w 1102478"/>
                    <a:gd name="connsiteY7" fmla="*/ 445744 h 653309"/>
                    <a:gd name="connsiteX8" fmla="*/ 1102479 w 1102478"/>
                    <a:gd name="connsiteY8" fmla="*/ 281930 h 653309"/>
                    <a:gd name="connsiteX9" fmla="*/ 1077042 w 1102478"/>
                    <a:gd name="connsiteY9" fmla="*/ 279896 h 653309"/>
                    <a:gd name="connsiteX10" fmla="*/ 1100444 w 1102478"/>
                    <a:gd name="connsiteY10" fmla="*/ 233092 h 653309"/>
                    <a:gd name="connsiteX11" fmla="*/ 1068902 w 1102478"/>
                    <a:gd name="connsiteY11" fmla="*/ 185270 h 653309"/>
                    <a:gd name="connsiteX12" fmla="*/ 422803 w 1102478"/>
                    <a:gd name="connsiteY12" fmla="*/ 29596 h 653309"/>
                    <a:gd name="connsiteX13" fmla="*/ 298670 w 1102478"/>
                    <a:gd name="connsiteY13" fmla="*/ 68260 h 653309"/>
                    <a:gd name="connsiteX14" fmla="*/ 39213 w 1102478"/>
                    <a:gd name="connsiteY14" fmla="*/ 29596 h 653309"/>
                    <a:gd name="connsiteX15" fmla="*/ 7672 w 1102478"/>
                    <a:gd name="connsiteY15" fmla="*/ 31631 h 653309"/>
                    <a:gd name="connsiteX16" fmla="*/ 1566 w 1102478"/>
                    <a:gd name="connsiteY16" fmla="*/ 47911 h 653309"/>
                    <a:gd name="connsiteX17" fmla="*/ 87035 w 1102478"/>
                    <a:gd name="connsiteY17" fmla="*/ 270738 h 653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102478" h="653309">
                      <a:moveTo>
                        <a:pt x="83982" y="270738"/>
                      </a:moveTo>
                      <a:cubicBezTo>
                        <a:pt x="124682" y="358241"/>
                        <a:pt x="166398" y="445744"/>
                        <a:pt x="229482" y="519003"/>
                      </a:cubicBezTo>
                      <a:cubicBezTo>
                        <a:pt x="292565" y="592261"/>
                        <a:pt x="380069" y="649240"/>
                        <a:pt x="476729" y="653310"/>
                      </a:cubicBezTo>
                      <a:cubicBezTo>
                        <a:pt x="471642" y="641100"/>
                        <a:pt x="466554" y="628890"/>
                        <a:pt x="461467" y="617698"/>
                      </a:cubicBezTo>
                      <a:cubicBezTo>
                        <a:pt x="549988" y="631943"/>
                        <a:pt x="643596" y="611593"/>
                        <a:pt x="718889" y="561737"/>
                      </a:cubicBezTo>
                      <a:cubicBezTo>
                        <a:pt x="709732" y="561737"/>
                        <a:pt x="702609" y="558684"/>
                        <a:pt x="693452" y="558684"/>
                      </a:cubicBezTo>
                      <a:cubicBezTo>
                        <a:pt x="771798" y="536300"/>
                        <a:pt x="845056" y="498653"/>
                        <a:pt x="908140" y="447779"/>
                      </a:cubicBezTo>
                      <a:cubicBezTo>
                        <a:pt x="896948" y="447779"/>
                        <a:pt x="885755" y="446762"/>
                        <a:pt x="875581" y="445744"/>
                      </a:cubicBezTo>
                      <a:cubicBezTo>
                        <a:pt x="970206" y="427430"/>
                        <a:pt x="1055674" y="366381"/>
                        <a:pt x="1102479" y="281930"/>
                      </a:cubicBezTo>
                      <a:cubicBezTo>
                        <a:pt x="1094339" y="277861"/>
                        <a:pt x="1085181" y="276843"/>
                        <a:pt x="1077042" y="279896"/>
                      </a:cubicBezTo>
                      <a:cubicBezTo>
                        <a:pt x="1095356" y="274808"/>
                        <a:pt x="1104513" y="251406"/>
                        <a:pt x="1100444" y="233092"/>
                      </a:cubicBezTo>
                      <a:cubicBezTo>
                        <a:pt x="1096374" y="214777"/>
                        <a:pt x="1083146" y="199515"/>
                        <a:pt x="1068902" y="185270"/>
                      </a:cubicBezTo>
                      <a:cubicBezTo>
                        <a:pt x="904070" y="20439"/>
                        <a:pt x="644613" y="-42645"/>
                        <a:pt x="422803" y="29596"/>
                      </a:cubicBezTo>
                      <a:cubicBezTo>
                        <a:pt x="381086" y="42823"/>
                        <a:pt x="341404" y="61138"/>
                        <a:pt x="298670" y="68260"/>
                      </a:cubicBezTo>
                      <a:cubicBezTo>
                        <a:pt x="211167" y="83522"/>
                        <a:pt x="123664" y="56050"/>
                        <a:pt x="39213" y="29596"/>
                      </a:cubicBezTo>
                      <a:cubicBezTo>
                        <a:pt x="28021" y="26544"/>
                        <a:pt x="14794" y="23491"/>
                        <a:pt x="7672" y="31631"/>
                      </a:cubicBezTo>
                      <a:cubicBezTo>
                        <a:pt x="3601" y="35701"/>
                        <a:pt x="2584" y="41806"/>
                        <a:pt x="1566" y="47911"/>
                      </a:cubicBezTo>
                      <a:cubicBezTo>
                        <a:pt x="-10643" y="129309"/>
                        <a:pt x="51423" y="195445"/>
                        <a:pt x="87035" y="270738"/>
                      </a:cubicBezTo>
                      <a:close/>
                    </a:path>
                  </a:pathLst>
                </a:custGeom>
                <a:solidFill>
                  <a:srgbClr val="C17C40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F456B261-FB3C-F253-8EFA-E0095DF1AA1B}"/>
                    </a:ext>
                  </a:extLst>
                </p:cNvPr>
                <p:cNvSpPr/>
                <p:nvPr/>
              </p:nvSpPr>
              <p:spPr>
                <a:xfrm>
                  <a:off x="3267131" y="1301115"/>
                  <a:ext cx="1177222" cy="326227"/>
                </a:xfrm>
                <a:custGeom>
                  <a:avLst/>
                  <a:gdLst>
                    <a:gd name="connsiteX0" fmla="*/ 46804 w 1177222"/>
                    <a:gd name="connsiteY0" fmla="*/ 41334 h 326227"/>
                    <a:gd name="connsiteX1" fmla="*/ 171954 w 1177222"/>
                    <a:gd name="connsiteY1" fmla="*/ 168519 h 326227"/>
                    <a:gd name="connsiteX2" fmla="*/ 248265 w 1177222"/>
                    <a:gd name="connsiteY2" fmla="*/ 206166 h 326227"/>
                    <a:gd name="connsiteX3" fmla="*/ 392747 w 1177222"/>
                    <a:gd name="connsiteY3" fmla="*/ 211253 h 326227"/>
                    <a:gd name="connsiteX4" fmla="*/ 545368 w 1177222"/>
                    <a:gd name="connsiteY4" fmla="*/ 154274 h 326227"/>
                    <a:gd name="connsiteX5" fmla="*/ 547403 w 1177222"/>
                    <a:gd name="connsiteY5" fmla="*/ 129855 h 326227"/>
                    <a:gd name="connsiteX6" fmla="*/ 753952 w 1177222"/>
                    <a:gd name="connsiteY6" fmla="*/ 166484 h 326227"/>
                    <a:gd name="connsiteX7" fmla="*/ 730550 w 1177222"/>
                    <a:gd name="connsiteY7" fmla="*/ 137995 h 326227"/>
                    <a:gd name="connsiteX8" fmla="*/ 916748 w 1177222"/>
                    <a:gd name="connsiteY8" fmla="*/ 208201 h 326227"/>
                    <a:gd name="connsiteX9" fmla="*/ 892329 w 1177222"/>
                    <a:gd name="connsiteY9" fmla="*/ 170554 h 326227"/>
                    <a:gd name="connsiteX10" fmla="*/ 1132454 w 1177222"/>
                    <a:gd name="connsiteY10" fmla="*/ 301808 h 326227"/>
                    <a:gd name="connsiteX11" fmla="*/ 1123296 w 1177222"/>
                    <a:gd name="connsiteY11" fmla="*/ 278406 h 326227"/>
                    <a:gd name="connsiteX12" fmla="*/ 1177223 w 1177222"/>
                    <a:gd name="connsiteY12" fmla="*/ 326228 h 326227"/>
                    <a:gd name="connsiteX13" fmla="*/ 951343 w 1177222"/>
                    <a:gd name="connsiteY13" fmla="*/ 114593 h 326227"/>
                    <a:gd name="connsiteX14" fmla="*/ 507722 w 1177222"/>
                    <a:gd name="connsiteY14" fmla="*/ 95260 h 326227"/>
                    <a:gd name="connsiteX15" fmla="*/ 396817 w 1177222"/>
                    <a:gd name="connsiteY15" fmla="*/ 131890 h 326227"/>
                    <a:gd name="connsiteX16" fmla="*/ 269632 w 1177222"/>
                    <a:gd name="connsiteY16" fmla="*/ 116628 h 326227"/>
                    <a:gd name="connsiteX17" fmla="*/ 77328 w 1177222"/>
                    <a:gd name="connsiteY17" fmla="*/ 22002 h 326227"/>
                    <a:gd name="connsiteX18" fmla="*/ 36629 w 1177222"/>
                    <a:gd name="connsiteY18" fmla="*/ 635 h 326227"/>
                    <a:gd name="connsiteX19" fmla="*/ 0 w 1177222"/>
                    <a:gd name="connsiteY19" fmla="*/ 20985 h 326227"/>
                    <a:gd name="connsiteX20" fmla="*/ 46804 w 1177222"/>
                    <a:gd name="connsiteY20" fmla="*/ 40317 h 326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177222" h="326227">
                      <a:moveTo>
                        <a:pt x="46804" y="41334"/>
                      </a:moveTo>
                      <a:cubicBezTo>
                        <a:pt x="79363" y="91191"/>
                        <a:pt x="123115" y="134942"/>
                        <a:pt x="171954" y="168519"/>
                      </a:cubicBezTo>
                      <a:cubicBezTo>
                        <a:pt x="195356" y="184798"/>
                        <a:pt x="220793" y="198026"/>
                        <a:pt x="248265" y="206166"/>
                      </a:cubicBezTo>
                      <a:cubicBezTo>
                        <a:pt x="295069" y="219393"/>
                        <a:pt x="344925" y="215323"/>
                        <a:pt x="392747" y="211253"/>
                      </a:cubicBezTo>
                      <a:cubicBezTo>
                        <a:pt x="446673" y="206166"/>
                        <a:pt x="502634" y="187851"/>
                        <a:pt x="545368" y="154274"/>
                      </a:cubicBezTo>
                      <a:cubicBezTo>
                        <a:pt x="553508" y="147152"/>
                        <a:pt x="558596" y="128837"/>
                        <a:pt x="547403" y="129855"/>
                      </a:cubicBezTo>
                      <a:cubicBezTo>
                        <a:pt x="617610" y="119680"/>
                        <a:pt x="690868" y="132907"/>
                        <a:pt x="753952" y="166484"/>
                      </a:cubicBezTo>
                      <a:cubicBezTo>
                        <a:pt x="753952" y="153257"/>
                        <a:pt x="741742" y="144099"/>
                        <a:pt x="730550" y="137995"/>
                      </a:cubicBezTo>
                      <a:cubicBezTo>
                        <a:pt x="797703" y="144099"/>
                        <a:pt x="862822" y="168519"/>
                        <a:pt x="916748" y="208201"/>
                      </a:cubicBezTo>
                      <a:cubicBezTo>
                        <a:pt x="911661" y="193956"/>
                        <a:pt x="902503" y="181746"/>
                        <a:pt x="892329" y="170554"/>
                      </a:cubicBezTo>
                      <a:cubicBezTo>
                        <a:pt x="980849" y="194973"/>
                        <a:pt x="1064283" y="240760"/>
                        <a:pt x="1132454" y="301808"/>
                      </a:cubicBezTo>
                      <a:cubicBezTo>
                        <a:pt x="1129401" y="293669"/>
                        <a:pt x="1126349" y="286546"/>
                        <a:pt x="1123296" y="278406"/>
                      </a:cubicBezTo>
                      <a:cubicBezTo>
                        <a:pt x="1144664" y="289599"/>
                        <a:pt x="1163995" y="305878"/>
                        <a:pt x="1177223" y="326228"/>
                      </a:cubicBezTo>
                      <a:cubicBezTo>
                        <a:pt x="1130419" y="232620"/>
                        <a:pt x="1045968" y="159362"/>
                        <a:pt x="951343" y="114593"/>
                      </a:cubicBezTo>
                      <a:cubicBezTo>
                        <a:pt x="813983" y="50491"/>
                        <a:pt x="650169" y="43369"/>
                        <a:pt x="507722" y="95260"/>
                      </a:cubicBezTo>
                      <a:cubicBezTo>
                        <a:pt x="471093" y="108488"/>
                        <a:pt x="435481" y="125785"/>
                        <a:pt x="396817" y="131890"/>
                      </a:cubicBezTo>
                      <a:cubicBezTo>
                        <a:pt x="354083" y="137995"/>
                        <a:pt x="310331" y="128837"/>
                        <a:pt x="269632" y="116628"/>
                      </a:cubicBezTo>
                      <a:cubicBezTo>
                        <a:pt x="201461" y="95260"/>
                        <a:pt x="136342" y="63719"/>
                        <a:pt x="77328" y="22002"/>
                      </a:cubicBezTo>
                      <a:cubicBezTo>
                        <a:pt x="65119" y="12845"/>
                        <a:pt x="51891" y="3687"/>
                        <a:pt x="36629" y="635"/>
                      </a:cubicBezTo>
                      <a:cubicBezTo>
                        <a:pt x="21367" y="-2417"/>
                        <a:pt x="3052" y="5722"/>
                        <a:pt x="0" y="20985"/>
                      </a:cubicBezTo>
                      <a:cubicBezTo>
                        <a:pt x="10175" y="25055"/>
                        <a:pt x="36629" y="36247"/>
                        <a:pt x="46804" y="40317"/>
                      </a:cubicBezTo>
                      <a:close/>
                    </a:path>
                  </a:pathLst>
                </a:custGeom>
                <a:solidFill>
                  <a:srgbClr val="EEAB75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01D238EE-DD9E-08B2-32E4-441912C3AEC6}"/>
                    </a:ext>
                  </a:extLst>
                </p:cNvPr>
                <p:cNvSpPr/>
                <p:nvPr/>
              </p:nvSpPr>
              <p:spPr>
                <a:xfrm>
                  <a:off x="3706682" y="1597526"/>
                  <a:ext cx="619644" cy="192244"/>
                </a:xfrm>
                <a:custGeom>
                  <a:avLst/>
                  <a:gdLst>
                    <a:gd name="connsiteX0" fmla="*/ 6105 w 619644"/>
                    <a:gd name="connsiteY0" fmla="*/ 21677 h 192244"/>
                    <a:gd name="connsiteX1" fmla="*/ 0 w 619644"/>
                    <a:gd name="connsiteY1" fmla="*/ 10485 h 192244"/>
                    <a:gd name="connsiteX2" fmla="*/ 188234 w 619644"/>
                    <a:gd name="connsiteY2" fmla="*/ 136652 h 192244"/>
                    <a:gd name="connsiteX3" fmla="*/ 184164 w 619644"/>
                    <a:gd name="connsiteY3" fmla="*/ 101040 h 192244"/>
                    <a:gd name="connsiteX4" fmla="*/ 377484 w 619644"/>
                    <a:gd name="connsiteY4" fmla="*/ 189561 h 192244"/>
                    <a:gd name="connsiteX5" fmla="*/ 366292 w 619644"/>
                    <a:gd name="connsiteY5" fmla="*/ 173281 h 192244"/>
                    <a:gd name="connsiteX6" fmla="*/ 454813 w 619644"/>
                    <a:gd name="connsiteY6" fmla="*/ 186508 h 192244"/>
                    <a:gd name="connsiteX7" fmla="*/ 528071 w 619644"/>
                    <a:gd name="connsiteY7" fmla="*/ 165141 h 192244"/>
                    <a:gd name="connsiteX8" fmla="*/ 498565 w 619644"/>
                    <a:gd name="connsiteY8" fmla="*/ 148862 h 192244"/>
                    <a:gd name="connsiteX9" fmla="*/ 619645 w 619644"/>
                    <a:gd name="connsiteY9" fmla="*/ 137669 h 192244"/>
                    <a:gd name="connsiteX10" fmla="*/ 562666 w 619644"/>
                    <a:gd name="connsiteY10" fmla="*/ 82726 h 192244"/>
                    <a:gd name="connsiteX11" fmla="*/ 597260 w 619644"/>
                    <a:gd name="connsiteY11" fmla="*/ 73568 h 192244"/>
                    <a:gd name="connsiteX12" fmla="*/ 370362 w 619644"/>
                    <a:gd name="connsiteY12" fmla="*/ 16590 h 192244"/>
                    <a:gd name="connsiteX13" fmla="*/ 375450 w 619644"/>
                    <a:gd name="connsiteY13" fmla="*/ 5397 h 192244"/>
                    <a:gd name="connsiteX14" fmla="*/ 360187 w 619644"/>
                    <a:gd name="connsiteY14" fmla="*/ 310 h 192244"/>
                    <a:gd name="connsiteX15" fmla="*/ 7122 w 619644"/>
                    <a:gd name="connsiteY15" fmla="*/ 23712 h 192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19644" h="192244">
                      <a:moveTo>
                        <a:pt x="6105" y="21677"/>
                      </a:moveTo>
                      <a:cubicBezTo>
                        <a:pt x="6105" y="21677"/>
                        <a:pt x="2035" y="14555"/>
                        <a:pt x="0" y="10485"/>
                      </a:cubicBezTo>
                      <a:cubicBezTo>
                        <a:pt x="51891" y="68481"/>
                        <a:pt x="110905" y="127495"/>
                        <a:pt x="188234" y="136652"/>
                      </a:cubicBezTo>
                      <a:lnTo>
                        <a:pt x="184164" y="101040"/>
                      </a:lnTo>
                      <a:cubicBezTo>
                        <a:pt x="222828" y="166159"/>
                        <a:pt x="303209" y="202788"/>
                        <a:pt x="377484" y="189561"/>
                      </a:cubicBezTo>
                      <a:cubicBezTo>
                        <a:pt x="375450" y="182438"/>
                        <a:pt x="371380" y="177351"/>
                        <a:pt x="366292" y="173281"/>
                      </a:cubicBezTo>
                      <a:cubicBezTo>
                        <a:pt x="395799" y="176334"/>
                        <a:pt x="425306" y="181421"/>
                        <a:pt x="454813" y="186508"/>
                      </a:cubicBezTo>
                      <a:cubicBezTo>
                        <a:pt x="479232" y="190578"/>
                        <a:pt x="503652" y="169211"/>
                        <a:pt x="528071" y="165141"/>
                      </a:cubicBezTo>
                      <a:cubicBezTo>
                        <a:pt x="517897" y="160054"/>
                        <a:pt x="508739" y="153949"/>
                        <a:pt x="498565" y="148862"/>
                      </a:cubicBezTo>
                      <a:cubicBezTo>
                        <a:pt x="538246" y="142757"/>
                        <a:pt x="578945" y="138687"/>
                        <a:pt x="619645" y="137669"/>
                      </a:cubicBezTo>
                      <a:cubicBezTo>
                        <a:pt x="600312" y="119355"/>
                        <a:pt x="581998" y="101040"/>
                        <a:pt x="562666" y="82726"/>
                      </a:cubicBezTo>
                      <a:cubicBezTo>
                        <a:pt x="574875" y="82726"/>
                        <a:pt x="587085" y="80691"/>
                        <a:pt x="597260" y="73568"/>
                      </a:cubicBezTo>
                      <a:cubicBezTo>
                        <a:pt x="530106" y="31852"/>
                        <a:pt x="449726" y="11502"/>
                        <a:pt x="370362" y="16590"/>
                      </a:cubicBezTo>
                      <a:cubicBezTo>
                        <a:pt x="375450" y="18625"/>
                        <a:pt x="379519" y="9467"/>
                        <a:pt x="375450" y="5397"/>
                      </a:cubicBezTo>
                      <a:cubicBezTo>
                        <a:pt x="372397" y="1327"/>
                        <a:pt x="365275" y="310"/>
                        <a:pt x="360187" y="310"/>
                      </a:cubicBezTo>
                      <a:cubicBezTo>
                        <a:pt x="245212" y="-2742"/>
                        <a:pt x="122097" y="17607"/>
                        <a:pt x="7122" y="23712"/>
                      </a:cubicBezTo>
                      <a:close/>
                    </a:path>
                  </a:pathLst>
                </a:custGeom>
                <a:solidFill>
                  <a:srgbClr val="694520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7C31CF1-8AE2-28E2-1F57-D60DA438BC91}"/>
                  </a:ext>
                </a:extLst>
              </p:cNvPr>
              <p:cNvSpPr/>
              <p:nvPr/>
            </p:nvSpPr>
            <p:spPr>
              <a:xfrm>
                <a:off x="1340604" y="1371875"/>
                <a:ext cx="864687" cy="398932"/>
              </a:xfrm>
              <a:custGeom>
                <a:avLst/>
                <a:gdLst>
                  <a:gd name="connsiteX0" fmla="*/ 691308 w 864687"/>
                  <a:gd name="connsiteY0" fmla="*/ 126249 h 398932"/>
                  <a:gd name="connsiteX1" fmla="*/ 547843 w 864687"/>
                  <a:gd name="connsiteY1" fmla="*/ 139476 h 398932"/>
                  <a:gd name="connsiteX2" fmla="*/ 437955 w 864687"/>
                  <a:gd name="connsiteY2" fmla="*/ 192385 h 398932"/>
                  <a:gd name="connsiteX3" fmla="*/ 499004 w 864687"/>
                  <a:gd name="connsiteY3" fmla="*/ 82497 h 398932"/>
                  <a:gd name="connsiteX4" fmla="*/ 348417 w 864687"/>
                  <a:gd name="connsiteY4" fmla="*/ 189332 h 398932"/>
                  <a:gd name="connsiteX5" fmla="*/ 368767 w 864687"/>
                  <a:gd name="connsiteY5" fmla="*/ 158808 h 398932"/>
                  <a:gd name="connsiteX6" fmla="*/ 209023 w 864687"/>
                  <a:gd name="connsiteY6" fmla="*/ 181192 h 398932"/>
                  <a:gd name="connsiteX7" fmla="*/ 234460 w 864687"/>
                  <a:gd name="connsiteY7" fmla="*/ 129301 h 398932"/>
                  <a:gd name="connsiteX8" fmla="*/ 130677 w 864687"/>
                  <a:gd name="connsiteY8" fmla="*/ 207647 h 398932"/>
                  <a:gd name="connsiteX9" fmla="*/ 118467 w 864687"/>
                  <a:gd name="connsiteY9" fmla="*/ 194419 h 398932"/>
                  <a:gd name="connsiteX10" fmla="*/ 102187 w 864687"/>
                  <a:gd name="connsiteY10" fmla="*/ 210699 h 398932"/>
                  <a:gd name="connsiteX11" fmla="*/ 44191 w 864687"/>
                  <a:gd name="connsiteY11" fmla="*/ 398932 h 398932"/>
                  <a:gd name="connsiteX12" fmla="*/ 3492 w 864687"/>
                  <a:gd name="connsiteY12" fmla="*/ 255468 h 398932"/>
                  <a:gd name="connsiteX13" fmla="*/ 94048 w 864687"/>
                  <a:gd name="connsiteY13" fmla="*/ 121161 h 398932"/>
                  <a:gd name="connsiteX14" fmla="*/ 580402 w 864687"/>
                  <a:gd name="connsiteY14" fmla="*/ 28571 h 398932"/>
                  <a:gd name="connsiteX15" fmla="*/ 671975 w 864687"/>
                  <a:gd name="connsiteY15" fmla="*/ 64182 h 398932"/>
                  <a:gd name="connsiteX16" fmla="*/ 792038 w 864687"/>
                  <a:gd name="connsiteY16" fmla="*/ 86567 h 398932"/>
                  <a:gd name="connsiteX17" fmla="*/ 856139 w 864687"/>
                  <a:gd name="connsiteY17" fmla="*/ 172035 h 398932"/>
                  <a:gd name="connsiteX18" fmla="*/ 693343 w 864687"/>
                  <a:gd name="connsiteY18" fmla="*/ 127266 h 398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687" h="398932">
                    <a:moveTo>
                      <a:pt x="691308" y="126249"/>
                    </a:moveTo>
                    <a:cubicBezTo>
                      <a:pt x="643486" y="119126"/>
                      <a:pt x="592612" y="119126"/>
                      <a:pt x="547843" y="139476"/>
                    </a:cubicBezTo>
                    <a:cubicBezTo>
                      <a:pt x="510196" y="156773"/>
                      <a:pt x="478655" y="188315"/>
                      <a:pt x="437955" y="192385"/>
                    </a:cubicBezTo>
                    <a:cubicBezTo>
                      <a:pt x="474585" y="168982"/>
                      <a:pt x="499004" y="126249"/>
                      <a:pt x="499004" y="82497"/>
                    </a:cubicBezTo>
                    <a:cubicBezTo>
                      <a:pt x="469497" y="139476"/>
                      <a:pt x="411501" y="180175"/>
                      <a:pt x="348417" y="189332"/>
                    </a:cubicBezTo>
                    <a:lnTo>
                      <a:pt x="368767" y="158808"/>
                    </a:lnTo>
                    <a:cubicBezTo>
                      <a:pt x="314840" y="158808"/>
                      <a:pt x="260914" y="165930"/>
                      <a:pt x="209023" y="181192"/>
                    </a:cubicBezTo>
                    <a:cubicBezTo>
                      <a:pt x="216145" y="163895"/>
                      <a:pt x="225302" y="146598"/>
                      <a:pt x="234460" y="129301"/>
                    </a:cubicBezTo>
                    <a:cubicBezTo>
                      <a:pt x="195795" y="149650"/>
                      <a:pt x="160184" y="176105"/>
                      <a:pt x="130677" y="207647"/>
                    </a:cubicBezTo>
                    <a:cubicBezTo>
                      <a:pt x="134747" y="201542"/>
                      <a:pt x="125589" y="192385"/>
                      <a:pt x="118467" y="194419"/>
                    </a:cubicBezTo>
                    <a:cubicBezTo>
                      <a:pt x="111345" y="196454"/>
                      <a:pt x="106257" y="203577"/>
                      <a:pt x="102187" y="210699"/>
                    </a:cubicBezTo>
                    <a:cubicBezTo>
                      <a:pt x="70646" y="268695"/>
                      <a:pt x="50296" y="332796"/>
                      <a:pt x="44191" y="398932"/>
                    </a:cubicBezTo>
                    <a:cubicBezTo>
                      <a:pt x="8579" y="361286"/>
                      <a:pt x="-7700" y="306342"/>
                      <a:pt x="3492" y="255468"/>
                    </a:cubicBezTo>
                    <a:cubicBezTo>
                      <a:pt x="14684" y="201542"/>
                      <a:pt x="52331" y="156773"/>
                      <a:pt x="94048" y="121161"/>
                    </a:cubicBezTo>
                    <a:cubicBezTo>
                      <a:pt x="225302" y="9239"/>
                      <a:pt x="418623" y="-33496"/>
                      <a:pt x="580402" y="28571"/>
                    </a:cubicBezTo>
                    <a:cubicBezTo>
                      <a:pt x="610927" y="40780"/>
                      <a:pt x="640434" y="56043"/>
                      <a:pt x="671975" y="64182"/>
                    </a:cubicBezTo>
                    <a:cubicBezTo>
                      <a:pt x="711657" y="74357"/>
                      <a:pt x="753374" y="73340"/>
                      <a:pt x="792038" y="86567"/>
                    </a:cubicBezTo>
                    <a:cubicBezTo>
                      <a:pt x="810353" y="92672"/>
                      <a:pt x="890733" y="150668"/>
                      <a:pt x="856139" y="172035"/>
                    </a:cubicBezTo>
                    <a:cubicBezTo>
                      <a:pt x="842912" y="180175"/>
                      <a:pt x="717762" y="130318"/>
                      <a:pt x="693343" y="127266"/>
                    </a:cubicBezTo>
                    <a:close/>
                  </a:path>
                </a:pathLst>
              </a:custGeom>
              <a:solidFill>
                <a:srgbClr val="C17C40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186625E2-D66F-F5A0-6B57-6EC626458FCC}"/>
                  </a:ext>
                </a:extLst>
              </p:cNvPr>
              <p:cNvSpPr/>
              <p:nvPr/>
            </p:nvSpPr>
            <p:spPr>
              <a:xfrm>
                <a:off x="2187560" y="877461"/>
                <a:ext cx="1141637" cy="2300516"/>
              </a:xfrm>
              <a:custGeom>
                <a:avLst/>
                <a:gdLst>
                  <a:gd name="connsiteX0" fmla="*/ 810480 w 1141637"/>
                  <a:gd name="connsiteY0" fmla="*/ 17853 h 2300516"/>
                  <a:gd name="connsiteX1" fmla="*/ 972736 w 1141637"/>
                  <a:gd name="connsiteY1" fmla="*/ 52909 h 2300516"/>
                  <a:gd name="connsiteX2" fmla="*/ 970701 w 1141637"/>
                  <a:gd name="connsiteY2" fmla="*/ 52909 h 2300516"/>
                  <a:gd name="connsiteX3" fmla="*/ 1072449 w 1141637"/>
                  <a:gd name="connsiteY3" fmla="*/ 176024 h 2300516"/>
                  <a:gd name="connsiteX4" fmla="*/ 1141637 w 1141637"/>
                  <a:gd name="connsiteY4" fmla="*/ 341872 h 2300516"/>
                  <a:gd name="connsiteX5" fmla="*/ 1008348 w 1141637"/>
                  <a:gd name="connsiteY5" fmla="*/ 304226 h 2300516"/>
                  <a:gd name="connsiteX6" fmla="*/ 976806 w 1141637"/>
                  <a:gd name="connsiteY6" fmla="*/ 280824 h 2300516"/>
                  <a:gd name="connsiteX7" fmla="*/ 963579 w 1141637"/>
                  <a:gd name="connsiteY7" fmla="*/ 294051 h 2300516"/>
                  <a:gd name="connsiteX8" fmla="*/ 822149 w 1141637"/>
                  <a:gd name="connsiteY8" fmla="*/ 386641 h 2300516"/>
                  <a:gd name="connsiteX9" fmla="*/ 874041 w 1141637"/>
                  <a:gd name="connsiteY9" fmla="*/ 287946 h 2300516"/>
                  <a:gd name="connsiteX10" fmla="*/ 823294 w 1141637"/>
                  <a:gd name="connsiteY10" fmla="*/ 338057 h 2300516"/>
                  <a:gd name="connsiteX11" fmla="*/ 766328 w 1141637"/>
                  <a:gd name="connsiteY11" fmla="*/ 373094 h 2300516"/>
                  <a:gd name="connsiteX12" fmla="*/ 769526 w 1141637"/>
                  <a:gd name="connsiteY12" fmla="*/ 388931 h 2300516"/>
                  <a:gd name="connsiteX13" fmla="*/ 741768 w 1141637"/>
                  <a:gd name="connsiteY13" fmla="*/ 432428 h 2300516"/>
                  <a:gd name="connsiteX14" fmla="*/ 678684 w 1141637"/>
                  <a:gd name="connsiteY14" fmla="*/ 462952 h 2300516"/>
                  <a:gd name="connsiteX15" fmla="*/ 642055 w 1141637"/>
                  <a:gd name="connsiteY15" fmla="*/ 527053 h 2300516"/>
                  <a:gd name="connsiteX16" fmla="*/ 642055 w 1141637"/>
                  <a:gd name="connsiteY16" fmla="*/ 529088 h 2300516"/>
                  <a:gd name="connsiteX17" fmla="*/ 693946 w 1141637"/>
                  <a:gd name="connsiteY17" fmla="*/ 758021 h 2300516"/>
                  <a:gd name="connsiteX18" fmla="*/ 693946 w 1141637"/>
                  <a:gd name="connsiteY18" fmla="*/ 798720 h 2300516"/>
                  <a:gd name="connsiteX19" fmla="*/ 724471 w 1141637"/>
                  <a:gd name="connsiteY19" fmla="*/ 871978 h 2300516"/>
                  <a:gd name="connsiteX20" fmla="*/ 683772 w 1141637"/>
                  <a:gd name="connsiteY20" fmla="*/ 824157 h 2300516"/>
                  <a:gd name="connsiteX21" fmla="*/ 551499 w 1141637"/>
                  <a:gd name="connsiteY21" fmla="*/ 814999 h 2300516"/>
                  <a:gd name="connsiteX22" fmla="*/ 495538 w 1141637"/>
                  <a:gd name="connsiteY22" fmla="*/ 948289 h 2300516"/>
                  <a:gd name="connsiteX23" fmla="*/ 498590 w 1141637"/>
                  <a:gd name="connsiteY23" fmla="*/ 1096841 h 2300516"/>
                  <a:gd name="connsiteX24" fmla="*/ 483328 w 1141637"/>
                  <a:gd name="connsiteY24" fmla="*/ 1124313 h 2300516"/>
                  <a:gd name="connsiteX25" fmla="*/ 466031 w 1141637"/>
                  <a:gd name="connsiteY25" fmla="*/ 1120243 h 2300516"/>
                  <a:gd name="connsiteX26" fmla="*/ 358179 w 1141637"/>
                  <a:gd name="connsiteY26" fmla="*/ 1150767 h 2300516"/>
                  <a:gd name="connsiteX27" fmla="*/ 268640 w 1141637"/>
                  <a:gd name="connsiteY27" fmla="*/ 1283039 h 2300516"/>
                  <a:gd name="connsiteX28" fmla="*/ 182155 w 1141637"/>
                  <a:gd name="connsiteY28" fmla="*/ 1254550 h 2300516"/>
                  <a:gd name="connsiteX29" fmla="*/ 147306 w 1141637"/>
                  <a:gd name="connsiteY29" fmla="*/ 1257475 h 2300516"/>
                  <a:gd name="connsiteX30" fmla="*/ 129864 w 1141637"/>
                  <a:gd name="connsiteY30" fmla="*/ 1251685 h 2300516"/>
                  <a:gd name="connsiteX31" fmla="*/ 126194 w 1141637"/>
                  <a:gd name="connsiteY31" fmla="*/ 1299446 h 2300516"/>
                  <a:gd name="connsiteX32" fmla="*/ 125176 w 1141637"/>
                  <a:gd name="connsiteY32" fmla="*/ 1432608 h 2300516"/>
                  <a:gd name="connsiteX33" fmla="*/ 125176 w 1141637"/>
                  <a:gd name="connsiteY33" fmla="*/ 1430573 h 2300516"/>
                  <a:gd name="connsiteX34" fmla="*/ 200470 w 1141637"/>
                  <a:gd name="connsiteY34" fmla="*/ 1658488 h 2300516"/>
                  <a:gd name="connsiteX35" fmla="*/ 266606 w 1141637"/>
                  <a:gd name="connsiteY35" fmla="*/ 1781603 h 2300516"/>
                  <a:gd name="connsiteX36" fmla="*/ 254396 w 1141637"/>
                  <a:gd name="connsiteY36" fmla="*/ 1851809 h 2300516"/>
                  <a:gd name="connsiteX37" fmla="*/ 273728 w 1141637"/>
                  <a:gd name="connsiteY37" fmla="*/ 1988151 h 2300516"/>
                  <a:gd name="connsiteX38" fmla="*/ 327654 w 1141637"/>
                  <a:gd name="connsiteY38" fmla="*/ 2083793 h 2300516"/>
                  <a:gd name="connsiteX39" fmla="*/ 329689 w 1141637"/>
                  <a:gd name="connsiteY39" fmla="*/ 2300516 h 2300516"/>
                  <a:gd name="connsiteX40" fmla="*/ 305270 w 1141637"/>
                  <a:gd name="connsiteY40" fmla="*/ 2092951 h 2300516"/>
                  <a:gd name="connsiteX41" fmla="*/ 277798 w 1141637"/>
                  <a:gd name="connsiteY41" fmla="*/ 2026815 h 2300516"/>
                  <a:gd name="connsiteX42" fmla="*/ 129246 w 1141637"/>
                  <a:gd name="connsiteY42" fmla="*/ 1803987 h 2300516"/>
                  <a:gd name="connsiteX43" fmla="*/ 34621 w 1141637"/>
                  <a:gd name="connsiteY43" fmla="*/ 1454992 h 2300516"/>
                  <a:gd name="connsiteX44" fmla="*/ 21393 w 1141637"/>
                  <a:gd name="connsiteY44" fmla="*/ 897415 h 2300516"/>
                  <a:gd name="connsiteX45" fmla="*/ 79390 w 1141637"/>
                  <a:gd name="connsiteY45" fmla="*/ 772265 h 2300516"/>
                  <a:gd name="connsiteX46" fmla="*/ 113984 w 1141637"/>
                  <a:gd name="connsiteY46" fmla="*/ 851628 h 2300516"/>
                  <a:gd name="connsiteX47" fmla="*/ 136368 w 1141637"/>
                  <a:gd name="connsiteY47" fmla="*/ 1167046 h 2300516"/>
                  <a:gd name="connsiteX48" fmla="*/ 131620 w 1141637"/>
                  <a:gd name="connsiteY48" fmla="*/ 1228837 h 2300516"/>
                  <a:gd name="connsiteX49" fmla="*/ 163331 w 1141637"/>
                  <a:gd name="connsiteY49" fmla="*/ 1188414 h 2300516"/>
                  <a:gd name="connsiteX50" fmla="*/ 194364 w 1141637"/>
                  <a:gd name="connsiteY50" fmla="*/ 1120243 h 2300516"/>
                  <a:gd name="connsiteX51" fmla="*/ 186225 w 1141637"/>
                  <a:gd name="connsiteY51" fmla="*/ 791597 h 2300516"/>
                  <a:gd name="connsiteX52" fmla="*/ 197417 w 1141637"/>
                  <a:gd name="connsiteY52" fmla="*/ 761073 h 2300516"/>
                  <a:gd name="connsiteX53" fmla="*/ 214714 w 1141637"/>
                  <a:gd name="connsiteY53" fmla="*/ 771248 h 2300516"/>
                  <a:gd name="connsiteX54" fmla="*/ 246256 w 1141637"/>
                  <a:gd name="connsiteY54" fmla="*/ 824157 h 2300516"/>
                  <a:gd name="connsiteX55" fmla="*/ 265588 w 1141637"/>
                  <a:gd name="connsiteY55" fmla="*/ 861803 h 2300516"/>
                  <a:gd name="connsiteX56" fmla="*/ 304252 w 1141637"/>
                  <a:gd name="connsiteY56" fmla="*/ 869943 h 2300516"/>
                  <a:gd name="connsiteX57" fmla="*/ 316462 w 1141637"/>
                  <a:gd name="connsiteY57" fmla="*/ 858751 h 2300516"/>
                  <a:gd name="connsiteX58" fmla="*/ 364283 w 1141637"/>
                  <a:gd name="connsiteY58" fmla="*/ 867908 h 2300516"/>
                  <a:gd name="connsiteX59" fmla="*/ 357161 w 1141637"/>
                  <a:gd name="connsiteY59" fmla="*/ 766160 h 2300516"/>
                  <a:gd name="connsiteX60" fmla="*/ 322567 w 1141637"/>
                  <a:gd name="connsiteY60" fmla="*/ 673570 h 2300516"/>
                  <a:gd name="connsiteX61" fmla="*/ 330707 w 1141637"/>
                  <a:gd name="connsiteY61" fmla="*/ 649151 h 2300516"/>
                  <a:gd name="connsiteX62" fmla="*/ 339864 w 1141637"/>
                  <a:gd name="connsiteY62" fmla="*/ 649151 h 2300516"/>
                  <a:gd name="connsiteX63" fmla="*/ 359196 w 1141637"/>
                  <a:gd name="connsiteY63" fmla="*/ 623714 h 2300516"/>
                  <a:gd name="connsiteX64" fmla="*/ 376493 w 1141637"/>
                  <a:gd name="connsiteY64" fmla="*/ 566735 h 2300516"/>
                  <a:gd name="connsiteX65" fmla="*/ 385650 w 1141637"/>
                  <a:gd name="connsiteY65" fmla="*/ 556560 h 2300516"/>
                  <a:gd name="connsiteX66" fmla="*/ 397860 w 1141637"/>
                  <a:gd name="connsiteY66" fmla="*/ 568770 h 2300516"/>
                  <a:gd name="connsiteX67" fmla="*/ 419227 w 1141637"/>
                  <a:gd name="connsiteY67" fmla="*/ 627784 h 2300516"/>
                  <a:gd name="connsiteX68" fmla="*/ 471119 w 1141637"/>
                  <a:gd name="connsiteY68" fmla="*/ 681710 h 2300516"/>
                  <a:gd name="connsiteX69" fmla="*/ 500626 w 1141637"/>
                  <a:gd name="connsiteY69" fmla="*/ 666448 h 2300516"/>
                  <a:gd name="connsiteX70" fmla="*/ 519958 w 1141637"/>
                  <a:gd name="connsiteY70" fmla="*/ 612521 h 2300516"/>
                  <a:gd name="connsiteX71" fmla="*/ 503678 w 1141637"/>
                  <a:gd name="connsiteY71" fmla="*/ 512809 h 2300516"/>
                  <a:gd name="connsiteX72" fmla="*/ 558622 w 1141637"/>
                  <a:gd name="connsiteY72" fmla="*/ 442603 h 2300516"/>
                  <a:gd name="connsiteX73" fmla="*/ 604408 w 1141637"/>
                  <a:gd name="connsiteY73" fmla="*/ 359169 h 2300516"/>
                  <a:gd name="connsiteX74" fmla="*/ 604408 w 1141637"/>
                  <a:gd name="connsiteY74" fmla="*/ 350012 h 2300516"/>
                  <a:gd name="connsiteX75" fmla="*/ 593216 w 1141637"/>
                  <a:gd name="connsiteY75" fmla="*/ 345942 h 2300516"/>
                  <a:gd name="connsiteX76" fmla="*/ 519958 w 1141637"/>
                  <a:gd name="connsiteY76" fmla="*/ 345942 h 2300516"/>
                  <a:gd name="connsiteX77" fmla="*/ 500626 w 1141637"/>
                  <a:gd name="connsiteY77" fmla="*/ 342890 h 2300516"/>
                  <a:gd name="connsiteX78" fmla="*/ 490451 w 1141637"/>
                  <a:gd name="connsiteY78" fmla="*/ 330680 h 2300516"/>
                  <a:gd name="connsiteX79" fmla="*/ 515888 w 1141637"/>
                  <a:gd name="connsiteY79" fmla="*/ 207565 h 2300516"/>
                  <a:gd name="connsiteX80" fmla="*/ 597032 w 1141637"/>
                  <a:gd name="connsiteY80" fmla="*/ 137741 h 2300516"/>
                  <a:gd name="connsiteX81" fmla="*/ 635927 w 1141637"/>
                  <a:gd name="connsiteY81" fmla="*/ 116312 h 2300516"/>
                  <a:gd name="connsiteX82" fmla="*/ 639003 w 1141637"/>
                  <a:gd name="connsiteY82" fmla="*/ 108870 h 2300516"/>
                  <a:gd name="connsiteX83" fmla="*/ 756013 w 1141637"/>
                  <a:gd name="connsiteY83" fmla="*/ 26454 h 2300516"/>
                  <a:gd name="connsiteX84" fmla="*/ 810480 w 1141637"/>
                  <a:gd name="connsiteY84" fmla="*/ 17853 h 2300516"/>
                  <a:gd name="connsiteX85" fmla="*/ 474171 w 1141637"/>
                  <a:gd name="connsiteY85" fmla="*/ 0 h 2300516"/>
                  <a:gd name="connsiteX86" fmla="*/ 544377 w 1141637"/>
                  <a:gd name="connsiteY86" fmla="*/ 45786 h 2300516"/>
                  <a:gd name="connsiteX87" fmla="*/ 457891 w 1141637"/>
                  <a:gd name="connsiteY87" fmla="*/ 188233 h 2300516"/>
                  <a:gd name="connsiteX88" fmla="*/ 457891 w 1141637"/>
                  <a:gd name="connsiteY88" fmla="*/ 189251 h 2300516"/>
                  <a:gd name="connsiteX89" fmla="*/ 227941 w 1141637"/>
                  <a:gd name="connsiteY89" fmla="*/ 323558 h 2300516"/>
                  <a:gd name="connsiteX90" fmla="*/ 218784 w 1141637"/>
                  <a:gd name="connsiteY90" fmla="*/ 332715 h 2300516"/>
                  <a:gd name="connsiteX91" fmla="*/ 206574 w 1141637"/>
                  <a:gd name="connsiteY91" fmla="*/ 330680 h 2300516"/>
                  <a:gd name="connsiteX92" fmla="*/ 146543 w 1141637"/>
                  <a:gd name="connsiteY92" fmla="*/ 346960 h 2300516"/>
                  <a:gd name="connsiteX93" fmla="*/ 108896 w 1141637"/>
                  <a:gd name="connsiteY93" fmla="*/ 399869 h 2300516"/>
                  <a:gd name="connsiteX94" fmla="*/ 389720 w 1141637"/>
                  <a:gd name="connsiteY94" fmla="*/ 27472 h 2300516"/>
                  <a:gd name="connsiteX95" fmla="*/ 474171 w 1141637"/>
                  <a:gd name="connsiteY95" fmla="*/ 0 h 23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1141637" h="2300516">
                    <a:moveTo>
                      <a:pt x="810480" y="17853"/>
                    </a:moveTo>
                    <a:cubicBezTo>
                      <a:pt x="866855" y="14372"/>
                      <a:pt x="926949" y="26200"/>
                      <a:pt x="972736" y="52909"/>
                    </a:cubicBezTo>
                    <a:lnTo>
                      <a:pt x="970701" y="52909"/>
                    </a:lnTo>
                    <a:cubicBezTo>
                      <a:pt x="1018522" y="79363"/>
                      <a:pt x="1055152" y="124132"/>
                      <a:pt x="1072449" y="176024"/>
                    </a:cubicBezTo>
                    <a:cubicBezTo>
                      <a:pt x="1091781" y="234020"/>
                      <a:pt x="1091781" y="306261"/>
                      <a:pt x="1141637" y="341872"/>
                    </a:cubicBezTo>
                    <a:cubicBezTo>
                      <a:pt x="1095851" y="363239"/>
                      <a:pt x="1035820" y="346960"/>
                      <a:pt x="1008348" y="304226"/>
                    </a:cubicBezTo>
                    <a:cubicBezTo>
                      <a:pt x="1000208" y="292016"/>
                      <a:pt x="990033" y="276754"/>
                      <a:pt x="976806" y="280824"/>
                    </a:cubicBezTo>
                    <a:cubicBezTo>
                      <a:pt x="970701" y="282859"/>
                      <a:pt x="966631" y="288964"/>
                      <a:pt x="963579" y="294051"/>
                    </a:cubicBezTo>
                    <a:cubicBezTo>
                      <a:pt x="931019" y="341872"/>
                      <a:pt x="879128" y="375449"/>
                      <a:pt x="822149" y="386641"/>
                    </a:cubicBezTo>
                    <a:cubicBezTo>
                      <a:pt x="850639" y="361204"/>
                      <a:pt x="868953" y="325593"/>
                      <a:pt x="874041" y="287946"/>
                    </a:cubicBezTo>
                    <a:cubicBezTo>
                      <a:pt x="857761" y="305243"/>
                      <a:pt x="841227" y="322795"/>
                      <a:pt x="823294" y="338057"/>
                    </a:cubicBezTo>
                    <a:lnTo>
                      <a:pt x="766328" y="373094"/>
                    </a:lnTo>
                    <a:lnTo>
                      <a:pt x="769526" y="388931"/>
                    </a:lnTo>
                    <a:cubicBezTo>
                      <a:pt x="768858" y="405719"/>
                      <a:pt x="757030" y="422508"/>
                      <a:pt x="741768" y="432428"/>
                    </a:cubicBezTo>
                    <a:cubicBezTo>
                      <a:pt x="722436" y="445655"/>
                      <a:pt x="698016" y="450742"/>
                      <a:pt x="678684" y="462952"/>
                    </a:cubicBezTo>
                    <a:cubicBezTo>
                      <a:pt x="658335" y="475162"/>
                      <a:pt x="634933" y="504669"/>
                      <a:pt x="642055" y="527053"/>
                    </a:cubicBezTo>
                    <a:lnTo>
                      <a:pt x="642055" y="529088"/>
                    </a:lnTo>
                    <a:cubicBezTo>
                      <a:pt x="625775" y="606417"/>
                      <a:pt x="699034" y="678657"/>
                      <a:pt x="693946" y="758021"/>
                    </a:cubicBezTo>
                    <a:cubicBezTo>
                      <a:pt x="693946" y="771248"/>
                      <a:pt x="689877" y="785493"/>
                      <a:pt x="693946" y="798720"/>
                    </a:cubicBezTo>
                    <a:cubicBezTo>
                      <a:pt x="701069" y="825174"/>
                      <a:pt x="731593" y="845524"/>
                      <a:pt x="724471" y="871978"/>
                    </a:cubicBezTo>
                    <a:cubicBezTo>
                      <a:pt x="703104" y="867908"/>
                      <a:pt x="695981" y="841454"/>
                      <a:pt x="683772" y="824157"/>
                    </a:cubicBezTo>
                    <a:cubicBezTo>
                      <a:pt x="655282" y="783458"/>
                      <a:pt x="590164" y="783458"/>
                      <a:pt x="551499" y="814999"/>
                    </a:cubicBezTo>
                    <a:cubicBezTo>
                      <a:pt x="512835" y="846541"/>
                      <a:pt x="498590" y="898433"/>
                      <a:pt x="495538" y="948289"/>
                    </a:cubicBezTo>
                    <a:cubicBezTo>
                      <a:pt x="492486" y="998145"/>
                      <a:pt x="500626" y="1046984"/>
                      <a:pt x="498590" y="1096841"/>
                    </a:cubicBezTo>
                    <a:cubicBezTo>
                      <a:pt x="498590" y="1108033"/>
                      <a:pt x="494521" y="1122278"/>
                      <a:pt x="483328" y="1124313"/>
                    </a:cubicBezTo>
                    <a:cubicBezTo>
                      <a:pt x="477224" y="1125330"/>
                      <a:pt x="471119" y="1122278"/>
                      <a:pt x="466031" y="1120243"/>
                    </a:cubicBezTo>
                    <a:cubicBezTo>
                      <a:pt x="428385" y="1104980"/>
                      <a:pt x="382598" y="1118208"/>
                      <a:pt x="358179" y="1150767"/>
                    </a:cubicBezTo>
                    <a:cubicBezTo>
                      <a:pt x="325619" y="1193501"/>
                      <a:pt x="273728" y="1230130"/>
                      <a:pt x="268640" y="1283039"/>
                    </a:cubicBezTo>
                    <a:cubicBezTo>
                      <a:pt x="245238" y="1262690"/>
                      <a:pt x="212679" y="1251497"/>
                      <a:pt x="182155" y="1254550"/>
                    </a:cubicBezTo>
                    <a:cubicBezTo>
                      <a:pt x="170963" y="1255568"/>
                      <a:pt x="158753" y="1257603"/>
                      <a:pt x="147306" y="1257475"/>
                    </a:cubicBezTo>
                    <a:lnTo>
                      <a:pt x="129864" y="1251685"/>
                    </a:lnTo>
                    <a:lnTo>
                      <a:pt x="126194" y="1299446"/>
                    </a:lnTo>
                    <a:cubicBezTo>
                      <a:pt x="123141" y="1343579"/>
                      <a:pt x="121615" y="1387839"/>
                      <a:pt x="125176" y="1432608"/>
                    </a:cubicBezTo>
                    <a:lnTo>
                      <a:pt x="125176" y="1430573"/>
                    </a:lnTo>
                    <a:cubicBezTo>
                      <a:pt x="132299" y="1511971"/>
                      <a:pt x="153666" y="1592352"/>
                      <a:pt x="200470" y="1658488"/>
                    </a:cubicBezTo>
                    <a:cubicBezTo>
                      <a:pt x="227941" y="1697152"/>
                      <a:pt x="264571" y="1733781"/>
                      <a:pt x="266606" y="1781603"/>
                    </a:cubicBezTo>
                    <a:cubicBezTo>
                      <a:pt x="266606" y="1805005"/>
                      <a:pt x="259483" y="1828407"/>
                      <a:pt x="254396" y="1851809"/>
                    </a:cubicBezTo>
                    <a:cubicBezTo>
                      <a:pt x="245239" y="1897595"/>
                      <a:pt x="251344" y="1946434"/>
                      <a:pt x="273728" y="1988151"/>
                    </a:cubicBezTo>
                    <a:cubicBezTo>
                      <a:pt x="291025" y="2020710"/>
                      <a:pt x="317480" y="2048182"/>
                      <a:pt x="327654" y="2083793"/>
                    </a:cubicBezTo>
                    <a:cubicBezTo>
                      <a:pt x="349021" y="2153999"/>
                      <a:pt x="302217" y="2232345"/>
                      <a:pt x="329689" y="2300516"/>
                    </a:cubicBezTo>
                    <a:cubicBezTo>
                      <a:pt x="291025" y="2241503"/>
                      <a:pt x="320532" y="2162139"/>
                      <a:pt x="305270" y="2092951"/>
                    </a:cubicBezTo>
                    <a:cubicBezTo>
                      <a:pt x="300182" y="2069549"/>
                      <a:pt x="288990" y="2047164"/>
                      <a:pt x="277798" y="2026815"/>
                    </a:cubicBezTo>
                    <a:cubicBezTo>
                      <a:pt x="234046" y="1949486"/>
                      <a:pt x="171980" y="1882333"/>
                      <a:pt x="129246" y="1803987"/>
                    </a:cubicBezTo>
                    <a:cubicBezTo>
                      <a:pt x="71250" y="1697152"/>
                      <a:pt x="52935" y="1575055"/>
                      <a:pt x="34621" y="1454992"/>
                    </a:cubicBezTo>
                    <a:cubicBezTo>
                      <a:pt x="7149" y="1269811"/>
                      <a:pt x="-20323" y="1079543"/>
                      <a:pt x="21393" y="897415"/>
                    </a:cubicBezTo>
                    <a:cubicBezTo>
                      <a:pt x="31568" y="851628"/>
                      <a:pt x="47848" y="805842"/>
                      <a:pt x="79390" y="772265"/>
                    </a:cubicBezTo>
                    <a:cubicBezTo>
                      <a:pt x="101774" y="791597"/>
                      <a:pt x="108896" y="822121"/>
                      <a:pt x="113984" y="851628"/>
                    </a:cubicBezTo>
                    <a:cubicBezTo>
                      <a:pt x="133316" y="955411"/>
                      <a:pt x="142473" y="1062246"/>
                      <a:pt x="136368" y="1167046"/>
                    </a:cubicBezTo>
                    <a:lnTo>
                      <a:pt x="131620" y="1228837"/>
                    </a:lnTo>
                    <a:lnTo>
                      <a:pt x="163331" y="1188414"/>
                    </a:lnTo>
                    <a:cubicBezTo>
                      <a:pt x="176304" y="1167047"/>
                      <a:pt x="186733" y="1144154"/>
                      <a:pt x="194364" y="1120243"/>
                    </a:cubicBezTo>
                    <a:cubicBezTo>
                      <a:pt x="227941" y="1014425"/>
                      <a:pt x="205557" y="900468"/>
                      <a:pt x="186225" y="791597"/>
                    </a:cubicBezTo>
                    <a:cubicBezTo>
                      <a:pt x="184190" y="779388"/>
                      <a:pt x="186225" y="763108"/>
                      <a:pt x="197417" y="761073"/>
                    </a:cubicBezTo>
                    <a:cubicBezTo>
                      <a:pt x="204539" y="761073"/>
                      <a:pt x="209627" y="766160"/>
                      <a:pt x="214714" y="771248"/>
                    </a:cubicBezTo>
                    <a:cubicBezTo>
                      <a:pt x="227941" y="787527"/>
                      <a:pt x="238116" y="804825"/>
                      <a:pt x="246256" y="824157"/>
                    </a:cubicBezTo>
                    <a:cubicBezTo>
                      <a:pt x="251343" y="837384"/>
                      <a:pt x="256431" y="851629"/>
                      <a:pt x="265588" y="861803"/>
                    </a:cubicBezTo>
                    <a:cubicBezTo>
                      <a:pt x="274745" y="871978"/>
                      <a:pt x="292042" y="878083"/>
                      <a:pt x="304252" y="869943"/>
                    </a:cubicBezTo>
                    <a:cubicBezTo>
                      <a:pt x="308322" y="866891"/>
                      <a:pt x="312392" y="862821"/>
                      <a:pt x="316462" y="858751"/>
                    </a:cubicBezTo>
                    <a:cubicBezTo>
                      <a:pt x="330707" y="846541"/>
                      <a:pt x="355126" y="851629"/>
                      <a:pt x="364283" y="867908"/>
                    </a:cubicBezTo>
                    <a:cubicBezTo>
                      <a:pt x="378528" y="838401"/>
                      <a:pt x="367336" y="797702"/>
                      <a:pt x="357161" y="766160"/>
                    </a:cubicBezTo>
                    <a:cubicBezTo>
                      <a:pt x="346986" y="734619"/>
                      <a:pt x="330707" y="705112"/>
                      <a:pt x="322567" y="673570"/>
                    </a:cubicBezTo>
                    <a:cubicBezTo>
                      <a:pt x="320532" y="664413"/>
                      <a:pt x="321549" y="650168"/>
                      <a:pt x="330707" y="649151"/>
                    </a:cubicBezTo>
                    <a:cubicBezTo>
                      <a:pt x="333759" y="649151"/>
                      <a:pt x="336811" y="649151"/>
                      <a:pt x="339864" y="649151"/>
                    </a:cubicBezTo>
                    <a:cubicBezTo>
                      <a:pt x="351056" y="649151"/>
                      <a:pt x="357161" y="634906"/>
                      <a:pt x="359196" y="623714"/>
                    </a:cubicBezTo>
                    <a:cubicBezTo>
                      <a:pt x="363266" y="604382"/>
                      <a:pt x="369371" y="585049"/>
                      <a:pt x="376493" y="566735"/>
                    </a:cubicBezTo>
                    <a:cubicBezTo>
                      <a:pt x="378528" y="562665"/>
                      <a:pt x="380563" y="556560"/>
                      <a:pt x="385650" y="556560"/>
                    </a:cubicBezTo>
                    <a:cubicBezTo>
                      <a:pt x="391755" y="556560"/>
                      <a:pt x="395825" y="562665"/>
                      <a:pt x="397860" y="568770"/>
                    </a:cubicBezTo>
                    <a:lnTo>
                      <a:pt x="419227" y="627784"/>
                    </a:lnTo>
                    <a:cubicBezTo>
                      <a:pt x="428385" y="653220"/>
                      <a:pt x="444664" y="683745"/>
                      <a:pt x="471119" y="681710"/>
                    </a:cubicBezTo>
                    <a:cubicBezTo>
                      <a:pt x="482311" y="681710"/>
                      <a:pt x="492486" y="674588"/>
                      <a:pt x="500626" y="666448"/>
                    </a:cubicBezTo>
                    <a:cubicBezTo>
                      <a:pt x="513853" y="652203"/>
                      <a:pt x="520975" y="631853"/>
                      <a:pt x="519958" y="612521"/>
                    </a:cubicBezTo>
                    <a:cubicBezTo>
                      <a:pt x="517923" y="577927"/>
                      <a:pt x="492486" y="545368"/>
                      <a:pt x="503678" y="512809"/>
                    </a:cubicBezTo>
                    <a:cubicBezTo>
                      <a:pt x="513853" y="484319"/>
                      <a:pt x="548447" y="471092"/>
                      <a:pt x="558622" y="442603"/>
                    </a:cubicBezTo>
                    <a:cubicBezTo>
                      <a:pt x="570831" y="409026"/>
                      <a:pt x="590164" y="392746"/>
                      <a:pt x="604408" y="359169"/>
                    </a:cubicBezTo>
                    <a:cubicBezTo>
                      <a:pt x="605426" y="356117"/>
                      <a:pt x="606443" y="353065"/>
                      <a:pt x="604408" y="350012"/>
                    </a:cubicBezTo>
                    <a:cubicBezTo>
                      <a:pt x="602373" y="345942"/>
                      <a:pt x="597286" y="345942"/>
                      <a:pt x="593216" y="345942"/>
                    </a:cubicBezTo>
                    <a:cubicBezTo>
                      <a:pt x="568797" y="345942"/>
                      <a:pt x="544377" y="345942"/>
                      <a:pt x="519958" y="345942"/>
                    </a:cubicBezTo>
                    <a:cubicBezTo>
                      <a:pt x="513853" y="345942"/>
                      <a:pt x="506730" y="345942"/>
                      <a:pt x="500626" y="342890"/>
                    </a:cubicBezTo>
                    <a:cubicBezTo>
                      <a:pt x="496556" y="339837"/>
                      <a:pt x="493503" y="335767"/>
                      <a:pt x="490451" y="330680"/>
                    </a:cubicBezTo>
                    <a:cubicBezTo>
                      <a:pt x="469084" y="290998"/>
                      <a:pt x="488416" y="242160"/>
                      <a:pt x="515888" y="207565"/>
                    </a:cubicBezTo>
                    <a:cubicBezTo>
                      <a:pt x="538781" y="179585"/>
                      <a:pt x="566762" y="157200"/>
                      <a:pt x="597032" y="137741"/>
                    </a:cubicBezTo>
                    <a:lnTo>
                      <a:pt x="635927" y="116312"/>
                    </a:lnTo>
                    <a:lnTo>
                      <a:pt x="639003" y="108870"/>
                    </a:lnTo>
                    <a:cubicBezTo>
                      <a:pt x="663422" y="66136"/>
                      <a:pt x="709209" y="39682"/>
                      <a:pt x="756013" y="26454"/>
                    </a:cubicBezTo>
                    <a:cubicBezTo>
                      <a:pt x="773310" y="21875"/>
                      <a:pt x="791689" y="19014"/>
                      <a:pt x="810480" y="17853"/>
                    </a:cubicBezTo>
                    <a:close/>
                    <a:moveTo>
                      <a:pt x="474171" y="0"/>
                    </a:moveTo>
                    <a:cubicBezTo>
                      <a:pt x="503678" y="0"/>
                      <a:pt x="535220" y="17297"/>
                      <a:pt x="544377" y="45786"/>
                    </a:cubicBezTo>
                    <a:cubicBezTo>
                      <a:pt x="560657" y="99713"/>
                      <a:pt x="507748" y="178059"/>
                      <a:pt x="457891" y="188233"/>
                    </a:cubicBezTo>
                    <a:lnTo>
                      <a:pt x="457891" y="189251"/>
                    </a:lnTo>
                    <a:cubicBezTo>
                      <a:pt x="368353" y="207565"/>
                      <a:pt x="271693" y="243177"/>
                      <a:pt x="227941" y="323558"/>
                    </a:cubicBezTo>
                    <a:cubicBezTo>
                      <a:pt x="225906" y="327628"/>
                      <a:pt x="223871" y="331698"/>
                      <a:pt x="218784" y="332715"/>
                    </a:cubicBezTo>
                    <a:cubicBezTo>
                      <a:pt x="214714" y="333733"/>
                      <a:pt x="210644" y="332715"/>
                      <a:pt x="206574" y="330680"/>
                    </a:cubicBezTo>
                    <a:cubicBezTo>
                      <a:pt x="186224" y="323558"/>
                      <a:pt x="162822" y="332715"/>
                      <a:pt x="146543" y="346960"/>
                    </a:cubicBezTo>
                    <a:cubicBezTo>
                      <a:pt x="130263" y="361204"/>
                      <a:pt x="119071" y="380537"/>
                      <a:pt x="108896" y="399869"/>
                    </a:cubicBezTo>
                    <a:cubicBezTo>
                      <a:pt x="145525" y="244195"/>
                      <a:pt x="250326" y="105818"/>
                      <a:pt x="389720" y="27472"/>
                    </a:cubicBezTo>
                    <a:cubicBezTo>
                      <a:pt x="416175" y="13227"/>
                      <a:pt x="444664" y="0"/>
                      <a:pt x="474171" y="0"/>
                    </a:cubicBezTo>
                    <a:close/>
                  </a:path>
                </a:pathLst>
              </a:custGeom>
              <a:solidFill>
                <a:srgbClr val="E8CBAA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9B7FD62B-9563-7E01-1FF3-495BFAA6E166}"/>
                  </a:ext>
                </a:extLst>
              </p:cNvPr>
              <p:cNvSpPr/>
              <p:nvPr/>
            </p:nvSpPr>
            <p:spPr>
              <a:xfrm>
                <a:off x="2498218" y="1153198"/>
                <a:ext cx="963505" cy="2168393"/>
              </a:xfrm>
              <a:custGeom>
                <a:avLst/>
                <a:gdLst>
                  <a:gd name="connsiteX0" fmla="*/ 784175 w 963505"/>
                  <a:gd name="connsiteY0" fmla="*/ 0 h 2168393"/>
                  <a:gd name="connsiteX1" fmla="*/ 873713 w 963505"/>
                  <a:gd name="connsiteY1" fmla="*/ 164831 h 2168393"/>
                  <a:gd name="connsiteX2" fmla="*/ 954094 w 963505"/>
                  <a:gd name="connsiteY2" fmla="*/ 323558 h 2168393"/>
                  <a:gd name="connsiteX3" fmla="*/ 959181 w 963505"/>
                  <a:gd name="connsiteY3" fmla="*/ 464987 h 2168393"/>
                  <a:gd name="connsiteX4" fmla="*/ 911360 w 963505"/>
                  <a:gd name="connsiteY4" fmla="*/ 965586 h 2168393"/>
                  <a:gd name="connsiteX5" fmla="*/ 874730 w 963505"/>
                  <a:gd name="connsiteY5" fmla="*/ 1238270 h 2168393"/>
                  <a:gd name="connsiteX6" fmla="*/ 836066 w 963505"/>
                  <a:gd name="connsiteY6" fmla="*/ 1424468 h 2168393"/>
                  <a:gd name="connsiteX7" fmla="*/ 846241 w 963505"/>
                  <a:gd name="connsiteY7" fmla="*/ 1635086 h 2168393"/>
                  <a:gd name="connsiteX8" fmla="*/ 838768 w 963505"/>
                  <a:gd name="connsiteY8" fmla="*/ 1631579 h 2168393"/>
                  <a:gd name="connsiteX9" fmla="*/ 855653 w 963505"/>
                  <a:gd name="connsiteY9" fmla="*/ 1700333 h 2168393"/>
                  <a:gd name="connsiteX10" fmla="*/ 880836 w 963505"/>
                  <a:gd name="connsiteY10" fmla="*/ 1936260 h 2168393"/>
                  <a:gd name="connsiteX11" fmla="*/ 835049 w 963505"/>
                  <a:gd name="connsiteY11" fmla="*/ 2060392 h 2168393"/>
                  <a:gd name="connsiteX12" fmla="*/ 713969 w 963505"/>
                  <a:gd name="connsiteY12" fmla="*/ 2066497 h 2168393"/>
                  <a:gd name="connsiteX13" fmla="*/ 679375 w 963505"/>
                  <a:gd name="connsiteY13" fmla="*/ 2098039 h 2168393"/>
                  <a:gd name="connsiteX14" fmla="*/ 576609 w 963505"/>
                  <a:gd name="connsiteY14" fmla="*/ 2164175 h 2168393"/>
                  <a:gd name="connsiteX15" fmla="*/ 459599 w 963505"/>
                  <a:gd name="connsiteY15" fmla="*/ 2138738 h 2168393"/>
                  <a:gd name="connsiteX16" fmla="*/ 439250 w 963505"/>
                  <a:gd name="connsiteY16" fmla="*/ 2126529 h 2168393"/>
                  <a:gd name="connsiteX17" fmla="*/ 417883 w 963505"/>
                  <a:gd name="connsiteY17" fmla="*/ 2136703 h 2168393"/>
                  <a:gd name="connsiteX18" fmla="*/ 231684 w 963505"/>
                  <a:gd name="connsiteY18" fmla="*/ 2120424 h 2168393"/>
                  <a:gd name="connsiteX19" fmla="*/ 186915 w 963505"/>
                  <a:gd name="connsiteY19" fmla="*/ 2073620 h 2168393"/>
                  <a:gd name="connsiteX20" fmla="*/ 106534 w 963505"/>
                  <a:gd name="connsiteY20" fmla="*/ 2059375 h 2168393"/>
                  <a:gd name="connsiteX21" fmla="*/ 26153 w 963505"/>
                  <a:gd name="connsiteY21" fmla="*/ 2046148 h 2168393"/>
                  <a:gd name="connsiteX22" fmla="*/ 8856 w 963505"/>
                  <a:gd name="connsiteY22" fmla="*/ 1975942 h 2168393"/>
                  <a:gd name="connsiteX23" fmla="*/ 71940 w 963505"/>
                  <a:gd name="connsiteY23" fmla="*/ 2010536 h 2168393"/>
                  <a:gd name="connsiteX24" fmla="*/ 70922 w 963505"/>
                  <a:gd name="connsiteY24" fmla="*/ 2011553 h 2168393"/>
                  <a:gd name="connsiteX25" fmla="*/ 193020 w 963505"/>
                  <a:gd name="connsiteY25" fmla="*/ 1922016 h 2168393"/>
                  <a:gd name="connsiteX26" fmla="*/ 310030 w 963505"/>
                  <a:gd name="connsiteY26" fmla="*/ 1831460 h 2168393"/>
                  <a:gd name="connsiteX27" fmla="*/ 548120 w 963505"/>
                  <a:gd name="connsiteY27" fmla="*/ 1690031 h 2168393"/>
                  <a:gd name="connsiteX28" fmla="*/ 632571 w 963505"/>
                  <a:gd name="connsiteY28" fmla="*/ 1604562 h 2168393"/>
                  <a:gd name="connsiteX29" fmla="*/ 648309 w 963505"/>
                  <a:gd name="connsiteY29" fmla="*/ 1569349 h 2168393"/>
                  <a:gd name="connsiteX30" fmla="*/ 642745 w 963505"/>
                  <a:gd name="connsiteY30" fmla="*/ 1570985 h 2168393"/>
                  <a:gd name="connsiteX31" fmla="*/ 634606 w 963505"/>
                  <a:gd name="connsiteY31" fmla="*/ 1521129 h 2168393"/>
                  <a:gd name="connsiteX32" fmla="*/ 628501 w 963505"/>
                  <a:gd name="connsiteY32" fmla="*/ 1343070 h 2168393"/>
                  <a:gd name="connsiteX33" fmla="*/ 489106 w 963505"/>
                  <a:gd name="connsiteY33" fmla="*/ 1232165 h 2168393"/>
                  <a:gd name="connsiteX34" fmla="*/ 520648 w 963505"/>
                  <a:gd name="connsiteY34" fmla="*/ 934044 h 2168393"/>
                  <a:gd name="connsiteX35" fmla="*/ 490124 w 963505"/>
                  <a:gd name="connsiteY35" fmla="*/ 899450 h 2168393"/>
                  <a:gd name="connsiteX36" fmla="*/ 461634 w 963505"/>
                  <a:gd name="connsiteY36" fmla="*/ 882153 h 2168393"/>
                  <a:gd name="connsiteX37" fmla="*/ 471809 w 963505"/>
                  <a:gd name="connsiteY37" fmla="*/ 856716 h 2168393"/>
                  <a:gd name="connsiteX38" fmla="*/ 548120 w 963505"/>
                  <a:gd name="connsiteY38" fmla="*/ 672553 h 2168393"/>
                  <a:gd name="connsiteX39" fmla="*/ 550155 w 963505"/>
                  <a:gd name="connsiteY39" fmla="*/ 676623 h 2168393"/>
                  <a:gd name="connsiteX40" fmla="*/ 607134 w 963505"/>
                  <a:gd name="connsiteY40" fmla="*/ 453795 h 2168393"/>
                  <a:gd name="connsiteX41" fmla="*/ 792315 w 963505"/>
                  <a:gd name="connsiteY41" fmla="*/ 329663 h 2168393"/>
                  <a:gd name="connsiteX42" fmla="*/ 729231 w 963505"/>
                  <a:gd name="connsiteY42" fmla="*/ 376467 h 2168393"/>
                  <a:gd name="connsiteX43" fmla="*/ 616291 w 963505"/>
                  <a:gd name="connsiteY43" fmla="*/ 788545 h 2168393"/>
                  <a:gd name="connsiteX44" fmla="*/ 627483 w 963505"/>
                  <a:gd name="connsiteY44" fmla="*/ 806860 h 2168393"/>
                  <a:gd name="connsiteX45" fmla="*/ 685480 w 963505"/>
                  <a:gd name="connsiteY45" fmla="*/ 789563 h 2168393"/>
                  <a:gd name="connsiteX46" fmla="*/ 693619 w 963505"/>
                  <a:gd name="connsiteY46" fmla="*/ 721392 h 2168393"/>
                  <a:gd name="connsiteX47" fmla="*/ 819787 w 963505"/>
                  <a:gd name="connsiteY47" fmla="*/ 367309 h 2168393"/>
                  <a:gd name="connsiteX48" fmla="*/ 842171 w 963505"/>
                  <a:gd name="connsiteY48" fmla="*/ 297103 h 2168393"/>
                  <a:gd name="connsiteX49" fmla="*/ 826909 w 963505"/>
                  <a:gd name="connsiteY49" fmla="*/ 272684 h 2168393"/>
                  <a:gd name="connsiteX50" fmla="*/ 802490 w 963505"/>
                  <a:gd name="connsiteY50" fmla="*/ 195356 h 2168393"/>
                  <a:gd name="connsiteX51" fmla="*/ 732284 w 963505"/>
                  <a:gd name="connsiteY51" fmla="*/ 205530 h 2168393"/>
                  <a:gd name="connsiteX52" fmla="*/ 666147 w 963505"/>
                  <a:gd name="connsiteY52" fmla="*/ 241142 h 2168393"/>
                  <a:gd name="connsiteX53" fmla="*/ 783157 w 963505"/>
                  <a:gd name="connsiteY53" fmla="*/ 121080 h 2168393"/>
                  <a:gd name="connsiteX54" fmla="*/ 784175 w 963505"/>
                  <a:gd name="connsiteY54" fmla="*/ 0 h 2168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963505" h="2168393">
                    <a:moveTo>
                      <a:pt x="784175" y="0"/>
                    </a:moveTo>
                    <a:cubicBezTo>
                      <a:pt x="780105" y="64101"/>
                      <a:pt x="829962" y="118027"/>
                      <a:pt x="873713" y="164831"/>
                    </a:cubicBezTo>
                    <a:cubicBezTo>
                      <a:pt x="918482" y="211635"/>
                      <a:pt x="934762" y="262509"/>
                      <a:pt x="954094" y="323558"/>
                    </a:cubicBezTo>
                    <a:cubicBezTo>
                      <a:pt x="968339" y="368327"/>
                      <a:pt x="963251" y="417166"/>
                      <a:pt x="959181" y="464987"/>
                    </a:cubicBezTo>
                    <a:cubicBezTo>
                      <a:pt x="942902" y="631854"/>
                      <a:pt x="927639" y="798720"/>
                      <a:pt x="911360" y="965586"/>
                    </a:cubicBezTo>
                    <a:cubicBezTo>
                      <a:pt x="903220" y="1057159"/>
                      <a:pt x="894063" y="1148732"/>
                      <a:pt x="874730" y="1238270"/>
                    </a:cubicBezTo>
                    <a:cubicBezTo>
                      <a:pt x="860486" y="1300336"/>
                      <a:pt x="842171" y="1361385"/>
                      <a:pt x="836066" y="1424468"/>
                    </a:cubicBezTo>
                    <a:cubicBezTo>
                      <a:pt x="828944" y="1494674"/>
                      <a:pt x="838101" y="1564880"/>
                      <a:pt x="846241" y="1635086"/>
                    </a:cubicBezTo>
                    <a:lnTo>
                      <a:pt x="838768" y="1631579"/>
                    </a:lnTo>
                    <a:lnTo>
                      <a:pt x="855653" y="1700333"/>
                    </a:lnTo>
                    <a:cubicBezTo>
                      <a:pt x="869898" y="1777788"/>
                      <a:pt x="876257" y="1857406"/>
                      <a:pt x="880836" y="1936260"/>
                    </a:cubicBezTo>
                    <a:cubicBezTo>
                      <a:pt x="883888" y="1984082"/>
                      <a:pt x="878801" y="2043095"/>
                      <a:pt x="835049" y="2060392"/>
                    </a:cubicBezTo>
                    <a:cubicBezTo>
                      <a:pt x="796385" y="2075655"/>
                      <a:pt x="750598" y="2048183"/>
                      <a:pt x="713969" y="2066497"/>
                    </a:cubicBezTo>
                    <a:cubicBezTo>
                      <a:pt x="700742" y="2073620"/>
                      <a:pt x="689549" y="2085829"/>
                      <a:pt x="679375" y="2098039"/>
                    </a:cubicBezTo>
                    <a:cubicBezTo>
                      <a:pt x="651903" y="2128563"/>
                      <a:pt x="617309" y="2154000"/>
                      <a:pt x="576609" y="2164175"/>
                    </a:cubicBezTo>
                    <a:cubicBezTo>
                      <a:pt x="535910" y="2174350"/>
                      <a:pt x="490124" y="2166210"/>
                      <a:pt x="459599" y="2138738"/>
                    </a:cubicBezTo>
                    <a:cubicBezTo>
                      <a:pt x="453494" y="2133651"/>
                      <a:pt x="447390" y="2126529"/>
                      <a:pt x="439250" y="2126529"/>
                    </a:cubicBezTo>
                    <a:cubicBezTo>
                      <a:pt x="431110" y="2126529"/>
                      <a:pt x="423988" y="2131616"/>
                      <a:pt x="417883" y="2136703"/>
                    </a:cubicBezTo>
                    <a:cubicBezTo>
                      <a:pt x="362939" y="2177402"/>
                      <a:pt x="278488" y="2170280"/>
                      <a:pt x="231684" y="2120424"/>
                    </a:cubicBezTo>
                    <a:cubicBezTo>
                      <a:pt x="216422" y="2104144"/>
                      <a:pt x="205230" y="2085829"/>
                      <a:pt x="186915" y="2073620"/>
                    </a:cubicBezTo>
                    <a:cubicBezTo>
                      <a:pt x="163513" y="2059375"/>
                      <a:pt x="134006" y="2059375"/>
                      <a:pt x="106534" y="2059375"/>
                    </a:cubicBezTo>
                    <a:cubicBezTo>
                      <a:pt x="79062" y="2060392"/>
                      <a:pt x="49555" y="2060392"/>
                      <a:pt x="26153" y="2046148"/>
                    </a:cubicBezTo>
                    <a:cubicBezTo>
                      <a:pt x="2751" y="2031903"/>
                      <a:pt x="-9458" y="1996291"/>
                      <a:pt x="8856" y="1975942"/>
                    </a:cubicBezTo>
                    <a:cubicBezTo>
                      <a:pt x="18014" y="1999344"/>
                      <a:pt x="46503" y="2010536"/>
                      <a:pt x="71940" y="2010536"/>
                    </a:cubicBezTo>
                    <a:lnTo>
                      <a:pt x="70922" y="2011553"/>
                    </a:lnTo>
                    <a:cubicBezTo>
                      <a:pt x="134006" y="2012571"/>
                      <a:pt x="164530" y="1969837"/>
                      <a:pt x="193020" y="1922016"/>
                    </a:cubicBezTo>
                    <a:cubicBezTo>
                      <a:pt x="220492" y="1875211"/>
                      <a:pt x="261191" y="1853845"/>
                      <a:pt x="310030" y="1831460"/>
                    </a:cubicBezTo>
                    <a:cubicBezTo>
                      <a:pt x="393463" y="1792796"/>
                      <a:pt x="473844" y="1744974"/>
                      <a:pt x="548120" y="1690031"/>
                    </a:cubicBezTo>
                    <a:cubicBezTo>
                      <a:pt x="580679" y="1665611"/>
                      <a:pt x="612221" y="1639157"/>
                      <a:pt x="632571" y="1604562"/>
                    </a:cubicBezTo>
                    <a:lnTo>
                      <a:pt x="648309" y="1569349"/>
                    </a:lnTo>
                    <a:lnTo>
                      <a:pt x="642745" y="1570985"/>
                    </a:lnTo>
                    <a:cubicBezTo>
                      <a:pt x="622396" y="1568950"/>
                      <a:pt x="626466" y="1539444"/>
                      <a:pt x="634606" y="1521129"/>
                    </a:cubicBezTo>
                    <a:cubicBezTo>
                      <a:pt x="658008" y="1464150"/>
                      <a:pt x="655973" y="1398014"/>
                      <a:pt x="628501" y="1343070"/>
                    </a:cubicBezTo>
                    <a:cubicBezTo>
                      <a:pt x="601029" y="1288127"/>
                      <a:pt x="549137" y="1246410"/>
                      <a:pt x="489106" y="1232165"/>
                    </a:cubicBezTo>
                    <a:cubicBezTo>
                      <a:pt x="556260" y="1150767"/>
                      <a:pt x="568469" y="1028670"/>
                      <a:pt x="520648" y="934044"/>
                    </a:cubicBezTo>
                    <a:cubicBezTo>
                      <a:pt x="513526" y="919800"/>
                      <a:pt x="504368" y="905555"/>
                      <a:pt x="490124" y="899450"/>
                    </a:cubicBezTo>
                    <a:cubicBezTo>
                      <a:pt x="479949" y="895380"/>
                      <a:pt x="465704" y="893345"/>
                      <a:pt x="461634" y="882153"/>
                    </a:cubicBezTo>
                    <a:cubicBezTo>
                      <a:pt x="458582" y="872996"/>
                      <a:pt x="465704" y="863838"/>
                      <a:pt x="471809" y="856716"/>
                    </a:cubicBezTo>
                    <a:cubicBezTo>
                      <a:pt x="515561" y="804825"/>
                      <a:pt x="542015" y="739706"/>
                      <a:pt x="548120" y="672553"/>
                    </a:cubicBezTo>
                    <a:lnTo>
                      <a:pt x="550155" y="676623"/>
                    </a:lnTo>
                    <a:cubicBezTo>
                      <a:pt x="557277" y="598277"/>
                      <a:pt x="570504" y="521966"/>
                      <a:pt x="607134" y="453795"/>
                    </a:cubicBezTo>
                    <a:cubicBezTo>
                      <a:pt x="643763" y="385624"/>
                      <a:pt x="713969" y="328645"/>
                      <a:pt x="792315" y="329663"/>
                    </a:cubicBezTo>
                    <a:cubicBezTo>
                      <a:pt x="772983" y="347977"/>
                      <a:pt x="750598" y="361205"/>
                      <a:pt x="729231" y="376467"/>
                    </a:cubicBezTo>
                    <a:cubicBezTo>
                      <a:pt x="605099" y="467022"/>
                      <a:pt x="555242" y="647116"/>
                      <a:pt x="616291" y="788545"/>
                    </a:cubicBezTo>
                    <a:cubicBezTo>
                      <a:pt x="619343" y="794650"/>
                      <a:pt x="622396" y="801772"/>
                      <a:pt x="627483" y="806860"/>
                    </a:cubicBezTo>
                    <a:cubicBezTo>
                      <a:pt x="644780" y="822122"/>
                      <a:pt x="675305" y="809912"/>
                      <a:pt x="685480" y="789563"/>
                    </a:cubicBezTo>
                    <a:cubicBezTo>
                      <a:pt x="695654" y="769213"/>
                      <a:pt x="693619" y="744794"/>
                      <a:pt x="693619" y="721392"/>
                    </a:cubicBezTo>
                    <a:cubicBezTo>
                      <a:pt x="691584" y="594207"/>
                      <a:pt x="743476" y="469057"/>
                      <a:pt x="819787" y="367309"/>
                    </a:cubicBezTo>
                    <a:cubicBezTo>
                      <a:pt x="835049" y="345942"/>
                      <a:pt x="852346" y="320505"/>
                      <a:pt x="842171" y="297103"/>
                    </a:cubicBezTo>
                    <a:cubicBezTo>
                      <a:pt x="838101" y="287946"/>
                      <a:pt x="830979" y="280824"/>
                      <a:pt x="826909" y="272684"/>
                    </a:cubicBezTo>
                    <a:cubicBezTo>
                      <a:pt x="814699" y="248265"/>
                      <a:pt x="822839" y="213670"/>
                      <a:pt x="802490" y="195356"/>
                    </a:cubicBezTo>
                    <a:cubicBezTo>
                      <a:pt x="783157" y="179076"/>
                      <a:pt x="752633" y="190268"/>
                      <a:pt x="732284" y="205530"/>
                    </a:cubicBezTo>
                    <a:cubicBezTo>
                      <a:pt x="711934" y="220793"/>
                      <a:pt x="691584" y="241142"/>
                      <a:pt x="666147" y="241142"/>
                    </a:cubicBezTo>
                    <a:cubicBezTo>
                      <a:pt x="679375" y="185181"/>
                      <a:pt x="766878" y="176024"/>
                      <a:pt x="783157" y="121080"/>
                    </a:cubicBezTo>
                    <a:cubicBezTo>
                      <a:pt x="795367" y="81398"/>
                      <a:pt x="763825" y="35612"/>
                      <a:pt x="784175" y="0"/>
                    </a:cubicBezTo>
                    <a:close/>
                  </a:path>
                </a:pathLst>
              </a:custGeom>
              <a:solidFill>
                <a:srgbClr val="C9AA83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67C44A7A-0F16-FC19-55C8-C41A4BFAD78E}"/>
                  </a:ext>
                </a:extLst>
              </p:cNvPr>
              <p:cNvSpPr/>
              <p:nvPr/>
            </p:nvSpPr>
            <p:spPr>
              <a:xfrm>
                <a:off x="2222806" y="1584130"/>
                <a:ext cx="322457" cy="579519"/>
              </a:xfrm>
              <a:custGeom>
                <a:avLst/>
                <a:gdLst>
                  <a:gd name="connsiteX0" fmla="*/ 188625 w 322457"/>
                  <a:gd name="connsiteY0" fmla="*/ 56440 h 579519"/>
                  <a:gd name="connsiteX1" fmla="*/ 208975 w 322457"/>
                  <a:gd name="connsiteY1" fmla="*/ 122576 h 579519"/>
                  <a:gd name="connsiteX2" fmla="*/ 289356 w 322457"/>
                  <a:gd name="connsiteY2" fmla="*/ 257900 h 579519"/>
                  <a:gd name="connsiteX3" fmla="*/ 311740 w 322457"/>
                  <a:gd name="connsiteY3" fmla="*/ 406452 h 579519"/>
                  <a:gd name="connsiteX4" fmla="*/ 256796 w 322457"/>
                  <a:gd name="connsiteY4" fmla="*/ 465466 h 579519"/>
                  <a:gd name="connsiteX5" fmla="*/ 138769 w 322457"/>
                  <a:gd name="connsiteY5" fmla="*/ 561109 h 579519"/>
                  <a:gd name="connsiteX6" fmla="*/ 102140 w 322457"/>
                  <a:gd name="connsiteY6" fmla="*/ 579423 h 579519"/>
                  <a:gd name="connsiteX7" fmla="*/ 48213 w 322457"/>
                  <a:gd name="connsiteY7" fmla="*/ 525497 h 579519"/>
                  <a:gd name="connsiteX8" fmla="*/ 2427 w 322457"/>
                  <a:gd name="connsiteY8" fmla="*/ 237551 h 579519"/>
                  <a:gd name="connsiteX9" fmla="*/ 36004 w 322457"/>
                  <a:gd name="connsiteY9" fmla="*/ 24898 h 579519"/>
                  <a:gd name="connsiteX10" fmla="*/ 188625 w 322457"/>
                  <a:gd name="connsiteY10" fmla="*/ 56440 h 579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2457" h="579519">
                    <a:moveTo>
                      <a:pt x="188625" y="56440"/>
                    </a:moveTo>
                    <a:cubicBezTo>
                      <a:pt x="198800" y="76789"/>
                      <a:pt x="201853" y="100191"/>
                      <a:pt x="208975" y="122576"/>
                    </a:cubicBezTo>
                    <a:cubicBezTo>
                      <a:pt x="225255" y="172432"/>
                      <a:pt x="261884" y="213131"/>
                      <a:pt x="289356" y="257900"/>
                    </a:cubicBezTo>
                    <a:cubicBezTo>
                      <a:pt x="316828" y="302669"/>
                      <a:pt x="335142" y="359648"/>
                      <a:pt x="311740" y="406452"/>
                    </a:cubicBezTo>
                    <a:cubicBezTo>
                      <a:pt x="299531" y="430872"/>
                      <a:pt x="278164" y="449186"/>
                      <a:pt x="256796" y="465466"/>
                    </a:cubicBezTo>
                    <a:cubicBezTo>
                      <a:pt x="217115" y="497008"/>
                      <a:pt x="178451" y="528549"/>
                      <a:pt x="138769" y="561109"/>
                    </a:cubicBezTo>
                    <a:cubicBezTo>
                      <a:pt x="127577" y="570266"/>
                      <a:pt x="116384" y="579423"/>
                      <a:pt x="102140" y="579423"/>
                    </a:cubicBezTo>
                    <a:cubicBezTo>
                      <a:pt x="74668" y="581458"/>
                      <a:pt x="57371" y="550934"/>
                      <a:pt x="48213" y="525497"/>
                    </a:cubicBezTo>
                    <a:cubicBezTo>
                      <a:pt x="16672" y="432906"/>
                      <a:pt x="8532" y="334211"/>
                      <a:pt x="2427" y="237551"/>
                    </a:cubicBezTo>
                    <a:cubicBezTo>
                      <a:pt x="-1643" y="175485"/>
                      <a:pt x="-5713" y="77807"/>
                      <a:pt x="36004" y="24898"/>
                    </a:cubicBezTo>
                    <a:cubicBezTo>
                      <a:pt x="74668" y="-24958"/>
                      <a:pt x="164206" y="7601"/>
                      <a:pt x="188625" y="56440"/>
                    </a:cubicBezTo>
                    <a:close/>
                  </a:path>
                </a:pathLst>
              </a:custGeom>
              <a:solidFill>
                <a:srgbClr val="EEAB75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BE02255F-73FA-53A0-4328-EEB93351192B}"/>
                  </a:ext>
                </a:extLst>
              </p:cNvPr>
              <p:cNvSpPr/>
              <p:nvPr/>
            </p:nvSpPr>
            <p:spPr>
              <a:xfrm>
                <a:off x="2661403" y="2883805"/>
                <a:ext cx="607816" cy="347284"/>
              </a:xfrm>
              <a:custGeom>
                <a:avLst/>
                <a:gdLst>
                  <a:gd name="connsiteX0" fmla="*/ 592501 w 607816"/>
                  <a:gd name="connsiteY0" fmla="*/ 166989 h 347284"/>
                  <a:gd name="connsiteX1" fmla="*/ 578257 w 607816"/>
                  <a:gd name="connsiteY1" fmla="*/ 289086 h 347284"/>
                  <a:gd name="connsiteX2" fmla="*/ 461247 w 607816"/>
                  <a:gd name="connsiteY2" fmla="*/ 343012 h 347284"/>
                  <a:gd name="connsiteX3" fmla="*/ 371708 w 607816"/>
                  <a:gd name="connsiteY3" fmla="*/ 343012 h 347284"/>
                  <a:gd name="connsiteX4" fmla="*/ 290310 w 607816"/>
                  <a:gd name="connsiteY4" fmla="*/ 313506 h 347284"/>
                  <a:gd name="connsiteX5" fmla="*/ 102077 w 607816"/>
                  <a:gd name="connsiteY5" fmla="*/ 316558 h 347284"/>
                  <a:gd name="connsiteX6" fmla="*/ 18643 w 607816"/>
                  <a:gd name="connsiteY6" fmla="*/ 293156 h 347284"/>
                  <a:gd name="connsiteX7" fmla="*/ 16608 w 607816"/>
                  <a:gd name="connsiteY7" fmla="*/ 215828 h 347284"/>
                  <a:gd name="connsiteX8" fmla="*/ 50185 w 607816"/>
                  <a:gd name="connsiteY8" fmla="*/ 203618 h 347284"/>
                  <a:gd name="connsiteX9" fmla="*/ 273013 w 607816"/>
                  <a:gd name="connsiteY9" fmla="*/ 17420 h 347284"/>
                  <a:gd name="connsiteX10" fmla="*/ 352376 w 607816"/>
                  <a:gd name="connsiteY10" fmla="*/ 2157 h 347284"/>
                  <a:gd name="connsiteX11" fmla="*/ 575204 w 607816"/>
                  <a:gd name="connsiteY11" fmla="*/ 17420 h 347284"/>
                  <a:gd name="connsiteX12" fmla="*/ 592501 w 607816"/>
                  <a:gd name="connsiteY12" fmla="*/ 166989 h 347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07816" h="347284">
                    <a:moveTo>
                      <a:pt x="592501" y="166989"/>
                    </a:moveTo>
                    <a:cubicBezTo>
                      <a:pt x="592501" y="208705"/>
                      <a:pt x="601659" y="254492"/>
                      <a:pt x="578257" y="289086"/>
                    </a:cubicBezTo>
                    <a:cubicBezTo>
                      <a:pt x="553837" y="325715"/>
                      <a:pt x="504998" y="336908"/>
                      <a:pt x="461247" y="343012"/>
                    </a:cubicBezTo>
                    <a:cubicBezTo>
                      <a:pt x="431740" y="347082"/>
                      <a:pt x="401215" y="350135"/>
                      <a:pt x="371708" y="343012"/>
                    </a:cubicBezTo>
                    <a:cubicBezTo>
                      <a:pt x="343219" y="336908"/>
                      <a:pt x="317782" y="321645"/>
                      <a:pt x="290310" y="313506"/>
                    </a:cubicBezTo>
                    <a:cubicBezTo>
                      <a:pt x="229261" y="296208"/>
                      <a:pt x="165160" y="314523"/>
                      <a:pt x="102077" y="316558"/>
                    </a:cubicBezTo>
                    <a:cubicBezTo>
                      <a:pt x="72570" y="316558"/>
                      <a:pt x="40010" y="313506"/>
                      <a:pt x="18643" y="293156"/>
                    </a:cubicBezTo>
                    <a:cubicBezTo>
                      <a:pt x="-3741" y="272806"/>
                      <a:pt x="-7811" y="233125"/>
                      <a:pt x="16608" y="215828"/>
                    </a:cubicBezTo>
                    <a:cubicBezTo>
                      <a:pt x="26783" y="208705"/>
                      <a:pt x="38993" y="206670"/>
                      <a:pt x="50185" y="203618"/>
                    </a:cubicBezTo>
                    <a:cubicBezTo>
                      <a:pt x="143793" y="175129"/>
                      <a:pt x="182457" y="55066"/>
                      <a:pt x="273013" y="17420"/>
                    </a:cubicBezTo>
                    <a:cubicBezTo>
                      <a:pt x="297432" y="7245"/>
                      <a:pt x="324904" y="3175"/>
                      <a:pt x="352376" y="2157"/>
                    </a:cubicBezTo>
                    <a:cubicBezTo>
                      <a:pt x="421565" y="-1912"/>
                      <a:pt x="508050" y="-1912"/>
                      <a:pt x="575204" y="17420"/>
                    </a:cubicBezTo>
                    <a:cubicBezTo>
                      <a:pt x="637270" y="35734"/>
                      <a:pt x="591484" y="119167"/>
                      <a:pt x="592501" y="166989"/>
                    </a:cubicBezTo>
                    <a:close/>
                  </a:path>
                </a:pathLst>
              </a:custGeom>
              <a:solidFill>
                <a:srgbClr val="735A44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12BB12C-18B7-FB47-DA1C-146CF287A29A}"/>
                  </a:ext>
                </a:extLst>
              </p:cNvPr>
              <p:cNvSpPr/>
              <p:nvPr/>
            </p:nvSpPr>
            <p:spPr>
              <a:xfrm>
                <a:off x="2646526" y="2745887"/>
                <a:ext cx="308908" cy="414158"/>
              </a:xfrm>
              <a:custGeom>
                <a:avLst/>
                <a:gdLst>
                  <a:gd name="connsiteX0" fmla="*/ 287890 w 308908"/>
                  <a:gd name="connsiteY0" fmla="*/ 245893 h 414158"/>
                  <a:gd name="connsiteX1" fmla="*/ 122041 w 308908"/>
                  <a:gd name="connsiteY1" fmla="*/ 396480 h 414158"/>
                  <a:gd name="connsiteX2" fmla="*/ 71167 w 308908"/>
                  <a:gd name="connsiteY2" fmla="*/ 413777 h 414158"/>
                  <a:gd name="connsiteX3" fmla="*/ 23346 w 308908"/>
                  <a:gd name="connsiteY3" fmla="*/ 395462 h 414158"/>
                  <a:gd name="connsiteX4" fmla="*/ 23346 w 308908"/>
                  <a:gd name="connsiteY4" fmla="*/ 309994 h 414158"/>
                  <a:gd name="connsiteX5" fmla="*/ 6048 w 308908"/>
                  <a:gd name="connsiteY5" fmla="*/ 81061 h 414158"/>
                  <a:gd name="connsiteX6" fmla="*/ 130181 w 308908"/>
                  <a:gd name="connsiteY6" fmla="*/ 681 h 414158"/>
                  <a:gd name="connsiteX7" fmla="*/ 248208 w 308908"/>
                  <a:gd name="connsiteY7" fmla="*/ 84114 h 414158"/>
                  <a:gd name="connsiteX8" fmla="*/ 301117 w 308908"/>
                  <a:gd name="connsiteY8" fmla="*/ 175687 h 414158"/>
                  <a:gd name="connsiteX9" fmla="*/ 287890 w 308908"/>
                  <a:gd name="connsiteY9" fmla="*/ 246910 h 41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8908" h="414158">
                    <a:moveTo>
                      <a:pt x="287890" y="245893"/>
                    </a:moveTo>
                    <a:cubicBezTo>
                      <a:pt x="264488" y="319151"/>
                      <a:pt x="191230" y="362903"/>
                      <a:pt x="122041" y="396480"/>
                    </a:cubicBezTo>
                    <a:cubicBezTo>
                      <a:pt x="105761" y="404619"/>
                      <a:pt x="89482" y="411742"/>
                      <a:pt x="71167" y="413777"/>
                    </a:cubicBezTo>
                    <a:cubicBezTo>
                      <a:pt x="52852" y="415812"/>
                      <a:pt x="33520" y="409707"/>
                      <a:pt x="23346" y="395462"/>
                    </a:cubicBezTo>
                    <a:cubicBezTo>
                      <a:pt x="6048" y="372060"/>
                      <a:pt x="19276" y="339501"/>
                      <a:pt x="23346" y="309994"/>
                    </a:cubicBezTo>
                    <a:cubicBezTo>
                      <a:pt x="35555" y="233683"/>
                      <a:pt x="-17354" y="155337"/>
                      <a:pt x="6048" y="81061"/>
                    </a:cubicBezTo>
                    <a:cubicBezTo>
                      <a:pt x="22328" y="30188"/>
                      <a:pt x="77272" y="-5424"/>
                      <a:pt x="130181" y="681"/>
                    </a:cubicBezTo>
                    <a:cubicBezTo>
                      <a:pt x="180037" y="5768"/>
                      <a:pt x="220736" y="42397"/>
                      <a:pt x="248208" y="84114"/>
                    </a:cubicBezTo>
                    <a:cubicBezTo>
                      <a:pt x="268558" y="113621"/>
                      <a:pt x="283820" y="145162"/>
                      <a:pt x="301117" y="175687"/>
                    </a:cubicBezTo>
                    <a:cubicBezTo>
                      <a:pt x="320449" y="210281"/>
                      <a:pt x="299082" y="211299"/>
                      <a:pt x="287890" y="246910"/>
                    </a:cubicBezTo>
                    <a:close/>
                  </a:path>
                </a:pathLst>
              </a:custGeom>
              <a:solidFill>
                <a:srgbClr val="E19885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3C912234-F07A-81AC-C1FC-2165C9F7B0BB}"/>
                  </a:ext>
                </a:extLst>
              </p:cNvPr>
              <p:cNvSpPr/>
              <p:nvPr/>
            </p:nvSpPr>
            <p:spPr>
              <a:xfrm>
                <a:off x="2675539" y="2702847"/>
                <a:ext cx="607872" cy="282069"/>
              </a:xfrm>
              <a:custGeom>
                <a:avLst/>
                <a:gdLst>
                  <a:gd name="connsiteX0" fmla="*/ 23839 w 607872"/>
                  <a:gd name="connsiteY0" fmla="*/ 174975 h 282069"/>
                  <a:gd name="connsiteX1" fmla="*/ 238527 w 607872"/>
                  <a:gd name="connsiteY1" fmla="*/ 279776 h 282069"/>
                  <a:gd name="connsiteX2" fmla="*/ 485775 w 607872"/>
                  <a:gd name="connsiteY2" fmla="*/ 279776 h 282069"/>
                  <a:gd name="connsiteX3" fmla="*/ 530544 w 607872"/>
                  <a:gd name="connsiteY3" fmla="*/ 277741 h 282069"/>
                  <a:gd name="connsiteX4" fmla="*/ 569208 w 607872"/>
                  <a:gd name="connsiteY4" fmla="*/ 246199 h 282069"/>
                  <a:gd name="connsiteX5" fmla="*/ 607872 w 607872"/>
                  <a:gd name="connsiteY5" fmla="*/ 127154 h 282069"/>
                  <a:gd name="connsiteX6" fmla="*/ 565138 w 607872"/>
                  <a:gd name="connsiteY6" fmla="*/ 20319 h 282069"/>
                  <a:gd name="connsiteX7" fmla="*/ 472547 w 607872"/>
                  <a:gd name="connsiteY7" fmla="*/ 2004 h 282069"/>
                  <a:gd name="connsiteX8" fmla="*/ 379957 w 607872"/>
                  <a:gd name="connsiteY8" fmla="*/ 29476 h 282069"/>
                  <a:gd name="connsiteX9" fmla="*/ 244632 w 607872"/>
                  <a:gd name="connsiteY9" fmla="*/ 50843 h 282069"/>
                  <a:gd name="connsiteX10" fmla="*/ 128640 w 607872"/>
                  <a:gd name="connsiteY10" fmla="*/ 35581 h 282069"/>
                  <a:gd name="connsiteX11" fmla="*/ 21804 w 607872"/>
                  <a:gd name="connsiteY11" fmla="*/ 172940 h 28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07872" h="282069">
                    <a:moveTo>
                      <a:pt x="23839" y="174975"/>
                    </a:moveTo>
                    <a:cubicBezTo>
                      <a:pt x="69626" y="243146"/>
                      <a:pt x="156112" y="273671"/>
                      <a:pt x="238527" y="279776"/>
                    </a:cubicBezTo>
                    <a:cubicBezTo>
                      <a:pt x="320943" y="286898"/>
                      <a:pt x="403359" y="274688"/>
                      <a:pt x="485775" y="279776"/>
                    </a:cubicBezTo>
                    <a:cubicBezTo>
                      <a:pt x="501037" y="279776"/>
                      <a:pt x="516299" y="282828"/>
                      <a:pt x="530544" y="277741"/>
                    </a:cubicBezTo>
                    <a:cubicBezTo>
                      <a:pt x="546823" y="272653"/>
                      <a:pt x="559033" y="260444"/>
                      <a:pt x="569208" y="246199"/>
                    </a:cubicBezTo>
                    <a:cubicBezTo>
                      <a:pt x="594645" y="212622"/>
                      <a:pt x="606855" y="169888"/>
                      <a:pt x="607872" y="127154"/>
                    </a:cubicBezTo>
                    <a:cubicBezTo>
                      <a:pt x="607872" y="87472"/>
                      <a:pt x="596680" y="44738"/>
                      <a:pt x="565138" y="20319"/>
                    </a:cubicBezTo>
                    <a:cubicBezTo>
                      <a:pt x="539701" y="987"/>
                      <a:pt x="505107" y="-3083"/>
                      <a:pt x="472547" y="2004"/>
                    </a:cubicBezTo>
                    <a:cubicBezTo>
                      <a:pt x="441005" y="7092"/>
                      <a:pt x="410481" y="19301"/>
                      <a:pt x="379957" y="29476"/>
                    </a:cubicBezTo>
                    <a:cubicBezTo>
                      <a:pt x="336205" y="43721"/>
                      <a:pt x="290419" y="53896"/>
                      <a:pt x="244632" y="50843"/>
                    </a:cubicBezTo>
                    <a:cubicBezTo>
                      <a:pt x="205968" y="48808"/>
                      <a:pt x="167304" y="38633"/>
                      <a:pt x="128640" y="35581"/>
                    </a:cubicBezTo>
                    <a:cubicBezTo>
                      <a:pt x="41136" y="28459"/>
                      <a:pt x="-40262" y="80350"/>
                      <a:pt x="21804" y="172940"/>
                    </a:cubicBezTo>
                    <a:close/>
                  </a:path>
                </a:pathLst>
              </a:custGeom>
              <a:solidFill>
                <a:srgbClr val="EE9A85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68641C5-84F0-38A6-43DA-18D1A38D690E}"/>
                  </a:ext>
                </a:extLst>
              </p:cNvPr>
              <p:cNvSpPr/>
              <p:nvPr/>
            </p:nvSpPr>
            <p:spPr>
              <a:xfrm>
                <a:off x="1879289" y="816092"/>
                <a:ext cx="1326792" cy="1130739"/>
              </a:xfrm>
              <a:custGeom>
                <a:avLst/>
                <a:gdLst>
                  <a:gd name="connsiteX0" fmla="*/ 789993 w 1326792"/>
                  <a:gd name="connsiteY0" fmla="*/ 35 h 1130739"/>
                  <a:gd name="connsiteX1" fmla="*/ 831280 w 1326792"/>
                  <a:gd name="connsiteY1" fmla="*/ 6426 h 1130739"/>
                  <a:gd name="connsiteX2" fmla="*/ 975762 w 1326792"/>
                  <a:gd name="connsiteY2" fmla="*/ 48143 h 1130739"/>
                  <a:gd name="connsiteX3" fmla="*/ 976780 w 1326792"/>
                  <a:gd name="connsiteY3" fmla="*/ 49160 h 1130739"/>
                  <a:gd name="connsiteX4" fmla="*/ 1065300 w 1326792"/>
                  <a:gd name="connsiteY4" fmla="*/ 46108 h 1130739"/>
                  <a:gd name="connsiteX5" fmla="*/ 1071405 w 1326792"/>
                  <a:gd name="connsiteY5" fmla="*/ 17619 h 1130739"/>
                  <a:gd name="connsiteX6" fmla="*/ 1206730 w 1326792"/>
                  <a:gd name="connsiteY6" fmla="*/ 33898 h 1130739"/>
                  <a:gd name="connsiteX7" fmla="*/ 1326792 w 1326792"/>
                  <a:gd name="connsiteY7" fmla="*/ 109192 h 1130739"/>
                  <a:gd name="connsiteX8" fmla="*/ 1270831 w 1326792"/>
                  <a:gd name="connsiteY8" fmla="*/ 123436 h 1130739"/>
                  <a:gd name="connsiteX9" fmla="*/ 1275918 w 1326792"/>
                  <a:gd name="connsiteY9" fmla="*/ 152943 h 1130739"/>
                  <a:gd name="connsiteX10" fmla="*/ 1251499 w 1326792"/>
                  <a:gd name="connsiteY10" fmla="*/ 172275 h 1130739"/>
                  <a:gd name="connsiteX11" fmla="*/ 1149751 w 1326792"/>
                  <a:gd name="connsiteY11" fmla="*/ 161083 h 1130739"/>
                  <a:gd name="connsiteX12" fmla="*/ 1129401 w 1326792"/>
                  <a:gd name="connsiteY12" fmla="*/ 271988 h 1130739"/>
                  <a:gd name="connsiteX13" fmla="*/ 1117192 w 1326792"/>
                  <a:gd name="connsiteY13" fmla="*/ 280128 h 1130739"/>
                  <a:gd name="connsiteX14" fmla="*/ 1098877 w 1326792"/>
                  <a:gd name="connsiteY14" fmla="*/ 278093 h 1130739"/>
                  <a:gd name="connsiteX15" fmla="*/ 1063265 w 1326792"/>
                  <a:gd name="connsiteY15" fmla="*/ 267918 h 1130739"/>
                  <a:gd name="connsiteX16" fmla="*/ 1025619 w 1326792"/>
                  <a:gd name="connsiteY16" fmla="*/ 253673 h 1130739"/>
                  <a:gd name="connsiteX17" fmla="*/ 983902 w 1326792"/>
                  <a:gd name="connsiteY17" fmla="*/ 169223 h 1130739"/>
                  <a:gd name="connsiteX18" fmla="*/ 928958 w 1326792"/>
                  <a:gd name="connsiteY18" fmla="*/ 218062 h 1130739"/>
                  <a:gd name="connsiteX19" fmla="*/ 900469 w 1326792"/>
                  <a:gd name="connsiteY19" fmla="*/ 219079 h 1130739"/>
                  <a:gd name="connsiteX20" fmla="*/ 866892 w 1326792"/>
                  <a:gd name="connsiteY20" fmla="*/ 236376 h 1130739"/>
                  <a:gd name="connsiteX21" fmla="*/ 808896 w 1326792"/>
                  <a:gd name="connsiteY21" fmla="*/ 309635 h 1130739"/>
                  <a:gd name="connsiteX22" fmla="*/ 787529 w 1326792"/>
                  <a:gd name="connsiteY22" fmla="*/ 326932 h 1130739"/>
                  <a:gd name="connsiteX23" fmla="*/ 802791 w 1326792"/>
                  <a:gd name="connsiteY23" fmla="*/ 218062 h 1130739"/>
                  <a:gd name="connsiteX24" fmla="*/ 761074 w 1326792"/>
                  <a:gd name="connsiteY24" fmla="*/ 218062 h 1130739"/>
                  <a:gd name="connsiteX25" fmla="*/ 722410 w 1326792"/>
                  <a:gd name="connsiteY25" fmla="*/ 207887 h 1130739"/>
                  <a:gd name="connsiteX26" fmla="*/ 768196 w 1326792"/>
                  <a:gd name="connsiteY26" fmla="*/ 167188 h 1130739"/>
                  <a:gd name="connsiteX27" fmla="*/ 810931 w 1326792"/>
                  <a:gd name="connsiteY27" fmla="*/ 121401 h 1130739"/>
                  <a:gd name="connsiteX28" fmla="*/ 671536 w 1326792"/>
                  <a:gd name="connsiteY28" fmla="*/ 174310 h 1130739"/>
                  <a:gd name="connsiteX29" fmla="*/ 554526 w 1326792"/>
                  <a:gd name="connsiteY29" fmla="*/ 328967 h 1130739"/>
                  <a:gd name="connsiteX30" fmla="*/ 532141 w 1326792"/>
                  <a:gd name="connsiteY30" fmla="*/ 295390 h 1130739"/>
                  <a:gd name="connsiteX31" fmla="*/ 482285 w 1326792"/>
                  <a:gd name="connsiteY31" fmla="*/ 351605 h 1130739"/>
                  <a:gd name="connsiteX32" fmla="*/ 455300 w 1326792"/>
                  <a:gd name="connsiteY32" fmla="*/ 393939 h 1130739"/>
                  <a:gd name="connsiteX33" fmla="*/ 431665 w 1326792"/>
                  <a:gd name="connsiteY33" fmla="*/ 458441 h 1130739"/>
                  <a:gd name="connsiteX34" fmla="*/ 376467 w 1326792"/>
                  <a:gd name="connsiteY34" fmla="*/ 574179 h 1130739"/>
                  <a:gd name="connsiteX35" fmla="*/ 373415 w 1326792"/>
                  <a:gd name="connsiteY35" fmla="*/ 763430 h 1130739"/>
                  <a:gd name="connsiteX36" fmla="*/ 334750 w 1326792"/>
                  <a:gd name="connsiteY36" fmla="*/ 1130739 h 1130739"/>
                  <a:gd name="connsiteX37" fmla="*/ 313383 w 1326792"/>
                  <a:gd name="connsiteY37" fmla="*/ 788867 h 1130739"/>
                  <a:gd name="connsiteX38" fmla="*/ 171954 w 1326792"/>
                  <a:gd name="connsiteY38" fmla="*/ 662700 h 1130739"/>
                  <a:gd name="connsiteX39" fmla="*/ 0 w 1326792"/>
                  <a:gd name="connsiteY39" fmla="*/ 574179 h 1130739"/>
                  <a:gd name="connsiteX40" fmla="*/ 102765 w 1326792"/>
                  <a:gd name="connsiteY40" fmla="*/ 608773 h 1130739"/>
                  <a:gd name="connsiteX41" fmla="*/ 255387 w 1326792"/>
                  <a:gd name="connsiteY41" fmla="*/ 593511 h 1130739"/>
                  <a:gd name="connsiteX42" fmla="*/ 369345 w 1326792"/>
                  <a:gd name="connsiteY42" fmla="*/ 484641 h 1130739"/>
                  <a:gd name="connsiteX43" fmla="*/ 366292 w 1326792"/>
                  <a:gd name="connsiteY43" fmla="*/ 484641 h 1130739"/>
                  <a:gd name="connsiteX44" fmla="*/ 409026 w 1326792"/>
                  <a:gd name="connsiteY44" fmla="*/ 418251 h 1130739"/>
                  <a:gd name="connsiteX45" fmla="*/ 440600 w 1326792"/>
                  <a:gd name="connsiteY45" fmla="*/ 364211 h 1130739"/>
                  <a:gd name="connsiteX46" fmla="*/ 440187 w 1326792"/>
                  <a:gd name="connsiteY46" fmla="*/ 342703 h 1130739"/>
                  <a:gd name="connsiteX47" fmla="*/ 463970 w 1326792"/>
                  <a:gd name="connsiteY47" fmla="*/ 273005 h 1130739"/>
                  <a:gd name="connsiteX48" fmla="*/ 549438 w 1326792"/>
                  <a:gd name="connsiteY48" fmla="*/ 153961 h 1130739"/>
                  <a:gd name="connsiteX49" fmla="*/ 670519 w 1326792"/>
                  <a:gd name="connsiteY49" fmla="*/ 36951 h 1130739"/>
                  <a:gd name="connsiteX50" fmla="*/ 789993 w 1326792"/>
                  <a:gd name="connsiteY50" fmla="*/ 35 h 1130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326792" h="1130739">
                    <a:moveTo>
                      <a:pt x="789993" y="35"/>
                    </a:moveTo>
                    <a:cubicBezTo>
                      <a:pt x="803936" y="321"/>
                      <a:pt x="817799" y="2356"/>
                      <a:pt x="831280" y="6426"/>
                    </a:cubicBezTo>
                    <a:cubicBezTo>
                      <a:pt x="877067" y="20671"/>
                      <a:pt x="933028" y="69510"/>
                      <a:pt x="975762" y="48143"/>
                    </a:cubicBezTo>
                    <a:lnTo>
                      <a:pt x="976780" y="49160"/>
                    </a:lnTo>
                    <a:cubicBezTo>
                      <a:pt x="1004251" y="35933"/>
                      <a:pt x="1036811" y="33898"/>
                      <a:pt x="1065300" y="46108"/>
                    </a:cubicBezTo>
                    <a:cubicBezTo>
                      <a:pt x="1062248" y="35933"/>
                      <a:pt x="1062248" y="22706"/>
                      <a:pt x="1071405" y="17619"/>
                    </a:cubicBezTo>
                    <a:cubicBezTo>
                      <a:pt x="1114139" y="-1714"/>
                      <a:pt x="1166031" y="11514"/>
                      <a:pt x="1206730" y="33898"/>
                    </a:cubicBezTo>
                    <a:cubicBezTo>
                      <a:pt x="1248446" y="56283"/>
                      <a:pt x="1284058" y="87825"/>
                      <a:pt x="1326792" y="109192"/>
                    </a:cubicBezTo>
                    <a:cubicBezTo>
                      <a:pt x="1311530" y="122419"/>
                      <a:pt x="1290163" y="127506"/>
                      <a:pt x="1270831" y="123436"/>
                    </a:cubicBezTo>
                    <a:cubicBezTo>
                      <a:pt x="1281006" y="123436"/>
                      <a:pt x="1279988" y="143786"/>
                      <a:pt x="1275918" y="152943"/>
                    </a:cubicBezTo>
                    <a:cubicBezTo>
                      <a:pt x="1271848" y="163118"/>
                      <a:pt x="1261674" y="169223"/>
                      <a:pt x="1251499" y="172275"/>
                    </a:cubicBezTo>
                    <a:cubicBezTo>
                      <a:pt x="1218940" y="184485"/>
                      <a:pt x="1179258" y="180415"/>
                      <a:pt x="1149751" y="161083"/>
                    </a:cubicBezTo>
                    <a:cubicBezTo>
                      <a:pt x="1138559" y="197712"/>
                      <a:pt x="1154838" y="243499"/>
                      <a:pt x="1129401" y="271988"/>
                    </a:cubicBezTo>
                    <a:cubicBezTo>
                      <a:pt x="1126349" y="276058"/>
                      <a:pt x="1122279" y="279110"/>
                      <a:pt x="1117192" y="280128"/>
                    </a:cubicBezTo>
                    <a:cubicBezTo>
                      <a:pt x="1111087" y="282163"/>
                      <a:pt x="1104982" y="280128"/>
                      <a:pt x="1098877" y="278093"/>
                    </a:cubicBezTo>
                    <a:cubicBezTo>
                      <a:pt x="1086667" y="275040"/>
                      <a:pt x="1075475" y="271988"/>
                      <a:pt x="1063265" y="267918"/>
                    </a:cubicBezTo>
                    <a:cubicBezTo>
                      <a:pt x="1050038" y="264866"/>
                      <a:pt x="1036811" y="260796"/>
                      <a:pt x="1025619" y="253673"/>
                    </a:cubicBezTo>
                    <a:cubicBezTo>
                      <a:pt x="998147" y="235359"/>
                      <a:pt x="988989" y="200765"/>
                      <a:pt x="983902" y="169223"/>
                    </a:cubicBezTo>
                    <a:cubicBezTo>
                      <a:pt x="980849" y="194660"/>
                      <a:pt x="954395" y="216027"/>
                      <a:pt x="928958" y="218062"/>
                    </a:cubicBezTo>
                    <a:cubicBezTo>
                      <a:pt x="919801" y="219079"/>
                      <a:pt x="909626" y="218062"/>
                      <a:pt x="900469" y="219079"/>
                    </a:cubicBezTo>
                    <a:cubicBezTo>
                      <a:pt x="888259" y="221114"/>
                      <a:pt x="877067" y="228236"/>
                      <a:pt x="866892" y="236376"/>
                    </a:cubicBezTo>
                    <a:cubicBezTo>
                      <a:pt x="842472" y="256726"/>
                      <a:pt x="822123" y="281145"/>
                      <a:pt x="808896" y="309635"/>
                    </a:cubicBezTo>
                    <a:cubicBezTo>
                      <a:pt x="804826" y="318792"/>
                      <a:pt x="796686" y="329984"/>
                      <a:pt x="787529" y="326932"/>
                    </a:cubicBezTo>
                    <a:cubicBezTo>
                      <a:pt x="783459" y="290303"/>
                      <a:pt x="787529" y="251638"/>
                      <a:pt x="802791" y="218062"/>
                    </a:cubicBezTo>
                    <a:cubicBezTo>
                      <a:pt x="790581" y="211957"/>
                      <a:pt x="775319" y="215009"/>
                      <a:pt x="761074" y="218062"/>
                    </a:cubicBezTo>
                    <a:cubicBezTo>
                      <a:pt x="746829" y="220097"/>
                      <a:pt x="730550" y="218062"/>
                      <a:pt x="722410" y="207887"/>
                    </a:cubicBezTo>
                    <a:cubicBezTo>
                      <a:pt x="743777" y="206869"/>
                      <a:pt x="758022" y="186520"/>
                      <a:pt x="768196" y="167188"/>
                    </a:cubicBezTo>
                    <a:cubicBezTo>
                      <a:pt x="778371" y="147856"/>
                      <a:pt x="789564" y="126489"/>
                      <a:pt x="810931" y="121401"/>
                    </a:cubicBezTo>
                    <a:cubicBezTo>
                      <a:pt x="769214" y="146838"/>
                      <a:pt x="714270" y="151926"/>
                      <a:pt x="671536" y="174310"/>
                    </a:cubicBezTo>
                    <a:cubicBezTo>
                      <a:pt x="612522" y="205852"/>
                      <a:pt x="568771" y="263848"/>
                      <a:pt x="554526" y="328967"/>
                    </a:cubicBezTo>
                    <a:cubicBezTo>
                      <a:pt x="543334" y="320827"/>
                      <a:pt x="535194" y="308617"/>
                      <a:pt x="532141" y="295390"/>
                    </a:cubicBezTo>
                    <a:cubicBezTo>
                      <a:pt x="514336" y="312687"/>
                      <a:pt x="497547" y="331510"/>
                      <a:pt x="482285" y="351605"/>
                    </a:cubicBezTo>
                    <a:lnTo>
                      <a:pt x="455300" y="393939"/>
                    </a:lnTo>
                    <a:lnTo>
                      <a:pt x="431665" y="458441"/>
                    </a:lnTo>
                    <a:cubicBezTo>
                      <a:pt x="410044" y="505245"/>
                      <a:pt x="382063" y="553321"/>
                      <a:pt x="376467" y="574179"/>
                    </a:cubicBezTo>
                    <a:cubicBezTo>
                      <a:pt x="360187" y="635228"/>
                      <a:pt x="369345" y="700346"/>
                      <a:pt x="373415" y="763430"/>
                    </a:cubicBezTo>
                    <a:cubicBezTo>
                      <a:pt x="381554" y="886545"/>
                      <a:pt x="368327" y="1011694"/>
                      <a:pt x="334750" y="1130739"/>
                    </a:cubicBezTo>
                    <a:cubicBezTo>
                      <a:pt x="300156" y="1020852"/>
                      <a:pt x="362222" y="893667"/>
                      <a:pt x="313383" y="788867"/>
                    </a:cubicBezTo>
                    <a:cubicBezTo>
                      <a:pt x="286929" y="730871"/>
                      <a:pt x="229950" y="691189"/>
                      <a:pt x="171954" y="662700"/>
                    </a:cubicBezTo>
                    <a:cubicBezTo>
                      <a:pt x="114975" y="633193"/>
                      <a:pt x="51891" y="611826"/>
                      <a:pt x="0" y="574179"/>
                    </a:cubicBezTo>
                    <a:cubicBezTo>
                      <a:pt x="36629" y="567057"/>
                      <a:pt x="69189" y="594529"/>
                      <a:pt x="102765" y="608773"/>
                    </a:cubicBezTo>
                    <a:cubicBezTo>
                      <a:pt x="151604" y="629123"/>
                      <a:pt x="209601" y="618948"/>
                      <a:pt x="255387" y="593511"/>
                    </a:cubicBezTo>
                    <a:cubicBezTo>
                      <a:pt x="301174" y="567057"/>
                      <a:pt x="337803" y="527375"/>
                      <a:pt x="369345" y="484641"/>
                    </a:cubicBezTo>
                    <a:lnTo>
                      <a:pt x="366292" y="484641"/>
                    </a:lnTo>
                    <a:cubicBezTo>
                      <a:pt x="382063" y="463274"/>
                      <a:pt x="395799" y="440890"/>
                      <a:pt x="409026" y="418251"/>
                    </a:cubicBezTo>
                    <a:lnTo>
                      <a:pt x="440600" y="364211"/>
                    </a:lnTo>
                    <a:lnTo>
                      <a:pt x="440187" y="342703"/>
                    </a:lnTo>
                    <a:cubicBezTo>
                      <a:pt x="444384" y="318538"/>
                      <a:pt x="452778" y="294881"/>
                      <a:pt x="463970" y="273005"/>
                    </a:cubicBezTo>
                    <a:cubicBezTo>
                      <a:pt x="486355" y="229254"/>
                      <a:pt x="517897" y="191607"/>
                      <a:pt x="549438" y="153961"/>
                    </a:cubicBezTo>
                    <a:cubicBezTo>
                      <a:pt x="586068" y="111226"/>
                      <a:pt x="622697" y="67475"/>
                      <a:pt x="670519" y="36951"/>
                    </a:cubicBezTo>
                    <a:cubicBezTo>
                      <a:pt x="705622" y="14057"/>
                      <a:pt x="748165" y="-823"/>
                      <a:pt x="789993" y="35"/>
                    </a:cubicBezTo>
                    <a:close/>
                  </a:path>
                </a:pathLst>
              </a:custGeom>
              <a:solidFill>
                <a:srgbClr val="FFE7C1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06E173BB-6E44-8CA4-4798-6AECB3FB55E9}"/>
                  </a:ext>
                </a:extLst>
              </p:cNvPr>
              <p:cNvSpPr/>
              <p:nvPr/>
            </p:nvSpPr>
            <p:spPr>
              <a:xfrm>
                <a:off x="2677212" y="2789852"/>
                <a:ext cx="625924" cy="252846"/>
              </a:xfrm>
              <a:custGeom>
                <a:avLst/>
                <a:gdLst>
                  <a:gd name="connsiteX0" fmla="*/ 577465 w 625924"/>
                  <a:gd name="connsiteY0" fmla="*/ 1112 h 252846"/>
                  <a:gd name="connsiteX1" fmla="*/ 591954 w 625924"/>
                  <a:gd name="connsiteY1" fmla="*/ 4536 h 252846"/>
                  <a:gd name="connsiteX2" fmla="*/ 625531 w 625924"/>
                  <a:gd name="connsiteY2" fmla="*/ 111371 h 252846"/>
                  <a:gd name="connsiteX3" fmla="*/ 581779 w 625924"/>
                  <a:gd name="connsiteY3" fmla="*/ 222276 h 252846"/>
                  <a:gd name="connsiteX4" fmla="*/ 538028 w 625924"/>
                  <a:gd name="connsiteY4" fmla="*/ 252801 h 252846"/>
                  <a:gd name="connsiteX5" fmla="*/ 506486 w 625924"/>
                  <a:gd name="connsiteY5" fmla="*/ 200909 h 252846"/>
                  <a:gd name="connsiteX6" fmla="*/ 542098 w 625924"/>
                  <a:gd name="connsiteY6" fmla="*/ 142913 h 252846"/>
                  <a:gd name="connsiteX7" fmla="*/ 573640 w 625924"/>
                  <a:gd name="connsiteY7" fmla="*/ 102214 h 252846"/>
                  <a:gd name="connsiteX8" fmla="*/ 587696 w 625924"/>
                  <a:gd name="connsiteY8" fmla="*/ 67072 h 252846"/>
                  <a:gd name="connsiteX9" fmla="*/ 587884 w 625924"/>
                  <a:gd name="connsiteY9" fmla="*/ 67620 h 252846"/>
                  <a:gd name="connsiteX10" fmla="*/ 587884 w 625924"/>
                  <a:gd name="connsiteY10" fmla="*/ 66602 h 252846"/>
                  <a:gd name="connsiteX11" fmla="*/ 587696 w 625924"/>
                  <a:gd name="connsiteY11" fmla="*/ 67072 h 252846"/>
                  <a:gd name="connsiteX12" fmla="*/ 581509 w 625924"/>
                  <a:gd name="connsiteY12" fmla="*/ 49035 h 252846"/>
                  <a:gd name="connsiteX13" fmla="*/ 577465 w 625924"/>
                  <a:gd name="connsiteY13" fmla="*/ 1112 h 252846"/>
                  <a:gd name="connsiteX14" fmla="*/ 40178 w 625924"/>
                  <a:gd name="connsiteY14" fmla="*/ 260 h 252846"/>
                  <a:gd name="connsiteX15" fmla="*/ 56760 w 625924"/>
                  <a:gd name="connsiteY15" fmla="*/ 2502 h 252846"/>
                  <a:gd name="connsiteX16" fmla="*/ 94407 w 625924"/>
                  <a:gd name="connsiteY16" fmla="*/ 71690 h 252846"/>
                  <a:gd name="connsiteX17" fmla="*/ 152403 w 625924"/>
                  <a:gd name="connsiteY17" fmla="*/ 139861 h 252846"/>
                  <a:gd name="connsiteX18" fmla="*/ 153420 w 625924"/>
                  <a:gd name="connsiteY18" fmla="*/ 140879 h 252846"/>
                  <a:gd name="connsiteX19" fmla="*/ 137141 w 625924"/>
                  <a:gd name="connsiteY19" fmla="*/ 191753 h 252846"/>
                  <a:gd name="connsiteX20" fmla="*/ 15043 w 625924"/>
                  <a:gd name="connsiteY20" fmla="*/ 100180 h 252846"/>
                  <a:gd name="connsiteX21" fmla="*/ 2834 w 625924"/>
                  <a:gd name="connsiteY21" fmla="*/ 33026 h 252846"/>
                  <a:gd name="connsiteX22" fmla="*/ 40178 w 625924"/>
                  <a:gd name="connsiteY22" fmla="*/ 260 h 252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25924" h="252846">
                    <a:moveTo>
                      <a:pt x="577465" y="1112"/>
                    </a:moveTo>
                    <a:cubicBezTo>
                      <a:pt x="580985" y="1070"/>
                      <a:pt x="585722" y="2120"/>
                      <a:pt x="591954" y="4536"/>
                    </a:cubicBezTo>
                    <a:cubicBezTo>
                      <a:pt x="622479" y="16746"/>
                      <a:pt x="627566" y="84917"/>
                      <a:pt x="625531" y="111371"/>
                    </a:cubicBezTo>
                    <a:cubicBezTo>
                      <a:pt x="621461" y="151053"/>
                      <a:pt x="604164" y="188700"/>
                      <a:pt x="581779" y="222276"/>
                    </a:cubicBezTo>
                    <a:cubicBezTo>
                      <a:pt x="571605" y="237539"/>
                      <a:pt x="556343" y="253818"/>
                      <a:pt x="538028" y="252801"/>
                    </a:cubicBezTo>
                    <a:cubicBezTo>
                      <a:pt x="515643" y="250766"/>
                      <a:pt x="502416" y="223294"/>
                      <a:pt x="506486" y="200909"/>
                    </a:cubicBezTo>
                    <a:cubicBezTo>
                      <a:pt x="511573" y="178525"/>
                      <a:pt x="526836" y="160210"/>
                      <a:pt x="542098" y="142913"/>
                    </a:cubicBezTo>
                    <a:cubicBezTo>
                      <a:pt x="553290" y="129686"/>
                      <a:pt x="563465" y="116459"/>
                      <a:pt x="573640" y="102214"/>
                    </a:cubicBezTo>
                    <a:lnTo>
                      <a:pt x="587696" y="67072"/>
                    </a:lnTo>
                    <a:lnTo>
                      <a:pt x="587884" y="67620"/>
                    </a:lnTo>
                    <a:lnTo>
                      <a:pt x="587884" y="66602"/>
                    </a:lnTo>
                    <a:lnTo>
                      <a:pt x="587696" y="67072"/>
                    </a:lnTo>
                    <a:lnTo>
                      <a:pt x="581509" y="49035"/>
                    </a:lnTo>
                    <a:cubicBezTo>
                      <a:pt x="572725" y="28805"/>
                      <a:pt x="559868" y="1321"/>
                      <a:pt x="577465" y="1112"/>
                    </a:cubicBezTo>
                    <a:close/>
                    <a:moveTo>
                      <a:pt x="40178" y="260"/>
                    </a:moveTo>
                    <a:cubicBezTo>
                      <a:pt x="45758" y="-424"/>
                      <a:pt x="51418" y="212"/>
                      <a:pt x="56760" y="2502"/>
                    </a:cubicBezTo>
                    <a:cubicBezTo>
                      <a:pt x="82197" y="12677"/>
                      <a:pt x="84232" y="46253"/>
                      <a:pt x="94407" y="71690"/>
                    </a:cubicBezTo>
                    <a:cubicBezTo>
                      <a:pt x="105599" y="99162"/>
                      <a:pt x="129001" y="120529"/>
                      <a:pt x="152403" y="139861"/>
                    </a:cubicBezTo>
                    <a:lnTo>
                      <a:pt x="153420" y="140879"/>
                    </a:lnTo>
                    <a:cubicBezTo>
                      <a:pt x="181910" y="164281"/>
                      <a:pt x="183945" y="201927"/>
                      <a:pt x="137141" y="191753"/>
                    </a:cubicBezTo>
                    <a:cubicBezTo>
                      <a:pt x="86267" y="179543"/>
                      <a:pt x="40480" y="145966"/>
                      <a:pt x="15043" y="100180"/>
                    </a:cubicBezTo>
                    <a:cubicBezTo>
                      <a:pt x="2834" y="79830"/>
                      <a:pt x="-4289" y="55411"/>
                      <a:pt x="2834" y="33026"/>
                    </a:cubicBezTo>
                    <a:cubicBezTo>
                      <a:pt x="7412" y="16238"/>
                      <a:pt x="23437" y="2311"/>
                      <a:pt x="40178" y="260"/>
                    </a:cubicBezTo>
                    <a:close/>
                  </a:path>
                </a:pathLst>
              </a:custGeom>
              <a:solidFill>
                <a:srgbClr val="652614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13A1C32F-3E9B-FEBC-EC1F-79BD44D7D559}"/>
                  </a:ext>
                </a:extLst>
              </p:cNvPr>
              <p:cNvSpPr/>
              <p:nvPr/>
            </p:nvSpPr>
            <p:spPr>
              <a:xfrm>
                <a:off x="2780792" y="2810669"/>
                <a:ext cx="86470" cy="111276"/>
              </a:xfrm>
              <a:custGeom>
                <a:avLst/>
                <a:gdLst>
                  <a:gd name="connsiteX0" fmla="*/ 1002 w 86470"/>
                  <a:gd name="connsiteY0" fmla="*/ 14245 h 111276"/>
                  <a:gd name="connsiteX1" fmla="*/ 57981 w 86470"/>
                  <a:gd name="connsiteY1" fmla="*/ 97678 h 111276"/>
                  <a:gd name="connsiteX2" fmla="*/ 82400 w 86470"/>
                  <a:gd name="connsiteY2" fmla="*/ 108870 h 111276"/>
                  <a:gd name="connsiteX3" fmla="*/ 86470 w 86470"/>
                  <a:gd name="connsiteY3" fmla="*/ 95643 h 111276"/>
                  <a:gd name="connsiteX4" fmla="*/ 1002 w 86470"/>
                  <a:gd name="connsiteY4" fmla="*/ 0 h 111276"/>
                  <a:gd name="connsiteX5" fmla="*/ 11177 w 86470"/>
                  <a:gd name="connsiteY5" fmla="*/ 22384 h 111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6470" h="111276">
                    <a:moveTo>
                      <a:pt x="1002" y="14245"/>
                    </a:moveTo>
                    <a:cubicBezTo>
                      <a:pt x="20334" y="41717"/>
                      <a:pt x="38649" y="70206"/>
                      <a:pt x="57981" y="97678"/>
                    </a:cubicBezTo>
                    <a:cubicBezTo>
                      <a:pt x="64086" y="105818"/>
                      <a:pt x="75278" y="115992"/>
                      <a:pt x="82400" y="108870"/>
                    </a:cubicBezTo>
                    <a:cubicBezTo>
                      <a:pt x="86470" y="105818"/>
                      <a:pt x="86470" y="100730"/>
                      <a:pt x="86470" y="95643"/>
                    </a:cubicBezTo>
                    <a:cubicBezTo>
                      <a:pt x="86470" y="48839"/>
                      <a:pt x="47806" y="5087"/>
                      <a:pt x="1002" y="0"/>
                    </a:cubicBezTo>
                    <a:cubicBezTo>
                      <a:pt x="-2050" y="8140"/>
                      <a:pt x="2020" y="19332"/>
                      <a:pt x="11177" y="22384"/>
                    </a:cubicBezTo>
                  </a:path>
                </a:pathLst>
              </a:custGeom>
              <a:solidFill>
                <a:srgbClr val="FFCBBB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203ACD88-5E98-6A39-1AD2-EA666B13B89E}"/>
                  </a:ext>
                </a:extLst>
              </p:cNvPr>
              <p:cNvSpPr/>
              <p:nvPr/>
            </p:nvSpPr>
            <p:spPr>
              <a:xfrm>
                <a:off x="2254140" y="1739792"/>
                <a:ext cx="157291" cy="160506"/>
              </a:xfrm>
              <a:custGeom>
                <a:avLst/>
                <a:gdLst>
                  <a:gd name="connsiteX0" fmla="*/ 54527 w 157291"/>
                  <a:gd name="connsiteY0" fmla="*/ 2526 h 160506"/>
                  <a:gd name="connsiteX1" fmla="*/ 116593 w 157291"/>
                  <a:gd name="connsiteY1" fmla="*/ 7614 h 160506"/>
                  <a:gd name="connsiteX2" fmla="*/ 151187 w 157291"/>
                  <a:gd name="connsiteY2" fmla="*/ 31016 h 160506"/>
                  <a:gd name="connsiteX3" fmla="*/ 157292 w 157291"/>
                  <a:gd name="connsiteY3" fmla="*/ 63575 h 160506"/>
                  <a:gd name="connsiteX4" fmla="*/ 128803 w 157291"/>
                  <a:gd name="connsiteY4" fmla="*/ 127676 h 160506"/>
                  <a:gd name="connsiteX5" fmla="*/ 108453 w 157291"/>
                  <a:gd name="connsiteY5" fmla="*/ 137851 h 160506"/>
                  <a:gd name="connsiteX6" fmla="*/ 93191 w 157291"/>
                  <a:gd name="connsiteY6" fmla="*/ 153113 h 160506"/>
                  <a:gd name="connsiteX7" fmla="*/ 30107 w 157291"/>
                  <a:gd name="connsiteY7" fmla="*/ 143956 h 160506"/>
                  <a:gd name="connsiteX8" fmla="*/ 53509 w 157291"/>
                  <a:gd name="connsiteY8" fmla="*/ 2526 h 160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291" h="160506">
                    <a:moveTo>
                      <a:pt x="54527" y="2526"/>
                    </a:moveTo>
                    <a:cubicBezTo>
                      <a:pt x="74876" y="-2561"/>
                      <a:pt x="97261" y="491"/>
                      <a:pt x="116593" y="7614"/>
                    </a:cubicBezTo>
                    <a:cubicBezTo>
                      <a:pt x="129820" y="11684"/>
                      <a:pt x="144065" y="18806"/>
                      <a:pt x="151187" y="31016"/>
                    </a:cubicBezTo>
                    <a:cubicBezTo>
                      <a:pt x="157292" y="41190"/>
                      <a:pt x="157292" y="52383"/>
                      <a:pt x="157292" y="63575"/>
                    </a:cubicBezTo>
                    <a:cubicBezTo>
                      <a:pt x="157292" y="87994"/>
                      <a:pt x="150170" y="116484"/>
                      <a:pt x="128803" y="127676"/>
                    </a:cubicBezTo>
                    <a:cubicBezTo>
                      <a:pt x="121680" y="131746"/>
                      <a:pt x="114558" y="132763"/>
                      <a:pt x="108453" y="137851"/>
                    </a:cubicBezTo>
                    <a:cubicBezTo>
                      <a:pt x="102348" y="141921"/>
                      <a:pt x="99296" y="148026"/>
                      <a:pt x="93191" y="153113"/>
                    </a:cubicBezTo>
                    <a:cubicBezTo>
                      <a:pt x="74876" y="167358"/>
                      <a:pt x="47404" y="159218"/>
                      <a:pt x="30107" y="143956"/>
                    </a:cubicBezTo>
                    <a:cubicBezTo>
                      <a:pt x="-14662" y="104274"/>
                      <a:pt x="-11610" y="18806"/>
                      <a:pt x="53509" y="2526"/>
                    </a:cubicBezTo>
                    <a:close/>
                  </a:path>
                </a:pathLst>
              </a:custGeom>
              <a:solidFill>
                <a:srgbClr val="380F00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08BA565-A859-57F3-639A-A2A38FEA5F04}"/>
                  </a:ext>
                </a:extLst>
              </p:cNvPr>
              <p:cNvSpPr/>
              <p:nvPr/>
            </p:nvSpPr>
            <p:spPr>
              <a:xfrm>
                <a:off x="3278297" y="1811471"/>
                <a:ext cx="126443" cy="136125"/>
              </a:xfrm>
              <a:custGeom>
                <a:avLst/>
                <a:gdLst>
                  <a:gd name="connsiteX0" fmla="*/ 78372 w 126443"/>
                  <a:gd name="connsiteY0" fmla="*/ 35 h 136125"/>
                  <a:gd name="connsiteX1" fmla="*/ 126194 w 126443"/>
                  <a:gd name="connsiteY1" fmla="*/ 44804 h 136125"/>
                  <a:gd name="connsiteX2" fmla="*/ 93634 w 126443"/>
                  <a:gd name="connsiteY2" fmla="*/ 85503 h 136125"/>
                  <a:gd name="connsiteX3" fmla="*/ 48865 w 126443"/>
                  <a:gd name="connsiteY3" fmla="*/ 115010 h 136125"/>
                  <a:gd name="connsiteX4" fmla="*/ 2061 w 126443"/>
                  <a:gd name="connsiteY4" fmla="*/ 94660 h 136125"/>
                  <a:gd name="connsiteX5" fmla="*/ 77354 w 126443"/>
                  <a:gd name="connsiteY5" fmla="*/ 35 h 136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6443" h="136125">
                    <a:moveTo>
                      <a:pt x="78372" y="35"/>
                    </a:moveTo>
                    <a:cubicBezTo>
                      <a:pt x="103809" y="-983"/>
                      <a:pt x="129246" y="20384"/>
                      <a:pt x="126194" y="44804"/>
                    </a:cubicBezTo>
                    <a:cubicBezTo>
                      <a:pt x="124159" y="62101"/>
                      <a:pt x="108896" y="76346"/>
                      <a:pt x="93634" y="85503"/>
                    </a:cubicBezTo>
                    <a:cubicBezTo>
                      <a:pt x="78372" y="94660"/>
                      <a:pt x="61075" y="101783"/>
                      <a:pt x="48865" y="115010"/>
                    </a:cubicBezTo>
                    <a:cubicBezTo>
                      <a:pt x="15288" y="150622"/>
                      <a:pt x="-7096" y="139429"/>
                      <a:pt x="2061" y="94660"/>
                    </a:cubicBezTo>
                    <a:cubicBezTo>
                      <a:pt x="10201" y="55996"/>
                      <a:pt x="30550" y="2070"/>
                      <a:pt x="77354" y="35"/>
                    </a:cubicBezTo>
                    <a:close/>
                  </a:path>
                </a:pathLst>
              </a:custGeom>
              <a:solidFill>
                <a:srgbClr val="380F00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A6F6D7F-81AC-3143-F9FD-EDC7A48C7579}"/>
                  </a:ext>
                </a:extLst>
              </p:cNvPr>
              <p:cNvSpPr/>
              <p:nvPr/>
            </p:nvSpPr>
            <p:spPr>
              <a:xfrm>
                <a:off x="3227336" y="1072818"/>
                <a:ext cx="167997" cy="246229"/>
              </a:xfrm>
              <a:custGeom>
                <a:avLst/>
                <a:gdLst>
                  <a:gd name="connsiteX0" fmla="*/ 46917 w 167997"/>
                  <a:gd name="connsiteY0" fmla="*/ 136342 h 246229"/>
                  <a:gd name="connsiteX1" fmla="*/ 3166 w 167997"/>
                  <a:gd name="connsiteY1" fmla="*/ 34594 h 246229"/>
                  <a:gd name="connsiteX2" fmla="*/ 113 w 167997"/>
                  <a:gd name="connsiteY2" fmla="*/ 0 h 246229"/>
                  <a:gd name="connsiteX3" fmla="*/ 23515 w 167997"/>
                  <a:gd name="connsiteY3" fmla="*/ 15262 h 246229"/>
                  <a:gd name="connsiteX4" fmla="*/ 89651 w 167997"/>
                  <a:gd name="connsiteY4" fmla="*/ 122097 h 246229"/>
                  <a:gd name="connsiteX5" fmla="*/ 150700 w 167997"/>
                  <a:gd name="connsiteY5" fmla="*/ 219775 h 246229"/>
                  <a:gd name="connsiteX6" fmla="*/ 167997 w 167997"/>
                  <a:gd name="connsiteY6" fmla="*/ 246230 h 246229"/>
                  <a:gd name="connsiteX7" fmla="*/ 139508 w 167997"/>
                  <a:gd name="connsiteY7" fmla="*/ 233002 h 246229"/>
                  <a:gd name="connsiteX8" fmla="*/ 46917 w 167997"/>
                  <a:gd name="connsiteY8" fmla="*/ 136342 h 246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7997" h="246229">
                    <a:moveTo>
                      <a:pt x="46917" y="136342"/>
                    </a:moveTo>
                    <a:cubicBezTo>
                      <a:pt x="14358" y="81398"/>
                      <a:pt x="7236" y="54944"/>
                      <a:pt x="3166" y="34594"/>
                    </a:cubicBezTo>
                    <a:cubicBezTo>
                      <a:pt x="-904" y="15262"/>
                      <a:pt x="113" y="0"/>
                      <a:pt x="113" y="0"/>
                    </a:cubicBezTo>
                    <a:cubicBezTo>
                      <a:pt x="113" y="0"/>
                      <a:pt x="6218" y="0"/>
                      <a:pt x="23515" y="15262"/>
                    </a:cubicBezTo>
                    <a:cubicBezTo>
                      <a:pt x="40812" y="28489"/>
                      <a:pt x="65232" y="64101"/>
                      <a:pt x="89651" y="122097"/>
                    </a:cubicBezTo>
                    <a:cubicBezTo>
                      <a:pt x="118141" y="185181"/>
                      <a:pt x="136455" y="201461"/>
                      <a:pt x="150700" y="219775"/>
                    </a:cubicBezTo>
                    <a:cubicBezTo>
                      <a:pt x="163927" y="236055"/>
                      <a:pt x="167997" y="246230"/>
                      <a:pt x="167997" y="246230"/>
                    </a:cubicBezTo>
                    <a:cubicBezTo>
                      <a:pt x="167997" y="246230"/>
                      <a:pt x="160875" y="243177"/>
                      <a:pt x="139508" y="233002"/>
                    </a:cubicBezTo>
                    <a:cubicBezTo>
                      <a:pt x="118141" y="223845"/>
                      <a:pt x="82529" y="198408"/>
                      <a:pt x="46917" y="136342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168AA1A7-A6DB-6388-D5D7-2227EE587DAA}"/>
                  </a:ext>
                </a:extLst>
              </p:cNvPr>
              <p:cNvSpPr/>
              <p:nvPr/>
            </p:nvSpPr>
            <p:spPr>
              <a:xfrm>
                <a:off x="3323092" y="1288523"/>
                <a:ext cx="144531" cy="260474"/>
              </a:xfrm>
              <a:custGeom>
                <a:avLst/>
                <a:gdLst>
                  <a:gd name="connsiteX0" fmla="*/ 73258 w 144531"/>
                  <a:gd name="connsiteY0" fmla="*/ 113957 h 260474"/>
                  <a:gd name="connsiteX1" fmla="*/ 10175 w 144531"/>
                  <a:gd name="connsiteY1" fmla="*/ 32559 h 260474"/>
                  <a:gd name="connsiteX2" fmla="*/ 0 w 144531"/>
                  <a:gd name="connsiteY2" fmla="*/ 0 h 260474"/>
                  <a:gd name="connsiteX3" fmla="*/ 25437 w 144531"/>
                  <a:gd name="connsiteY3" fmla="*/ 8140 h 260474"/>
                  <a:gd name="connsiteX4" fmla="*/ 114975 w 144531"/>
                  <a:gd name="connsiteY4" fmla="*/ 95643 h 260474"/>
                  <a:gd name="connsiteX5" fmla="*/ 141429 w 144531"/>
                  <a:gd name="connsiteY5" fmla="*/ 230967 h 260474"/>
                  <a:gd name="connsiteX6" fmla="*/ 126167 w 144531"/>
                  <a:gd name="connsiteY6" fmla="*/ 260474 h 260474"/>
                  <a:gd name="connsiteX7" fmla="*/ 124132 w 144531"/>
                  <a:gd name="connsiteY7" fmla="*/ 228932 h 260474"/>
                  <a:gd name="connsiteX8" fmla="*/ 73258 w 144531"/>
                  <a:gd name="connsiteY8" fmla="*/ 112940 h 260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4531" h="260474">
                    <a:moveTo>
                      <a:pt x="73258" y="113957"/>
                    </a:moveTo>
                    <a:cubicBezTo>
                      <a:pt x="36629" y="71223"/>
                      <a:pt x="19332" y="51891"/>
                      <a:pt x="10175" y="32559"/>
                    </a:cubicBezTo>
                    <a:cubicBezTo>
                      <a:pt x="0" y="14245"/>
                      <a:pt x="0" y="0"/>
                      <a:pt x="0" y="0"/>
                    </a:cubicBezTo>
                    <a:cubicBezTo>
                      <a:pt x="0" y="0"/>
                      <a:pt x="6105" y="0"/>
                      <a:pt x="25437" y="8140"/>
                    </a:cubicBezTo>
                    <a:cubicBezTo>
                      <a:pt x="44769" y="17297"/>
                      <a:pt x="80381" y="37647"/>
                      <a:pt x="114975" y="95643"/>
                    </a:cubicBezTo>
                    <a:cubicBezTo>
                      <a:pt x="151604" y="162796"/>
                      <a:pt x="145499" y="207565"/>
                      <a:pt x="141429" y="230967"/>
                    </a:cubicBezTo>
                    <a:cubicBezTo>
                      <a:pt x="135325" y="254369"/>
                      <a:pt x="126167" y="260474"/>
                      <a:pt x="126167" y="260474"/>
                    </a:cubicBezTo>
                    <a:cubicBezTo>
                      <a:pt x="126167" y="260474"/>
                      <a:pt x="128202" y="252334"/>
                      <a:pt x="124132" y="228932"/>
                    </a:cubicBezTo>
                    <a:cubicBezTo>
                      <a:pt x="120063" y="206548"/>
                      <a:pt x="111923" y="162796"/>
                      <a:pt x="73258" y="112940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EB0B9080-FEE2-1E58-C693-44CDF2605D4C}"/>
                  </a:ext>
                </a:extLst>
              </p:cNvPr>
              <p:cNvSpPr/>
              <p:nvPr/>
            </p:nvSpPr>
            <p:spPr>
              <a:xfrm>
                <a:off x="2605970" y="2695435"/>
                <a:ext cx="649969" cy="511033"/>
              </a:xfrm>
              <a:custGeom>
                <a:avLst/>
                <a:gdLst>
                  <a:gd name="connsiteX0" fmla="*/ 619730 w 649969"/>
                  <a:gd name="connsiteY0" fmla="*/ 59385 h 511033"/>
                  <a:gd name="connsiteX1" fmla="*/ 637759 w 649969"/>
                  <a:gd name="connsiteY1" fmla="*/ 66396 h 511033"/>
                  <a:gd name="connsiteX2" fmla="*/ 630636 w 649969"/>
                  <a:gd name="connsiteY2" fmla="*/ 78605 h 511033"/>
                  <a:gd name="connsiteX3" fmla="*/ 633689 w 649969"/>
                  <a:gd name="connsiteY3" fmla="*/ 100990 h 511033"/>
                  <a:gd name="connsiteX4" fmla="*/ 649969 w 649969"/>
                  <a:gd name="connsiteY4" fmla="*/ 153899 h 511033"/>
                  <a:gd name="connsiteX5" fmla="*/ 622497 w 649969"/>
                  <a:gd name="connsiteY5" fmla="*/ 214947 h 511033"/>
                  <a:gd name="connsiteX6" fmla="*/ 603165 w 649969"/>
                  <a:gd name="connsiteY6" fmla="*/ 235297 h 511033"/>
                  <a:gd name="connsiteX7" fmla="*/ 578745 w 649969"/>
                  <a:gd name="connsiteY7" fmla="*/ 244454 h 511033"/>
                  <a:gd name="connsiteX8" fmla="*/ 588920 w 649969"/>
                  <a:gd name="connsiteY8" fmla="*/ 226140 h 511033"/>
                  <a:gd name="connsiteX9" fmla="*/ 598077 w 649969"/>
                  <a:gd name="connsiteY9" fmla="*/ 194598 h 511033"/>
                  <a:gd name="connsiteX10" fmla="*/ 605199 w 649969"/>
                  <a:gd name="connsiteY10" fmla="*/ 148811 h 511033"/>
                  <a:gd name="connsiteX11" fmla="*/ 605199 w 649969"/>
                  <a:gd name="connsiteY11" fmla="*/ 147794 h 511033"/>
                  <a:gd name="connsiteX12" fmla="*/ 588920 w 649969"/>
                  <a:gd name="connsiteY12" fmla="*/ 107095 h 511033"/>
                  <a:gd name="connsiteX13" fmla="*/ 605199 w 649969"/>
                  <a:gd name="connsiteY13" fmla="*/ 65378 h 511033"/>
                  <a:gd name="connsiteX14" fmla="*/ 619730 w 649969"/>
                  <a:gd name="connsiteY14" fmla="*/ 59385 h 511033"/>
                  <a:gd name="connsiteX15" fmla="*/ 536234 w 649969"/>
                  <a:gd name="connsiteY15" fmla="*/ 13995 h 511033"/>
                  <a:gd name="connsiteX16" fmla="*/ 569588 w 649969"/>
                  <a:gd name="connsiteY16" fmla="*/ 16539 h 511033"/>
                  <a:gd name="connsiteX17" fmla="*/ 606217 w 649969"/>
                  <a:gd name="connsiteY17" fmla="*/ 51133 h 511033"/>
                  <a:gd name="connsiteX18" fmla="*/ 571623 w 649969"/>
                  <a:gd name="connsiteY18" fmla="*/ 45028 h 511033"/>
                  <a:gd name="connsiteX19" fmla="*/ 406791 w 649969"/>
                  <a:gd name="connsiteY19" fmla="*/ 108112 h 511033"/>
                  <a:gd name="connsiteX20" fmla="*/ 270449 w 649969"/>
                  <a:gd name="connsiteY20" fmla="*/ 118286 h 511033"/>
                  <a:gd name="connsiteX21" fmla="*/ 198208 w 649969"/>
                  <a:gd name="connsiteY21" fmla="*/ 94884 h 511033"/>
                  <a:gd name="connsiteX22" fmla="*/ 163614 w 649969"/>
                  <a:gd name="connsiteY22" fmla="*/ 81657 h 511033"/>
                  <a:gd name="connsiteX23" fmla="*/ 206348 w 649969"/>
                  <a:gd name="connsiteY23" fmla="*/ 79622 h 511033"/>
                  <a:gd name="connsiteX24" fmla="*/ 280624 w 649969"/>
                  <a:gd name="connsiteY24" fmla="*/ 88780 h 511033"/>
                  <a:gd name="connsiteX25" fmla="*/ 394582 w 649969"/>
                  <a:gd name="connsiteY25" fmla="*/ 65378 h 511033"/>
                  <a:gd name="connsiteX26" fmla="*/ 394582 w 649969"/>
                  <a:gd name="connsiteY26" fmla="*/ 64360 h 511033"/>
                  <a:gd name="connsiteX27" fmla="*/ 536234 w 649969"/>
                  <a:gd name="connsiteY27" fmla="*/ 13995 h 511033"/>
                  <a:gd name="connsiteX28" fmla="*/ 189512 w 649969"/>
                  <a:gd name="connsiteY28" fmla="*/ 4 h 511033"/>
                  <a:gd name="connsiteX29" fmla="*/ 239925 w 649969"/>
                  <a:gd name="connsiteY29" fmla="*/ 6364 h 511033"/>
                  <a:gd name="connsiteX30" fmla="*/ 370162 w 649969"/>
                  <a:gd name="connsiteY30" fmla="*/ 23661 h 511033"/>
                  <a:gd name="connsiteX31" fmla="*/ 437316 w 649969"/>
                  <a:gd name="connsiteY31" fmla="*/ 28748 h 511033"/>
                  <a:gd name="connsiteX32" fmla="*/ 456648 w 649969"/>
                  <a:gd name="connsiteY32" fmla="*/ 31801 h 511033"/>
                  <a:gd name="connsiteX33" fmla="*/ 441386 w 649969"/>
                  <a:gd name="connsiteY33" fmla="*/ 36888 h 511033"/>
                  <a:gd name="connsiteX34" fmla="*/ 377284 w 649969"/>
                  <a:gd name="connsiteY34" fmla="*/ 51133 h 511033"/>
                  <a:gd name="connsiteX35" fmla="*/ 238907 w 649969"/>
                  <a:gd name="connsiteY35" fmla="*/ 51133 h 511033"/>
                  <a:gd name="connsiteX36" fmla="*/ 144282 w 649969"/>
                  <a:gd name="connsiteY36" fmla="*/ 54185 h 511033"/>
                  <a:gd name="connsiteX37" fmla="*/ 55761 w 649969"/>
                  <a:gd name="connsiteY37" fmla="*/ 118287 h 511033"/>
                  <a:gd name="connsiteX38" fmla="*/ 59831 w 649969"/>
                  <a:gd name="connsiteY38" fmla="*/ 235296 h 511033"/>
                  <a:gd name="connsiteX39" fmla="*/ 65668 w 649969"/>
                  <a:gd name="connsiteY39" fmla="*/ 263768 h 511033"/>
                  <a:gd name="connsiteX40" fmla="*/ 65300 w 649969"/>
                  <a:gd name="connsiteY40" fmla="*/ 257045 h 511033"/>
                  <a:gd name="connsiteX41" fmla="*/ 68988 w 649969"/>
                  <a:gd name="connsiteY41" fmla="*/ 247506 h 511033"/>
                  <a:gd name="connsiteX42" fmla="*/ 89338 w 649969"/>
                  <a:gd name="connsiteY42" fmla="*/ 269891 h 511033"/>
                  <a:gd name="connsiteX43" fmla="*/ 125967 w 649969"/>
                  <a:gd name="connsiteY43" fmla="*/ 303468 h 511033"/>
                  <a:gd name="connsiteX44" fmla="*/ 191086 w 649969"/>
                  <a:gd name="connsiteY44" fmla="*/ 338062 h 511033"/>
                  <a:gd name="connsiteX45" fmla="*/ 258239 w 649969"/>
                  <a:gd name="connsiteY45" fmla="*/ 274978 h 511033"/>
                  <a:gd name="connsiteX46" fmla="*/ 263327 w 649969"/>
                  <a:gd name="connsiteY46" fmla="*/ 242419 h 511033"/>
                  <a:gd name="connsiteX47" fmla="*/ 275536 w 649969"/>
                  <a:gd name="connsiteY47" fmla="*/ 275996 h 511033"/>
                  <a:gd name="connsiteX48" fmla="*/ 277062 w 649969"/>
                  <a:gd name="connsiteY48" fmla="*/ 300161 h 511033"/>
                  <a:gd name="connsiteX49" fmla="*/ 274796 w 649969"/>
                  <a:gd name="connsiteY49" fmla="*/ 309602 h 511033"/>
                  <a:gd name="connsiteX50" fmla="*/ 275155 w 649969"/>
                  <a:gd name="connsiteY50" fmla="*/ 310081 h 511033"/>
                  <a:gd name="connsiteX51" fmla="*/ 275537 w 649969"/>
                  <a:gd name="connsiteY51" fmla="*/ 331957 h 511033"/>
                  <a:gd name="connsiteX52" fmla="*/ 254170 w 649969"/>
                  <a:gd name="connsiteY52" fmla="*/ 372656 h 511033"/>
                  <a:gd name="connsiteX53" fmla="*/ 229750 w 649969"/>
                  <a:gd name="connsiteY53" fmla="*/ 396058 h 511033"/>
                  <a:gd name="connsiteX54" fmla="*/ 170737 w 649969"/>
                  <a:gd name="connsiteY54" fmla="*/ 393005 h 511033"/>
                  <a:gd name="connsiteX55" fmla="*/ 148225 w 649969"/>
                  <a:gd name="connsiteY55" fmla="*/ 371639 h 511033"/>
                  <a:gd name="connsiteX56" fmla="*/ 147028 w 649969"/>
                  <a:gd name="connsiteY56" fmla="*/ 369309 h 511033"/>
                  <a:gd name="connsiteX57" fmla="*/ 127620 w 649969"/>
                  <a:gd name="connsiteY57" fmla="*/ 362354 h 511033"/>
                  <a:gd name="connsiteX58" fmla="*/ 95443 w 649969"/>
                  <a:gd name="connsiteY58" fmla="*/ 336027 h 511033"/>
                  <a:gd name="connsiteX59" fmla="*/ 76619 w 649969"/>
                  <a:gd name="connsiteY59" fmla="*/ 309700 h 511033"/>
                  <a:gd name="connsiteX60" fmla="*/ 73308 w 649969"/>
                  <a:gd name="connsiteY60" fmla="*/ 301989 h 511033"/>
                  <a:gd name="connsiteX61" fmla="*/ 73058 w 649969"/>
                  <a:gd name="connsiteY61" fmla="*/ 358411 h 511033"/>
                  <a:gd name="connsiteX62" fmla="*/ 92390 w 649969"/>
                  <a:gd name="connsiteY62" fmla="*/ 480509 h 511033"/>
                  <a:gd name="connsiteX63" fmla="*/ 146317 w 649969"/>
                  <a:gd name="connsiteY63" fmla="*/ 505945 h 511033"/>
                  <a:gd name="connsiteX64" fmla="*/ 163614 w 649969"/>
                  <a:gd name="connsiteY64" fmla="*/ 507980 h 511033"/>
                  <a:gd name="connsiteX65" fmla="*/ 143264 w 649969"/>
                  <a:gd name="connsiteY65" fmla="*/ 511033 h 511033"/>
                  <a:gd name="connsiteX66" fmla="*/ 75093 w 649969"/>
                  <a:gd name="connsiteY66" fmla="*/ 488648 h 511033"/>
                  <a:gd name="connsiteX67" fmla="*/ 44569 w 649969"/>
                  <a:gd name="connsiteY67" fmla="*/ 433704 h 511033"/>
                  <a:gd name="connsiteX68" fmla="*/ 41517 w 649969"/>
                  <a:gd name="connsiteY68" fmla="*/ 347219 h 511033"/>
                  <a:gd name="connsiteX69" fmla="*/ 20149 w 649969"/>
                  <a:gd name="connsiteY69" fmla="*/ 241401 h 511033"/>
                  <a:gd name="connsiteX70" fmla="*/ 17097 w 649969"/>
                  <a:gd name="connsiteY70" fmla="*/ 95902 h 511033"/>
                  <a:gd name="connsiteX71" fmla="*/ 17097 w 649969"/>
                  <a:gd name="connsiteY71" fmla="*/ 93867 h 511033"/>
                  <a:gd name="connsiteX72" fmla="*/ 189512 w 649969"/>
                  <a:gd name="connsiteY72" fmla="*/ 4 h 51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649969" h="511033">
                    <a:moveTo>
                      <a:pt x="619730" y="59385"/>
                    </a:moveTo>
                    <a:cubicBezTo>
                      <a:pt x="632036" y="58002"/>
                      <a:pt x="637759" y="67922"/>
                      <a:pt x="637759" y="66396"/>
                    </a:cubicBezTo>
                    <a:cubicBezTo>
                      <a:pt x="637759" y="66396"/>
                      <a:pt x="632671" y="68431"/>
                      <a:pt x="630636" y="78605"/>
                    </a:cubicBezTo>
                    <a:cubicBezTo>
                      <a:pt x="629619" y="83693"/>
                      <a:pt x="630636" y="91833"/>
                      <a:pt x="633689" y="100990"/>
                    </a:cubicBezTo>
                    <a:cubicBezTo>
                      <a:pt x="636741" y="111165"/>
                      <a:pt x="647934" y="121339"/>
                      <a:pt x="649969" y="153899"/>
                    </a:cubicBezTo>
                    <a:cubicBezTo>
                      <a:pt x="646916" y="191545"/>
                      <a:pt x="627584" y="205790"/>
                      <a:pt x="622497" y="214947"/>
                    </a:cubicBezTo>
                    <a:cubicBezTo>
                      <a:pt x="615374" y="224105"/>
                      <a:pt x="609269" y="231227"/>
                      <a:pt x="603165" y="235297"/>
                    </a:cubicBezTo>
                    <a:cubicBezTo>
                      <a:pt x="589937" y="244454"/>
                      <a:pt x="578745" y="244454"/>
                      <a:pt x="578745" y="244454"/>
                    </a:cubicBezTo>
                    <a:cubicBezTo>
                      <a:pt x="578745" y="244454"/>
                      <a:pt x="583833" y="241402"/>
                      <a:pt x="588920" y="226140"/>
                    </a:cubicBezTo>
                    <a:cubicBezTo>
                      <a:pt x="591972" y="219017"/>
                      <a:pt x="592990" y="207825"/>
                      <a:pt x="598077" y="194598"/>
                    </a:cubicBezTo>
                    <a:cubicBezTo>
                      <a:pt x="603165" y="182388"/>
                      <a:pt x="612322" y="162039"/>
                      <a:pt x="605199" y="148811"/>
                    </a:cubicBezTo>
                    <a:lnTo>
                      <a:pt x="605199" y="147794"/>
                    </a:lnTo>
                    <a:cubicBezTo>
                      <a:pt x="599095" y="137619"/>
                      <a:pt x="590955" y="125409"/>
                      <a:pt x="588920" y="107095"/>
                    </a:cubicBezTo>
                    <a:cubicBezTo>
                      <a:pt x="587902" y="87763"/>
                      <a:pt x="596042" y="73518"/>
                      <a:pt x="605199" y="65378"/>
                    </a:cubicBezTo>
                    <a:cubicBezTo>
                      <a:pt x="610795" y="61563"/>
                      <a:pt x="615629" y="59846"/>
                      <a:pt x="619730" y="59385"/>
                    </a:cubicBezTo>
                    <a:close/>
                    <a:moveTo>
                      <a:pt x="536234" y="13995"/>
                    </a:moveTo>
                    <a:cubicBezTo>
                      <a:pt x="548539" y="13168"/>
                      <a:pt x="559668" y="13995"/>
                      <a:pt x="569588" y="16539"/>
                    </a:cubicBezTo>
                    <a:cubicBezTo>
                      <a:pt x="611305" y="28748"/>
                      <a:pt x="606217" y="53168"/>
                      <a:pt x="606217" y="51133"/>
                    </a:cubicBezTo>
                    <a:cubicBezTo>
                      <a:pt x="606217" y="52150"/>
                      <a:pt x="600112" y="42993"/>
                      <a:pt x="571623" y="45028"/>
                    </a:cubicBezTo>
                    <a:cubicBezTo>
                      <a:pt x="541099" y="47063"/>
                      <a:pt x="496329" y="71482"/>
                      <a:pt x="406791" y="108112"/>
                    </a:cubicBezTo>
                    <a:cubicBezTo>
                      <a:pt x="353882" y="128461"/>
                      <a:pt x="303009" y="125409"/>
                      <a:pt x="270449" y="118286"/>
                    </a:cubicBezTo>
                    <a:cubicBezTo>
                      <a:pt x="236872" y="111164"/>
                      <a:pt x="214488" y="102007"/>
                      <a:pt x="198208" y="94884"/>
                    </a:cubicBezTo>
                    <a:cubicBezTo>
                      <a:pt x="172771" y="79622"/>
                      <a:pt x="165649" y="81657"/>
                      <a:pt x="163614" y="81657"/>
                    </a:cubicBezTo>
                    <a:cubicBezTo>
                      <a:pt x="163614" y="81657"/>
                      <a:pt x="170736" y="70465"/>
                      <a:pt x="206348" y="79622"/>
                    </a:cubicBezTo>
                    <a:cubicBezTo>
                      <a:pt x="224663" y="82675"/>
                      <a:pt x="248065" y="86745"/>
                      <a:pt x="280624" y="88780"/>
                    </a:cubicBezTo>
                    <a:cubicBezTo>
                      <a:pt x="313183" y="89797"/>
                      <a:pt x="351847" y="86745"/>
                      <a:pt x="394582" y="65378"/>
                    </a:cubicBezTo>
                    <a:lnTo>
                      <a:pt x="394582" y="64360"/>
                    </a:lnTo>
                    <a:cubicBezTo>
                      <a:pt x="451815" y="33836"/>
                      <a:pt x="499319" y="16475"/>
                      <a:pt x="536234" y="13995"/>
                    </a:cubicBezTo>
                    <a:close/>
                    <a:moveTo>
                      <a:pt x="189512" y="4"/>
                    </a:moveTo>
                    <a:cubicBezTo>
                      <a:pt x="208574" y="-123"/>
                      <a:pt x="225935" y="2294"/>
                      <a:pt x="239925" y="6364"/>
                    </a:cubicBezTo>
                    <a:cubicBezTo>
                      <a:pt x="298939" y="17556"/>
                      <a:pt x="337603" y="20609"/>
                      <a:pt x="370162" y="23661"/>
                    </a:cubicBezTo>
                    <a:cubicBezTo>
                      <a:pt x="401704" y="25696"/>
                      <a:pt x="423071" y="26713"/>
                      <a:pt x="437316" y="28748"/>
                    </a:cubicBezTo>
                    <a:cubicBezTo>
                      <a:pt x="450543" y="30783"/>
                      <a:pt x="456648" y="31801"/>
                      <a:pt x="456648" y="31801"/>
                    </a:cubicBezTo>
                    <a:cubicBezTo>
                      <a:pt x="456648" y="31801"/>
                      <a:pt x="452578" y="32818"/>
                      <a:pt x="441386" y="36888"/>
                    </a:cubicBezTo>
                    <a:cubicBezTo>
                      <a:pt x="429176" y="39941"/>
                      <a:pt x="409844" y="46046"/>
                      <a:pt x="377284" y="51133"/>
                    </a:cubicBezTo>
                    <a:cubicBezTo>
                      <a:pt x="345743" y="56220"/>
                      <a:pt x="298939" y="59273"/>
                      <a:pt x="238907" y="51133"/>
                    </a:cubicBezTo>
                    <a:cubicBezTo>
                      <a:pt x="209400" y="48081"/>
                      <a:pt x="176841" y="42993"/>
                      <a:pt x="144282" y="54185"/>
                    </a:cubicBezTo>
                    <a:cubicBezTo>
                      <a:pt x="110705" y="62325"/>
                      <a:pt x="78146" y="86745"/>
                      <a:pt x="55761" y="118287"/>
                    </a:cubicBezTo>
                    <a:cubicBezTo>
                      <a:pt x="33377" y="157968"/>
                      <a:pt x="44569" y="192562"/>
                      <a:pt x="59831" y="235296"/>
                    </a:cubicBezTo>
                    <a:lnTo>
                      <a:pt x="65668" y="263768"/>
                    </a:lnTo>
                    <a:lnTo>
                      <a:pt x="65300" y="257045"/>
                    </a:lnTo>
                    <a:cubicBezTo>
                      <a:pt x="66699" y="250559"/>
                      <a:pt x="68988" y="247506"/>
                      <a:pt x="68988" y="247506"/>
                    </a:cubicBezTo>
                    <a:cubicBezTo>
                      <a:pt x="68988" y="247506"/>
                      <a:pt x="73058" y="252594"/>
                      <a:pt x="89338" y="269891"/>
                    </a:cubicBezTo>
                    <a:cubicBezTo>
                      <a:pt x="97478" y="278031"/>
                      <a:pt x="108670" y="290240"/>
                      <a:pt x="125967" y="303468"/>
                    </a:cubicBezTo>
                    <a:cubicBezTo>
                      <a:pt x="142247" y="316695"/>
                      <a:pt x="167684" y="333992"/>
                      <a:pt x="191086" y="338062"/>
                    </a:cubicBezTo>
                    <a:cubicBezTo>
                      <a:pt x="250099" y="333992"/>
                      <a:pt x="253152" y="294310"/>
                      <a:pt x="258239" y="274978"/>
                    </a:cubicBezTo>
                    <a:cubicBezTo>
                      <a:pt x="261292" y="253611"/>
                      <a:pt x="262309" y="242419"/>
                      <a:pt x="263327" y="242419"/>
                    </a:cubicBezTo>
                    <a:cubicBezTo>
                      <a:pt x="263327" y="242419"/>
                      <a:pt x="269431" y="249541"/>
                      <a:pt x="275536" y="275996"/>
                    </a:cubicBezTo>
                    <a:cubicBezTo>
                      <a:pt x="276554" y="282610"/>
                      <a:pt x="277571" y="290749"/>
                      <a:pt x="277062" y="300161"/>
                    </a:cubicBezTo>
                    <a:lnTo>
                      <a:pt x="274796" y="309602"/>
                    </a:lnTo>
                    <a:lnTo>
                      <a:pt x="275155" y="310081"/>
                    </a:lnTo>
                    <a:cubicBezTo>
                      <a:pt x="277063" y="316694"/>
                      <a:pt x="277063" y="324326"/>
                      <a:pt x="275537" y="331957"/>
                    </a:cubicBezTo>
                    <a:cubicBezTo>
                      <a:pt x="272484" y="347219"/>
                      <a:pt x="263327" y="360446"/>
                      <a:pt x="254170" y="372656"/>
                    </a:cubicBezTo>
                    <a:cubicBezTo>
                      <a:pt x="247047" y="381813"/>
                      <a:pt x="239925" y="389953"/>
                      <a:pt x="229750" y="396058"/>
                    </a:cubicBezTo>
                    <a:cubicBezTo>
                      <a:pt x="211436" y="406233"/>
                      <a:pt x="188034" y="404198"/>
                      <a:pt x="170737" y="393005"/>
                    </a:cubicBezTo>
                    <a:cubicBezTo>
                      <a:pt x="161579" y="387409"/>
                      <a:pt x="154203" y="380033"/>
                      <a:pt x="148225" y="371639"/>
                    </a:cubicBezTo>
                    <a:lnTo>
                      <a:pt x="147028" y="369309"/>
                    </a:lnTo>
                    <a:lnTo>
                      <a:pt x="127620" y="362354"/>
                    </a:lnTo>
                    <a:cubicBezTo>
                      <a:pt x="113757" y="353833"/>
                      <a:pt x="103582" y="344167"/>
                      <a:pt x="95443" y="336027"/>
                    </a:cubicBezTo>
                    <a:cubicBezTo>
                      <a:pt x="87303" y="326870"/>
                      <a:pt x="81198" y="317967"/>
                      <a:pt x="76619" y="309700"/>
                    </a:cubicBezTo>
                    <a:lnTo>
                      <a:pt x="73308" y="301989"/>
                    </a:lnTo>
                    <a:lnTo>
                      <a:pt x="73058" y="358411"/>
                    </a:lnTo>
                    <a:cubicBezTo>
                      <a:pt x="63901" y="429635"/>
                      <a:pt x="68988" y="459141"/>
                      <a:pt x="92390" y="480509"/>
                    </a:cubicBezTo>
                    <a:cubicBezTo>
                      <a:pt x="112740" y="499841"/>
                      <a:pt x="134107" y="502893"/>
                      <a:pt x="146317" y="505945"/>
                    </a:cubicBezTo>
                    <a:cubicBezTo>
                      <a:pt x="158527" y="506963"/>
                      <a:pt x="163614" y="507980"/>
                      <a:pt x="163614" y="507980"/>
                    </a:cubicBezTo>
                    <a:cubicBezTo>
                      <a:pt x="163614" y="507980"/>
                      <a:pt x="157509" y="510015"/>
                      <a:pt x="143264" y="511033"/>
                    </a:cubicBezTo>
                    <a:cubicBezTo>
                      <a:pt x="129020" y="511033"/>
                      <a:pt x="102565" y="511033"/>
                      <a:pt x="75093" y="488648"/>
                    </a:cubicBezTo>
                    <a:cubicBezTo>
                      <a:pt x="61866" y="476439"/>
                      <a:pt x="48639" y="458124"/>
                      <a:pt x="44569" y="433704"/>
                    </a:cubicBezTo>
                    <a:cubicBezTo>
                      <a:pt x="39482" y="409285"/>
                      <a:pt x="42534" y="379778"/>
                      <a:pt x="41517" y="347219"/>
                    </a:cubicBezTo>
                    <a:cubicBezTo>
                      <a:pt x="41517" y="314660"/>
                      <a:pt x="36429" y="278031"/>
                      <a:pt x="20149" y="241401"/>
                    </a:cubicBezTo>
                    <a:cubicBezTo>
                      <a:pt x="2852" y="205790"/>
                      <a:pt x="-13427" y="148811"/>
                      <a:pt x="17097" y="95902"/>
                    </a:cubicBezTo>
                    <a:lnTo>
                      <a:pt x="17097" y="93867"/>
                    </a:lnTo>
                    <a:cubicBezTo>
                      <a:pt x="59831" y="23661"/>
                      <a:pt x="132326" y="386"/>
                      <a:pt x="189512" y="4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FF062546-B77C-23A6-A5A1-7AD0D975AFCD}"/>
                  </a:ext>
                </a:extLst>
              </p:cNvPr>
              <p:cNvSpPr/>
              <p:nvPr/>
            </p:nvSpPr>
            <p:spPr>
              <a:xfrm>
                <a:off x="2288313" y="1772842"/>
                <a:ext cx="77522" cy="68694"/>
              </a:xfrm>
              <a:custGeom>
                <a:avLst/>
                <a:gdLst>
                  <a:gd name="connsiteX0" fmla="*/ 75297 w 77522"/>
                  <a:gd name="connsiteY0" fmla="*/ 15262 h 68694"/>
                  <a:gd name="connsiteX1" fmla="*/ 18318 w 77522"/>
                  <a:gd name="connsiteY1" fmla="*/ 64101 h 68694"/>
                  <a:gd name="connsiteX2" fmla="*/ 2038 w 77522"/>
                  <a:gd name="connsiteY2" fmla="*/ 27472 h 68694"/>
                  <a:gd name="connsiteX3" fmla="*/ 2038 w 77522"/>
                  <a:gd name="connsiteY3" fmla="*/ 12210 h 68694"/>
                  <a:gd name="connsiteX4" fmla="*/ 27475 w 77522"/>
                  <a:gd name="connsiteY4" fmla="*/ 12210 h 68694"/>
                  <a:gd name="connsiteX5" fmla="*/ 26458 w 77522"/>
                  <a:gd name="connsiteY5" fmla="*/ 25437 h 68694"/>
                  <a:gd name="connsiteX6" fmla="*/ 26458 w 77522"/>
                  <a:gd name="connsiteY6" fmla="*/ 19332 h 68694"/>
                  <a:gd name="connsiteX7" fmla="*/ 36633 w 77522"/>
                  <a:gd name="connsiteY7" fmla="*/ 27472 h 68694"/>
                  <a:gd name="connsiteX8" fmla="*/ 36633 w 77522"/>
                  <a:gd name="connsiteY8" fmla="*/ 22384 h 68694"/>
                  <a:gd name="connsiteX9" fmla="*/ 42737 w 77522"/>
                  <a:gd name="connsiteY9" fmla="*/ 24419 h 68694"/>
                  <a:gd name="connsiteX10" fmla="*/ 36633 w 77522"/>
                  <a:gd name="connsiteY10" fmla="*/ 30524 h 68694"/>
                  <a:gd name="connsiteX11" fmla="*/ 36633 w 77522"/>
                  <a:gd name="connsiteY11" fmla="*/ 26454 h 68694"/>
                  <a:gd name="connsiteX12" fmla="*/ 41720 w 77522"/>
                  <a:gd name="connsiteY12" fmla="*/ 28489 h 68694"/>
                  <a:gd name="connsiteX13" fmla="*/ 38668 w 77522"/>
                  <a:gd name="connsiteY13" fmla="*/ 29507 h 68694"/>
                  <a:gd name="connsiteX14" fmla="*/ 27475 w 77522"/>
                  <a:gd name="connsiteY14" fmla="*/ 44769 h 68694"/>
                  <a:gd name="connsiteX15" fmla="*/ 21370 w 77522"/>
                  <a:gd name="connsiteY15" fmla="*/ 33577 h 68694"/>
                  <a:gd name="connsiteX16" fmla="*/ 22388 w 77522"/>
                  <a:gd name="connsiteY16" fmla="*/ 11192 h 68694"/>
                  <a:gd name="connsiteX17" fmla="*/ 41720 w 77522"/>
                  <a:gd name="connsiteY17" fmla="*/ 0 h 68694"/>
                  <a:gd name="connsiteX18" fmla="*/ 74279 w 77522"/>
                  <a:gd name="connsiteY18" fmla="*/ 19332 h 6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522" h="68694">
                    <a:moveTo>
                      <a:pt x="75297" y="15262"/>
                    </a:moveTo>
                    <a:cubicBezTo>
                      <a:pt x="87507" y="54944"/>
                      <a:pt x="46807" y="79363"/>
                      <a:pt x="18318" y="64101"/>
                    </a:cubicBezTo>
                    <a:cubicBezTo>
                      <a:pt x="-7119" y="44769"/>
                      <a:pt x="1021" y="33577"/>
                      <a:pt x="2038" y="27472"/>
                    </a:cubicBezTo>
                    <a:lnTo>
                      <a:pt x="2038" y="12210"/>
                    </a:lnTo>
                    <a:cubicBezTo>
                      <a:pt x="15266" y="8140"/>
                      <a:pt x="27475" y="12210"/>
                      <a:pt x="27475" y="12210"/>
                    </a:cubicBezTo>
                    <a:cubicBezTo>
                      <a:pt x="27475" y="12210"/>
                      <a:pt x="27475" y="15262"/>
                      <a:pt x="26458" y="25437"/>
                    </a:cubicBezTo>
                    <a:lnTo>
                      <a:pt x="26458" y="19332"/>
                    </a:lnTo>
                    <a:cubicBezTo>
                      <a:pt x="26458" y="19332"/>
                      <a:pt x="37650" y="28489"/>
                      <a:pt x="36633" y="27472"/>
                    </a:cubicBezTo>
                    <a:cubicBezTo>
                      <a:pt x="39685" y="31542"/>
                      <a:pt x="36633" y="23402"/>
                      <a:pt x="36633" y="22384"/>
                    </a:cubicBezTo>
                    <a:cubicBezTo>
                      <a:pt x="33580" y="19332"/>
                      <a:pt x="41720" y="25437"/>
                      <a:pt x="42737" y="24419"/>
                    </a:cubicBezTo>
                    <a:cubicBezTo>
                      <a:pt x="39685" y="24419"/>
                      <a:pt x="35615" y="31542"/>
                      <a:pt x="36633" y="30524"/>
                    </a:cubicBezTo>
                    <a:cubicBezTo>
                      <a:pt x="37650" y="30524"/>
                      <a:pt x="33580" y="21367"/>
                      <a:pt x="36633" y="26454"/>
                    </a:cubicBezTo>
                    <a:cubicBezTo>
                      <a:pt x="36633" y="26454"/>
                      <a:pt x="40703" y="28489"/>
                      <a:pt x="41720" y="28489"/>
                    </a:cubicBezTo>
                    <a:cubicBezTo>
                      <a:pt x="44772" y="28489"/>
                      <a:pt x="39685" y="28489"/>
                      <a:pt x="38668" y="29507"/>
                    </a:cubicBezTo>
                    <a:cubicBezTo>
                      <a:pt x="31545" y="33577"/>
                      <a:pt x="27475" y="44769"/>
                      <a:pt x="27475" y="44769"/>
                    </a:cubicBezTo>
                    <a:cubicBezTo>
                      <a:pt x="27475" y="44769"/>
                      <a:pt x="25440" y="41717"/>
                      <a:pt x="21370" y="33577"/>
                    </a:cubicBezTo>
                    <a:cubicBezTo>
                      <a:pt x="20353" y="29507"/>
                      <a:pt x="16283" y="21367"/>
                      <a:pt x="22388" y="11192"/>
                    </a:cubicBezTo>
                    <a:cubicBezTo>
                      <a:pt x="25440" y="6105"/>
                      <a:pt x="32563" y="1017"/>
                      <a:pt x="41720" y="0"/>
                    </a:cubicBezTo>
                    <a:cubicBezTo>
                      <a:pt x="49860" y="0"/>
                      <a:pt x="66139" y="0"/>
                      <a:pt x="74279" y="19332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D94A74CD-5EBF-2A27-E0EB-8C51FBDB17A2}"/>
                  </a:ext>
                </a:extLst>
              </p:cNvPr>
              <p:cNvSpPr/>
              <p:nvPr/>
            </p:nvSpPr>
            <p:spPr>
              <a:xfrm>
                <a:off x="2274318" y="1773836"/>
                <a:ext cx="64872" cy="47845"/>
              </a:xfrm>
              <a:custGeom>
                <a:avLst/>
                <a:gdLst>
                  <a:gd name="connsiteX0" fmla="*/ 21121 w 64872"/>
                  <a:gd name="connsiteY0" fmla="*/ 46828 h 47845"/>
                  <a:gd name="connsiteX1" fmla="*/ 13999 w 64872"/>
                  <a:gd name="connsiteY1" fmla="*/ 1041 h 47845"/>
                  <a:gd name="connsiteX2" fmla="*/ 36383 w 64872"/>
                  <a:gd name="connsiteY2" fmla="*/ 10199 h 47845"/>
                  <a:gd name="connsiteX3" fmla="*/ 38418 w 64872"/>
                  <a:gd name="connsiteY3" fmla="*/ 16303 h 47845"/>
                  <a:gd name="connsiteX4" fmla="*/ 44523 w 64872"/>
                  <a:gd name="connsiteY4" fmla="*/ 19356 h 47845"/>
                  <a:gd name="connsiteX5" fmla="*/ 49610 w 64872"/>
                  <a:gd name="connsiteY5" fmla="*/ 19356 h 47845"/>
                  <a:gd name="connsiteX6" fmla="*/ 46558 w 64872"/>
                  <a:gd name="connsiteY6" fmla="*/ 21391 h 47845"/>
                  <a:gd name="connsiteX7" fmla="*/ 55715 w 64872"/>
                  <a:gd name="connsiteY7" fmla="*/ 10199 h 47845"/>
                  <a:gd name="connsiteX8" fmla="*/ 60803 w 64872"/>
                  <a:gd name="connsiteY8" fmla="*/ 19356 h 47845"/>
                  <a:gd name="connsiteX9" fmla="*/ 64872 w 64872"/>
                  <a:gd name="connsiteY9" fmla="*/ 37670 h 47845"/>
                  <a:gd name="connsiteX10" fmla="*/ 58768 w 64872"/>
                  <a:gd name="connsiteY10" fmla="*/ 36653 h 47845"/>
                  <a:gd name="connsiteX11" fmla="*/ 22138 w 64872"/>
                  <a:gd name="connsiteY11" fmla="*/ 47845 h 47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4872" h="47845">
                    <a:moveTo>
                      <a:pt x="21121" y="46828"/>
                    </a:moveTo>
                    <a:cubicBezTo>
                      <a:pt x="-10421" y="37670"/>
                      <a:pt x="-1264" y="4094"/>
                      <a:pt x="13999" y="1041"/>
                    </a:cubicBezTo>
                    <a:cubicBezTo>
                      <a:pt x="30278" y="-4046"/>
                      <a:pt x="36383" y="11216"/>
                      <a:pt x="36383" y="10199"/>
                    </a:cubicBezTo>
                    <a:cubicBezTo>
                      <a:pt x="36383" y="10199"/>
                      <a:pt x="35366" y="13251"/>
                      <a:pt x="38418" y="16303"/>
                    </a:cubicBezTo>
                    <a:cubicBezTo>
                      <a:pt x="39436" y="17321"/>
                      <a:pt x="41471" y="19356"/>
                      <a:pt x="44523" y="19356"/>
                    </a:cubicBezTo>
                    <a:cubicBezTo>
                      <a:pt x="45540" y="19356"/>
                      <a:pt x="47575" y="19356"/>
                      <a:pt x="49610" y="19356"/>
                    </a:cubicBezTo>
                    <a:cubicBezTo>
                      <a:pt x="49610" y="19356"/>
                      <a:pt x="47575" y="19356"/>
                      <a:pt x="46558" y="21391"/>
                    </a:cubicBezTo>
                    <a:cubicBezTo>
                      <a:pt x="57750" y="8164"/>
                      <a:pt x="52663" y="9181"/>
                      <a:pt x="55715" y="10199"/>
                    </a:cubicBezTo>
                    <a:cubicBezTo>
                      <a:pt x="56733" y="12234"/>
                      <a:pt x="58768" y="15286"/>
                      <a:pt x="60803" y="19356"/>
                    </a:cubicBezTo>
                    <a:cubicBezTo>
                      <a:pt x="63855" y="27496"/>
                      <a:pt x="64872" y="37670"/>
                      <a:pt x="64872" y="37670"/>
                    </a:cubicBezTo>
                    <a:cubicBezTo>
                      <a:pt x="64872" y="37670"/>
                      <a:pt x="63855" y="34618"/>
                      <a:pt x="58768" y="36653"/>
                    </a:cubicBezTo>
                    <a:cubicBezTo>
                      <a:pt x="52663" y="36653"/>
                      <a:pt x="50628" y="47845"/>
                      <a:pt x="22138" y="47845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599C1776-BC7D-8B5A-1575-4D5C5328EBA1}"/>
                  </a:ext>
                </a:extLst>
              </p:cNvPr>
              <p:cNvSpPr/>
              <p:nvPr/>
            </p:nvSpPr>
            <p:spPr>
              <a:xfrm>
                <a:off x="3321706" y="1820833"/>
                <a:ext cx="57079" cy="56809"/>
              </a:xfrm>
              <a:custGeom>
                <a:avLst/>
                <a:gdLst>
                  <a:gd name="connsiteX0" fmla="*/ 9527 w 57079"/>
                  <a:gd name="connsiteY0" fmla="*/ 45618 h 56809"/>
                  <a:gd name="connsiteX1" fmla="*/ 5457 w 57079"/>
                  <a:gd name="connsiteY1" fmla="*/ 11023 h 56809"/>
                  <a:gd name="connsiteX2" fmla="*/ 35981 w 57079"/>
                  <a:gd name="connsiteY2" fmla="*/ 2884 h 56809"/>
                  <a:gd name="connsiteX3" fmla="*/ 41068 w 57079"/>
                  <a:gd name="connsiteY3" fmla="*/ 26285 h 56809"/>
                  <a:gd name="connsiteX4" fmla="*/ 38016 w 57079"/>
                  <a:gd name="connsiteY4" fmla="*/ 30355 h 56809"/>
                  <a:gd name="connsiteX5" fmla="*/ 39034 w 57079"/>
                  <a:gd name="connsiteY5" fmla="*/ 32390 h 56809"/>
                  <a:gd name="connsiteX6" fmla="*/ 54296 w 57079"/>
                  <a:gd name="connsiteY6" fmla="*/ 33408 h 56809"/>
                  <a:gd name="connsiteX7" fmla="*/ 54296 w 57079"/>
                  <a:gd name="connsiteY7" fmla="*/ 38495 h 56809"/>
                  <a:gd name="connsiteX8" fmla="*/ 52261 w 57079"/>
                  <a:gd name="connsiteY8" fmla="*/ 56810 h 56809"/>
                  <a:gd name="connsiteX9" fmla="*/ 47173 w 57079"/>
                  <a:gd name="connsiteY9" fmla="*/ 53757 h 56809"/>
                  <a:gd name="connsiteX10" fmla="*/ 10544 w 57079"/>
                  <a:gd name="connsiteY10" fmla="*/ 44600 h 56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079" h="56809">
                    <a:moveTo>
                      <a:pt x="9527" y="45618"/>
                    </a:moveTo>
                    <a:cubicBezTo>
                      <a:pt x="-648" y="39513"/>
                      <a:pt x="-3701" y="24251"/>
                      <a:pt x="5457" y="11023"/>
                    </a:cubicBezTo>
                    <a:cubicBezTo>
                      <a:pt x="14614" y="-1186"/>
                      <a:pt x="28859" y="-2204"/>
                      <a:pt x="35981" y="2884"/>
                    </a:cubicBezTo>
                    <a:cubicBezTo>
                      <a:pt x="52261" y="14076"/>
                      <a:pt x="40051" y="27303"/>
                      <a:pt x="41068" y="26285"/>
                    </a:cubicBezTo>
                    <a:cubicBezTo>
                      <a:pt x="41068" y="26285"/>
                      <a:pt x="38016" y="26285"/>
                      <a:pt x="38016" y="30355"/>
                    </a:cubicBezTo>
                    <a:cubicBezTo>
                      <a:pt x="39034" y="33408"/>
                      <a:pt x="36999" y="30355"/>
                      <a:pt x="39034" y="32390"/>
                    </a:cubicBezTo>
                    <a:cubicBezTo>
                      <a:pt x="39034" y="33408"/>
                      <a:pt x="49208" y="34425"/>
                      <a:pt x="54296" y="33408"/>
                    </a:cubicBezTo>
                    <a:cubicBezTo>
                      <a:pt x="59383" y="29338"/>
                      <a:pt x="56331" y="29338"/>
                      <a:pt x="54296" y="38495"/>
                    </a:cubicBezTo>
                    <a:cubicBezTo>
                      <a:pt x="52261" y="46635"/>
                      <a:pt x="52261" y="56810"/>
                      <a:pt x="52261" y="56810"/>
                    </a:cubicBezTo>
                    <a:cubicBezTo>
                      <a:pt x="52261" y="56810"/>
                      <a:pt x="52261" y="53757"/>
                      <a:pt x="47173" y="53757"/>
                    </a:cubicBezTo>
                    <a:cubicBezTo>
                      <a:pt x="43103" y="51722"/>
                      <a:pt x="33946" y="59862"/>
                      <a:pt x="10544" y="44600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6F1A460F-0C45-9FD7-1BA9-FB2D61090D4B}"/>
                  </a:ext>
                </a:extLst>
              </p:cNvPr>
              <p:cNvSpPr/>
              <p:nvPr/>
            </p:nvSpPr>
            <p:spPr>
              <a:xfrm>
                <a:off x="3319022" y="1822898"/>
                <a:ext cx="57996" cy="64398"/>
              </a:xfrm>
              <a:custGeom>
                <a:avLst/>
                <a:gdLst>
                  <a:gd name="connsiteX0" fmla="*/ 4070 w 57996"/>
                  <a:gd name="connsiteY0" fmla="*/ 45587 h 64398"/>
                  <a:gd name="connsiteX1" fmla="*/ 27472 w 57996"/>
                  <a:gd name="connsiteY1" fmla="*/ 818 h 64398"/>
                  <a:gd name="connsiteX2" fmla="*/ 53926 w 57996"/>
                  <a:gd name="connsiteY2" fmla="*/ 8958 h 64398"/>
                  <a:gd name="connsiteX3" fmla="*/ 54944 w 57996"/>
                  <a:gd name="connsiteY3" fmla="*/ 33378 h 64398"/>
                  <a:gd name="connsiteX4" fmla="*/ 46804 w 57996"/>
                  <a:gd name="connsiteY4" fmla="*/ 36430 h 64398"/>
                  <a:gd name="connsiteX5" fmla="*/ 40699 w 57996"/>
                  <a:gd name="connsiteY5" fmla="*/ 43552 h 64398"/>
                  <a:gd name="connsiteX6" fmla="*/ 40699 w 57996"/>
                  <a:gd name="connsiteY6" fmla="*/ 46605 h 64398"/>
                  <a:gd name="connsiteX7" fmla="*/ 36629 w 57996"/>
                  <a:gd name="connsiteY7" fmla="*/ 44570 h 64398"/>
                  <a:gd name="connsiteX8" fmla="*/ 42734 w 57996"/>
                  <a:gd name="connsiteY8" fmla="*/ 41517 h 64398"/>
                  <a:gd name="connsiteX9" fmla="*/ 42734 w 57996"/>
                  <a:gd name="connsiteY9" fmla="*/ 41517 h 64398"/>
                  <a:gd name="connsiteX10" fmla="*/ 42734 w 57996"/>
                  <a:gd name="connsiteY10" fmla="*/ 41517 h 64398"/>
                  <a:gd name="connsiteX11" fmla="*/ 42734 w 57996"/>
                  <a:gd name="connsiteY11" fmla="*/ 42535 h 64398"/>
                  <a:gd name="connsiteX12" fmla="*/ 42734 w 57996"/>
                  <a:gd name="connsiteY12" fmla="*/ 42535 h 64398"/>
                  <a:gd name="connsiteX13" fmla="*/ 42734 w 57996"/>
                  <a:gd name="connsiteY13" fmla="*/ 36430 h 64398"/>
                  <a:gd name="connsiteX14" fmla="*/ 42734 w 57996"/>
                  <a:gd name="connsiteY14" fmla="*/ 36430 h 64398"/>
                  <a:gd name="connsiteX15" fmla="*/ 42734 w 57996"/>
                  <a:gd name="connsiteY15" fmla="*/ 36430 h 64398"/>
                  <a:gd name="connsiteX16" fmla="*/ 42734 w 57996"/>
                  <a:gd name="connsiteY16" fmla="*/ 36430 h 64398"/>
                  <a:gd name="connsiteX17" fmla="*/ 42734 w 57996"/>
                  <a:gd name="connsiteY17" fmla="*/ 36430 h 64398"/>
                  <a:gd name="connsiteX18" fmla="*/ 42734 w 57996"/>
                  <a:gd name="connsiteY18" fmla="*/ 36430 h 64398"/>
                  <a:gd name="connsiteX19" fmla="*/ 46804 w 57996"/>
                  <a:gd name="connsiteY19" fmla="*/ 41517 h 64398"/>
                  <a:gd name="connsiteX20" fmla="*/ 57996 w 57996"/>
                  <a:gd name="connsiteY20" fmla="*/ 57797 h 64398"/>
                  <a:gd name="connsiteX21" fmla="*/ 48839 w 57996"/>
                  <a:gd name="connsiteY21" fmla="*/ 57797 h 64398"/>
                  <a:gd name="connsiteX22" fmla="*/ 34594 w 57996"/>
                  <a:gd name="connsiteY22" fmla="*/ 63902 h 64398"/>
                  <a:gd name="connsiteX23" fmla="*/ 0 w 57996"/>
                  <a:gd name="connsiteY23" fmla="*/ 46605 h 64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57996" h="64398">
                    <a:moveTo>
                      <a:pt x="4070" y="45587"/>
                    </a:moveTo>
                    <a:cubicBezTo>
                      <a:pt x="-3053" y="20150"/>
                      <a:pt x="14245" y="3871"/>
                      <a:pt x="27472" y="818"/>
                    </a:cubicBezTo>
                    <a:cubicBezTo>
                      <a:pt x="41717" y="-2234"/>
                      <a:pt x="49856" y="3871"/>
                      <a:pt x="53926" y="8958"/>
                    </a:cubicBezTo>
                    <a:cubicBezTo>
                      <a:pt x="61049" y="21168"/>
                      <a:pt x="54944" y="33378"/>
                      <a:pt x="54944" y="33378"/>
                    </a:cubicBezTo>
                    <a:cubicBezTo>
                      <a:pt x="54944" y="33378"/>
                      <a:pt x="52909" y="33378"/>
                      <a:pt x="46804" y="36430"/>
                    </a:cubicBezTo>
                    <a:cubicBezTo>
                      <a:pt x="44769" y="37447"/>
                      <a:pt x="40699" y="39483"/>
                      <a:pt x="40699" y="43552"/>
                    </a:cubicBezTo>
                    <a:cubicBezTo>
                      <a:pt x="39682" y="44570"/>
                      <a:pt x="42734" y="47622"/>
                      <a:pt x="40699" y="46605"/>
                    </a:cubicBezTo>
                    <a:cubicBezTo>
                      <a:pt x="40699" y="45587"/>
                      <a:pt x="36629" y="44570"/>
                      <a:pt x="36629" y="44570"/>
                    </a:cubicBezTo>
                    <a:cubicBezTo>
                      <a:pt x="36629" y="44570"/>
                      <a:pt x="41717" y="42535"/>
                      <a:pt x="42734" y="41517"/>
                    </a:cubicBezTo>
                    <a:cubicBezTo>
                      <a:pt x="42734" y="41517"/>
                      <a:pt x="42734" y="41517"/>
                      <a:pt x="42734" y="41517"/>
                    </a:cubicBezTo>
                    <a:lnTo>
                      <a:pt x="42734" y="41517"/>
                    </a:lnTo>
                    <a:cubicBezTo>
                      <a:pt x="42734" y="41517"/>
                      <a:pt x="42734" y="42535"/>
                      <a:pt x="42734" y="42535"/>
                    </a:cubicBezTo>
                    <a:lnTo>
                      <a:pt x="42734" y="42535"/>
                    </a:lnTo>
                    <a:cubicBezTo>
                      <a:pt x="42734" y="42535"/>
                      <a:pt x="42734" y="36430"/>
                      <a:pt x="42734" y="36430"/>
                    </a:cubicBezTo>
                    <a:lnTo>
                      <a:pt x="42734" y="36430"/>
                    </a:lnTo>
                    <a:cubicBezTo>
                      <a:pt x="42734" y="36430"/>
                      <a:pt x="42734" y="36430"/>
                      <a:pt x="42734" y="36430"/>
                    </a:cubicBezTo>
                    <a:lnTo>
                      <a:pt x="42734" y="36430"/>
                    </a:lnTo>
                    <a:cubicBezTo>
                      <a:pt x="42734" y="36430"/>
                      <a:pt x="42734" y="36430"/>
                      <a:pt x="42734" y="36430"/>
                    </a:cubicBezTo>
                    <a:lnTo>
                      <a:pt x="42734" y="36430"/>
                    </a:lnTo>
                    <a:cubicBezTo>
                      <a:pt x="42734" y="36430"/>
                      <a:pt x="44769" y="39483"/>
                      <a:pt x="46804" y="41517"/>
                    </a:cubicBezTo>
                    <a:cubicBezTo>
                      <a:pt x="52909" y="48640"/>
                      <a:pt x="57996" y="57797"/>
                      <a:pt x="57996" y="57797"/>
                    </a:cubicBezTo>
                    <a:cubicBezTo>
                      <a:pt x="57996" y="57797"/>
                      <a:pt x="54944" y="55762"/>
                      <a:pt x="48839" y="57797"/>
                    </a:cubicBezTo>
                    <a:cubicBezTo>
                      <a:pt x="45786" y="58815"/>
                      <a:pt x="41717" y="61867"/>
                      <a:pt x="34594" y="63902"/>
                    </a:cubicBezTo>
                    <a:cubicBezTo>
                      <a:pt x="28489" y="63902"/>
                      <a:pt x="12210" y="68989"/>
                      <a:pt x="0" y="46605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E18C42C-CB7F-B425-F3C7-3B5E54011E66}"/>
                </a:ext>
              </a:extLst>
            </p:cNvPr>
            <p:cNvSpPr/>
            <p:nvPr/>
          </p:nvSpPr>
          <p:spPr>
            <a:xfrm>
              <a:off x="6005782" y="1421384"/>
              <a:ext cx="6186218" cy="5068526"/>
            </a:xfrm>
            <a:custGeom>
              <a:avLst/>
              <a:gdLst>
                <a:gd name="connsiteX0" fmla="*/ 6186218 w 6186218"/>
                <a:gd name="connsiteY0" fmla="*/ 3161223 h 5068526"/>
                <a:gd name="connsiteX1" fmla="*/ 6186218 w 6186218"/>
                <a:gd name="connsiteY1" fmla="*/ 3201119 h 5068526"/>
                <a:gd name="connsiteX2" fmla="*/ 6178518 w 6186218"/>
                <a:gd name="connsiteY2" fmla="*/ 3201503 h 5068526"/>
                <a:gd name="connsiteX3" fmla="*/ 6176734 w 6186218"/>
                <a:gd name="connsiteY3" fmla="*/ 3201503 h 5068526"/>
                <a:gd name="connsiteX4" fmla="*/ 6042928 w 6186218"/>
                <a:gd name="connsiteY4" fmla="*/ 3282678 h 5068526"/>
                <a:gd name="connsiteX5" fmla="*/ 6002788 w 6186218"/>
                <a:gd name="connsiteY5" fmla="*/ 3343336 h 5068526"/>
                <a:gd name="connsiteX6" fmla="*/ 5944806 w 6186218"/>
                <a:gd name="connsiteY6" fmla="*/ 3368313 h 5068526"/>
                <a:gd name="connsiteX7" fmla="*/ 5895743 w 6186218"/>
                <a:gd name="connsiteY7" fmla="*/ 3321927 h 5068526"/>
                <a:gd name="connsiteX8" fmla="*/ 5902880 w 6186218"/>
                <a:gd name="connsiteY8" fmla="*/ 3306763 h 5068526"/>
                <a:gd name="connsiteX9" fmla="*/ 5902880 w 6186218"/>
                <a:gd name="connsiteY9" fmla="*/ 3319251 h 5068526"/>
                <a:gd name="connsiteX10" fmla="*/ 5939453 w 6186218"/>
                <a:gd name="connsiteY10" fmla="*/ 3344228 h 5068526"/>
                <a:gd name="connsiteX11" fmla="*/ 6006356 w 6186218"/>
                <a:gd name="connsiteY11" fmla="*/ 3268405 h 5068526"/>
                <a:gd name="connsiteX12" fmla="*/ 6063445 w 6186218"/>
                <a:gd name="connsiteY12" fmla="*/ 3194367 h 5068526"/>
                <a:gd name="connsiteX13" fmla="*/ 6178518 w 6186218"/>
                <a:gd name="connsiteY13" fmla="*/ 3161361 h 5068526"/>
                <a:gd name="connsiteX14" fmla="*/ 5875226 w 6186218"/>
                <a:gd name="connsiteY14" fmla="*/ 2260409 h 5068526"/>
                <a:gd name="connsiteX15" fmla="*/ 6176287 w 6186218"/>
                <a:gd name="connsiteY15" fmla="*/ 2389615 h 5068526"/>
                <a:gd name="connsiteX16" fmla="*/ 6186218 w 6186218"/>
                <a:gd name="connsiteY16" fmla="*/ 2398074 h 5068526"/>
                <a:gd name="connsiteX17" fmla="*/ 6186218 w 6186218"/>
                <a:gd name="connsiteY17" fmla="*/ 2450100 h 5068526"/>
                <a:gd name="connsiteX18" fmla="*/ 6153694 w 6186218"/>
                <a:gd name="connsiteY18" fmla="*/ 2422885 h 5068526"/>
                <a:gd name="connsiteX19" fmla="*/ 5882362 w 6186218"/>
                <a:gd name="connsiteY19" fmla="*/ 2302334 h 5068526"/>
                <a:gd name="connsiteX20" fmla="*/ 5598695 w 6186218"/>
                <a:gd name="connsiteY20" fmla="*/ 2422759 h 5068526"/>
                <a:gd name="connsiteX21" fmla="*/ 5451510 w 6186218"/>
                <a:gd name="connsiteY21" fmla="*/ 2638631 h 5068526"/>
                <a:gd name="connsiteX22" fmla="*/ 5309676 w 6186218"/>
                <a:gd name="connsiteY22" fmla="*/ 2788493 h 5068526"/>
                <a:gd name="connsiteX23" fmla="*/ 5174088 w 6186218"/>
                <a:gd name="connsiteY23" fmla="*/ 2833986 h 5068526"/>
                <a:gd name="connsiteX24" fmla="*/ 5092912 w 6186218"/>
                <a:gd name="connsiteY24" fmla="*/ 2866991 h 5068526"/>
                <a:gd name="connsiteX25" fmla="*/ 5039390 w 6186218"/>
                <a:gd name="connsiteY25" fmla="*/ 2897320 h 5068526"/>
                <a:gd name="connsiteX26" fmla="*/ 5083100 w 6186218"/>
                <a:gd name="connsiteY26" fmla="*/ 2863423 h 5068526"/>
                <a:gd name="connsiteX27" fmla="*/ 5158031 w 6186218"/>
                <a:gd name="connsiteY27" fmla="*/ 2823281 h 5068526"/>
                <a:gd name="connsiteX28" fmla="*/ 5283808 w 6186218"/>
                <a:gd name="connsiteY28" fmla="*/ 2775111 h 5068526"/>
                <a:gd name="connsiteX29" fmla="*/ 5414044 w 6186218"/>
                <a:gd name="connsiteY29" fmla="*/ 2636846 h 5068526"/>
                <a:gd name="connsiteX30" fmla="*/ 5558554 w 6186218"/>
                <a:gd name="connsiteY30" fmla="*/ 2409379 h 5068526"/>
                <a:gd name="connsiteX31" fmla="*/ 5687898 w 6186218"/>
                <a:gd name="connsiteY31" fmla="*/ 2302334 h 5068526"/>
                <a:gd name="connsiteX32" fmla="*/ 5875226 w 6186218"/>
                <a:gd name="connsiteY32" fmla="*/ 2260409 h 5068526"/>
                <a:gd name="connsiteX33" fmla="*/ 3111707 w 6186218"/>
                <a:gd name="connsiteY33" fmla="*/ 2072190 h 5068526"/>
                <a:gd name="connsiteX34" fmla="*/ 3116168 w 6186218"/>
                <a:gd name="connsiteY34" fmla="*/ 2105196 h 5068526"/>
                <a:gd name="connsiteX35" fmla="*/ 3125980 w 6186218"/>
                <a:gd name="connsiteY35" fmla="*/ 2236324 h 5068526"/>
                <a:gd name="connsiteX36" fmla="*/ 3098326 w 6186218"/>
                <a:gd name="connsiteY36" fmla="*/ 2513746 h 5068526"/>
                <a:gd name="connsiteX37" fmla="*/ 3027856 w 6186218"/>
                <a:gd name="connsiteY37" fmla="*/ 2712670 h 5068526"/>
                <a:gd name="connsiteX38" fmla="*/ 2910108 w 6186218"/>
                <a:gd name="connsiteY38" fmla="*/ 2943705 h 5068526"/>
                <a:gd name="connsiteX39" fmla="*/ 2848557 w 6186218"/>
                <a:gd name="connsiteY39" fmla="*/ 3227372 h 5068526"/>
                <a:gd name="connsiteX40" fmla="*/ 2807524 w 6186218"/>
                <a:gd name="connsiteY40" fmla="*/ 3456624 h 5068526"/>
                <a:gd name="connsiteX41" fmla="*/ 2745081 w 6186218"/>
                <a:gd name="connsiteY41" fmla="*/ 3759023 h 5068526"/>
                <a:gd name="connsiteX42" fmla="*/ 2697804 w 6186218"/>
                <a:gd name="connsiteY42" fmla="*/ 3933862 h 5068526"/>
                <a:gd name="connsiteX43" fmla="*/ 2734377 w 6186218"/>
                <a:gd name="connsiteY43" fmla="*/ 3735831 h 5068526"/>
                <a:gd name="connsiteX44" fmla="*/ 2784330 w 6186218"/>
                <a:gd name="connsiteY44" fmla="*/ 3428971 h 5068526"/>
                <a:gd name="connsiteX45" fmla="*/ 2818228 w 6186218"/>
                <a:gd name="connsiteY45" fmla="*/ 3205963 h 5068526"/>
                <a:gd name="connsiteX46" fmla="*/ 2873534 w 6186218"/>
                <a:gd name="connsiteY46" fmla="*/ 2930325 h 5068526"/>
                <a:gd name="connsiteX47" fmla="*/ 2873534 w 6186218"/>
                <a:gd name="connsiteY47" fmla="*/ 2928541 h 5068526"/>
                <a:gd name="connsiteX48" fmla="*/ 2988606 w 6186218"/>
                <a:gd name="connsiteY48" fmla="*/ 2698397 h 5068526"/>
                <a:gd name="connsiteX49" fmla="*/ 3059077 w 6186218"/>
                <a:gd name="connsiteY49" fmla="*/ 2512854 h 5068526"/>
                <a:gd name="connsiteX50" fmla="*/ 3101895 w 6186218"/>
                <a:gd name="connsiteY50" fmla="*/ 2244352 h 5068526"/>
                <a:gd name="connsiteX51" fmla="*/ 3109031 w 6186218"/>
                <a:gd name="connsiteY51" fmla="*/ 2108764 h 5068526"/>
                <a:gd name="connsiteX52" fmla="*/ 3111707 w 6186218"/>
                <a:gd name="connsiteY52" fmla="*/ 2072190 h 5068526"/>
                <a:gd name="connsiteX53" fmla="*/ 1064492 w 6186218"/>
                <a:gd name="connsiteY53" fmla="*/ 2072190 h 5068526"/>
                <a:gd name="connsiteX54" fmla="*/ 1073412 w 6186218"/>
                <a:gd name="connsiteY54" fmla="*/ 2247029 h 5068526"/>
                <a:gd name="connsiteX55" fmla="*/ 1093036 w 6186218"/>
                <a:gd name="connsiteY55" fmla="*/ 2364777 h 5068526"/>
                <a:gd name="connsiteX56" fmla="*/ 1230409 w 6186218"/>
                <a:gd name="connsiteY56" fmla="*/ 2371913 h 5068526"/>
                <a:gd name="connsiteX57" fmla="*/ 1291960 w 6186218"/>
                <a:gd name="connsiteY57" fmla="*/ 2381726 h 5068526"/>
                <a:gd name="connsiteX58" fmla="*/ 1315154 w 6186218"/>
                <a:gd name="connsiteY58" fmla="*/ 2441492 h 5068526"/>
                <a:gd name="connsiteX59" fmla="*/ 1297312 w 6186218"/>
                <a:gd name="connsiteY59" fmla="*/ 2554779 h 5068526"/>
                <a:gd name="connsiteX60" fmla="*/ 1461446 w 6186218"/>
                <a:gd name="connsiteY60" fmla="*/ 2763515 h 5068526"/>
                <a:gd name="connsiteX61" fmla="*/ 1659477 w 6186218"/>
                <a:gd name="connsiteY61" fmla="*/ 3013284 h 5068526"/>
                <a:gd name="connsiteX62" fmla="*/ 1788823 w 6186218"/>
                <a:gd name="connsiteY62" fmla="*/ 3224696 h 5068526"/>
                <a:gd name="connsiteX63" fmla="*/ 1920843 w 6186218"/>
                <a:gd name="connsiteY63" fmla="*/ 3337092 h 5068526"/>
                <a:gd name="connsiteX64" fmla="*/ 2048404 w 6186218"/>
                <a:gd name="connsiteY64" fmla="*/ 3346904 h 5068526"/>
                <a:gd name="connsiteX65" fmla="*/ 2204510 w 6186218"/>
                <a:gd name="connsiteY65" fmla="*/ 3338876 h 5068526"/>
                <a:gd name="connsiteX66" fmla="*/ 2223677 w 6186218"/>
                <a:gd name="connsiteY66" fmla="*/ 3343544 h 5068526"/>
                <a:gd name="connsiteX67" fmla="*/ 2222629 w 6186218"/>
                <a:gd name="connsiteY67" fmla="*/ 3301453 h 5068526"/>
                <a:gd name="connsiteX68" fmla="*/ 2200049 w 6186218"/>
                <a:gd name="connsiteY68" fmla="*/ 3079294 h 5068526"/>
                <a:gd name="connsiteX69" fmla="*/ 2200049 w 6186218"/>
                <a:gd name="connsiteY69" fmla="*/ 2918730 h 5068526"/>
                <a:gd name="connsiteX70" fmla="*/ 2208077 w 6186218"/>
                <a:gd name="connsiteY70" fmla="*/ 2876804 h 5068526"/>
                <a:gd name="connsiteX71" fmla="*/ 2208077 w 6186218"/>
                <a:gd name="connsiteY71" fmla="*/ 2915161 h 5068526"/>
                <a:gd name="connsiteX72" fmla="*/ 2222350 w 6186218"/>
                <a:gd name="connsiteY72" fmla="*/ 3065915 h 5068526"/>
                <a:gd name="connsiteX73" fmla="*/ 2263384 w 6186218"/>
                <a:gd name="connsiteY73" fmla="*/ 3386154 h 5068526"/>
                <a:gd name="connsiteX74" fmla="*/ 2248218 w 6186218"/>
                <a:gd name="connsiteY74" fmla="*/ 3629679 h 5068526"/>
                <a:gd name="connsiteX75" fmla="*/ 2230378 w 6186218"/>
                <a:gd name="connsiteY75" fmla="*/ 3773296 h 5068526"/>
                <a:gd name="connsiteX76" fmla="*/ 2227702 w 6186218"/>
                <a:gd name="connsiteY76" fmla="*/ 3925834 h 5068526"/>
                <a:gd name="connsiteX77" fmla="*/ 2291036 w 6186218"/>
                <a:gd name="connsiteY77" fmla="*/ 4093535 h 5068526"/>
                <a:gd name="connsiteX78" fmla="*/ 2332069 w 6186218"/>
                <a:gd name="connsiteY78" fmla="*/ 4254102 h 5068526"/>
                <a:gd name="connsiteX79" fmla="*/ 2322257 w 6186218"/>
                <a:gd name="connsiteY79" fmla="*/ 4533307 h 5068526"/>
                <a:gd name="connsiteX80" fmla="*/ 2268736 w 6186218"/>
                <a:gd name="connsiteY80" fmla="*/ 4731339 h 5068526"/>
                <a:gd name="connsiteX81" fmla="*/ 2232162 w 6186218"/>
                <a:gd name="connsiteY81" fmla="*/ 4884768 h 5068526"/>
                <a:gd name="connsiteX82" fmla="*/ 2175072 w 6186218"/>
                <a:gd name="connsiteY82" fmla="*/ 4969511 h 5068526"/>
                <a:gd name="connsiteX83" fmla="*/ 2162584 w 6186218"/>
                <a:gd name="connsiteY83" fmla="*/ 5028385 h 5068526"/>
                <a:gd name="connsiteX84" fmla="*/ 2166151 w 6186218"/>
                <a:gd name="connsiteY84" fmla="*/ 5068526 h 5068526"/>
                <a:gd name="connsiteX85" fmla="*/ 2162584 w 6186218"/>
                <a:gd name="connsiteY85" fmla="*/ 5057823 h 5068526"/>
                <a:gd name="connsiteX86" fmla="*/ 2158123 w 6186218"/>
                <a:gd name="connsiteY86" fmla="*/ 5020357 h 5068526"/>
                <a:gd name="connsiteX87" fmla="*/ 2173288 w 6186218"/>
                <a:gd name="connsiteY87" fmla="*/ 4952562 h 5068526"/>
                <a:gd name="connsiteX88" fmla="*/ 2229486 w 6186218"/>
                <a:gd name="connsiteY88" fmla="*/ 4857115 h 5068526"/>
                <a:gd name="connsiteX89" fmla="*/ 2252679 w 6186218"/>
                <a:gd name="connsiteY89" fmla="*/ 4702794 h 5068526"/>
                <a:gd name="connsiteX90" fmla="*/ 2301741 w 6186218"/>
                <a:gd name="connsiteY90" fmla="*/ 4502978 h 5068526"/>
                <a:gd name="connsiteX91" fmla="*/ 2296388 w 6186218"/>
                <a:gd name="connsiteY91" fmla="*/ 4244289 h 5068526"/>
                <a:gd name="connsiteX92" fmla="*/ 2253571 w 6186218"/>
                <a:gd name="connsiteY92" fmla="*/ 4097996 h 5068526"/>
                <a:gd name="connsiteX93" fmla="*/ 2190236 w 6186218"/>
                <a:gd name="connsiteY93" fmla="*/ 3938322 h 5068526"/>
                <a:gd name="connsiteX94" fmla="*/ 2190236 w 6186218"/>
                <a:gd name="connsiteY94" fmla="*/ 3934753 h 5068526"/>
                <a:gd name="connsiteX95" fmla="*/ 2190236 w 6186218"/>
                <a:gd name="connsiteY95" fmla="*/ 3772404 h 5068526"/>
                <a:gd name="connsiteX96" fmla="*/ 2207185 w 6186218"/>
                <a:gd name="connsiteY96" fmla="*/ 3632355 h 5068526"/>
                <a:gd name="connsiteX97" fmla="*/ 2225026 w 6186218"/>
                <a:gd name="connsiteY97" fmla="*/ 3397750 h 5068526"/>
                <a:gd name="connsiteX98" fmla="*/ 2223743 w 6186218"/>
                <a:gd name="connsiteY98" fmla="*/ 3346215 h 5068526"/>
                <a:gd name="connsiteX99" fmla="*/ 2196481 w 6186218"/>
                <a:gd name="connsiteY99" fmla="*/ 3343336 h 5068526"/>
                <a:gd name="connsiteX100" fmla="*/ 2029671 w 6186218"/>
                <a:gd name="connsiteY100" fmla="*/ 3364745 h 5068526"/>
                <a:gd name="connsiteX101" fmla="*/ 1891406 w 6186218"/>
                <a:gd name="connsiteY101" fmla="*/ 3347796 h 5068526"/>
                <a:gd name="connsiteX102" fmla="*/ 1753141 w 6186218"/>
                <a:gd name="connsiteY102" fmla="*/ 3221128 h 5068526"/>
                <a:gd name="connsiteX103" fmla="*/ 1622904 w 6186218"/>
                <a:gd name="connsiteY103" fmla="*/ 3018637 h 5068526"/>
                <a:gd name="connsiteX104" fmla="*/ 1433793 w 6186218"/>
                <a:gd name="connsiteY104" fmla="*/ 2791168 h 5068526"/>
                <a:gd name="connsiteX105" fmla="*/ 1431117 w 6186218"/>
                <a:gd name="connsiteY105" fmla="*/ 2788493 h 5068526"/>
                <a:gd name="connsiteX106" fmla="*/ 1328533 w 6186218"/>
                <a:gd name="connsiteY106" fmla="*/ 2687692 h 5068526"/>
                <a:gd name="connsiteX107" fmla="*/ 1256279 w 6186218"/>
                <a:gd name="connsiteY107" fmla="*/ 2566376 h 5068526"/>
                <a:gd name="connsiteX108" fmla="*/ 1273227 w 6186218"/>
                <a:gd name="connsiteY108" fmla="*/ 2445952 h 5068526"/>
                <a:gd name="connsiteX109" fmla="*/ 1266091 w 6186218"/>
                <a:gd name="connsiteY109" fmla="*/ 2412946 h 5068526"/>
                <a:gd name="connsiteX110" fmla="*/ 1250927 w 6186218"/>
                <a:gd name="connsiteY110" fmla="*/ 2404918 h 5068526"/>
                <a:gd name="connsiteX111" fmla="*/ 1213462 w 6186218"/>
                <a:gd name="connsiteY111" fmla="*/ 2423651 h 5068526"/>
                <a:gd name="connsiteX112" fmla="*/ 1160831 w 6186218"/>
                <a:gd name="connsiteY112" fmla="*/ 2434356 h 5068526"/>
                <a:gd name="connsiteX113" fmla="*/ 1072520 w 6186218"/>
                <a:gd name="connsiteY113" fmla="*/ 2393322 h 5068526"/>
                <a:gd name="connsiteX114" fmla="*/ 1048435 w 6186218"/>
                <a:gd name="connsiteY114" fmla="*/ 2317499 h 5068526"/>
                <a:gd name="connsiteX115" fmla="*/ 1048435 w 6186218"/>
                <a:gd name="connsiteY115" fmla="*/ 2257733 h 5068526"/>
                <a:gd name="connsiteX116" fmla="*/ 1064492 w 6186218"/>
                <a:gd name="connsiteY116" fmla="*/ 2072190 h 5068526"/>
                <a:gd name="connsiteX117" fmla="*/ 2500665 w 6186218"/>
                <a:gd name="connsiteY117" fmla="*/ 781420 h 5068526"/>
                <a:gd name="connsiteX118" fmla="*/ 2504456 w 6186218"/>
                <a:gd name="connsiteY118" fmla="*/ 795319 h 5068526"/>
                <a:gd name="connsiteX119" fmla="*/ 2495313 w 6186218"/>
                <a:gd name="connsiteY119" fmla="*/ 801044 h 5068526"/>
                <a:gd name="connsiteX120" fmla="*/ 2495313 w 6186218"/>
                <a:gd name="connsiteY120" fmla="*/ 801936 h 5068526"/>
                <a:gd name="connsiteX121" fmla="*/ 2486393 w 6186218"/>
                <a:gd name="connsiteY121" fmla="*/ 805504 h 5068526"/>
                <a:gd name="connsiteX122" fmla="*/ 2486393 w 6186218"/>
                <a:gd name="connsiteY122" fmla="*/ 792453 h 5068526"/>
                <a:gd name="connsiteX123" fmla="*/ 2538801 w 6186218"/>
                <a:gd name="connsiteY123" fmla="*/ 773814 h 5068526"/>
                <a:gd name="connsiteX124" fmla="*/ 2559540 w 6186218"/>
                <a:gd name="connsiteY124" fmla="*/ 776068 h 5068526"/>
                <a:gd name="connsiteX125" fmla="*/ 2529210 w 6186218"/>
                <a:gd name="connsiteY125" fmla="*/ 809965 h 5068526"/>
                <a:gd name="connsiteX126" fmla="*/ 2437330 w 6186218"/>
                <a:gd name="connsiteY126" fmla="*/ 857242 h 5068526"/>
                <a:gd name="connsiteX127" fmla="*/ 2375780 w 6186218"/>
                <a:gd name="connsiteY127" fmla="*/ 846538 h 5068526"/>
                <a:gd name="connsiteX128" fmla="*/ 2347236 w 6186218"/>
                <a:gd name="connsiteY128" fmla="*/ 817993 h 5068526"/>
                <a:gd name="connsiteX129" fmla="*/ 2377565 w 6186218"/>
                <a:gd name="connsiteY129" fmla="*/ 825129 h 5068526"/>
                <a:gd name="connsiteX130" fmla="*/ 2464246 w 6186218"/>
                <a:gd name="connsiteY130" fmla="*/ 809575 h 5068526"/>
                <a:gd name="connsiteX131" fmla="*/ 2468896 w 6186218"/>
                <a:gd name="connsiteY131" fmla="*/ 805978 h 5068526"/>
                <a:gd name="connsiteX132" fmla="*/ 2476580 w 6186218"/>
                <a:gd name="connsiteY132" fmla="*/ 807288 h 5068526"/>
                <a:gd name="connsiteX133" fmla="*/ 2508694 w 6186218"/>
                <a:gd name="connsiteY133" fmla="*/ 810856 h 5068526"/>
                <a:gd name="connsiteX134" fmla="*/ 2504456 w 6186218"/>
                <a:gd name="connsiteY134" fmla="*/ 795319 h 5068526"/>
                <a:gd name="connsiteX135" fmla="*/ 2684424 w 6186218"/>
                <a:gd name="connsiteY135" fmla="*/ 642262 h 5068526"/>
                <a:gd name="connsiteX136" fmla="*/ 2654095 w 6186218"/>
                <a:gd name="connsiteY136" fmla="*/ 679728 h 5068526"/>
                <a:gd name="connsiteX137" fmla="*/ 2601800 w 6186218"/>
                <a:gd name="connsiteY137" fmla="*/ 734364 h 5068526"/>
                <a:gd name="connsiteX138" fmla="*/ 2538801 w 6186218"/>
                <a:gd name="connsiteY138" fmla="*/ 773814 h 5068526"/>
                <a:gd name="connsiteX139" fmla="*/ 2518506 w 6186218"/>
                <a:gd name="connsiteY139" fmla="*/ 771607 h 5068526"/>
                <a:gd name="connsiteX140" fmla="*/ 2486393 w 6186218"/>
                <a:gd name="connsiteY140" fmla="*/ 768039 h 5068526"/>
                <a:gd name="connsiteX141" fmla="*/ 2486393 w 6186218"/>
                <a:gd name="connsiteY141" fmla="*/ 792453 h 5068526"/>
                <a:gd name="connsiteX142" fmla="*/ 2468896 w 6186218"/>
                <a:gd name="connsiteY142" fmla="*/ 805978 h 5068526"/>
                <a:gd name="connsiteX143" fmla="*/ 2435666 w 6186218"/>
                <a:gd name="connsiteY143" fmla="*/ 800315 h 5068526"/>
                <a:gd name="connsiteX144" fmla="*/ 2409566 w 6186218"/>
                <a:gd name="connsiteY144" fmla="*/ 807958 h 5068526"/>
                <a:gd name="connsiteX145" fmla="*/ 2346343 w 6186218"/>
                <a:gd name="connsiteY145" fmla="*/ 817101 h 5068526"/>
                <a:gd name="connsiteX146" fmla="*/ 2345452 w 6186218"/>
                <a:gd name="connsiteY146" fmla="*/ 816209 h 5068526"/>
                <a:gd name="connsiteX147" fmla="*/ 2258924 w 6186218"/>
                <a:gd name="connsiteY147" fmla="*/ 789448 h 5068526"/>
                <a:gd name="connsiteX148" fmla="*/ 2247328 w 6186218"/>
                <a:gd name="connsiteY148" fmla="*/ 763579 h 5068526"/>
                <a:gd name="connsiteX149" fmla="*/ 2266953 w 6186218"/>
                <a:gd name="connsiteY149" fmla="*/ 766255 h 5068526"/>
                <a:gd name="connsiteX150" fmla="*/ 2354372 w 6186218"/>
                <a:gd name="connsiteY150" fmla="*/ 777852 h 5068526"/>
                <a:gd name="connsiteX151" fmla="*/ 2411462 w 6186218"/>
                <a:gd name="connsiteY151" fmla="*/ 779078 h 5068526"/>
                <a:gd name="connsiteX152" fmla="*/ 2433048 w 6186218"/>
                <a:gd name="connsiteY152" fmla="*/ 781193 h 5068526"/>
                <a:gd name="connsiteX153" fmla="*/ 2476580 w 6186218"/>
                <a:gd name="connsiteY153" fmla="*/ 765363 h 5068526"/>
                <a:gd name="connsiteX154" fmla="*/ 2484609 w 6186218"/>
                <a:gd name="connsiteY154" fmla="*/ 762687 h 5068526"/>
                <a:gd name="connsiteX155" fmla="*/ 2646066 w 6186218"/>
                <a:gd name="connsiteY155" fmla="*/ 666347 h 5068526"/>
                <a:gd name="connsiteX156" fmla="*/ 2684424 w 6186218"/>
                <a:gd name="connsiteY156" fmla="*/ 642262 h 5068526"/>
                <a:gd name="connsiteX157" fmla="*/ 825427 w 6186218"/>
                <a:gd name="connsiteY157" fmla="*/ 297048 h 5068526"/>
                <a:gd name="connsiteX158" fmla="*/ 814723 w 6186218"/>
                <a:gd name="connsiteY158" fmla="*/ 325592 h 5068526"/>
                <a:gd name="connsiteX159" fmla="*/ 795990 w 6186218"/>
                <a:gd name="connsiteY159" fmla="*/ 444233 h 5068526"/>
                <a:gd name="connsiteX160" fmla="*/ 795990 w 6186218"/>
                <a:gd name="connsiteY160" fmla="*/ 554845 h 5068526"/>
                <a:gd name="connsiteX161" fmla="*/ 766553 w 6186218"/>
                <a:gd name="connsiteY161" fmla="*/ 702030 h 5068526"/>
                <a:gd name="connsiteX162" fmla="*/ 766553 w 6186218"/>
                <a:gd name="connsiteY162" fmla="*/ 1133773 h 5068526"/>
                <a:gd name="connsiteX163" fmla="*/ 814723 w 6186218"/>
                <a:gd name="connsiteY163" fmla="*/ 1403167 h 5068526"/>
                <a:gd name="connsiteX164" fmla="*/ 904818 w 6186218"/>
                <a:gd name="connsiteY164" fmla="*/ 1587817 h 5068526"/>
                <a:gd name="connsiteX165" fmla="*/ 999374 w 6186218"/>
                <a:gd name="connsiteY165" fmla="*/ 1729650 h 5068526"/>
                <a:gd name="connsiteX166" fmla="*/ 1032378 w 6186218"/>
                <a:gd name="connsiteY166" fmla="*/ 1855427 h 5068526"/>
                <a:gd name="connsiteX167" fmla="*/ 1027027 w 6186218"/>
                <a:gd name="connsiteY167" fmla="*/ 1937494 h 5068526"/>
                <a:gd name="connsiteX168" fmla="*/ 1043975 w 6186218"/>
                <a:gd name="connsiteY168" fmla="*/ 1977636 h 5068526"/>
                <a:gd name="connsiteX169" fmla="*/ 1070736 w 6186218"/>
                <a:gd name="connsiteY169" fmla="*/ 1991016 h 5068526"/>
                <a:gd name="connsiteX170" fmla="*/ 1036839 w 6186218"/>
                <a:gd name="connsiteY170" fmla="*/ 1976743 h 5068526"/>
                <a:gd name="connsiteX171" fmla="*/ 1017214 w 6186218"/>
                <a:gd name="connsiteY171" fmla="*/ 1925897 h 5068526"/>
                <a:gd name="connsiteX172" fmla="*/ 1016322 w 6186218"/>
                <a:gd name="connsiteY172" fmla="*/ 1836694 h 5068526"/>
                <a:gd name="connsiteX173" fmla="*/ 969936 w 6186218"/>
                <a:gd name="connsiteY173" fmla="*/ 1719838 h 5068526"/>
                <a:gd name="connsiteX174" fmla="*/ 870028 w 6186218"/>
                <a:gd name="connsiteY174" fmla="*/ 1586926 h 5068526"/>
                <a:gd name="connsiteX175" fmla="*/ 778149 w 6186218"/>
                <a:gd name="connsiteY175" fmla="*/ 1396030 h 5068526"/>
                <a:gd name="connsiteX176" fmla="*/ 727304 w 6186218"/>
                <a:gd name="connsiteY176" fmla="*/ 1139125 h 5068526"/>
                <a:gd name="connsiteX177" fmla="*/ 726412 w 6186218"/>
                <a:gd name="connsiteY177" fmla="*/ 1140017 h 5068526"/>
                <a:gd name="connsiteX178" fmla="*/ 726412 w 6186218"/>
                <a:gd name="connsiteY178" fmla="*/ 703814 h 5068526"/>
                <a:gd name="connsiteX179" fmla="*/ 762985 w 6186218"/>
                <a:gd name="connsiteY179" fmla="*/ 561088 h 5068526"/>
                <a:gd name="connsiteX180" fmla="*/ 771905 w 6186218"/>
                <a:gd name="connsiteY180" fmla="*/ 452260 h 5068526"/>
                <a:gd name="connsiteX181" fmla="*/ 806694 w 6186218"/>
                <a:gd name="connsiteY181" fmla="*/ 326484 h 5068526"/>
                <a:gd name="connsiteX182" fmla="*/ 825427 w 6186218"/>
                <a:gd name="connsiteY182" fmla="*/ 297048 h 5068526"/>
                <a:gd name="connsiteX183" fmla="*/ 847728 w 6186218"/>
                <a:gd name="connsiteY183" fmla="*/ 199816 h 5068526"/>
                <a:gd name="connsiteX184" fmla="*/ 842376 w 6186218"/>
                <a:gd name="connsiteY184" fmla="*/ 217657 h 5068526"/>
                <a:gd name="connsiteX185" fmla="*/ 818291 w 6186218"/>
                <a:gd name="connsiteY185" fmla="*/ 287235 h 5068526"/>
                <a:gd name="connsiteX186" fmla="*/ 728196 w 6186218"/>
                <a:gd name="connsiteY186" fmla="*/ 417472 h 5068526"/>
                <a:gd name="connsiteX187" fmla="*/ 611339 w 6186218"/>
                <a:gd name="connsiteY187" fmla="*/ 460288 h 5068526"/>
                <a:gd name="connsiteX188" fmla="*/ 462370 w 6186218"/>
                <a:gd name="connsiteY188" fmla="*/ 427285 h 5068526"/>
                <a:gd name="connsiteX189" fmla="*/ 192977 w 6186218"/>
                <a:gd name="connsiteY189" fmla="*/ 446909 h 5068526"/>
                <a:gd name="connsiteX190" fmla="*/ 49358 w 6186218"/>
                <a:gd name="connsiteY190" fmla="*/ 529868 h 5068526"/>
                <a:gd name="connsiteX191" fmla="*/ 1189 w 6186218"/>
                <a:gd name="connsiteY191" fmla="*/ 603906 h 5068526"/>
                <a:gd name="connsiteX192" fmla="*/ 1189 w 6186218"/>
                <a:gd name="connsiteY192" fmla="*/ 580713 h 5068526"/>
                <a:gd name="connsiteX193" fmla="*/ 49358 w 6186218"/>
                <a:gd name="connsiteY193" fmla="*/ 512027 h 5068526"/>
                <a:gd name="connsiteX194" fmla="*/ 194760 w 6186218"/>
                <a:gd name="connsiteY194" fmla="*/ 416580 h 5068526"/>
                <a:gd name="connsiteX195" fmla="*/ 476643 w 6186218"/>
                <a:gd name="connsiteY195" fmla="*/ 389819 h 5068526"/>
                <a:gd name="connsiteX196" fmla="*/ 475751 w 6186218"/>
                <a:gd name="connsiteY196" fmla="*/ 390711 h 5068526"/>
                <a:gd name="connsiteX197" fmla="*/ 608664 w 6186218"/>
                <a:gd name="connsiteY197" fmla="*/ 419256 h 5068526"/>
                <a:gd name="connsiteX198" fmla="*/ 700543 w 6186218"/>
                <a:gd name="connsiteY198" fmla="*/ 389819 h 5068526"/>
                <a:gd name="connsiteX199" fmla="*/ 794206 w 6186218"/>
                <a:gd name="connsiteY199" fmla="*/ 281883 h 5068526"/>
                <a:gd name="connsiteX200" fmla="*/ 834348 w 6186218"/>
                <a:gd name="connsiteY200" fmla="*/ 216765 h 5068526"/>
                <a:gd name="connsiteX201" fmla="*/ 847728 w 6186218"/>
                <a:gd name="connsiteY201" fmla="*/ 199816 h 5068526"/>
                <a:gd name="connsiteX202" fmla="*/ 1590791 w 6186218"/>
                <a:gd name="connsiteY202" fmla="*/ 0 h 5068526"/>
                <a:gd name="connsiteX203" fmla="*/ 1620229 w 6186218"/>
                <a:gd name="connsiteY203" fmla="*/ 14273 h 5068526"/>
                <a:gd name="connsiteX204" fmla="*/ 1709432 w 6186218"/>
                <a:gd name="connsiteY204" fmla="*/ 133805 h 5068526"/>
                <a:gd name="connsiteX205" fmla="*/ 1754034 w 6186218"/>
                <a:gd name="connsiteY205" fmla="*/ 285451 h 5068526"/>
                <a:gd name="connsiteX206" fmla="*/ 1755004 w 6186218"/>
                <a:gd name="connsiteY206" fmla="*/ 293563 h 5068526"/>
                <a:gd name="connsiteX207" fmla="*/ 1799528 w 6186218"/>
                <a:gd name="connsiteY207" fmla="*/ 306860 h 5068526"/>
                <a:gd name="connsiteX208" fmla="*/ 2150989 w 6186218"/>
                <a:gd name="connsiteY208" fmla="*/ 257798 h 5068526"/>
                <a:gd name="connsiteX209" fmla="*/ 2907432 w 6186218"/>
                <a:gd name="connsiteY209" fmla="*/ 250662 h 5068526"/>
                <a:gd name="connsiteX210" fmla="*/ 3473873 w 6186218"/>
                <a:gd name="connsiteY210" fmla="*/ 269395 h 5068526"/>
                <a:gd name="connsiteX211" fmla="*/ 4183039 w 6186218"/>
                <a:gd name="connsiteY211" fmla="*/ 198032 h 5068526"/>
                <a:gd name="connsiteX212" fmla="*/ 4990330 w 6186218"/>
                <a:gd name="connsiteY212" fmla="*/ 145402 h 5068526"/>
                <a:gd name="connsiteX213" fmla="*/ 5320382 w 6186218"/>
                <a:gd name="connsiteY213" fmla="*/ 141834 h 5068526"/>
                <a:gd name="connsiteX214" fmla="*/ 5615644 w 6186218"/>
                <a:gd name="connsiteY214" fmla="*/ 96340 h 5068526"/>
                <a:gd name="connsiteX215" fmla="*/ 6104814 w 6186218"/>
                <a:gd name="connsiteY215" fmla="*/ 68129 h 5068526"/>
                <a:gd name="connsiteX216" fmla="*/ 6186218 w 6186218"/>
                <a:gd name="connsiteY216" fmla="*/ 71276 h 5068526"/>
                <a:gd name="connsiteX217" fmla="*/ 6186218 w 6186218"/>
                <a:gd name="connsiteY217" fmla="*/ 97068 h 5068526"/>
                <a:gd name="connsiteX218" fmla="*/ 6037911 w 6186218"/>
                <a:gd name="connsiteY218" fmla="*/ 97121 h 5068526"/>
                <a:gd name="connsiteX219" fmla="*/ 5556771 w 6186218"/>
                <a:gd name="connsiteY219" fmla="*/ 141834 h 5068526"/>
                <a:gd name="connsiteX220" fmla="*/ 5269536 w 6186218"/>
                <a:gd name="connsiteY220" fmla="*/ 190003 h 5068526"/>
                <a:gd name="connsiteX221" fmla="*/ 4943944 w 6186218"/>
                <a:gd name="connsiteY221" fmla="*/ 188220 h 5068526"/>
                <a:gd name="connsiteX222" fmla="*/ 4189284 w 6186218"/>
                <a:gd name="connsiteY222" fmla="*/ 250662 h 5068526"/>
                <a:gd name="connsiteX223" fmla="*/ 4190176 w 6186218"/>
                <a:gd name="connsiteY223" fmla="*/ 250662 h 5068526"/>
                <a:gd name="connsiteX224" fmla="*/ 3493497 w 6186218"/>
                <a:gd name="connsiteY224" fmla="*/ 324701 h 5068526"/>
                <a:gd name="connsiteX225" fmla="*/ 2932408 w 6186218"/>
                <a:gd name="connsiteY225" fmla="*/ 304184 h 5068526"/>
                <a:gd name="connsiteX226" fmla="*/ 2179533 w 6186218"/>
                <a:gd name="connsiteY226" fmla="*/ 288127 h 5068526"/>
                <a:gd name="connsiteX227" fmla="*/ 1807556 w 6186218"/>
                <a:gd name="connsiteY227" fmla="*/ 319348 h 5068526"/>
                <a:gd name="connsiteX228" fmla="*/ 1762508 w 6186218"/>
                <a:gd name="connsiteY228" fmla="*/ 306260 h 5068526"/>
                <a:gd name="connsiteX229" fmla="*/ 1756105 w 6186218"/>
                <a:gd name="connsiteY229" fmla="*/ 302777 h 5068526"/>
                <a:gd name="connsiteX230" fmla="*/ 1756460 w 6186218"/>
                <a:gd name="connsiteY230" fmla="*/ 305751 h 5068526"/>
                <a:gd name="connsiteX231" fmla="*/ 1783471 w 6186218"/>
                <a:gd name="connsiteY231" fmla="*/ 344325 h 5068526"/>
                <a:gd name="connsiteX232" fmla="*/ 1792303 w 6186218"/>
                <a:gd name="connsiteY232" fmla="*/ 358180 h 5068526"/>
                <a:gd name="connsiteX233" fmla="*/ 1808127 w 6186218"/>
                <a:gd name="connsiteY233" fmla="*/ 370709 h 5068526"/>
                <a:gd name="connsiteX234" fmla="*/ 1847697 w 6186218"/>
                <a:gd name="connsiteY234" fmla="*/ 395171 h 5068526"/>
                <a:gd name="connsiteX235" fmla="*/ 1999342 w 6186218"/>
                <a:gd name="connsiteY235" fmla="*/ 426392 h 5068526"/>
                <a:gd name="connsiteX236" fmla="*/ 2113522 w 6186218"/>
                <a:gd name="connsiteY236" fmla="*/ 395171 h 5068526"/>
                <a:gd name="connsiteX237" fmla="*/ 2266953 w 6186218"/>
                <a:gd name="connsiteY237" fmla="*/ 353245 h 5068526"/>
                <a:gd name="connsiteX238" fmla="*/ 2578271 w 6186218"/>
                <a:gd name="connsiteY238" fmla="*/ 426392 h 5068526"/>
                <a:gd name="connsiteX239" fmla="*/ 2709400 w 6186218"/>
                <a:gd name="connsiteY239" fmla="*/ 565549 h 5068526"/>
                <a:gd name="connsiteX240" fmla="*/ 2702264 w 6186218"/>
                <a:gd name="connsiteY240" fmla="*/ 659212 h 5068526"/>
                <a:gd name="connsiteX241" fmla="*/ 2682639 w 6186218"/>
                <a:gd name="connsiteY241" fmla="*/ 672593 h 5068526"/>
                <a:gd name="connsiteX242" fmla="*/ 2700479 w 6186218"/>
                <a:gd name="connsiteY242" fmla="*/ 652968 h 5068526"/>
                <a:gd name="connsiteX243" fmla="*/ 2689776 w 6186218"/>
                <a:gd name="connsiteY243" fmla="*/ 561981 h 5068526"/>
                <a:gd name="connsiteX244" fmla="*/ 2551510 w 6186218"/>
                <a:gd name="connsiteY244" fmla="*/ 443341 h 5068526"/>
                <a:gd name="connsiteX245" fmla="*/ 2269628 w 6186218"/>
                <a:gd name="connsiteY245" fmla="*/ 392494 h 5068526"/>
                <a:gd name="connsiteX246" fmla="*/ 2268737 w 6186218"/>
                <a:gd name="connsiteY246" fmla="*/ 393386 h 5068526"/>
                <a:gd name="connsiteX247" fmla="*/ 2007371 w 6186218"/>
                <a:gd name="connsiteY247" fmla="*/ 465642 h 5068526"/>
                <a:gd name="connsiteX248" fmla="*/ 1839668 w 6186218"/>
                <a:gd name="connsiteY248" fmla="*/ 420147 h 5068526"/>
                <a:gd name="connsiteX249" fmla="*/ 1820280 w 6186218"/>
                <a:gd name="connsiteY249" fmla="*/ 403028 h 5068526"/>
                <a:gd name="connsiteX250" fmla="*/ 1849481 w 6186218"/>
                <a:gd name="connsiteY250" fmla="*/ 473669 h 5068526"/>
                <a:gd name="connsiteX251" fmla="*/ 1859406 w 6186218"/>
                <a:gd name="connsiteY251" fmla="*/ 565995 h 5068526"/>
                <a:gd name="connsiteX252" fmla="*/ 1855920 w 6186218"/>
                <a:gd name="connsiteY252" fmla="*/ 633443 h 5068526"/>
                <a:gd name="connsiteX253" fmla="*/ 1864647 w 6186218"/>
                <a:gd name="connsiteY253" fmla="*/ 644046 h 5068526"/>
                <a:gd name="connsiteX254" fmla="*/ 1917276 w 6186218"/>
                <a:gd name="connsiteY254" fmla="*/ 701136 h 5068526"/>
                <a:gd name="connsiteX255" fmla="*/ 1959584 w 6186218"/>
                <a:gd name="connsiteY255" fmla="*/ 721535 h 5068526"/>
                <a:gd name="connsiteX256" fmla="*/ 1952065 w 6186218"/>
                <a:gd name="connsiteY256" fmla="*/ 703813 h 5068526"/>
                <a:gd name="connsiteX257" fmla="*/ 1952065 w 6186218"/>
                <a:gd name="connsiteY257" fmla="*/ 676160 h 5068526"/>
                <a:gd name="connsiteX258" fmla="*/ 1969905 w 6186218"/>
                <a:gd name="connsiteY258" fmla="*/ 685972 h 5068526"/>
                <a:gd name="connsiteX259" fmla="*/ 2035916 w 6186218"/>
                <a:gd name="connsiteY259" fmla="*/ 740386 h 5068526"/>
                <a:gd name="connsiteX260" fmla="*/ 2080975 w 6186218"/>
                <a:gd name="connsiteY260" fmla="*/ 760219 h 5068526"/>
                <a:gd name="connsiteX261" fmla="*/ 2068921 w 6186218"/>
                <a:gd name="connsiteY261" fmla="*/ 741279 h 5068526"/>
                <a:gd name="connsiteX262" fmla="*/ 2064461 w 6186218"/>
                <a:gd name="connsiteY262" fmla="*/ 716302 h 5068526"/>
                <a:gd name="connsiteX263" fmla="*/ 2146528 w 6186218"/>
                <a:gd name="connsiteY263" fmla="*/ 760012 h 5068526"/>
                <a:gd name="connsiteX264" fmla="*/ 2150806 w 6186218"/>
                <a:gd name="connsiteY264" fmla="*/ 764056 h 5068526"/>
                <a:gd name="connsiteX265" fmla="*/ 2152773 w 6186218"/>
                <a:gd name="connsiteY265" fmla="*/ 759118 h 5068526"/>
                <a:gd name="connsiteX266" fmla="*/ 2208971 w 6186218"/>
                <a:gd name="connsiteY266" fmla="*/ 776067 h 5068526"/>
                <a:gd name="connsiteX267" fmla="*/ 2248220 w 6186218"/>
                <a:gd name="connsiteY267" fmla="*/ 787663 h 5068526"/>
                <a:gd name="connsiteX268" fmla="*/ 2261600 w 6186218"/>
                <a:gd name="connsiteY268" fmla="*/ 800152 h 5068526"/>
                <a:gd name="connsiteX269" fmla="*/ 2249113 w 6186218"/>
                <a:gd name="connsiteY269" fmla="*/ 801936 h 5068526"/>
                <a:gd name="connsiteX270" fmla="*/ 2229376 w 6186218"/>
                <a:gd name="connsiteY270" fmla="*/ 807065 h 5068526"/>
                <a:gd name="connsiteX271" fmla="*/ 2194225 w 6186218"/>
                <a:gd name="connsiteY271" fmla="*/ 810471 h 5068526"/>
                <a:gd name="connsiteX272" fmla="*/ 2196482 w 6186218"/>
                <a:gd name="connsiteY272" fmla="*/ 813534 h 5068526"/>
                <a:gd name="connsiteX273" fmla="*/ 2203618 w 6186218"/>
                <a:gd name="connsiteY273" fmla="*/ 834051 h 5068526"/>
                <a:gd name="connsiteX274" fmla="*/ 2160340 w 6186218"/>
                <a:gd name="connsiteY274" fmla="*/ 811095 h 5068526"/>
                <a:gd name="connsiteX275" fmla="*/ 2124840 w 6186218"/>
                <a:gd name="connsiteY275" fmla="*/ 790099 h 5068526"/>
                <a:gd name="connsiteX276" fmla="*/ 2111738 w 6186218"/>
                <a:gd name="connsiteY276" fmla="*/ 789448 h 5068526"/>
                <a:gd name="connsiteX277" fmla="*/ 2010939 w 6186218"/>
                <a:gd name="connsiteY277" fmla="*/ 770715 h 5068526"/>
                <a:gd name="connsiteX278" fmla="*/ 2011831 w 6186218"/>
                <a:gd name="connsiteY278" fmla="*/ 772499 h 5068526"/>
                <a:gd name="connsiteX279" fmla="*/ 1982171 w 6186218"/>
                <a:gd name="connsiteY279" fmla="*/ 753543 h 5068526"/>
                <a:gd name="connsiteX280" fmla="*/ 1981717 w 6186218"/>
                <a:gd name="connsiteY280" fmla="*/ 753021 h 5068526"/>
                <a:gd name="connsiteX281" fmla="*/ 1951508 w 6186218"/>
                <a:gd name="connsiteY281" fmla="*/ 748636 h 5068526"/>
                <a:gd name="connsiteX282" fmla="*/ 1891407 w 6186218"/>
                <a:gd name="connsiteY282" fmla="*/ 731465 h 5068526"/>
                <a:gd name="connsiteX283" fmla="*/ 1863196 w 6186218"/>
                <a:gd name="connsiteY283" fmla="*/ 710948 h 5068526"/>
                <a:gd name="connsiteX284" fmla="*/ 1852191 w 6186218"/>
                <a:gd name="connsiteY284" fmla="*/ 694480 h 5068526"/>
                <a:gd name="connsiteX285" fmla="*/ 1844799 w 6186218"/>
                <a:gd name="connsiteY285" fmla="*/ 790675 h 5068526"/>
                <a:gd name="connsiteX286" fmla="*/ 1834317 w 6186218"/>
                <a:gd name="connsiteY286" fmla="*/ 925038 h 5068526"/>
                <a:gd name="connsiteX287" fmla="*/ 1799528 w 6186218"/>
                <a:gd name="connsiteY287" fmla="*/ 1246169 h 5068526"/>
                <a:gd name="connsiteX288" fmla="*/ 1758495 w 6186218"/>
                <a:gd name="connsiteY288" fmla="*/ 1430820 h 5068526"/>
                <a:gd name="connsiteX289" fmla="*/ 1758495 w 6186218"/>
                <a:gd name="connsiteY289" fmla="*/ 1593170 h 5068526"/>
                <a:gd name="connsiteX290" fmla="*/ 1802204 w 6186218"/>
                <a:gd name="connsiteY290" fmla="*/ 1877728 h 5068526"/>
                <a:gd name="connsiteX291" fmla="*/ 1755818 w 6186218"/>
                <a:gd name="connsiteY291" fmla="*/ 2004396 h 5068526"/>
                <a:gd name="connsiteX292" fmla="*/ 1691592 w 6186218"/>
                <a:gd name="connsiteY292" fmla="*/ 2023129 h 5068526"/>
                <a:gd name="connsiteX293" fmla="*/ 1648774 w 6186218"/>
                <a:gd name="connsiteY293" fmla="*/ 2023129 h 5068526"/>
                <a:gd name="connsiteX294" fmla="*/ 1588116 w 6186218"/>
                <a:gd name="connsiteY294" fmla="*/ 2065054 h 5068526"/>
                <a:gd name="connsiteX295" fmla="*/ 1518537 w 6186218"/>
                <a:gd name="connsiteY295" fmla="*/ 2106087 h 5068526"/>
                <a:gd name="connsiteX296" fmla="*/ 1402573 w 6186218"/>
                <a:gd name="connsiteY296" fmla="*/ 2081111 h 5068526"/>
                <a:gd name="connsiteX297" fmla="*/ 1353511 w 6186218"/>
                <a:gd name="connsiteY297" fmla="*/ 2065054 h 5068526"/>
                <a:gd name="connsiteX298" fmla="*/ 1319614 w 6186218"/>
                <a:gd name="connsiteY298" fmla="*/ 2089139 h 5068526"/>
                <a:gd name="connsiteX299" fmla="*/ 1359756 w 6186218"/>
                <a:gd name="connsiteY299" fmla="*/ 2057918 h 5068526"/>
                <a:gd name="connsiteX300" fmla="*/ 1389192 w 6186218"/>
                <a:gd name="connsiteY300" fmla="*/ 2060594 h 5068526"/>
                <a:gd name="connsiteX301" fmla="*/ 1423090 w 6186218"/>
                <a:gd name="connsiteY301" fmla="*/ 2085571 h 5068526"/>
                <a:gd name="connsiteX302" fmla="*/ 1538162 w 6186218"/>
                <a:gd name="connsiteY302" fmla="*/ 2082895 h 5068526"/>
                <a:gd name="connsiteX303" fmla="*/ 1596144 w 6186218"/>
                <a:gd name="connsiteY303" fmla="*/ 2033834 h 5068526"/>
                <a:gd name="connsiteX304" fmla="*/ 1672859 w 6186218"/>
                <a:gd name="connsiteY304" fmla="*/ 2000828 h 5068526"/>
                <a:gd name="connsiteX305" fmla="*/ 1721921 w 6186218"/>
                <a:gd name="connsiteY305" fmla="*/ 1996367 h 5068526"/>
                <a:gd name="connsiteX306" fmla="*/ 1760279 w 6186218"/>
                <a:gd name="connsiteY306" fmla="*/ 1962470 h 5068526"/>
                <a:gd name="connsiteX307" fmla="*/ 1773659 w 6186218"/>
                <a:gd name="connsiteY307" fmla="*/ 1850074 h 5068526"/>
                <a:gd name="connsiteX308" fmla="*/ 1722812 w 6186218"/>
                <a:gd name="connsiteY308" fmla="*/ 1578897 h 5068526"/>
                <a:gd name="connsiteX309" fmla="*/ 1724597 w 6186218"/>
                <a:gd name="connsiteY309" fmla="*/ 1414763 h 5068526"/>
                <a:gd name="connsiteX310" fmla="*/ 1761170 w 6186218"/>
                <a:gd name="connsiteY310" fmla="*/ 1239032 h 5068526"/>
                <a:gd name="connsiteX311" fmla="*/ 1761170 w 6186218"/>
                <a:gd name="connsiteY311" fmla="*/ 1238141 h 5068526"/>
                <a:gd name="connsiteX312" fmla="*/ 1792392 w 6186218"/>
                <a:gd name="connsiteY312" fmla="*/ 929498 h 5068526"/>
                <a:gd name="connsiteX313" fmla="*/ 1813800 w 6186218"/>
                <a:gd name="connsiteY313" fmla="*/ 679730 h 5068526"/>
                <a:gd name="connsiteX314" fmla="*/ 1819152 w 6186218"/>
                <a:gd name="connsiteY314" fmla="*/ 492402 h 5068526"/>
                <a:gd name="connsiteX315" fmla="*/ 1768307 w 6186218"/>
                <a:gd name="connsiteY315" fmla="*/ 366626 h 5068526"/>
                <a:gd name="connsiteX316" fmla="*/ 1740235 w 6186218"/>
                <a:gd name="connsiteY316" fmla="*/ 318317 h 5068526"/>
                <a:gd name="connsiteX317" fmla="*/ 1719597 w 6186218"/>
                <a:gd name="connsiteY317" fmla="*/ 277664 h 5068526"/>
                <a:gd name="connsiteX318" fmla="*/ 1718353 w 6186218"/>
                <a:gd name="connsiteY318" fmla="*/ 276531 h 5068526"/>
                <a:gd name="connsiteX319" fmla="*/ 1719385 w 6186218"/>
                <a:gd name="connsiteY319" fmla="*/ 277245 h 5068526"/>
                <a:gd name="connsiteX320" fmla="*/ 1719022 w 6186218"/>
                <a:gd name="connsiteY320" fmla="*/ 276530 h 5068526"/>
                <a:gd name="connsiteX321" fmla="*/ 1697836 w 6186218"/>
                <a:gd name="connsiteY321" fmla="*/ 213196 h 5068526"/>
                <a:gd name="connsiteX322" fmla="*/ 1695663 w 6186218"/>
                <a:gd name="connsiteY322" fmla="*/ 196355 h 5068526"/>
                <a:gd name="connsiteX323" fmla="*/ 1694713 w 6186218"/>
                <a:gd name="connsiteY323" fmla="*/ 194296 h 5068526"/>
                <a:gd name="connsiteX324" fmla="*/ 1671074 w 6186218"/>
                <a:gd name="connsiteY324" fmla="*/ 146293 h 5068526"/>
                <a:gd name="connsiteX325" fmla="*/ 1605064 w 6186218"/>
                <a:gd name="connsiteY325" fmla="*/ 33897 h 5068526"/>
                <a:gd name="connsiteX326" fmla="*/ 1590791 w 6186218"/>
                <a:gd name="connsiteY326" fmla="*/ 0 h 5068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</a:cxnLst>
              <a:rect l="l" t="t" r="r" b="b"/>
              <a:pathLst>
                <a:path w="6186218" h="5068526">
                  <a:moveTo>
                    <a:pt x="6186218" y="3161223"/>
                  </a:moveTo>
                  <a:lnTo>
                    <a:pt x="6186218" y="3201119"/>
                  </a:lnTo>
                  <a:lnTo>
                    <a:pt x="6178518" y="3201503"/>
                  </a:lnTo>
                  <a:lnTo>
                    <a:pt x="6176734" y="3201503"/>
                  </a:lnTo>
                  <a:cubicBezTo>
                    <a:pt x="6101803" y="3201503"/>
                    <a:pt x="6061661" y="3244321"/>
                    <a:pt x="6042928" y="3282678"/>
                  </a:cubicBezTo>
                  <a:cubicBezTo>
                    <a:pt x="6032224" y="3303195"/>
                    <a:pt x="6020628" y="3327280"/>
                    <a:pt x="6002788" y="3343336"/>
                  </a:cubicBezTo>
                  <a:cubicBezTo>
                    <a:pt x="5985839" y="3359393"/>
                    <a:pt x="5964430" y="3369205"/>
                    <a:pt x="5944806" y="3368313"/>
                  </a:cubicBezTo>
                  <a:cubicBezTo>
                    <a:pt x="5901987" y="3363852"/>
                    <a:pt x="5894851" y="3333524"/>
                    <a:pt x="5895743" y="3321927"/>
                  </a:cubicBezTo>
                  <a:cubicBezTo>
                    <a:pt x="5897527" y="3308547"/>
                    <a:pt x="5903772" y="3306763"/>
                    <a:pt x="5902880" y="3306763"/>
                  </a:cubicBezTo>
                  <a:cubicBezTo>
                    <a:pt x="5902880" y="3306763"/>
                    <a:pt x="5901095" y="3310331"/>
                    <a:pt x="5902880" y="3319251"/>
                  </a:cubicBezTo>
                  <a:cubicBezTo>
                    <a:pt x="5904664" y="3327280"/>
                    <a:pt x="5916260" y="3344228"/>
                    <a:pt x="5939453" y="3344228"/>
                  </a:cubicBezTo>
                  <a:cubicBezTo>
                    <a:pt x="5964430" y="3343336"/>
                    <a:pt x="5988514" y="3316575"/>
                    <a:pt x="6006356" y="3268405"/>
                  </a:cubicBezTo>
                  <a:cubicBezTo>
                    <a:pt x="6016168" y="3244321"/>
                    <a:pt x="6034008" y="3214884"/>
                    <a:pt x="6063445" y="3194367"/>
                  </a:cubicBezTo>
                  <a:cubicBezTo>
                    <a:pt x="6091991" y="3172066"/>
                    <a:pt x="6135700" y="3159577"/>
                    <a:pt x="6178518" y="3161361"/>
                  </a:cubicBezTo>
                  <a:close/>
                  <a:moveTo>
                    <a:pt x="5875226" y="2260409"/>
                  </a:moveTo>
                  <a:cubicBezTo>
                    <a:pt x="5979593" y="2267100"/>
                    <a:pt x="6081452" y="2317444"/>
                    <a:pt x="6176287" y="2389615"/>
                  </a:cubicBezTo>
                  <a:lnTo>
                    <a:pt x="6186218" y="2398074"/>
                  </a:lnTo>
                  <a:lnTo>
                    <a:pt x="6186218" y="2450100"/>
                  </a:lnTo>
                  <a:lnTo>
                    <a:pt x="6153694" y="2422885"/>
                  </a:lnTo>
                  <a:cubicBezTo>
                    <a:pt x="6065006" y="2356359"/>
                    <a:pt x="5972680" y="2311032"/>
                    <a:pt x="5882362" y="2302334"/>
                  </a:cubicBezTo>
                  <a:cubicBezTo>
                    <a:pt x="5761046" y="2289847"/>
                    <a:pt x="5662922" y="2352289"/>
                    <a:pt x="5598695" y="2422759"/>
                  </a:cubicBezTo>
                  <a:cubicBezTo>
                    <a:pt x="5531792" y="2492338"/>
                    <a:pt x="5493436" y="2571729"/>
                    <a:pt x="5451510" y="2638631"/>
                  </a:cubicBezTo>
                  <a:cubicBezTo>
                    <a:pt x="5410476" y="2705533"/>
                    <a:pt x="5363199" y="2759947"/>
                    <a:pt x="5309676" y="2788493"/>
                  </a:cubicBezTo>
                  <a:cubicBezTo>
                    <a:pt x="5256154" y="2817929"/>
                    <a:pt x="5208877" y="2821497"/>
                    <a:pt x="5174088" y="2833986"/>
                  </a:cubicBezTo>
                  <a:cubicBezTo>
                    <a:pt x="5139298" y="2844690"/>
                    <a:pt x="5112537" y="2857178"/>
                    <a:pt x="5092912" y="2866991"/>
                  </a:cubicBezTo>
                  <a:cubicBezTo>
                    <a:pt x="5053664" y="2887508"/>
                    <a:pt x="5039390" y="2897320"/>
                    <a:pt x="5039390" y="2897320"/>
                  </a:cubicBezTo>
                  <a:cubicBezTo>
                    <a:pt x="5039390" y="2897320"/>
                    <a:pt x="5049202" y="2887508"/>
                    <a:pt x="5083100" y="2863423"/>
                  </a:cubicBezTo>
                  <a:cubicBezTo>
                    <a:pt x="5100049" y="2851826"/>
                    <a:pt x="5124134" y="2837554"/>
                    <a:pt x="5158031" y="2823281"/>
                  </a:cubicBezTo>
                  <a:cubicBezTo>
                    <a:pt x="5191036" y="2808117"/>
                    <a:pt x="5236530" y="2800089"/>
                    <a:pt x="5283808" y="2775111"/>
                  </a:cubicBezTo>
                  <a:cubicBezTo>
                    <a:pt x="5331086" y="2750135"/>
                    <a:pt x="5375688" y="2701965"/>
                    <a:pt x="5414044" y="2636846"/>
                  </a:cubicBezTo>
                  <a:cubicBezTo>
                    <a:pt x="5454186" y="2572620"/>
                    <a:pt x="5488975" y="2488769"/>
                    <a:pt x="5558554" y="2409379"/>
                  </a:cubicBezTo>
                  <a:cubicBezTo>
                    <a:pt x="5593344" y="2370130"/>
                    <a:pt x="5634376" y="2331772"/>
                    <a:pt x="5687898" y="2302334"/>
                  </a:cubicBezTo>
                  <a:cubicBezTo>
                    <a:pt x="5740528" y="2272898"/>
                    <a:pt x="5806538" y="2255949"/>
                    <a:pt x="5875226" y="2260409"/>
                  </a:cubicBezTo>
                  <a:close/>
                  <a:moveTo>
                    <a:pt x="3111707" y="2072190"/>
                  </a:moveTo>
                  <a:cubicBezTo>
                    <a:pt x="3111707" y="2072190"/>
                    <a:pt x="3112600" y="2080218"/>
                    <a:pt x="3116168" y="2105196"/>
                  </a:cubicBezTo>
                  <a:cubicBezTo>
                    <a:pt x="3118843" y="2129280"/>
                    <a:pt x="3125087" y="2170314"/>
                    <a:pt x="3125980" y="2236324"/>
                  </a:cubicBezTo>
                  <a:cubicBezTo>
                    <a:pt x="3126872" y="2301443"/>
                    <a:pt x="3125980" y="2393322"/>
                    <a:pt x="3098326" y="2513746"/>
                  </a:cubicBezTo>
                  <a:cubicBezTo>
                    <a:pt x="3084054" y="2573512"/>
                    <a:pt x="3063537" y="2641307"/>
                    <a:pt x="3027856" y="2712670"/>
                  </a:cubicBezTo>
                  <a:cubicBezTo>
                    <a:pt x="2993959" y="2784924"/>
                    <a:pt x="2939545" y="2855394"/>
                    <a:pt x="2910108" y="2943705"/>
                  </a:cubicBezTo>
                  <a:cubicBezTo>
                    <a:pt x="2876210" y="3044505"/>
                    <a:pt x="2863722" y="3140845"/>
                    <a:pt x="2848557" y="3227372"/>
                  </a:cubicBezTo>
                  <a:cubicBezTo>
                    <a:pt x="2833393" y="3313899"/>
                    <a:pt x="2819120" y="3389721"/>
                    <a:pt x="2807524" y="3456624"/>
                  </a:cubicBezTo>
                  <a:cubicBezTo>
                    <a:pt x="2782546" y="3590429"/>
                    <a:pt x="2762030" y="3688552"/>
                    <a:pt x="2745081" y="3759023"/>
                  </a:cubicBezTo>
                  <a:cubicBezTo>
                    <a:pt x="2712968" y="3899964"/>
                    <a:pt x="2697804" y="3933862"/>
                    <a:pt x="2697804" y="3933862"/>
                  </a:cubicBezTo>
                  <a:cubicBezTo>
                    <a:pt x="2697804" y="3933862"/>
                    <a:pt x="2708508" y="3885692"/>
                    <a:pt x="2734377" y="3735831"/>
                  </a:cubicBezTo>
                  <a:cubicBezTo>
                    <a:pt x="2746865" y="3660899"/>
                    <a:pt x="2762922" y="3560992"/>
                    <a:pt x="2784330" y="3428971"/>
                  </a:cubicBezTo>
                  <a:cubicBezTo>
                    <a:pt x="2794144" y="3362961"/>
                    <a:pt x="2805740" y="3288923"/>
                    <a:pt x="2818228" y="3205963"/>
                  </a:cubicBezTo>
                  <a:cubicBezTo>
                    <a:pt x="2831609" y="3123005"/>
                    <a:pt x="2841421" y="3030233"/>
                    <a:pt x="2873534" y="2930325"/>
                  </a:cubicBezTo>
                  <a:lnTo>
                    <a:pt x="2873534" y="2928541"/>
                  </a:lnTo>
                  <a:cubicBezTo>
                    <a:pt x="2903864" y="2834878"/>
                    <a:pt x="2956494" y="2764408"/>
                    <a:pt x="2988606" y="2698397"/>
                  </a:cubicBezTo>
                  <a:cubicBezTo>
                    <a:pt x="3022504" y="2632387"/>
                    <a:pt x="3043913" y="2569052"/>
                    <a:pt x="3059077" y="2512854"/>
                  </a:cubicBezTo>
                  <a:cubicBezTo>
                    <a:pt x="3089406" y="2399566"/>
                    <a:pt x="3097435" y="2310363"/>
                    <a:pt x="3101895" y="2244352"/>
                  </a:cubicBezTo>
                  <a:cubicBezTo>
                    <a:pt x="3106355" y="2178342"/>
                    <a:pt x="3107247" y="2135525"/>
                    <a:pt x="3109031" y="2108764"/>
                  </a:cubicBezTo>
                  <a:cubicBezTo>
                    <a:pt x="3109923" y="2082003"/>
                    <a:pt x="3111707" y="2072190"/>
                    <a:pt x="3111707" y="2072190"/>
                  </a:cubicBezTo>
                  <a:close/>
                  <a:moveTo>
                    <a:pt x="1064492" y="2072190"/>
                  </a:moveTo>
                  <a:cubicBezTo>
                    <a:pt x="1064492" y="2072190"/>
                    <a:pt x="1066275" y="2107872"/>
                    <a:pt x="1073412" y="2247029"/>
                  </a:cubicBezTo>
                  <a:cubicBezTo>
                    <a:pt x="1076088" y="2280926"/>
                    <a:pt x="1071628" y="2326419"/>
                    <a:pt x="1093036" y="2364777"/>
                  </a:cubicBezTo>
                  <a:cubicBezTo>
                    <a:pt x="1116229" y="2403134"/>
                    <a:pt x="1177780" y="2412055"/>
                    <a:pt x="1230409" y="2371913"/>
                  </a:cubicBezTo>
                  <a:cubicBezTo>
                    <a:pt x="1246466" y="2362101"/>
                    <a:pt x="1276795" y="2363885"/>
                    <a:pt x="1291960" y="2381726"/>
                  </a:cubicBezTo>
                  <a:cubicBezTo>
                    <a:pt x="1307124" y="2397782"/>
                    <a:pt x="1315154" y="2419191"/>
                    <a:pt x="1315154" y="2441492"/>
                  </a:cubicBezTo>
                  <a:cubicBezTo>
                    <a:pt x="1313369" y="2485201"/>
                    <a:pt x="1291069" y="2519991"/>
                    <a:pt x="1297312" y="2554779"/>
                  </a:cubicBezTo>
                  <a:cubicBezTo>
                    <a:pt x="1307124" y="2629710"/>
                    <a:pt x="1390975" y="2685908"/>
                    <a:pt x="1461446" y="2763515"/>
                  </a:cubicBezTo>
                  <a:cubicBezTo>
                    <a:pt x="1542621" y="2849150"/>
                    <a:pt x="1606847" y="2933893"/>
                    <a:pt x="1659477" y="3013284"/>
                  </a:cubicBezTo>
                  <a:cubicBezTo>
                    <a:pt x="1712999" y="3091783"/>
                    <a:pt x="1748682" y="3168498"/>
                    <a:pt x="1788823" y="3224696"/>
                  </a:cubicBezTo>
                  <a:cubicBezTo>
                    <a:pt x="1828072" y="3281785"/>
                    <a:pt x="1874458" y="3320143"/>
                    <a:pt x="1920843" y="3337092"/>
                  </a:cubicBezTo>
                  <a:cubicBezTo>
                    <a:pt x="1966337" y="3354040"/>
                    <a:pt x="2010939" y="3350472"/>
                    <a:pt x="2048404" y="3346904"/>
                  </a:cubicBezTo>
                  <a:cubicBezTo>
                    <a:pt x="2124227" y="3336200"/>
                    <a:pt x="2175073" y="3332632"/>
                    <a:pt x="2204510" y="3338876"/>
                  </a:cubicBezTo>
                  <a:lnTo>
                    <a:pt x="2223677" y="3343544"/>
                  </a:lnTo>
                  <a:lnTo>
                    <a:pt x="2222629" y="3301453"/>
                  </a:lnTo>
                  <a:cubicBezTo>
                    <a:pt x="2217109" y="3211093"/>
                    <a:pt x="2204063" y="3138169"/>
                    <a:pt x="2200049" y="3079294"/>
                  </a:cubicBezTo>
                  <a:cubicBezTo>
                    <a:pt x="2192913" y="3000796"/>
                    <a:pt x="2196481" y="2949950"/>
                    <a:pt x="2200049" y="2918730"/>
                  </a:cubicBezTo>
                  <a:cubicBezTo>
                    <a:pt x="2204509" y="2887508"/>
                    <a:pt x="2208077" y="2876804"/>
                    <a:pt x="2208077" y="2876804"/>
                  </a:cubicBezTo>
                  <a:cubicBezTo>
                    <a:pt x="2208077" y="2876804"/>
                    <a:pt x="2208077" y="2886616"/>
                    <a:pt x="2208077" y="2915161"/>
                  </a:cubicBezTo>
                  <a:cubicBezTo>
                    <a:pt x="2208077" y="2943706"/>
                    <a:pt x="2210753" y="2990984"/>
                    <a:pt x="2222350" y="3065915"/>
                  </a:cubicBezTo>
                  <a:cubicBezTo>
                    <a:pt x="2232162" y="3140845"/>
                    <a:pt x="2259815" y="3242537"/>
                    <a:pt x="2263384" y="3386154"/>
                  </a:cubicBezTo>
                  <a:cubicBezTo>
                    <a:pt x="2265168" y="3457517"/>
                    <a:pt x="2258923" y="3538692"/>
                    <a:pt x="2248218" y="3629679"/>
                  </a:cubicBezTo>
                  <a:cubicBezTo>
                    <a:pt x="2242867" y="3675172"/>
                    <a:pt x="2236622" y="3722450"/>
                    <a:pt x="2230378" y="3773296"/>
                  </a:cubicBezTo>
                  <a:cubicBezTo>
                    <a:pt x="2225026" y="3824142"/>
                    <a:pt x="2214321" y="3876771"/>
                    <a:pt x="2227702" y="3925834"/>
                  </a:cubicBezTo>
                  <a:cubicBezTo>
                    <a:pt x="2243758" y="3981139"/>
                    <a:pt x="2274087" y="4038230"/>
                    <a:pt x="2291036" y="4093535"/>
                  </a:cubicBezTo>
                  <a:cubicBezTo>
                    <a:pt x="2309769" y="4148841"/>
                    <a:pt x="2323150" y="4202364"/>
                    <a:pt x="2332069" y="4254102"/>
                  </a:cubicBezTo>
                  <a:cubicBezTo>
                    <a:pt x="2349019" y="4357577"/>
                    <a:pt x="2342774" y="4453916"/>
                    <a:pt x="2322257" y="4533307"/>
                  </a:cubicBezTo>
                  <a:cubicBezTo>
                    <a:pt x="2300849" y="4611806"/>
                    <a:pt x="2277656" y="4675141"/>
                    <a:pt x="2268736" y="4731339"/>
                  </a:cubicBezTo>
                  <a:cubicBezTo>
                    <a:pt x="2260707" y="4785752"/>
                    <a:pt x="2259815" y="4843734"/>
                    <a:pt x="2232162" y="4884768"/>
                  </a:cubicBezTo>
                  <a:cubicBezTo>
                    <a:pt x="2207185" y="4923126"/>
                    <a:pt x="2184884" y="4945427"/>
                    <a:pt x="2175072" y="4969511"/>
                  </a:cubicBezTo>
                  <a:cubicBezTo>
                    <a:pt x="2165260" y="4992704"/>
                    <a:pt x="2162584" y="5013221"/>
                    <a:pt x="2162584" y="5028385"/>
                  </a:cubicBezTo>
                  <a:cubicBezTo>
                    <a:pt x="2162584" y="5058714"/>
                    <a:pt x="2166151" y="5068526"/>
                    <a:pt x="2166151" y="5068526"/>
                  </a:cubicBezTo>
                  <a:cubicBezTo>
                    <a:pt x="2166151" y="5068526"/>
                    <a:pt x="2165260" y="5064959"/>
                    <a:pt x="2162584" y="5057823"/>
                  </a:cubicBezTo>
                  <a:cubicBezTo>
                    <a:pt x="2160800" y="5049794"/>
                    <a:pt x="2158123" y="5038197"/>
                    <a:pt x="2158123" y="5020357"/>
                  </a:cubicBezTo>
                  <a:cubicBezTo>
                    <a:pt x="2158123" y="5002516"/>
                    <a:pt x="2160800" y="4978431"/>
                    <a:pt x="2173288" y="4952562"/>
                  </a:cubicBezTo>
                  <a:cubicBezTo>
                    <a:pt x="2184884" y="4925801"/>
                    <a:pt x="2212537" y="4899041"/>
                    <a:pt x="2229486" y="4857115"/>
                  </a:cubicBezTo>
                  <a:cubicBezTo>
                    <a:pt x="2246435" y="4814297"/>
                    <a:pt x="2241083" y="4761667"/>
                    <a:pt x="2252679" y="4702794"/>
                  </a:cubicBezTo>
                  <a:cubicBezTo>
                    <a:pt x="2262491" y="4643919"/>
                    <a:pt x="2286576" y="4578801"/>
                    <a:pt x="2301741" y="4502978"/>
                  </a:cubicBezTo>
                  <a:cubicBezTo>
                    <a:pt x="2316013" y="4427155"/>
                    <a:pt x="2316013" y="4338845"/>
                    <a:pt x="2296388" y="4244289"/>
                  </a:cubicBezTo>
                  <a:cubicBezTo>
                    <a:pt x="2286576" y="4197011"/>
                    <a:pt x="2272303" y="4147950"/>
                    <a:pt x="2253571" y="4097996"/>
                  </a:cubicBezTo>
                  <a:cubicBezTo>
                    <a:pt x="2236622" y="4047150"/>
                    <a:pt x="2208969" y="3998980"/>
                    <a:pt x="2190236" y="3938322"/>
                  </a:cubicBezTo>
                  <a:lnTo>
                    <a:pt x="2190236" y="3934753"/>
                  </a:lnTo>
                  <a:cubicBezTo>
                    <a:pt x="2174180" y="3875880"/>
                    <a:pt x="2185776" y="3820573"/>
                    <a:pt x="2190236" y="3772404"/>
                  </a:cubicBezTo>
                  <a:cubicBezTo>
                    <a:pt x="2196481" y="3723342"/>
                    <a:pt x="2201833" y="3676956"/>
                    <a:pt x="2207185" y="3632355"/>
                  </a:cubicBezTo>
                  <a:cubicBezTo>
                    <a:pt x="2217889" y="3544936"/>
                    <a:pt x="2224134" y="3466437"/>
                    <a:pt x="2225026" y="3397750"/>
                  </a:cubicBezTo>
                  <a:lnTo>
                    <a:pt x="2223743" y="3346215"/>
                  </a:lnTo>
                  <a:lnTo>
                    <a:pt x="2196481" y="3343336"/>
                  </a:lnTo>
                  <a:cubicBezTo>
                    <a:pt x="2162584" y="3340660"/>
                    <a:pt x="2109063" y="3352256"/>
                    <a:pt x="2029671" y="3364745"/>
                  </a:cubicBezTo>
                  <a:cubicBezTo>
                    <a:pt x="1990422" y="3370097"/>
                    <a:pt x="1941360" y="3371881"/>
                    <a:pt x="1891406" y="3347796"/>
                  </a:cubicBezTo>
                  <a:cubicBezTo>
                    <a:pt x="1841452" y="3324603"/>
                    <a:pt x="1794176" y="3280001"/>
                    <a:pt x="1753141" y="3221128"/>
                  </a:cubicBezTo>
                  <a:cubicBezTo>
                    <a:pt x="1712999" y="3162253"/>
                    <a:pt x="1674642" y="3090891"/>
                    <a:pt x="1622904" y="3018637"/>
                  </a:cubicBezTo>
                  <a:cubicBezTo>
                    <a:pt x="1571166" y="2945489"/>
                    <a:pt x="1509616" y="2868775"/>
                    <a:pt x="1433793" y="2791168"/>
                  </a:cubicBezTo>
                  <a:lnTo>
                    <a:pt x="1431117" y="2788493"/>
                  </a:lnTo>
                  <a:cubicBezTo>
                    <a:pt x="1396328" y="2751919"/>
                    <a:pt x="1361538" y="2721590"/>
                    <a:pt x="1328533" y="2687692"/>
                  </a:cubicBezTo>
                  <a:cubicBezTo>
                    <a:pt x="1296421" y="2653795"/>
                    <a:pt x="1265199" y="2615438"/>
                    <a:pt x="1256279" y="2566376"/>
                  </a:cubicBezTo>
                  <a:cubicBezTo>
                    <a:pt x="1246466" y="2515530"/>
                    <a:pt x="1271443" y="2472712"/>
                    <a:pt x="1273227" y="2445952"/>
                  </a:cubicBezTo>
                  <a:cubicBezTo>
                    <a:pt x="1275012" y="2433463"/>
                    <a:pt x="1272336" y="2420975"/>
                    <a:pt x="1266091" y="2412946"/>
                  </a:cubicBezTo>
                  <a:cubicBezTo>
                    <a:pt x="1259847" y="2404027"/>
                    <a:pt x="1257170" y="2404027"/>
                    <a:pt x="1250927" y="2404918"/>
                  </a:cubicBezTo>
                  <a:cubicBezTo>
                    <a:pt x="1243790" y="2405811"/>
                    <a:pt x="1231302" y="2415623"/>
                    <a:pt x="1213462" y="2423651"/>
                  </a:cubicBezTo>
                  <a:cubicBezTo>
                    <a:pt x="1195620" y="2431679"/>
                    <a:pt x="1177780" y="2434356"/>
                    <a:pt x="1160831" y="2434356"/>
                  </a:cubicBezTo>
                  <a:cubicBezTo>
                    <a:pt x="1126042" y="2434356"/>
                    <a:pt x="1092144" y="2420083"/>
                    <a:pt x="1072520" y="2393322"/>
                  </a:cubicBezTo>
                  <a:cubicBezTo>
                    <a:pt x="1052895" y="2366561"/>
                    <a:pt x="1050218" y="2338908"/>
                    <a:pt x="1048435" y="2317499"/>
                  </a:cubicBezTo>
                  <a:cubicBezTo>
                    <a:pt x="1046650" y="2295198"/>
                    <a:pt x="1048435" y="2276465"/>
                    <a:pt x="1048435" y="2257733"/>
                  </a:cubicBezTo>
                  <a:cubicBezTo>
                    <a:pt x="1053788" y="2113224"/>
                    <a:pt x="1064492" y="2072190"/>
                    <a:pt x="1064492" y="2072190"/>
                  </a:cubicBezTo>
                  <a:close/>
                  <a:moveTo>
                    <a:pt x="2500665" y="781420"/>
                  </a:moveTo>
                  <a:lnTo>
                    <a:pt x="2504456" y="795319"/>
                  </a:lnTo>
                  <a:lnTo>
                    <a:pt x="2495313" y="801044"/>
                  </a:lnTo>
                  <a:lnTo>
                    <a:pt x="2495313" y="801936"/>
                  </a:lnTo>
                  <a:lnTo>
                    <a:pt x="2486393" y="805504"/>
                  </a:lnTo>
                  <a:lnTo>
                    <a:pt x="2486393" y="792453"/>
                  </a:lnTo>
                  <a:close/>
                  <a:moveTo>
                    <a:pt x="2538801" y="773814"/>
                  </a:moveTo>
                  <a:lnTo>
                    <a:pt x="2559540" y="776068"/>
                  </a:lnTo>
                  <a:lnTo>
                    <a:pt x="2529210" y="809965"/>
                  </a:lnTo>
                  <a:cubicBezTo>
                    <a:pt x="2499773" y="842969"/>
                    <a:pt x="2464092" y="854566"/>
                    <a:pt x="2437330" y="857242"/>
                  </a:cubicBezTo>
                  <a:cubicBezTo>
                    <a:pt x="2409678" y="859919"/>
                    <a:pt x="2389161" y="853674"/>
                    <a:pt x="2375780" y="846538"/>
                  </a:cubicBezTo>
                  <a:cubicBezTo>
                    <a:pt x="2349020" y="831373"/>
                    <a:pt x="2347236" y="817993"/>
                    <a:pt x="2347236" y="817993"/>
                  </a:cubicBezTo>
                  <a:cubicBezTo>
                    <a:pt x="2347236" y="817993"/>
                    <a:pt x="2353480" y="820669"/>
                    <a:pt x="2377565" y="825129"/>
                  </a:cubicBezTo>
                  <a:cubicBezTo>
                    <a:pt x="2394290" y="826467"/>
                    <a:pt x="2428076" y="829310"/>
                    <a:pt x="2464246" y="809575"/>
                  </a:cubicBezTo>
                  <a:lnTo>
                    <a:pt x="2468896" y="805978"/>
                  </a:lnTo>
                  <a:lnTo>
                    <a:pt x="2476580" y="807288"/>
                  </a:lnTo>
                  <a:cubicBezTo>
                    <a:pt x="2494421" y="809965"/>
                    <a:pt x="2508694" y="810856"/>
                    <a:pt x="2508694" y="810856"/>
                  </a:cubicBezTo>
                  <a:lnTo>
                    <a:pt x="2504456" y="795319"/>
                  </a:lnTo>
                  <a:close/>
                  <a:moveTo>
                    <a:pt x="2684424" y="642262"/>
                  </a:moveTo>
                  <a:cubicBezTo>
                    <a:pt x="2684424" y="642262"/>
                    <a:pt x="2676396" y="651183"/>
                    <a:pt x="2654095" y="679728"/>
                  </a:cubicBezTo>
                  <a:cubicBezTo>
                    <a:pt x="2642053" y="693108"/>
                    <a:pt x="2626442" y="712733"/>
                    <a:pt x="2601800" y="734364"/>
                  </a:cubicBezTo>
                  <a:lnTo>
                    <a:pt x="2538801" y="773814"/>
                  </a:lnTo>
                  <a:lnTo>
                    <a:pt x="2518506" y="771607"/>
                  </a:lnTo>
                  <a:cubicBezTo>
                    <a:pt x="2509586" y="770715"/>
                    <a:pt x="2497989" y="769823"/>
                    <a:pt x="2486393" y="768039"/>
                  </a:cubicBezTo>
                  <a:lnTo>
                    <a:pt x="2486393" y="792453"/>
                  </a:lnTo>
                  <a:lnTo>
                    <a:pt x="2468896" y="805978"/>
                  </a:lnTo>
                  <a:lnTo>
                    <a:pt x="2435666" y="800315"/>
                  </a:lnTo>
                  <a:lnTo>
                    <a:pt x="2409566" y="807958"/>
                  </a:lnTo>
                  <a:cubicBezTo>
                    <a:pt x="2393621" y="811749"/>
                    <a:pt x="2373105" y="815317"/>
                    <a:pt x="2346343" y="817101"/>
                  </a:cubicBezTo>
                  <a:lnTo>
                    <a:pt x="2345452" y="816209"/>
                  </a:lnTo>
                  <a:cubicBezTo>
                    <a:pt x="2295498" y="818885"/>
                    <a:pt x="2270520" y="801936"/>
                    <a:pt x="2258924" y="789448"/>
                  </a:cubicBezTo>
                  <a:cubicBezTo>
                    <a:pt x="2247328" y="776068"/>
                    <a:pt x="2247328" y="763579"/>
                    <a:pt x="2247328" y="763579"/>
                  </a:cubicBezTo>
                  <a:cubicBezTo>
                    <a:pt x="2247328" y="763579"/>
                    <a:pt x="2251788" y="763579"/>
                    <a:pt x="2266953" y="766255"/>
                  </a:cubicBezTo>
                  <a:cubicBezTo>
                    <a:pt x="2282117" y="768039"/>
                    <a:pt x="2309770" y="775175"/>
                    <a:pt x="2354372" y="777852"/>
                  </a:cubicBezTo>
                  <a:cubicBezTo>
                    <a:pt x="2378903" y="778744"/>
                    <a:pt x="2397190" y="778744"/>
                    <a:pt x="2411462" y="779078"/>
                  </a:cubicBezTo>
                  <a:lnTo>
                    <a:pt x="2433048" y="781193"/>
                  </a:lnTo>
                  <a:lnTo>
                    <a:pt x="2476580" y="765363"/>
                  </a:lnTo>
                  <a:cubicBezTo>
                    <a:pt x="2476580" y="765363"/>
                    <a:pt x="2481932" y="763579"/>
                    <a:pt x="2484609" y="762687"/>
                  </a:cubicBezTo>
                  <a:cubicBezTo>
                    <a:pt x="2577380" y="727005"/>
                    <a:pt x="2618413" y="685080"/>
                    <a:pt x="2646066" y="666347"/>
                  </a:cubicBezTo>
                  <a:cubicBezTo>
                    <a:pt x="2672828" y="645831"/>
                    <a:pt x="2684424" y="642262"/>
                    <a:pt x="2684424" y="642262"/>
                  </a:cubicBezTo>
                  <a:close/>
                  <a:moveTo>
                    <a:pt x="825427" y="297048"/>
                  </a:moveTo>
                  <a:cubicBezTo>
                    <a:pt x="825427" y="297048"/>
                    <a:pt x="821858" y="304184"/>
                    <a:pt x="814723" y="325592"/>
                  </a:cubicBezTo>
                  <a:cubicBezTo>
                    <a:pt x="808478" y="347002"/>
                    <a:pt x="795990" y="384466"/>
                    <a:pt x="795990" y="444233"/>
                  </a:cubicBezTo>
                  <a:cubicBezTo>
                    <a:pt x="795990" y="474562"/>
                    <a:pt x="797774" y="511135"/>
                    <a:pt x="795990" y="554845"/>
                  </a:cubicBezTo>
                  <a:cubicBezTo>
                    <a:pt x="792422" y="598554"/>
                    <a:pt x="779041" y="647617"/>
                    <a:pt x="766553" y="702030"/>
                  </a:cubicBezTo>
                  <a:cubicBezTo>
                    <a:pt x="741576" y="811750"/>
                    <a:pt x="738900" y="955367"/>
                    <a:pt x="766553" y="1133773"/>
                  </a:cubicBezTo>
                  <a:cubicBezTo>
                    <a:pt x="782609" y="1233681"/>
                    <a:pt x="797774" y="1325560"/>
                    <a:pt x="814723" y="1403167"/>
                  </a:cubicBezTo>
                  <a:cubicBezTo>
                    <a:pt x="830779" y="1480774"/>
                    <a:pt x="867353" y="1536972"/>
                    <a:pt x="904818" y="1587817"/>
                  </a:cubicBezTo>
                  <a:cubicBezTo>
                    <a:pt x="942283" y="1637771"/>
                    <a:pt x="977073" y="1684157"/>
                    <a:pt x="999374" y="1729650"/>
                  </a:cubicBezTo>
                  <a:cubicBezTo>
                    <a:pt x="1021675" y="1775144"/>
                    <a:pt x="1032378" y="1817961"/>
                    <a:pt x="1032378" y="1855427"/>
                  </a:cubicBezTo>
                  <a:cubicBezTo>
                    <a:pt x="1032378" y="1892892"/>
                    <a:pt x="1024350" y="1917869"/>
                    <a:pt x="1027027" y="1937494"/>
                  </a:cubicBezTo>
                  <a:cubicBezTo>
                    <a:pt x="1027918" y="1956226"/>
                    <a:pt x="1036839" y="1969607"/>
                    <a:pt x="1043975" y="1977636"/>
                  </a:cubicBezTo>
                  <a:cubicBezTo>
                    <a:pt x="1060031" y="1992800"/>
                    <a:pt x="1070736" y="1990123"/>
                    <a:pt x="1070736" y="1991016"/>
                  </a:cubicBezTo>
                  <a:cubicBezTo>
                    <a:pt x="1071628" y="1990123"/>
                    <a:pt x="1057356" y="1996368"/>
                    <a:pt x="1036839" y="1976743"/>
                  </a:cubicBezTo>
                  <a:cubicBezTo>
                    <a:pt x="1027027" y="1966931"/>
                    <a:pt x="1018106" y="1949982"/>
                    <a:pt x="1017214" y="1925897"/>
                  </a:cubicBezTo>
                  <a:cubicBezTo>
                    <a:pt x="1015430" y="1902705"/>
                    <a:pt x="1021675" y="1872375"/>
                    <a:pt x="1016322" y="1836694"/>
                  </a:cubicBezTo>
                  <a:cubicBezTo>
                    <a:pt x="1010970" y="1801013"/>
                    <a:pt x="995806" y="1760872"/>
                    <a:pt x="969936" y="1719838"/>
                  </a:cubicBezTo>
                  <a:cubicBezTo>
                    <a:pt x="944959" y="1677912"/>
                    <a:pt x="908386" y="1636879"/>
                    <a:pt x="870028" y="1586926"/>
                  </a:cubicBezTo>
                  <a:cubicBezTo>
                    <a:pt x="830779" y="1537863"/>
                    <a:pt x="795098" y="1474529"/>
                    <a:pt x="778149" y="1396030"/>
                  </a:cubicBezTo>
                  <a:cubicBezTo>
                    <a:pt x="760308" y="1318424"/>
                    <a:pt x="744252" y="1233681"/>
                    <a:pt x="727304" y="1139125"/>
                  </a:cubicBezTo>
                  <a:lnTo>
                    <a:pt x="726412" y="1140017"/>
                  </a:lnTo>
                  <a:cubicBezTo>
                    <a:pt x="696083" y="965180"/>
                    <a:pt x="698758" y="817101"/>
                    <a:pt x="726412" y="703814"/>
                  </a:cubicBezTo>
                  <a:cubicBezTo>
                    <a:pt x="740684" y="647617"/>
                    <a:pt x="755848" y="601231"/>
                    <a:pt x="762985" y="561088"/>
                  </a:cubicBezTo>
                  <a:cubicBezTo>
                    <a:pt x="769229" y="520947"/>
                    <a:pt x="768337" y="482590"/>
                    <a:pt x="771905" y="452260"/>
                  </a:cubicBezTo>
                  <a:cubicBezTo>
                    <a:pt x="776365" y="388927"/>
                    <a:pt x="795098" y="347893"/>
                    <a:pt x="806694" y="326484"/>
                  </a:cubicBezTo>
                  <a:cubicBezTo>
                    <a:pt x="819183" y="304184"/>
                    <a:pt x="825427" y="297048"/>
                    <a:pt x="825427" y="297048"/>
                  </a:cubicBezTo>
                  <a:close/>
                  <a:moveTo>
                    <a:pt x="847728" y="199816"/>
                  </a:moveTo>
                  <a:cubicBezTo>
                    <a:pt x="847728" y="199816"/>
                    <a:pt x="846836" y="204276"/>
                    <a:pt x="842376" y="217657"/>
                  </a:cubicBezTo>
                  <a:cubicBezTo>
                    <a:pt x="837916" y="231038"/>
                    <a:pt x="832564" y="253338"/>
                    <a:pt x="818291" y="287235"/>
                  </a:cubicBezTo>
                  <a:cubicBezTo>
                    <a:pt x="804018" y="320241"/>
                    <a:pt x="784394" y="371086"/>
                    <a:pt x="728196" y="417472"/>
                  </a:cubicBezTo>
                  <a:cubicBezTo>
                    <a:pt x="700543" y="439773"/>
                    <a:pt x="660401" y="460288"/>
                    <a:pt x="611339" y="460288"/>
                  </a:cubicBezTo>
                  <a:cubicBezTo>
                    <a:pt x="563170" y="460288"/>
                    <a:pt x="513216" y="443341"/>
                    <a:pt x="462370" y="427285"/>
                  </a:cubicBezTo>
                  <a:cubicBezTo>
                    <a:pt x="349974" y="389819"/>
                    <a:pt x="258986" y="419256"/>
                    <a:pt x="192977" y="446909"/>
                  </a:cubicBezTo>
                  <a:cubicBezTo>
                    <a:pt x="126965" y="476346"/>
                    <a:pt x="80579" y="508459"/>
                    <a:pt x="49358" y="529868"/>
                  </a:cubicBezTo>
                  <a:cubicBezTo>
                    <a:pt x="-11300" y="576254"/>
                    <a:pt x="4757" y="604799"/>
                    <a:pt x="1189" y="603906"/>
                  </a:cubicBezTo>
                  <a:cubicBezTo>
                    <a:pt x="1189" y="603906"/>
                    <a:pt x="-1488" y="597663"/>
                    <a:pt x="1189" y="580713"/>
                  </a:cubicBezTo>
                  <a:cubicBezTo>
                    <a:pt x="2974" y="564657"/>
                    <a:pt x="17245" y="538788"/>
                    <a:pt x="49358" y="512027"/>
                  </a:cubicBezTo>
                  <a:cubicBezTo>
                    <a:pt x="81472" y="485267"/>
                    <a:pt x="126965" y="449586"/>
                    <a:pt x="194760" y="416580"/>
                  </a:cubicBezTo>
                  <a:cubicBezTo>
                    <a:pt x="260770" y="385359"/>
                    <a:pt x="360679" y="354137"/>
                    <a:pt x="476643" y="389819"/>
                  </a:cubicBezTo>
                  <a:lnTo>
                    <a:pt x="475751" y="390711"/>
                  </a:lnTo>
                  <a:cubicBezTo>
                    <a:pt x="527488" y="404984"/>
                    <a:pt x="571198" y="419256"/>
                    <a:pt x="608664" y="419256"/>
                  </a:cubicBezTo>
                  <a:cubicBezTo>
                    <a:pt x="646129" y="419256"/>
                    <a:pt x="675565" y="406768"/>
                    <a:pt x="700543" y="389819"/>
                  </a:cubicBezTo>
                  <a:cubicBezTo>
                    <a:pt x="749604" y="355030"/>
                    <a:pt x="774582" y="313104"/>
                    <a:pt x="794206" y="281883"/>
                  </a:cubicBezTo>
                  <a:cubicBezTo>
                    <a:pt x="812939" y="250662"/>
                    <a:pt x="825428" y="229254"/>
                    <a:pt x="834348" y="216765"/>
                  </a:cubicBezTo>
                  <a:cubicBezTo>
                    <a:pt x="843269" y="204276"/>
                    <a:pt x="847728" y="199816"/>
                    <a:pt x="847728" y="199816"/>
                  </a:cubicBezTo>
                  <a:close/>
                  <a:moveTo>
                    <a:pt x="1590791" y="0"/>
                  </a:moveTo>
                  <a:cubicBezTo>
                    <a:pt x="1590791" y="0"/>
                    <a:pt x="1597928" y="0"/>
                    <a:pt x="1620229" y="14273"/>
                  </a:cubicBezTo>
                  <a:cubicBezTo>
                    <a:pt x="1641637" y="27653"/>
                    <a:pt x="1679102" y="61550"/>
                    <a:pt x="1709432" y="133805"/>
                  </a:cubicBezTo>
                  <a:cubicBezTo>
                    <a:pt x="1741545" y="214980"/>
                    <a:pt x="1747789" y="258690"/>
                    <a:pt x="1754034" y="285451"/>
                  </a:cubicBezTo>
                  <a:lnTo>
                    <a:pt x="1755004" y="293563"/>
                  </a:lnTo>
                  <a:lnTo>
                    <a:pt x="1799528" y="306860"/>
                  </a:lnTo>
                  <a:cubicBezTo>
                    <a:pt x="1866430" y="319348"/>
                    <a:pt x="1973474" y="280099"/>
                    <a:pt x="2150989" y="257798"/>
                  </a:cubicBezTo>
                  <a:cubicBezTo>
                    <a:pt x="2328503" y="233712"/>
                    <a:pt x="2574703" y="230145"/>
                    <a:pt x="2907432" y="250662"/>
                  </a:cubicBezTo>
                  <a:cubicBezTo>
                    <a:pt x="3073350" y="259582"/>
                    <a:pt x="3261569" y="272071"/>
                    <a:pt x="3473873" y="269395"/>
                  </a:cubicBezTo>
                  <a:cubicBezTo>
                    <a:pt x="3686177" y="267610"/>
                    <a:pt x="3920782" y="236389"/>
                    <a:pt x="4183039" y="198032"/>
                  </a:cubicBezTo>
                  <a:cubicBezTo>
                    <a:pt x="4478302" y="155215"/>
                    <a:pt x="4748588" y="127561"/>
                    <a:pt x="4990330" y="145402"/>
                  </a:cubicBezTo>
                  <a:cubicBezTo>
                    <a:pt x="5110754" y="154321"/>
                    <a:pt x="5217798" y="158782"/>
                    <a:pt x="5320382" y="141834"/>
                  </a:cubicBezTo>
                  <a:cubicBezTo>
                    <a:pt x="5422966" y="126670"/>
                    <a:pt x="5521982" y="107044"/>
                    <a:pt x="5615644" y="96340"/>
                  </a:cubicBezTo>
                  <a:cubicBezTo>
                    <a:pt x="5802080" y="73593"/>
                    <a:pt x="5964430" y="66680"/>
                    <a:pt x="6104814" y="68129"/>
                  </a:cubicBezTo>
                  <a:lnTo>
                    <a:pt x="6186218" y="71276"/>
                  </a:lnTo>
                  <a:lnTo>
                    <a:pt x="6186218" y="97068"/>
                  </a:lnTo>
                  <a:lnTo>
                    <a:pt x="6037911" y="97121"/>
                  </a:lnTo>
                  <a:cubicBezTo>
                    <a:pt x="5897082" y="101024"/>
                    <a:pt x="5736962" y="113735"/>
                    <a:pt x="5556771" y="141834"/>
                  </a:cubicBezTo>
                  <a:cubicBezTo>
                    <a:pt x="5466675" y="155215"/>
                    <a:pt x="5372120" y="177515"/>
                    <a:pt x="5269536" y="190003"/>
                  </a:cubicBezTo>
                  <a:cubicBezTo>
                    <a:pt x="5166952" y="203384"/>
                    <a:pt x="5057232" y="193570"/>
                    <a:pt x="4943944" y="188220"/>
                  </a:cubicBezTo>
                  <a:cubicBezTo>
                    <a:pt x="4716476" y="178406"/>
                    <a:pt x="4464922" y="208737"/>
                    <a:pt x="4189284" y="250662"/>
                  </a:cubicBezTo>
                  <a:lnTo>
                    <a:pt x="4190176" y="250662"/>
                  </a:lnTo>
                  <a:cubicBezTo>
                    <a:pt x="3935946" y="289911"/>
                    <a:pt x="3704910" y="322024"/>
                    <a:pt x="3493497" y="324701"/>
                  </a:cubicBezTo>
                  <a:cubicBezTo>
                    <a:pt x="3282978" y="328269"/>
                    <a:pt x="3096542" y="314888"/>
                    <a:pt x="2932408" y="304184"/>
                  </a:cubicBezTo>
                  <a:cubicBezTo>
                    <a:pt x="2604140" y="280099"/>
                    <a:pt x="2359724" y="273854"/>
                    <a:pt x="2179533" y="288127"/>
                  </a:cubicBezTo>
                  <a:cubicBezTo>
                    <a:pt x="2001127" y="299723"/>
                    <a:pt x="1883378" y="335405"/>
                    <a:pt x="1807556" y="319348"/>
                  </a:cubicBezTo>
                  <a:cubicBezTo>
                    <a:pt x="1789046" y="315780"/>
                    <a:pt x="1774272" y="311152"/>
                    <a:pt x="1762508" y="306260"/>
                  </a:cubicBezTo>
                  <a:lnTo>
                    <a:pt x="1756105" y="302777"/>
                  </a:lnTo>
                  <a:lnTo>
                    <a:pt x="1756460" y="305751"/>
                  </a:lnTo>
                  <a:lnTo>
                    <a:pt x="1783471" y="344325"/>
                  </a:lnTo>
                  <a:lnTo>
                    <a:pt x="1792303" y="358180"/>
                  </a:lnTo>
                  <a:lnTo>
                    <a:pt x="1808127" y="370709"/>
                  </a:lnTo>
                  <a:cubicBezTo>
                    <a:pt x="1818260" y="377831"/>
                    <a:pt x="1831194" y="386027"/>
                    <a:pt x="1847697" y="395171"/>
                  </a:cubicBezTo>
                  <a:cubicBezTo>
                    <a:pt x="1880703" y="412118"/>
                    <a:pt x="1930656" y="431744"/>
                    <a:pt x="1999342" y="426392"/>
                  </a:cubicBezTo>
                  <a:cubicBezTo>
                    <a:pt x="2033240" y="423715"/>
                    <a:pt x="2070705" y="412118"/>
                    <a:pt x="2113522" y="395171"/>
                  </a:cubicBezTo>
                  <a:cubicBezTo>
                    <a:pt x="2155448" y="378222"/>
                    <a:pt x="2207187" y="358597"/>
                    <a:pt x="2266953" y="353245"/>
                  </a:cubicBezTo>
                  <a:cubicBezTo>
                    <a:pt x="2402542" y="339864"/>
                    <a:pt x="2508692" y="381790"/>
                    <a:pt x="2578271" y="426392"/>
                  </a:cubicBezTo>
                  <a:cubicBezTo>
                    <a:pt x="2648742" y="474561"/>
                    <a:pt x="2687992" y="521839"/>
                    <a:pt x="2709400" y="565549"/>
                  </a:cubicBezTo>
                  <a:cubicBezTo>
                    <a:pt x="2729916" y="611934"/>
                    <a:pt x="2713860" y="647616"/>
                    <a:pt x="2702264" y="659212"/>
                  </a:cubicBezTo>
                  <a:cubicBezTo>
                    <a:pt x="2689776" y="672593"/>
                    <a:pt x="2682639" y="671700"/>
                    <a:pt x="2682639" y="672593"/>
                  </a:cubicBezTo>
                  <a:cubicBezTo>
                    <a:pt x="2682639" y="672593"/>
                    <a:pt x="2690667" y="669917"/>
                    <a:pt x="2700479" y="652968"/>
                  </a:cubicBezTo>
                  <a:cubicBezTo>
                    <a:pt x="2710292" y="636911"/>
                    <a:pt x="2716536" y="600337"/>
                    <a:pt x="2689776" y="561981"/>
                  </a:cubicBezTo>
                  <a:cubicBezTo>
                    <a:pt x="2663906" y="525407"/>
                    <a:pt x="2620196" y="480806"/>
                    <a:pt x="2551510" y="443341"/>
                  </a:cubicBezTo>
                  <a:cubicBezTo>
                    <a:pt x="2482825" y="406767"/>
                    <a:pt x="2385592" y="376438"/>
                    <a:pt x="2269628" y="392494"/>
                  </a:cubicBezTo>
                  <a:lnTo>
                    <a:pt x="2268737" y="393386"/>
                  </a:lnTo>
                  <a:cubicBezTo>
                    <a:pt x="2164369" y="407660"/>
                    <a:pt x="2088546" y="462965"/>
                    <a:pt x="2007371" y="465642"/>
                  </a:cubicBezTo>
                  <a:cubicBezTo>
                    <a:pt x="1928872" y="470101"/>
                    <a:pt x="1873566" y="443341"/>
                    <a:pt x="1839668" y="420147"/>
                  </a:cubicBezTo>
                  <a:lnTo>
                    <a:pt x="1820280" y="403028"/>
                  </a:lnTo>
                  <a:lnTo>
                    <a:pt x="1849481" y="473669"/>
                  </a:lnTo>
                  <a:cubicBezTo>
                    <a:pt x="1856618" y="501768"/>
                    <a:pt x="1859294" y="532767"/>
                    <a:pt x="1859406" y="565995"/>
                  </a:cubicBezTo>
                  <a:lnTo>
                    <a:pt x="1855920" y="633443"/>
                  </a:lnTo>
                  <a:lnTo>
                    <a:pt x="1864647" y="644046"/>
                  </a:lnTo>
                  <a:cubicBezTo>
                    <a:pt x="1875350" y="655642"/>
                    <a:pt x="1885163" y="683295"/>
                    <a:pt x="1917276" y="701136"/>
                  </a:cubicBezTo>
                  <a:lnTo>
                    <a:pt x="1959584" y="721535"/>
                  </a:lnTo>
                  <a:lnTo>
                    <a:pt x="1952065" y="703813"/>
                  </a:lnTo>
                  <a:cubicBezTo>
                    <a:pt x="1949388" y="688648"/>
                    <a:pt x="1952065" y="676160"/>
                    <a:pt x="1952065" y="676160"/>
                  </a:cubicBezTo>
                  <a:cubicBezTo>
                    <a:pt x="1952065" y="676160"/>
                    <a:pt x="1956525" y="676160"/>
                    <a:pt x="1969905" y="685972"/>
                  </a:cubicBezTo>
                  <a:cubicBezTo>
                    <a:pt x="1984178" y="694001"/>
                    <a:pt x="2002018" y="721653"/>
                    <a:pt x="2035916" y="740386"/>
                  </a:cubicBezTo>
                  <a:lnTo>
                    <a:pt x="2080975" y="760219"/>
                  </a:lnTo>
                  <a:lnTo>
                    <a:pt x="2068921" y="741279"/>
                  </a:lnTo>
                  <a:cubicBezTo>
                    <a:pt x="2064461" y="728791"/>
                    <a:pt x="2064461" y="716302"/>
                    <a:pt x="2064461" y="716302"/>
                  </a:cubicBezTo>
                  <a:cubicBezTo>
                    <a:pt x="2061784" y="718087"/>
                    <a:pt x="2084978" y="708274"/>
                    <a:pt x="2146528" y="760012"/>
                  </a:cubicBezTo>
                  <a:lnTo>
                    <a:pt x="2150806" y="764056"/>
                  </a:lnTo>
                  <a:lnTo>
                    <a:pt x="2152773" y="759118"/>
                  </a:lnTo>
                  <a:cubicBezTo>
                    <a:pt x="2152773" y="757334"/>
                    <a:pt x="2164369" y="765362"/>
                    <a:pt x="2208971" y="776067"/>
                  </a:cubicBezTo>
                  <a:cubicBezTo>
                    <a:pt x="2232164" y="778743"/>
                    <a:pt x="2240192" y="781419"/>
                    <a:pt x="2248220" y="787663"/>
                  </a:cubicBezTo>
                  <a:cubicBezTo>
                    <a:pt x="2256249" y="793015"/>
                    <a:pt x="2261600" y="800152"/>
                    <a:pt x="2261600" y="800152"/>
                  </a:cubicBezTo>
                  <a:cubicBezTo>
                    <a:pt x="2261600" y="800152"/>
                    <a:pt x="2258033" y="800152"/>
                    <a:pt x="2249113" y="801936"/>
                  </a:cubicBezTo>
                  <a:cubicBezTo>
                    <a:pt x="2244653" y="802828"/>
                    <a:pt x="2238631" y="805058"/>
                    <a:pt x="2229376" y="807065"/>
                  </a:cubicBezTo>
                  <a:lnTo>
                    <a:pt x="2194225" y="810471"/>
                  </a:lnTo>
                  <a:lnTo>
                    <a:pt x="2196482" y="813534"/>
                  </a:lnTo>
                  <a:cubicBezTo>
                    <a:pt x="2202726" y="825130"/>
                    <a:pt x="2203618" y="834051"/>
                    <a:pt x="2203618" y="834051"/>
                  </a:cubicBezTo>
                  <a:cubicBezTo>
                    <a:pt x="2203618" y="832044"/>
                    <a:pt x="2195088" y="830539"/>
                    <a:pt x="2160340" y="811095"/>
                  </a:cubicBezTo>
                  <a:lnTo>
                    <a:pt x="2124840" y="790099"/>
                  </a:lnTo>
                  <a:lnTo>
                    <a:pt x="2111738" y="789448"/>
                  </a:lnTo>
                  <a:cubicBezTo>
                    <a:pt x="2093898" y="787664"/>
                    <a:pt x="2063569" y="791232"/>
                    <a:pt x="2010939" y="770715"/>
                  </a:cubicBezTo>
                  <a:lnTo>
                    <a:pt x="2011831" y="772499"/>
                  </a:lnTo>
                  <a:cubicBezTo>
                    <a:pt x="1999789" y="767593"/>
                    <a:pt x="1989977" y="760680"/>
                    <a:pt x="1982171" y="753543"/>
                  </a:cubicBezTo>
                  <a:lnTo>
                    <a:pt x="1981717" y="753021"/>
                  </a:lnTo>
                  <a:lnTo>
                    <a:pt x="1951508" y="748636"/>
                  </a:lnTo>
                  <a:cubicBezTo>
                    <a:pt x="1936009" y="746183"/>
                    <a:pt x="1916384" y="741723"/>
                    <a:pt x="1891407" y="731465"/>
                  </a:cubicBezTo>
                  <a:cubicBezTo>
                    <a:pt x="1879811" y="726113"/>
                    <a:pt x="1870444" y="718754"/>
                    <a:pt x="1863196" y="710948"/>
                  </a:cubicBezTo>
                  <a:lnTo>
                    <a:pt x="1852191" y="694480"/>
                  </a:lnTo>
                  <a:lnTo>
                    <a:pt x="1844799" y="790675"/>
                  </a:lnTo>
                  <a:cubicBezTo>
                    <a:pt x="1841453" y="832935"/>
                    <a:pt x="1837885" y="877761"/>
                    <a:pt x="1834317" y="925038"/>
                  </a:cubicBezTo>
                  <a:cubicBezTo>
                    <a:pt x="1826289" y="1019593"/>
                    <a:pt x="1822721" y="1126637"/>
                    <a:pt x="1799528" y="1246169"/>
                  </a:cubicBezTo>
                  <a:cubicBezTo>
                    <a:pt x="1786147" y="1313071"/>
                    <a:pt x="1767414" y="1373729"/>
                    <a:pt x="1758495" y="1430820"/>
                  </a:cubicBezTo>
                  <a:cubicBezTo>
                    <a:pt x="1748682" y="1487909"/>
                    <a:pt x="1751358" y="1541431"/>
                    <a:pt x="1758495" y="1593170"/>
                  </a:cubicBezTo>
                  <a:cubicBezTo>
                    <a:pt x="1773659" y="1695752"/>
                    <a:pt x="1800420" y="1788524"/>
                    <a:pt x="1802204" y="1877728"/>
                  </a:cubicBezTo>
                  <a:cubicBezTo>
                    <a:pt x="1802204" y="1922329"/>
                    <a:pt x="1795067" y="1971391"/>
                    <a:pt x="1755818" y="2004396"/>
                  </a:cubicBezTo>
                  <a:cubicBezTo>
                    <a:pt x="1736194" y="2020452"/>
                    <a:pt x="1709432" y="2024913"/>
                    <a:pt x="1691592" y="2023129"/>
                  </a:cubicBezTo>
                  <a:cubicBezTo>
                    <a:pt x="1672859" y="2023129"/>
                    <a:pt x="1658586" y="2021345"/>
                    <a:pt x="1648774" y="2023129"/>
                  </a:cubicBezTo>
                  <a:cubicBezTo>
                    <a:pt x="1627365" y="2027589"/>
                    <a:pt x="1607741" y="2047214"/>
                    <a:pt x="1588116" y="2065054"/>
                  </a:cubicBezTo>
                  <a:cubicBezTo>
                    <a:pt x="1568491" y="2083787"/>
                    <a:pt x="1542622" y="2099844"/>
                    <a:pt x="1518537" y="2106087"/>
                  </a:cubicBezTo>
                  <a:cubicBezTo>
                    <a:pt x="1470367" y="2120360"/>
                    <a:pt x="1423982" y="2104303"/>
                    <a:pt x="1402573" y="2081111"/>
                  </a:cubicBezTo>
                  <a:cubicBezTo>
                    <a:pt x="1382948" y="2058810"/>
                    <a:pt x="1367784" y="2058810"/>
                    <a:pt x="1353511" y="2065054"/>
                  </a:cubicBezTo>
                  <a:cubicBezTo>
                    <a:pt x="1326750" y="2078434"/>
                    <a:pt x="1319614" y="2090031"/>
                    <a:pt x="1319614" y="2089139"/>
                  </a:cubicBezTo>
                  <a:cubicBezTo>
                    <a:pt x="1319614" y="2090923"/>
                    <a:pt x="1326750" y="2073083"/>
                    <a:pt x="1359756" y="2057918"/>
                  </a:cubicBezTo>
                  <a:cubicBezTo>
                    <a:pt x="1367784" y="2055242"/>
                    <a:pt x="1379380" y="2054350"/>
                    <a:pt x="1389192" y="2060594"/>
                  </a:cubicBezTo>
                  <a:cubicBezTo>
                    <a:pt x="1399897" y="2065947"/>
                    <a:pt x="1408817" y="2076650"/>
                    <a:pt x="1423090" y="2085571"/>
                  </a:cubicBezTo>
                  <a:cubicBezTo>
                    <a:pt x="1450742" y="2103412"/>
                    <a:pt x="1496237" y="2106087"/>
                    <a:pt x="1538162" y="2082895"/>
                  </a:cubicBezTo>
                  <a:cubicBezTo>
                    <a:pt x="1559571" y="2072190"/>
                    <a:pt x="1576519" y="2052566"/>
                    <a:pt x="1596144" y="2033834"/>
                  </a:cubicBezTo>
                  <a:cubicBezTo>
                    <a:pt x="1614876" y="2015100"/>
                    <a:pt x="1640745" y="1998151"/>
                    <a:pt x="1672859" y="2000828"/>
                  </a:cubicBezTo>
                  <a:cubicBezTo>
                    <a:pt x="1688024" y="2000828"/>
                    <a:pt x="1704972" y="2002612"/>
                    <a:pt x="1721921" y="1996367"/>
                  </a:cubicBezTo>
                  <a:cubicBezTo>
                    <a:pt x="1737978" y="1991016"/>
                    <a:pt x="1752250" y="1977635"/>
                    <a:pt x="1760279" y="1962470"/>
                  </a:cubicBezTo>
                  <a:cubicBezTo>
                    <a:pt x="1777227" y="1930357"/>
                    <a:pt x="1779010" y="1890216"/>
                    <a:pt x="1773659" y="1850074"/>
                  </a:cubicBezTo>
                  <a:cubicBezTo>
                    <a:pt x="1765630" y="1768900"/>
                    <a:pt x="1737978" y="1681481"/>
                    <a:pt x="1722812" y="1578897"/>
                  </a:cubicBezTo>
                  <a:cubicBezTo>
                    <a:pt x="1715677" y="1528051"/>
                    <a:pt x="1714784" y="1471853"/>
                    <a:pt x="1724597" y="1414763"/>
                  </a:cubicBezTo>
                  <a:cubicBezTo>
                    <a:pt x="1733517" y="1357673"/>
                    <a:pt x="1749574" y="1299691"/>
                    <a:pt x="1761170" y="1239032"/>
                  </a:cubicBezTo>
                  <a:lnTo>
                    <a:pt x="1761170" y="1238141"/>
                  </a:lnTo>
                  <a:cubicBezTo>
                    <a:pt x="1780795" y="1126637"/>
                    <a:pt x="1784363" y="1023161"/>
                    <a:pt x="1792392" y="929498"/>
                  </a:cubicBezTo>
                  <a:cubicBezTo>
                    <a:pt x="1800420" y="836727"/>
                    <a:pt x="1807556" y="753768"/>
                    <a:pt x="1813800" y="679730"/>
                  </a:cubicBezTo>
                  <a:cubicBezTo>
                    <a:pt x="1820936" y="605691"/>
                    <a:pt x="1828073" y="544139"/>
                    <a:pt x="1819152" y="492402"/>
                  </a:cubicBezTo>
                  <a:cubicBezTo>
                    <a:pt x="1811124" y="441556"/>
                    <a:pt x="1788823" y="401415"/>
                    <a:pt x="1768307" y="366626"/>
                  </a:cubicBezTo>
                  <a:cubicBezTo>
                    <a:pt x="1757825" y="349454"/>
                    <a:pt x="1748459" y="333342"/>
                    <a:pt x="1740235" y="318317"/>
                  </a:cubicBezTo>
                  <a:lnTo>
                    <a:pt x="1719597" y="277664"/>
                  </a:lnTo>
                  <a:lnTo>
                    <a:pt x="1718353" y="276531"/>
                  </a:lnTo>
                  <a:lnTo>
                    <a:pt x="1719385" y="277245"/>
                  </a:lnTo>
                  <a:lnTo>
                    <a:pt x="1719022" y="276530"/>
                  </a:lnTo>
                  <a:cubicBezTo>
                    <a:pt x="1707202" y="250885"/>
                    <a:pt x="1700065" y="229699"/>
                    <a:pt x="1697836" y="213196"/>
                  </a:cubicBezTo>
                  <a:lnTo>
                    <a:pt x="1695663" y="196355"/>
                  </a:lnTo>
                  <a:lnTo>
                    <a:pt x="1694713" y="194296"/>
                  </a:lnTo>
                  <a:cubicBezTo>
                    <a:pt x="1687800" y="179689"/>
                    <a:pt x="1679995" y="163688"/>
                    <a:pt x="1671074" y="146293"/>
                  </a:cubicBezTo>
                  <a:cubicBezTo>
                    <a:pt x="1636285" y="83851"/>
                    <a:pt x="1616660" y="55306"/>
                    <a:pt x="1605064" y="33897"/>
                  </a:cubicBezTo>
                  <a:cubicBezTo>
                    <a:pt x="1592576" y="13381"/>
                    <a:pt x="1590791" y="0"/>
                    <a:pt x="1590791" y="0"/>
                  </a:cubicBezTo>
                  <a:close/>
                </a:path>
              </a:pathLst>
            </a:custGeom>
            <a:solidFill>
              <a:srgbClr val="2B170E"/>
            </a:solidFill>
            <a:ln w="1017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B5E5D77-1A3C-C06C-6789-853A45DF4A6B}"/>
              </a:ext>
            </a:extLst>
          </p:cNvPr>
          <p:cNvSpPr/>
          <p:nvPr/>
        </p:nvSpPr>
        <p:spPr bwMode="auto">
          <a:xfrm>
            <a:off x="4799534" y="3537980"/>
            <a:ext cx="7392467" cy="3320021"/>
          </a:xfrm>
          <a:custGeom>
            <a:avLst/>
            <a:gdLst>
              <a:gd name="connsiteX0" fmla="*/ 4769429 w 7392467"/>
              <a:gd name="connsiteY0" fmla="*/ 3288465 h 3320021"/>
              <a:gd name="connsiteX1" fmla="*/ 4769265 w 7392467"/>
              <a:gd name="connsiteY1" fmla="*/ 3288505 h 3320021"/>
              <a:gd name="connsiteX2" fmla="*/ 4769628 w 7392467"/>
              <a:gd name="connsiteY2" fmla="*/ 3289286 h 3320021"/>
              <a:gd name="connsiteX3" fmla="*/ 4771214 w 7392467"/>
              <a:gd name="connsiteY3" fmla="*/ 3295855 h 3320021"/>
              <a:gd name="connsiteX4" fmla="*/ 4771077 w 7392467"/>
              <a:gd name="connsiteY4" fmla="*/ 3292412 h 3320021"/>
              <a:gd name="connsiteX5" fmla="*/ 4769628 w 7392467"/>
              <a:gd name="connsiteY5" fmla="*/ 3289286 h 3320021"/>
              <a:gd name="connsiteX6" fmla="*/ 2410148 w 7392467"/>
              <a:gd name="connsiteY6" fmla="*/ 3174097 h 3320021"/>
              <a:gd name="connsiteX7" fmla="*/ 2416252 w 7392467"/>
              <a:gd name="connsiteY7" fmla="*/ 3194346 h 3320021"/>
              <a:gd name="connsiteX8" fmla="*/ 2417311 w 7392467"/>
              <a:gd name="connsiteY8" fmla="*/ 3185055 h 3320021"/>
              <a:gd name="connsiteX9" fmla="*/ 2410148 w 7392467"/>
              <a:gd name="connsiteY9" fmla="*/ 3174097 h 3320021"/>
              <a:gd name="connsiteX10" fmla="*/ 887593 w 7392467"/>
              <a:gd name="connsiteY10" fmla="*/ 3150243 h 3320021"/>
              <a:gd name="connsiteX11" fmla="*/ 897684 w 7392467"/>
              <a:gd name="connsiteY11" fmla="*/ 3194209 h 3320021"/>
              <a:gd name="connsiteX12" fmla="*/ 900260 w 7392467"/>
              <a:gd name="connsiteY12" fmla="*/ 3184723 h 3320021"/>
              <a:gd name="connsiteX13" fmla="*/ 887593 w 7392467"/>
              <a:gd name="connsiteY13" fmla="*/ 3150243 h 3320021"/>
              <a:gd name="connsiteX14" fmla="*/ 2046163 w 7392467"/>
              <a:gd name="connsiteY14" fmla="*/ 3140653 h 3320021"/>
              <a:gd name="connsiteX15" fmla="*/ 2046262 w 7392467"/>
              <a:gd name="connsiteY15" fmla="*/ 3141563 h 3320021"/>
              <a:gd name="connsiteX16" fmla="*/ 2058258 w 7392467"/>
              <a:gd name="connsiteY16" fmla="*/ 3290838 h 3320021"/>
              <a:gd name="connsiteX17" fmla="*/ 2061939 w 7392467"/>
              <a:gd name="connsiteY17" fmla="*/ 3301767 h 3320021"/>
              <a:gd name="connsiteX18" fmla="*/ 2057873 w 7392467"/>
              <a:gd name="connsiteY18" fmla="*/ 3247485 h 3320021"/>
              <a:gd name="connsiteX19" fmla="*/ 2046262 w 7392467"/>
              <a:gd name="connsiteY19" fmla="*/ 3141563 h 3320021"/>
              <a:gd name="connsiteX20" fmla="*/ 2046202 w 7392467"/>
              <a:gd name="connsiteY20" fmla="*/ 3140817 h 3320021"/>
              <a:gd name="connsiteX21" fmla="*/ 1567350 w 7392467"/>
              <a:gd name="connsiteY21" fmla="*/ 3109552 h 3320021"/>
              <a:gd name="connsiteX22" fmla="*/ 1594169 w 7392467"/>
              <a:gd name="connsiteY22" fmla="*/ 3273215 h 3320021"/>
              <a:gd name="connsiteX23" fmla="*/ 1601944 w 7392467"/>
              <a:gd name="connsiteY23" fmla="*/ 3183751 h 3320021"/>
              <a:gd name="connsiteX24" fmla="*/ 1601683 w 7392467"/>
              <a:gd name="connsiteY24" fmla="*/ 3316586 h 3320021"/>
              <a:gd name="connsiteX25" fmla="*/ 1602292 w 7392467"/>
              <a:gd name="connsiteY25" fmla="*/ 3320021 h 3320021"/>
              <a:gd name="connsiteX26" fmla="*/ 1587914 w 7392467"/>
              <a:gd name="connsiteY26" fmla="*/ 3320021 h 3320021"/>
              <a:gd name="connsiteX27" fmla="*/ 3829693 w 7392467"/>
              <a:gd name="connsiteY27" fmla="*/ 3107421 h 3320021"/>
              <a:gd name="connsiteX28" fmla="*/ 3834166 w 7392467"/>
              <a:gd name="connsiteY28" fmla="*/ 3136755 h 3320021"/>
              <a:gd name="connsiteX29" fmla="*/ 3841001 w 7392467"/>
              <a:gd name="connsiteY29" fmla="*/ 3147791 h 3320021"/>
              <a:gd name="connsiteX30" fmla="*/ 3841205 w 7392467"/>
              <a:gd name="connsiteY30" fmla="*/ 3147916 h 3320021"/>
              <a:gd name="connsiteX31" fmla="*/ 3838470 w 7392467"/>
              <a:gd name="connsiteY31" fmla="*/ 3131545 h 3320021"/>
              <a:gd name="connsiteX32" fmla="*/ 3829693 w 7392467"/>
              <a:gd name="connsiteY32" fmla="*/ 3107421 h 3320021"/>
              <a:gd name="connsiteX33" fmla="*/ 4741332 w 7392467"/>
              <a:gd name="connsiteY33" fmla="*/ 3100781 h 3320021"/>
              <a:gd name="connsiteX34" fmla="*/ 4745284 w 7392467"/>
              <a:gd name="connsiteY34" fmla="*/ 3153874 h 3320021"/>
              <a:gd name="connsiteX35" fmla="*/ 4757158 w 7392467"/>
              <a:gd name="connsiteY35" fmla="*/ 3174990 h 3320021"/>
              <a:gd name="connsiteX36" fmla="*/ 4745233 w 7392467"/>
              <a:gd name="connsiteY36" fmla="*/ 3109745 h 3320021"/>
              <a:gd name="connsiteX37" fmla="*/ 4741332 w 7392467"/>
              <a:gd name="connsiteY37" fmla="*/ 3100781 h 3320021"/>
              <a:gd name="connsiteX38" fmla="*/ 355025 w 7392467"/>
              <a:gd name="connsiteY38" fmla="*/ 3093712 h 3320021"/>
              <a:gd name="connsiteX39" fmla="*/ 368161 w 7392467"/>
              <a:gd name="connsiteY39" fmla="*/ 3191336 h 3320021"/>
              <a:gd name="connsiteX40" fmla="*/ 376435 w 7392467"/>
              <a:gd name="connsiteY40" fmla="*/ 3141375 h 3320021"/>
              <a:gd name="connsiteX41" fmla="*/ 355025 w 7392467"/>
              <a:gd name="connsiteY41" fmla="*/ 3093712 h 3320021"/>
              <a:gd name="connsiteX42" fmla="*/ 4740901 w 7392467"/>
              <a:gd name="connsiteY42" fmla="*/ 3083159 h 3320021"/>
              <a:gd name="connsiteX43" fmla="*/ 4741240 w 7392467"/>
              <a:gd name="connsiteY43" fmla="*/ 3096806 h 3320021"/>
              <a:gd name="connsiteX44" fmla="*/ 4741076 w 7392467"/>
              <a:gd name="connsiteY44" fmla="*/ 3096845 h 3320021"/>
              <a:gd name="connsiteX45" fmla="*/ 4743863 w 7392467"/>
              <a:gd name="connsiteY45" fmla="*/ 3101908 h 3320021"/>
              <a:gd name="connsiteX46" fmla="*/ 4740901 w 7392467"/>
              <a:gd name="connsiteY46" fmla="*/ 3083159 h 3320021"/>
              <a:gd name="connsiteX47" fmla="*/ 1004635 w 7392467"/>
              <a:gd name="connsiteY47" fmla="*/ 3062036 h 3320021"/>
              <a:gd name="connsiteX48" fmla="*/ 1001373 w 7392467"/>
              <a:gd name="connsiteY48" fmla="*/ 3145719 h 3320021"/>
              <a:gd name="connsiteX49" fmla="*/ 1004153 w 7392467"/>
              <a:gd name="connsiteY49" fmla="*/ 3151478 h 3320021"/>
              <a:gd name="connsiteX50" fmla="*/ 1004635 w 7392467"/>
              <a:gd name="connsiteY50" fmla="*/ 3062036 h 3320021"/>
              <a:gd name="connsiteX51" fmla="*/ 2326035 w 7392467"/>
              <a:gd name="connsiteY51" fmla="*/ 3052418 h 3320021"/>
              <a:gd name="connsiteX52" fmla="*/ 2330248 w 7392467"/>
              <a:gd name="connsiteY52" fmla="*/ 3103710 h 3320021"/>
              <a:gd name="connsiteX53" fmla="*/ 2354405 w 7392467"/>
              <a:gd name="connsiteY53" fmla="*/ 3141152 h 3320021"/>
              <a:gd name="connsiteX54" fmla="*/ 2346488 w 7392467"/>
              <a:gd name="connsiteY54" fmla="*/ 3096835 h 3320021"/>
              <a:gd name="connsiteX55" fmla="*/ 2340667 w 7392467"/>
              <a:gd name="connsiteY55" fmla="*/ 3071999 h 3320021"/>
              <a:gd name="connsiteX56" fmla="*/ 2326035 w 7392467"/>
              <a:gd name="connsiteY56" fmla="*/ 3052418 h 3320021"/>
              <a:gd name="connsiteX57" fmla="*/ 3651551 w 7392467"/>
              <a:gd name="connsiteY57" fmla="*/ 3040415 h 3320021"/>
              <a:gd name="connsiteX58" fmla="*/ 3651386 w 7392467"/>
              <a:gd name="connsiteY58" fmla="*/ 3040454 h 3320021"/>
              <a:gd name="connsiteX59" fmla="*/ 3696495 w 7392467"/>
              <a:gd name="connsiteY59" fmla="*/ 3247493 h 3320021"/>
              <a:gd name="connsiteX60" fmla="*/ 3720862 w 7392467"/>
              <a:gd name="connsiteY60" fmla="*/ 3294443 h 3320021"/>
              <a:gd name="connsiteX61" fmla="*/ 3702447 w 7392467"/>
              <a:gd name="connsiteY61" fmla="*/ 3150475 h 3320021"/>
              <a:gd name="connsiteX62" fmla="*/ 3651551 w 7392467"/>
              <a:gd name="connsiteY62" fmla="*/ 3040415 h 3320021"/>
              <a:gd name="connsiteX63" fmla="*/ 2299284 w 7392467"/>
              <a:gd name="connsiteY63" fmla="*/ 3016471 h 3320021"/>
              <a:gd name="connsiteX64" fmla="*/ 2323815 w 7392467"/>
              <a:gd name="connsiteY64" fmla="*/ 3093619 h 3320021"/>
              <a:gd name="connsiteX65" fmla="*/ 2324138 w 7392467"/>
              <a:gd name="connsiteY65" fmla="*/ 3094236 h 3320021"/>
              <a:gd name="connsiteX66" fmla="*/ 2324342 w 7392467"/>
              <a:gd name="connsiteY66" fmla="*/ 3094361 h 3320021"/>
              <a:gd name="connsiteX67" fmla="*/ 2325265 w 7392467"/>
              <a:gd name="connsiteY67" fmla="*/ 3051387 h 3320021"/>
              <a:gd name="connsiteX68" fmla="*/ 2299284 w 7392467"/>
              <a:gd name="connsiteY68" fmla="*/ 3016471 h 3320021"/>
              <a:gd name="connsiteX69" fmla="*/ 2258287 w 7392467"/>
              <a:gd name="connsiteY69" fmla="*/ 3009336 h 3320021"/>
              <a:gd name="connsiteX70" fmla="*/ 2258162 w 7392467"/>
              <a:gd name="connsiteY70" fmla="*/ 3009540 h 3320021"/>
              <a:gd name="connsiteX71" fmla="*/ 2260229 w 7392467"/>
              <a:gd name="connsiteY71" fmla="*/ 3032502 h 3320021"/>
              <a:gd name="connsiteX72" fmla="*/ 2262449 w 7392467"/>
              <a:gd name="connsiteY72" fmla="*/ 3016500 h 3320021"/>
              <a:gd name="connsiteX73" fmla="*/ 2258287 w 7392467"/>
              <a:gd name="connsiteY73" fmla="*/ 3009336 h 3320021"/>
              <a:gd name="connsiteX74" fmla="*/ 2256073 w 7392467"/>
              <a:gd name="connsiteY74" fmla="*/ 2984324 h 3320021"/>
              <a:gd name="connsiteX75" fmla="*/ 2257120 w 7392467"/>
              <a:gd name="connsiteY75" fmla="*/ 2996584 h 3320021"/>
              <a:gd name="connsiteX76" fmla="*/ 2257284 w 7392467"/>
              <a:gd name="connsiteY76" fmla="*/ 2996544 h 3320021"/>
              <a:gd name="connsiteX77" fmla="*/ 2264051 w 7392467"/>
              <a:gd name="connsiteY77" fmla="*/ 3005860 h 3320021"/>
              <a:gd name="connsiteX78" fmla="*/ 2263972 w 7392467"/>
              <a:gd name="connsiteY78" fmla="*/ 3005531 h 3320021"/>
              <a:gd name="connsiteX79" fmla="*/ 2256073 w 7392467"/>
              <a:gd name="connsiteY79" fmla="*/ 2984324 h 3320021"/>
              <a:gd name="connsiteX80" fmla="*/ 4836566 w 7392467"/>
              <a:gd name="connsiteY80" fmla="*/ 2978388 h 3320021"/>
              <a:gd name="connsiteX81" fmla="*/ 4836402 w 7392467"/>
              <a:gd name="connsiteY81" fmla="*/ 2978428 h 3320021"/>
              <a:gd name="connsiteX82" fmla="*/ 4836598 w 7392467"/>
              <a:gd name="connsiteY82" fmla="*/ 2979223 h 3320021"/>
              <a:gd name="connsiteX83" fmla="*/ 4837172 w 7392467"/>
              <a:gd name="connsiteY83" fmla="*/ 2994578 h 3320021"/>
              <a:gd name="connsiteX84" fmla="*/ 4846091 w 7392467"/>
              <a:gd name="connsiteY84" fmla="*/ 3026487 h 3320021"/>
              <a:gd name="connsiteX85" fmla="*/ 4846210 w 7392467"/>
              <a:gd name="connsiteY85" fmla="*/ 3026979 h 3320021"/>
              <a:gd name="connsiteX86" fmla="*/ 4846754 w 7392467"/>
              <a:gd name="connsiteY86" fmla="*/ 3020592 h 3320021"/>
              <a:gd name="connsiteX87" fmla="*/ 4836598 w 7392467"/>
              <a:gd name="connsiteY87" fmla="*/ 2979223 h 3320021"/>
              <a:gd name="connsiteX88" fmla="*/ 2269035 w 7392467"/>
              <a:gd name="connsiteY88" fmla="*/ 2977546 h 3320021"/>
              <a:gd name="connsiteX89" fmla="*/ 2268870 w 7392467"/>
              <a:gd name="connsiteY89" fmla="*/ 2977585 h 3320021"/>
              <a:gd name="connsiteX90" fmla="*/ 2276645 w 7392467"/>
              <a:gd name="connsiteY90" fmla="*/ 2993956 h 3320021"/>
              <a:gd name="connsiteX91" fmla="*/ 2275280 w 7392467"/>
              <a:gd name="connsiteY91" fmla="*/ 2985422 h 3320021"/>
              <a:gd name="connsiteX92" fmla="*/ 2269035 w 7392467"/>
              <a:gd name="connsiteY92" fmla="*/ 2977546 h 3320021"/>
              <a:gd name="connsiteX93" fmla="*/ 3815202 w 7392467"/>
              <a:gd name="connsiteY93" fmla="*/ 2959552 h 3320021"/>
              <a:gd name="connsiteX94" fmla="*/ 3855203 w 7392467"/>
              <a:gd name="connsiteY94" fmla="*/ 3109432 h 3320021"/>
              <a:gd name="connsiteX95" fmla="*/ 3855407 w 7392467"/>
              <a:gd name="connsiteY95" fmla="*/ 3109556 h 3320021"/>
              <a:gd name="connsiteX96" fmla="*/ 3862938 w 7392467"/>
              <a:gd name="connsiteY96" fmla="*/ 3125639 h 3320021"/>
              <a:gd name="connsiteX97" fmla="*/ 3862609 w 7392467"/>
              <a:gd name="connsiteY97" fmla="*/ 3060201 h 3320021"/>
              <a:gd name="connsiteX98" fmla="*/ 3824166 w 7392467"/>
              <a:gd name="connsiteY98" fmla="*/ 2975810 h 3320021"/>
              <a:gd name="connsiteX99" fmla="*/ 3815202 w 7392467"/>
              <a:gd name="connsiteY99" fmla="*/ 2959552 h 3320021"/>
              <a:gd name="connsiteX100" fmla="*/ 3806335 w 7392467"/>
              <a:gd name="connsiteY100" fmla="*/ 2946574 h 3320021"/>
              <a:gd name="connsiteX101" fmla="*/ 3817943 w 7392467"/>
              <a:gd name="connsiteY101" fmla="*/ 3030664 h 3320021"/>
              <a:gd name="connsiteX102" fmla="*/ 3823516 w 7392467"/>
              <a:gd name="connsiteY102" fmla="*/ 3042079 h 3320021"/>
              <a:gd name="connsiteX103" fmla="*/ 3823623 w 7392467"/>
              <a:gd name="connsiteY103" fmla="*/ 3042675 h 3320021"/>
              <a:gd name="connsiteX104" fmla="*/ 3823787 w 7392467"/>
              <a:gd name="connsiteY104" fmla="*/ 3042635 h 3320021"/>
              <a:gd name="connsiteX105" fmla="*/ 3823516 w 7392467"/>
              <a:gd name="connsiteY105" fmla="*/ 3042079 h 3320021"/>
              <a:gd name="connsiteX106" fmla="*/ 3959255 w 7392467"/>
              <a:gd name="connsiteY106" fmla="*/ 2945809 h 3320021"/>
              <a:gd name="connsiteX107" fmla="*/ 3975337 w 7392467"/>
              <a:gd name="connsiteY107" fmla="*/ 3044113 h 3320021"/>
              <a:gd name="connsiteX108" fmla="*/ 3984295 w 7392467"/>
              <a:gd name="connsiteY108" fmla="*/ 3066107 h 3320021"/>
              <a:gd name="connsiteX109" fmla="*/ 3986634 w 7392467"/>
              <a:gd name="connsiteY109" fmla="*/ 3035477 h 3320021"/>
              <a:gd name="connsiteX110" fmla="*/ 3959255 w 7392467"/>
              <a:gd name="connsiteY110" fmla="*/ 2945809 h 3320021"/>
              <a:gd name="connsiteX111" fmla="*/ 2708169 w 7392467"/>
              <a:gd name="connsiteY111" fmla="*/ 2945060 h 3320021"/>
              <a:gd name="connsiteX112" fmla="*/ 2735423 w 7392467"/>
              <a:gd name="connsiteY112" fmla="*/ 3029892 h 3320021"/>
              <a:gd name="connsiteX113" fmla="*/ 2727568 w 7392467"/>
              <a:gd name="connsiteY113" fmla="*/ 2982955 h 3320021"/>
              <a:gd name="connsiteX114" fmla="*/ 2708169 w 7392467"/>
              <a:gd name="connsiteY114" fmla="*/ 2945060 h 3320021"/>
              <a:gd name="connsiteX115" fmla="*/ 4679790 w 7392467"/>
              <a:gd name="connsiteY115" fmla="*/ 2944457 h 3320021"/>
              <a:gd name="connsiteX116" fmla="*/ 4680549 w 7392467"/>
              <a:gd name="connsiteY116" fmla="*/ 2946881 h 3320021"/>
              <a:gd name="connsiteX117" fmla="*/ 4720471 w 7392467"/>
              <a:gd name="connsiteY117" fmla="*/ 3081313 h 3320021"/>
              <a:gd name="connsiteX118" fmla="*/ 4727424 w 7392467"/>
              <a:gd name="connsiteY118" fmla="*/ 3022285 h 3320021"/>
              <a:gd name="connsiteX119" fmla="*/ 4708058 w 7392467"/>
              <a:gd name="connsiteY119" fmla="*/ 2980212 h 3320021"/>
              <a:gd name="connsiteX120" fmla="*/ 4679790 w 7392467"/>
              <a:gd name="connsiteY120" fmla="*/ 2944457 h 3320021"/>
              <a:gd name="connsiteX121" fmla="*/ 1830699 w 7392467"/>
              <a:gd name="connsiteY121" fmla="*/ 2921904 h 3320021"/>
              <a:gd name="connsiteX122" fmla="*/ 1830534 w 7392467"/>
              <a:gd name="connsiteY122" fmla="*/ 2921944 h 3320021"/>
              <a:gd name="connsiteX123" fmla="*/ 1829396 w 7392467"/>
              <a:gd name="connsiteY123" fmla="*/ 2925867 h 3320021"/>
              <a:gd name="connsiteX124" fmla="*/ 1830580 w 7392467"/>
              <a:gd name="connsiteY124" fmla="*/ 2926451 h 3320021"/>
              <a:gd name="connsiteX125" fmla="*/ 1830699 w 7392467"/>
              <a:gd name="connsiteY125" fmla="*/ 2921904 h 3320021"/>
              <a:gd name="connsiteX126" fmla="*/ 2985548 w 7392467"/>
              <a:gd name="connsiteY126" fmla="*/ 2901220 h 3320021"/>
              <a:gd name="connsiteX127" fmla="*/ 2985385 w 7392467"/>
              <a:gd name="connsiteY127" fmla="*/ 2901260 h 3320021"/>
              <a:gd name="connsiteX128" fmla="*/ 3005549 w 7392467"/>
              <a:gd name="connsiteY128" fmla="*/ 2940881 h 3320021"/>
              <a:gd name="connsiteX129" fmla="*/ 3005686 w 7392467"/>
              <a:gd name="connsiteY129" fmla="*/ 2939285 h 3320021"/>
              <a:gd name="connsiteX130" fmla="*/ 3004569 w 7392467"/>
              <a:gd name="connsiteY130" fmla="*/ 2925303 h 3320021"/>
              <a:gd name="connsiteX131" fmla="*/ 2985548 w 7392467"/>
              <a:gd name="connsiteY131" fmla="*/ 2901220 h 3320021"/>
              <a:gd name="connsiteX132" fmla="*/ 3650244 w 7392467"/>
              <a:gd name="connsiteY132" fmla="*/ 2863643 h 3320021"/>
              <a:gd name="connsiteX133" fmla="*/ 3648890 w 7392467"/>
              <a:gd name="connsiteY133" fmla="*/ 2873876 h 3320021"/>
              <a:gd name="connsiteX134" fmla="*/ 3653958 w 7392467"/>
              <a:gd name="connsiteY134" fmla="*/ 2880473 h 3320021"/>
              <a:gd name="connsiteX135" fmla="*/ 3650244 w 7392467"/>
              <a:gd name="connsiteY135" fmla="*/ 2863643 h 3320021"/>
              <a:gd name="connsiteX136" fmla="*/ 4284287 w 7392467"/>
              <a:gd name="connsiteY136" fmla="*/ 2856753 h 3320021"/>
              <a:gd name="connsiteX137" fmla="*/ 4294026 w 7392467"/>
              <a:gd name="connsiteY137" fmla="*/ 2893504 h 3320021"/>
              <a:gd name="connsiteX138" fmla="*/ 4294972 w 7392467"/>
              <a:gd name="connsiteY138" fmla="*/ 2883022 h 3320021"/>
              <a:gd name="connsiteX139" fmla="*/ 4284287 w 7392467"/>
              <a:gd name="connsiteY139" fmla="*/ 2856753 h 3320021"/>
              <a:gd name="connsiteX140" fmla="*/ 3324307 w 7392467"/>
              <a:gd name="connsiteY140" fmla="*/ 2847430 h 3320021"/>
              <a:gd name="connsiteX141" fmla="*/ 3331239 w 7392467"/>
              <a:gd name="connsiteY141" fmla="*/ 2910655 h 3320021"/>
              <a:gd name="connsiteX142" fmla="*/ 3331209 w 7392467"/>
              <a:gd name="connsiteY142" fmla="*/ 2910586 h 3320021"/>
              <a:gd name="connsiteX143" fmla="*/ 3331249 w 7392467"/>
              <a:gd name="connsiteY143" fmla="*/ 2910750 h 3320021"/>
              <a:gd name="connsiteX144" fmla="*/ 3331239 w 7392467"/>
              <a:gd name="connsiteY144" fmla="*/ 2910655 h 3320021"/>
              <a:gd name="connsiteX145" fmla="*/ 3346249 w 7392467"/>
              <a:gd name="connsiteY145" fmla="*/ 2945537 h 3320021"/>
              <a:gd name="connsiteX146" fmla="*/ 3342252 w 7392467"/>
              <a:gd name="connsiteY146" fmla="*/ 2867777 h 3320021"/>
              <a:gd name="connsiteX147" fmla="*/ 3324307 w 7392467"/>
              <a:gd name="connsiteY147" fmla="*/ 2847430 h 3320021"/>
              <a:gd name="connsiteX148" fmla="*/ 3173232 w 7392467"/>
              <a:gd name="connsiteY148" fmla="*/ 2837844 h 3320021"/>
              <a:gd name="connsiteX149" fmla="*/ 3172797 w 7392467"/>
              <a:gd name="connsiteY149" fmla="*/ 2841077 h 3320021"/>
              <a:gd name="connsiteX150" fmla="*/ 3174156 w 7392467"/>
              <a:gd name="connsiteY150" fmla="*/ 2845267 h 3320021"/>
              <a:gd name="connsiteX151" fmla="*/ 3174320 w 7392467"/>
              <a:gd name="connsiteY151" fmla="*/ 2845228 h 3320021"/>
              <a:gd name="connsiteX152" fmla="*/ 3173232 w 7392467"/>
              <a:gd name="connsiteY152" fmla="*/ 2837844 h 3320021"/>
              <a:gd name="connsiteX153" fmla="*/ 4636736 w 7392467"/>
              <a:gd name="connsiteY153" fmla="*/ 2827291 h 3320021"/>
              <a:gd name="connsiteX154" fmla="*/ 4659212 w 7392467"/>
              <a:gd name="connsiteY154" fmla="*/ 2885124 h 3320021"/>
              <a:gd name="connsiteX155" fmla="*/ 4666580 w 7392467"/>
              <a:gd name="connsiteY155" fmla="*/ 2891166 h 3320021"/>
              <a:gd name="connsiteX156" fmla="*/ 4636736 w 7392467"/>
              <a:gd name="connsiteY156" fmla="*/ 2827291 h 3320021"/>
              <a:gd name="connsiteX157" fmla="*/ 2476045 w 7392467"/>
              <a:gd name="connsiteY157" fmla="*/ 2825045 h 3320021"/>
              <a:gd name="connsiteX158" fmla="*/ 2481186 w 7392467"/>
              <a:gd name="connsiteY158" fmla="*/ 3220729 h 3320021"/>
              <a:gd name="connsiteX159" fmla="*/ 2549336 w 7392467"/>
              <a:gd name="connsiteY159" fmla="*/ 3315154 h 3320021"/>
              <a:gd name="connsiteX160" fmla="*/ 2554722 w 7392467"/>
              <a:gd name="connsiteY160" fmla="*/ 3247468 h 3320021"/>
              <a:gd name="connsiteX161" fmla="*/ 2551731 w 7392467"/>
              <a:gd name="connsiteY161" fmla="*/ 3176765 h 3320021"/>
              <a:gd name="connsiteX162" fmla="*/ 2540179 w 7392467"/>
              <a:gd name="connsiteY162" fmla="*/ 3115947 h 3320021"/>
              <a:gd name="connsiteX163" fmla="*/ 2532892 w 7392467"/>
              <a:gd name="connsiteY163" fmla="*/ 3100155 h 3320021"/>
              <a:gd name="connsiteX164" fmla="*/ 2539195 w 7392467"/>
              <a:gd name="connsiteY164" fmla="*/ 3111146 h 3320021"/>
              <a:gd name="connsiteX165" fmla="*/ 2476045 w 7392467"/>
              <a:gd name="connsiteY165" fmla="*/ 2825045 h 3320021"/>
              <a:gd name="connsiteX166" fmla="*/ 130172 w 7392467"/>
              <a:gd name="connsiteY166" fmla="*/ 2800068 h 3320021"/>
              <a:gd name="connsiteX167" fmla="*/ 154606 w 7392467"/>
              <a:gd name="connsiteY167" fmla="*/ 3055369 h 3320021"/>
              <a:gd name="connsiteX168" fmla="*/ 160631 w 7392467"/>
              <a:gd name="connsiteY168" fmla="*/ 3024893 h 3320021"/>
              <a:gd name="connsiteX169" fmla="*/ 156396 w 7392467"/>
              <a:gd name="connsiteY169" fmla="*/ 3067103 h 3320021"/>
              <a:gd name="connsiteX170" fmla="*/ 188820 w 7392467"/>
              <a:gd name="connsiteY170" fmla="*/ 3256870 h 3320021"/>
              <a:gd name="connsiteX171" fmla="*/ 202177 w 7392467"/>
              <a:gd name="connsiteY171" fmla="*/ 3201336 h 3320021"/>
              <a:gd name="connsiteX172" fmla="*/ 202342 w 7392467"/>
              <a:gd name="connsiteY172" fmla="*/ 3201297 h 3320021"/>
              <a:gd name="connsiteX173" fmla="*/ 132143 w 7392467"/>
              <a:gd name="connsiteY173" fmla="*/ 2804632 h 3320021"/>
              <a:gd name="connsiteX174" fmla="*/ 130172 w 7392467"/>
              <a:gd name="connsiteY174" fmla="*/ 2800068 h 3320021"/>
              <a:gd name="connsiteX175" fmla="*/ 1253186 w 7392467"/>
              <a:gd name="connsiteY175" fmla="*/ 2794368 h 3320021"/>
              <a:gd name="connsiteX176" fmla="*/ 1277746 w 7392467"/>
              <a:gd name="connsiteY176" fmla="*/ 3084027 h 3320021"/>
              <a:gd name="connsiteX177" fmla="*/ 1323377 w 7392467"/>
              <a:gd name="connsiteY177" fmla="*/ 3320021 h 3320021"/>
              <a:gd name="connsiteX178" fmla="*/ 1271613 w 7392467"/>
              <a:gd name="connsiteY178" fmla="*/ 3320021 h 3320021"/>
              <a:gd name="connsiteX179" fmla="*/ 1255064 w 7392467"/>
              <a:gd name="connsiteY179" fmla="*/ 3196510 h 3320021"/>
              <a:gd name="connsiteX180" fmla="*/ 1253186 w 7392467"/>
              <a:gd name="connsiteY180" fmla="*/ 2794368 h 3320021"/>
              <a:gd name="connsiteX181" fmla="*/ 536021 w 7392467"/>
              <a:gd name="connsiteY181" fmla="*/ 2784480 h 3320021"/>
              <a:gd name="connsiteX182" fmla="*/ 569646 w 7392467"/>
              <a:gd name="connsiteY182" fmla="*/ 2927383 h 3320021"/>
              <a:gd name="connsiteX183" fmla="*/ 582550 w 7392467"/>
              <a:gd name="connsiteY183" fmla="*/ 2952769 h 3320021"/>
              <a:gd name="connsiteX184" fmla="*/ 548179 w 7392467"/>
              <a:gd name="connsiteY184" fmla="*/ 2806049 h 3320021"/>
              <a:gd name="connsiteX185" fmla="*/ 605592 w 7392467"/>
              <a:gd name="connsiteY185" fmla="*/ 3001428 h 3320021"/>
              <a:gd name="connsiteX186" fmla="*/ 651907 w 7392467"/>
              <a:gd name="connsiteY186" fmla="*/ 3105468 h 3320021"/>
              <a:gd name="connsiteX187" fmla="*/ 654699 w 7392467"/>
              <a:gd name="connsiteY187" fmla="*/ 2978800 h 3320021"/>
              <a:gd name="connsiteX188" fmla="*/ 536060 w 7392467"/>
              <a:gd name="connsiteY188" fmla="*/ 2784644 h 3320021"/>
              <a:gd name="connsiteX189" fmla="*/ 3723320 w 7392467"/>
              <a:gd name="connsiteY189" fmla="*/ 2780487 h 3320021"/>
              <a:gd name="connsiteX190" fmla="*/ 3750422 w 7392467"/>
              <a:gd name="connsiteY190" fmla="*/ 3010120 h 3320021"/>
              <a:gd name="connsiteX191" fmla="*/ 3786985 w 7392467"/>
              <a:gd name="connsiteY191" fmla="*/ 3063683 h 3320021"/>
              <a:gd name="connsiteX192" fmla="*/ 3781521 w 7392467"/>
              <a:gd name="connsiteY192" fmla="*/ 2979848 h 3320021"/>
              <a:gd name="connsiteX193" fmla="*/ 3733435 w 7392467"/>
              <a:gd name="connsiteY193" fmla="*/ 2856945 h 3320021"/>
              <a:gd name="connsiteX194" fmla="*/ 3779907 w 7392467"/>
              <a:gd name="connsiteY194" fmla="*/ 2951563 h 3320021"/>
              <a:gd name="connsiteX195" fmla="*/ 3776254 w 7392467"/>
              <a:gd name="connsiteY195" fmla="*/ 2886754 h 3320021"/>
              <a:gd name="connsiteX196" fmla="*/ 3723320 w 7392467"/>
              <a:gd name="connsiteY196" fmla="*/ 2780487 h 3320021"/>
              <a:gd name="connsiteX197" fmla="*/ 3140870 w 7392467"/>
              <a:gd name="connsiteY197" fmla="*/ 2776488 h 3320021"/>
              <a:gd name="connsiteX198" fmla="*/ 3141272 w 7392467"/>
              <a:gd name="connsiteY198" fmla="*/ 2812712 h 3320021"/>
              <a:gd name="connsiteX199" fmla="*/ 3154971 w 7392467"/>
              <a:gd name="connsiteY199" fmla="*/ 2831303 h 3320021"/>
              <a:gd name="connsiteX200" fmla="*/ 3140870 w 7392467"/>
              <a:gd name="connsiteY200" fmla="*/ 2776488 h 3320021"/>
              <a:gd name="connsiteX201" fmla="*/ 4239115 w 7392467"/>
              <a:gd name="connsiteY201" fmla="*/ 2753132 h 3320021"/>
              <a:gd name="connsiteX202" fmla="*/ 4283516 w 7392467"/>
              <a:gd name="connsiteY202" fmla="*/ 3032114 h 3320021"/>
              <a:gd name="connsiteX203" fmla="*/ 4283680 w 7392467"/>
              <a:gd name="connsiteY203" fmla="*/ 3032075 h 3320021"/>
              <a:gd name="connsiteX204" fmla="*/ 4289326 w 7392467"/>
              <a:gd name="connsiteY204" fmla="*/ 2952509 h 3320021"/>
              <a:gd name="connsiteX205" fmla="*/ 4264586 w 7392467"/>
              <a:gd name="connsiteY205" fmla="*/ 2810416 h 3320021"/>
              <a:gd name="connsiteX206" fmla="*/ 4239115 w 7392467"/>
              <a:gd name="connsiteY206" fmla="*/ 2753132 h 3320021"/>
              <a:gd name="connsiteX207" fmla="*/ 1334332 w 7392467"/>
              <a:gd name="connsiteY207" fmla="*/ 2751841 h 3320021"/>
              <a:gd name="connsiteX208" fmla="*/ 1334168 w 7392467"/>
              <a:gd name="connsiteY208" fmla="*/ 2751881 h 3320021"/>
              <a:gd name="connsiteX209" fmla="*/ 1334451 w 7392467"/>
              <a:gd name="connsiteY209" fmla="*/ 2752258 h 3320021"/>
              <a:gd name="connsiteX210" fmla="*/ 1395999 w 7392467"/>
              <a:gd name="connsiteY210" fmla="*/ 2968439 h 3320021"/>
              <a:gd name="connsiteX211" fmla="*/ 1419980 w 7392467"/>
              <a:gd name="connsiteY211" fmla="*/ 2866199 h 3320021"/>
              <a:gd name="connsiteX212" fmla="*/ 1334451 w 7392467"/>
              <a:gd name="connsiteY212" fmla="*/ 2752258 h 3320021"/>
              <a:gd name="connsiteX213" fmla="*/ 3140372 w 7392467"/>
              <a:gd name="connsiteY213" fmla="*/ 2731946 h 3320021"/>
              <a:gd name="connsiteX214" fmla="*/ 3140559 w 7392467"/>
              <a:gd name="connsiteY214" fmla="*/ 2749280 h 3320021"/>
              <a:gd name="connsiteX215" fmla="*/ 3164834 w 7392467"/>
              <a:gd name="connsiteY215" fmla="*/ 2817452 h 3320021"/>
              <a:gd name="connsiteX216" fmla="*/ 3166041 w 7392467"/>
              <a:gd name="connsiteY216" fmla="*/ 2810210 h 3320021"/>
              <a:gd name="connsiteX217" fmla="*/ 3165917 w 7392467"/>
              <a:gd name="connsiteY217" fmla="*/ 2810414 h 3320021"/>
              <a:gd name="connsiteX218" fmla="*/ 3140372 w 7392467"/>
              <a:gd name="connsiteY218" fmla="*/ 2731946 h 3320021"/>
              <a:gd name="connsiteX219" fmla="*/ 3125071 w 7392467"/>
              <a:gd name="connsiteY219" fmla="*/ 2718956 h 3320021"/>
              <a:gd name="connsiteX220" fmla="*/ 3128588 w 7392467"/>
              <a:gd name="connsiteY220" fmla="*/ 2795441 h 3320021"/>
              <a:gd name="connsiteX221" fmla="*/ 3130654 w 7392467"/>
              <a:gd name="connsiteY221" fmla="*/ 2798245 h 3320021"/>
              <a:gd name="connsiteX222" fmla="*/ 3132161 w 7392467"/>
              <a:gd name="connsiteY222" fmla="*/ 2744008 h 3320021"/>
              <a:gd name="connsiteX223" fmla="*/ 3125071 w 7392467"/>
              <a:gd name="connsiteY223" fmla="*/ 2718956 h 3320021"/>
              <a:gd name="connsiteX224" fmla="*/ 3680777 w 7392467"/>
              <a:gd name="connsiteY224" fmla="*/ 2686311 h 3320021"/>
              <a:gd name="connsiteX225" fmla="*/ 3661472 w 7392467"/>
              <a:gd name="connsiteY225" fmla="*/ 2787770 h 3320021"/>
              <a:gd name="connsiteX226" fmla="*/ 3680534 w 7392467"/>
              <a:gd name="connsiteY226" fmla="*/ 2847296 h 3320021"/>
              <a:gd name="connsiteX227" fmla="*/ 3669520 w 7392467"/>
              <a:gd name="connsiteY227" fmla="*/ 2760629 h 3320021"/>
              <a:gd name="connsiteX228" fmla="*/ 3714650 w 7392467"/>
              <a:gd name="connsiteY228" fmla="*/ 2959841 h 3320021"/>
              <a:gd name="connsiteX229" fmla="*/ 3715948 w 7392467"/>
              <a:gd name="connsiteY229" fmla="*/ 2961614 h 3320021"/>
              <a:gd name="connsiteX230" fmla="*/ 3704203 w 7392467"/>
              <a:gd name="connsiteY230" fmla="*/ 2738006 h 3320021"/>
              <a:gd name="connsiteX231" fmla="*/ 3688801 w 7392467"/>
              <a:gd name="connsiteY231" fmla="*/ 2702274 h 3320021"/>
              <a:gd name="connsiteX232" fmla="*/ 3689169 w 7392467"/>
              <a:gd name="connsiteY232" fmla="*/ 2702359 h 3320021"/>
              <a:gd name="connsiteX233" fmla="*/ 3680777 w 7392467"/>
              <a:gd name="connsiteY233" fmla="*/ 2686311 h 3320021"/>
              <a:gd name="connsiteX234" fmla="*/ 3922980 w 7392467"/>
              <a:gd name="connsiteY234" fmla="*/ 2680332 h 3320021"/>
              <a:gd name="connsiteX235" fmla="*/ 3949561 w 7392467"/>
              <a:gd name="connsiteY235" fmla="*/ 2883328 h 3320021"/>
              <a:gd name="connsiteX236" fmla="*/ 3949600 w 7392467"/>
              <a:gd name="connsiteY236" fmla="*/ 2883492 h 3320021"/>
              <a:gd name="connsiteX237" fmla="*/ 3990893 w 7392467"/>
              <a:gd name="connsiteY237" fmla="*/ 2975363 h 3320021"/>
              <a:gd name="connsiteX238" fmla="*/ 3991787 w 7392467"/>
              <a:gd name="connsiteY238" fmla="*/ 2961070 h 3320021"/>
              <a:gd name="connsiteX239" fmla="*/ 3922980 w 7392467"/>
              <a:gd name="connsiteY239" fmla="*/ 2680332 h 3320021"/>
              <a:gd name="connsiteX240" fmla="*/ 3123378 w 7392467"/>
              <a:gd name="connsiteY240" fmla="*/ 2680263 h 3320021"/>
              <a:gd name="connsiteX241" fmla="*/ 3124517 w 7392467"/>
              <a:gd name="connsiteY241" fmla="*/ 2706578 h 3320021"/>
              <a:gd name="connsiteX242" fmla="*/ 3132541 w 7392467"/>
              <a:gd name="connsiteY242" fmla="*/ 2727580 h 3320021"/>
              <a:gd name="connsiteX243" fmla="*/ 3133016 w 7392467"/>
              <a:gd name="connsiteY243" fmla="*/ 2709434 h 3320021"/>
              <a:gd name="connsiteX244" fmla="*/ 3133056 w 7392467"/>
              <a:gd name="connsiteY244" fmla="*/ 2709556 h 3320021"/>
              <a:gd name="connsiteX245" fmla="*/ 3133017 w 7392467"/>
              <a:gd name="connsiteY245" fmla="*/ 2709392 h 3320021"/>
              <a:gd name="connsiteX246" fmla="*/ 3133016 w 7392467"/>
              <a:gd name="connsiteY246" fmla="*/ 2709434 h 3320021"/>
              <a:gd name="connsiteX247" fmla="*/ 3311889 w 7392467"/>
              <a:gd name="connsiteY247" fmla="*/ 2671430 h 3320021"/>
              <a:gd name="connsiteX248" fmla="*/ 3311724 w 7392467"/>
              <a:gd name="connsiteY248" fmla="*/ 2671469 h 3320021"/>
              <a:gd name="connsiteX249" fmla="*/ 3324000 w 7392467"/>
              <a:gd name="connsiteY249" fmla="*/ 2844724 h 3320021"/>
              <a:gd name="connsiteX250" fmla="*/ 3341883 w 7392467"/>
              <a:gd name="connsiteY250" fmla="*/ 2862652 h 3320021"/>
              <a:gd name="connsiteX251" fmla="*/ 3331470 w 7392467"/>
              <a:gd name="connsiteY251" fmla="*/ 2722314 h 3320021"/>
              <a:gd name="connsiteX252" fmla="*/ 3311889 w 7392467"/>
              <a:gd name="connsiteY252" fmla="*/ 2671430 h 3320021"/>
              <a:gd name="connsiteX253" fmla="*/ 681835 w 7392467"/>
              <a:gd name="connsiteY253" fmla="*/ 2670038 h 3320021"/>
              <a:gd name="connsiteX254" fmla="*/ 682201 w 7392467"/>
              <a:gd name="connsiteY254" fmla="*/ 2670856 h 3320021"/>
              <a:gd name="connsiteX255" fmla="*/ 681927 w 7392467"/>
              <a:gd name="connsiteY255" fmla="*/ 2674118 h 3320021"/>
              <a:gd name="connsiteX256" fmla="*/ 3415957 w 7392467"/>
              <a:gd name="connsiteY256" fmla="*/ 2661951 h 3320021"/>
              <a:gd name="connsiteX257" fmla="*/ 3449112 w 7392467"/>
              <a:gd name="connsiteY257" fmla="*/ 2792107 h 3320021"/>
              <a:gd name="connsiteX258" fmla="*/ 3492516 w 7392467"/>
              <a:gd name="connsiteY258" fmla="*/ 2891289 h 3320021"/>
              <a:gd name="connsiteX259" fmla="*/ 3485948 w 7392467"/>
              <a:gd name="connsiteY259" fmla="*/ 2756800 h 3320021"/>
              <a:gd name="connsiteX260" fmla="*/ 3485783 w 7392467"/>
              <a:gd name="connsiteY260" fmla="*/ 2756840 h 3320021"/>
              <a:gd name="connsiteX261" fmla="*/ 3415957 w 7392467"/>
              <a:gd name="connsiteY261" fmla="*/ 2661951 h 3320021"/>
              <a:gd name="connsiteX262" fmla="*/ 4748139 w 7392467"/>
              <a:gd name="connsiteY262" fmla="*/ 2656681 h 3320021"/>
              <a:gd name="connsiteX263" fmla="*/ 4746037 w 7392467"/>
              <a:gd name="connsiteY263" fmla="*/ 2844528 h 3320021"/>
              <a:gd name="connsiteX264" fmla="*/ 4772148 w 7392467"/>
              <a:gd name="connsiteY264" fmla="*/ 2888624 h 3320021"/>
              <a:gd name="connsiteX265" fmla="*/ 4779821 w 7392467"/>
              <a:gd name="connsiteY265" fmla="*/ 2736100 h 3320021"/>
              <a:gd name="connsiteX266" fmla="*/ 4775902 w 7392467"/>
              <a:gd name="connsiteY266" fmla="*/ 2719145 h 3320021"/>
              <a:gd name="connsiteX267" fmla="*/ 4748139 w 7392467"/>
              <a:gd name="connsiteY267" fmla="*/ 2656681 h 3320021"/>
              <a:gd name="connsiteX268" fmla="*/ 3912980 w 7392467"/>
              <a:gd name="connsiteY268" fmla="*/ 2655461 h 3320021"/>
              <a:gd name="connsiteX269" fmla="*/ 3914113 w 7392467"/>
              <a:gd name="connsiteY269" fmla="*/ 2758069 h 3320021"/>
              <a:gd name="connsiteX270" fmla="*/ 3913666 w 7392467"/>
              <a:gd name="connsiteY270" fmla="*/ 2656861 h 3320021"/>
              <a:gd name="connsiteX271" fmla="*/ 3912980 w 7392467"/>
              <a:gd name="connsiteY271" fmla="*/ 2655461 h 3320021"/>
              <a:gd name="connsiteX272" fmla="*/ 6927280 w 7392467"/>
              <a:gd name="connsiteY272" fmla="*/ 2642482 h 3320021"/>
              <a:gd name="connsiteX273" fmla="*/ 6951991 w 7392467"/>
              <a:gd name="connsiteY273" fmla="*/ 2803178 h 3320021"/>
              <a:gd name="connsiteX274" fmla="*/ 6956510 w 7392467"/>
              <a:gd name="connsiteY274" fmla="*/ 2776540 h 3320021"/>
              <a:gd name="connsiteX275" fmla="*/ 6927280 w 7392467"/>
              <a:gd name="connsiteY275" fmla="*/ 2642482 h 3320021"/>
              <a:gd name="connsiteX276" fmla="*/ 3696197 w 7392467"/>
              <a:gd name="connsiteY276" fmla="*/ 2619158 h 3320021"/>
              <a:gd name="connsiteX277" fmla="*/ 3696257 w 7392467"/>
              <a:gd name="connsiteY277" fmla="*/ 2619410 h 3320021"/>
              <a:gd name="connsiteX278" fmla="*/ 3696275 w 7392467"/>
              <a:gd name="connsiteY278" fmla="*/ 2619486 h 3320021"/>
              <a:gd name="connsiteX279" fmla="*/ 3696315 w 7392467"/>
              <a:gd name="connsiteY279" fmla="*/ 2619651 h 3320021"/>
              <a:gd name="connsiteX280" fmla="*/ 3696257 w 7392467"/>
              <a:gd name="connsiteY280" fmla="*/ 2619410 h 3320021"/>
              <a:gd name="connsiteX281" fmla="*/ 3696236 w 7392467"/>
              <a:gd name="connsiteY281" fmla="*/ 2619322 h 3320021"/>
              <a:gd name="connsiteX282" fmla="*/ 3696197 w 7392467"/>
              <a:gd name="connsiteY282" fmla="*/ 2619158 h 3320021"/>
              <a:gd name="connsiteX283" fmla="*/ 4752754 w 7392467"/>
              <a:gd name="connsiteY283" fmla="*/ 2613163 h 3320021"/>
              <a:gd name="connsiteX284" fmla="*/ 4753718 w 7392467"/>
              <a:gd name="connsiteY284" fmla="*/ 2617732 h 3320021"/>
              <a:gd name="connsiteX285" fmla="*/ 4752392 w 7392467"/>
              <a:gd name="connsiteY285" fmla="*/ 2615793 h 3320021"/>
              <a:gd name="connsiteX286" fmla="*/ 1970567 w 7392467"/>
              <a:gd name="connsiteY286" fmla="*/ 2601397 h 3320021"/>
              <a:gd name="connsiteX287" fmla="*/ 1988229 w 7392467"/>
              <a:gd name="connsiteY287" fmla="*/ 2787602 h 3320021"/>
              <a:gd name="connsiteX288" fmla="*/ 1993637 w 7392467"/>
              <a:gd name="connsiteY288" fmla="*/ 2702011 h 3320021"/>
              <a:gd name="connsiteX289" fmla="*/ 1970567 w 7392467"/>
              <a:gd name="connsiteY289" fmla="*/ 2601397 h 3320021"/>
              <a:gd name="connsiteX290" fmla="*/ 4566067 w 7392467"/>
              <a:gd name="connsiteY290" fmla="*/ 2599312 h 3320021"/>
              <a:gd name="connsiteX291" fmla="*/ 4567131 w 7392467"/>
              <a:gd name="connsiteY291" fmla="*/ 2680039 h 3320021"/>
              <a:gd name="connsiteX292" fmla="*/ 4589879 w 7392467"/>
              <a:gd name="connsiteY292" fmla="*/ 2724599 h 3320021"/>
              <a:gd name="connsiteX293" fmla="*/ 4569929 w 7392467"/>
              <a:gd name="connsiteY293" fmla="*/ 2678669 h 3320021"/>
              <a:gd name="connsiteX294" fmla="*/ 4715170 w 7392467"/>
              <a:gd name="connsiteY294" fmla="*/ 2931920 h 3320021"/>
              <a:gd name="connsiteX295" fmla="*/ 4726401 w 7392467"/>
              <a:gd name="connsiteY295" fmla="*/ 2941722 h 3320021"/>
              <a:gd name="connsiteX296" fmla="*/ 4726020 w 7392467"/>
              <a:gd name="connsiteY296" fmla="*/ 2932951 h 3320021"/>
              <a:gd name="connsiteX297" fmla="*/ 4725980 w 7392467"/>
              <a:gd name="connsiteY297" fmla="*/ 2932787 h 3320021"/>
              <a:gd name="connsiteX298" fmla="*/ 4566067 w 7392467"/>
              <a:gd name="connsiteY298" fmla="*/ 2599312 h 3320021"/>
              <a:gd name="connsiteX299" fmla="*/ 3621953 w 7392467"/>
              <a:gd name="connsiteY299" fmla="*/ 2578687 h 3320021"/>
              <a:gd name="connsiteX300" fmla="*/ 3621993 w 7392467"/>
              <a:gd name="connsiteY300" fmla="*/ 2578851 h 3320021"/>
              <a:gd name="connsiteX301" fmla="*/ 3620192 w 7392467"/>
              <a:gd name="connsiteY301" fmla="*/ 2669306 h 3320021"/>
              <a:gd name="connsiteX302" fmla="*/ 3623516 w 7392467"/>
              <a:gd name="connsiteY302" fmla="*/ 2678757 h 3320021"/>
              <a:gd name="connsiteX303" fmla="*/ 3643839 w 7392467"/>
              <a:gd name="connsiteY303" fmla="*/ 2618240 h 3320021"/>
              <a:gd name="connsiteX304" fmla="*/ 3621953 w 7392467"/>
              <a:gd name="connsiteY304" fmla="*/ 2578687 h 3320021"/>
              <a:gd name="connsiteX305" fmla="*/ 4213668 w 7392467"/>
              <a:gd name="connsiteY305" fmla="*/ 2572108 h 3320021"/>
              <a:gd name="connsiteX306" fmla="*/ 4229676 w 7392467"/>
              <a:gd name="connsiteY306" fmla="*/ 2689546 h 3320021"/>
              <a:gd name="connsiteX307" fmla="*/ 4292663 w 7392467"/>
              <a:gd name="connsiteY307" fmla="*/ 2794254 h 3320021"/>
              <a:gd name="connsiteX308" fmla="*/ 4288647 w 7392467"/>
              <a:gd name="connsiteY308" fmla="*/ 2758902 h 3320021"/>
              <a:gd name="connsiteX309" fmla="*/ 4213668 w 7392467"/>
              <a:gd name="connsiteY309" fmla="*/ 2572108 h 3320021"/>
              <a:gd name="connsiteX310" fmla="*/ 336594 w 7392467"/>
              <a:gd name="connsiteY310" fmla="*/ 2548652 h 3320021"/>
              <a:gd name="connsiteX311" fmla="*/ 335410 w 7392467"/>
              <a:gd name="connsiteY311" fmla="*/ 2860535 h 3320021"/>
              <a:gd name="connsiteX312" fmla="*/ 411357 w 7392467"/>
              <a:gd name="connsiteY312" fmla="*/ 2978624 h 3320021"/>
              <a:gd name="connsiteX313" fmla="*/ 415252 w 7392467"/>
              <a:gd name="connsiteY313" fmla="*/ 2963085 h 3320021"/>
              <a:gd name="connsiteX314" fmla="*/ 412694 w 7392467"/>
              <a:gd name="connsiteY314" fmla="*/ 2980561 h 3320021"/>
              <a:gd name="connsiteX315" fmla="*/ 426125 w 7392467"/>
              <a:gd name="connsiteY315" fmla="*/ 3001649 h 3320021"/>
              <a:gd name="connsiteX316" fmla="*/ 426413 w 7392467"/>
              <a:gd name="connsiteY316" fmla="*/ 3001405 h 3320021"/>
              <a:gd name="connsiteX317" fmla="*/ 425056 w 7392467"/>
              <a:gd name="connsiteY317" fmla="*/ 2977055 h 3320021"/>
              <a:gd name="connsiteX318" fmla="*/ 429890 w 7392467"/>
              <a:gd name="connsiteY318" fmla="*/ 3007169 h 3320021"/>
              <a:gd name="connsiteX319" fmla="*/ 549957 w 7392467"/>
              <a:gd name="connsiteY319" fmla="*/ 3202198 h 3320021"/>
              <a:gd name="connsiteX320" fmla="*/ 546536 w 7392467"/>
              <a:gd name="connsiteY320" fmla="*/ 3033236 h 3320021"/>
              <a:gd name="connsiteX321" fmla="*/ 534974 w 7392467"/>
              <a:gd name="connsiteY321" fmla="*/ 2999010 h 3320021"/>
              <a:gd name="connsiteX322" fmla="*/ 444490 w 7392467"/>
              <a:gd name="connsiteY322" fmla="*/ 2809180 h 3320021"/>
              <a:gd name="connsiteX323" fmla="*/ 444896 w 7392467"/>
              <a:gd name="connsiteY323" fmla="*/ 2809429 h 3320021"/>
              <a:gd name="connsiteX324" fmla="*/ 494129 w 7392467"/>
              <a:gd name="connsiteY324" fmla="*/ 2887393 h 3320021"/>
              <a:gd name="connsiteX325" fmla="*/ 336594 w 7392467"/>
              <a:gd name="connsiteY325" fmla="*/ 2548652 h 3320021"/>
              <a:gd name="connsiteX326" fmla="*/ 3309483 w 7392467"/>
              <a:gd name="connsiteY326" fmla="*/ 2539065 h 3320021"/>
              <a:gd name="connsiteX327" fmla="*/ 3309459 w 7392467"/>
              <a:gd name="connsiteY327" fmla="*/ 2572089 h 3320021"/>
              <a:gd name="connsiteX328" fmla="*/ 3315801 w 7392467"/>
              <a:gd name="connsiteY328" fmla="*/ 2584472 h 3320021"/>
              <a:gd name="connsiteX329" fmla="*/ 3315870 w 7392467"/>
              <a:gd name="connsiteY329" fmla="*/ 2584966 h 3320021"/>
              <a:gd name="connsiteX330" fmla="*/ 3316034 w 7392467"/>
              <a:gd name="connsiteY330" fmla="*/ 2584926 h 3320021"/>
              <a:gd name="connsiteX331" fmla="*/ 3315801 w 7392467"/>
              <a:gd name="connsiteY331" fmla="*/ 2584472 h 3320021"/>
              <a:gd name="connsiteX332" fmla="*/ 5360257 w 7392467"/>
              <a:gd name="connsiteY332" fmla="*/ 2534476 h 3320021"/>
              <a:gd name="connsiteX333" fmla="*/ 5360092 w 7392467"/>
              <a:gd name="connsiteY333" fmla="*/ 2539555 h 3320021"/>
              <a:gd name="connsiteX334" fmla="*/ 5359967 w 7392467"/>
              <a:gd name="connsiteY334" fmla="*/ 2539759 h 3320021"/>
              <a:gd name="connsiteX335" fmla="*/ 5360930 w 7392467"/>
              <a:gd name="connsiteY335" fmla="*/ 2542307 h 3320021"/>
              <a:gd name="connsiteX336" fmla="*/ 5360257 w 7392467"/>
              <a:gd name="connsiteY336" fmla="*/ 2534476 h 3320021"/>
              <a:gd name="connsiteX337" fmla="*/ 3624569 w 7392467"/>
              <a:gd name="connsiteY337" fmla="*/ 2513929 h 3320021"/>
              <a:gd name="connsiteX338" fmla="*/ 3622536 w 7392467"/>
              <a:gd name="connsiteY338" fmla="*/ 2562384 h 3320021"/>
              <a:gd name="connsiteX339" fmla="*/ 3650045 w 7392467"/>
              <a:gd name="connsiteY339" fmla="*/ 2600755 h 3320021"/>
              <a:gd name="connsiteX340" fmla="*/ 3650255 w 7392467"/>
              <a:gd name="connsiteY340" fmla="*/ 2600183 h 3320021"/>
              <a:gd name="connsiteX341" fmla="*/ 3624569 w 7392467"/>
              <a:gd name="connsiteY341" fmla="*/ 2513929 h 3320021"/>
              <a:gd name="connsiteX342" fmla="*/ 3268711 w 7392467"/>
              <a:gd name="connsiteY342" fmla="*/ 2493989 h 3320021"/>
              <a:gd name="connsiteX343" fmla="*/ 3303933 w 7392467"/>
              <a:gd name="connsiteY343" fmla="*/ 2561433 h 3320021"/>
              <a:gd name="connsiteX344" fmla="*/ 3306860 w 7392467"/>
              <a:gd name="connsiteY344" fmla="*/ 2533963 h 3320021"/>
              <a:gd name="connsiteX345" fmla="*/ 3268711 w 7392467"/>
              <a:gd name="connsiteY345" fmla="*/ 2493989 h 3320021"/>
              <a:gd name="connsiteX346" fmla="*/ 2776727 w 7392467"/>
              <a:gd name="connsiteY346" fmla="*/ 2490398 h 3320021"/>
              <a:gd name="connsiteX347" fmla="*/ 2779769 w 7392467"/>
              <a:gd name="connsiteY347" fmla="*/ 2519556 h 3320021"/>
              <a:gd name="connsiteX348" fmla="*/ 2915672 w 7392467"/>
              <a:gd name="connsiteY348" fmla="*/ 2767242 h 3320021"/>
              <a:gd name="connsiteX349" fmla="*/ 2996506 w 7392467"/>
              <a:gd name="connsiteY349" fmla="*/ 2838619 h 3320021"/>
              <a:gd name="connsiteX350" fmla="*/ 2991082 w 7392467"/>
              <a:gd name="connsiteY350" fmla="*/ 2790226 h 3320021"/>
              <a:gd name="connsiteX351" fmla="*/ 2776727 w 7392467"/>
              <a:gd name="connsiteY351" fmla="*/ 2490398 h 3320021"/>
              <a:gd name="connsiteX352" fmla="*/ 6503894 w 7392467"/>
              <a:gd name="connsiteY352" fmla="*/ 2471662 h 3320021"/>
              <a:gd name="connsiteX353" fmla="*/ 6516176 w 7392467"/>
              <a:gd name="connsiteY353" fmla="*/ 2548465 h 3320021"/>
              <a:gd name="connsiteX354" fmla="*/ 6527825 w 7392467"/>
              <a:gd name="connsiteY354" fmla="*/ 2567203 h 3320021"/>
              <a:gd name="connsiteX355" fmla="*/ 6525752 w 7392467"/>
              <a:gd name="connsiteY355" fmla="*/ 2514698 h 3320021"/>
              <a:gd name="connsiteX356" fmla="*/ 6503894 w 7392467"/>
              <a:gd name="connsiteY356" fmla="*/ 2471662 h 3320021"/>
              <a:gd name="connsiteX357" fmla="*/ 3935172 w 7392467"/>
              <a:gd name="connsiteY357" fmla="*/ 2470933 h 3320021"/>
              <a:gd name="connsiteX358" fmla="*/ 3915296 w 7392467"/>
              <a:gd name="connsiteY358" fmla="*/ 2612500 h 3320021"/>
              <a:gd name="connsiteX359" fmla="*/ 3918201 w 7392467"/>
              <a:gd name="connsiteY359" fmla="*/ 2638213 h 3320021"/>
              <a:gd name="connsiteX360" fmla="*/ 3994584 w 7392467"/>
              <a:gd name="connsiteY360" fmla="*/ 2813546 h 3320021"/>
              <a:gd name="connsiteX361" fmla="*/ 3935213 w 7392467"/>
              <a:gd name="connsiteY361" fmla="*/ 2471097 h 3320021"/>
              <a:gd name="connsiteX362" fmla="*/ 6859403 w 7392467"/>
              <a:gd name="connsiteY362" fmla="*/ 2388631 h 3320021"/>
              <a:gd name="connsiteX363" fmla="*/ 6861587 w 7392467"/>
              <a:gd name="connsiteY363" fmla="*/ 2422166 h 3320021"/>
              <a:gd name="connsiteX364" fmla="*/ 6861129 w 7392467"/>
              <a:gd name="connsiteY364" fmla="*/ 2392906 h 3320021"/>
              <a:gd name="connsiteX365" fmla="*/ 6859442 w 7392467"/>
              <a:gd name="connsiteY365" fmla="*/ 2388795 h 3320021"/>
              <a:gd name="connsiteX366" fmla="*/ 5499954 w 7392467"/>
              <a:gd name="connsiteY366" fmla="*/ 2340699 h 3320021"/>
              <a:gd name="connsiteX367" fmla="*/ 5499791 w 7392467"/>
              <a:gd name="connsiteY367" fmla="*/ 2340739 h 3320021"/>
              <a:gd name="connsiteX368" fmla="*/ 5500641 w 7392467"/>
              <a:gd name="connsiteY368" fmla="*/ 2357218 h 3320021"/>
              <a:gd name="connsiteX369" fmla="*/ 5521880 w 7392467"/>
              <a:gd name="connsiteY369" fmla="*/ 2425776 h 3320021"/>
              <a:gd name="connsiteX370" fmla="*/ 5514134 w 7392467"/>
              <a:gd name="connsiteY370" fmla="*/ 2370643 h 3320021"/>
              <a:gd name="connsiteX371" fmla="*/ 5499954 w 7392467"/>
              <a:gd name="connsiteY371" fmla="*/ 2340699 h 3320021"/>
              <a:gd name="connsiteX372" fmla="*/ 5832133 w 7392467"/>
              <a:gd name="connsiteY372" fmla="*/ 2340287 h 3320021"/>
              <a:gd name="connsiteX373" fmla="*/ 5812426 w 7392467"/>
              <a:gd name="connsiteY373" fmla="*/ 2597032 h 3320021"/>
              <a:gd name="connsiteX374" fmla="*/ 5831656 w 7392467"/>
              <a:gd name="connsiteY374" fmla="*/ 2665902 h 3320021"/>
              <a:gd name="connsiteX375" fmla="*/ 5850192 w 7392467"/>
              <a:gd name="connsiteY375" fmla="*/ 2407180 h 3320021"/>
              <a:gd name="connsiteX376" fmla="*/ 5860880 w 7392467"/>
              <a:gd name="connsiteY376" fmla="*/ 2730099 h 3320021"/>
              <a:gd name="connsiteX377" fmla="*/ 5867796 w 7392467"/>
              <a:gd name="connsiteY377" fmla="*/ 2595311 h 3320021"/>
              <a:gd name="connsiteX378" fmla="*/ 5868124 w 7392467"/>
              <a:gd name="connsiteY378" fmla="*/ 2595231 h 3320021"/>
              <a:gd name="connsiteX379" fmla="*/ 5883662 w 7392467"/>
              <a:gd name="connsiteY379" fmla="*/ 2841037 h 3320021"/>
              <a:gd name="connsiteX380" fmla="*/ 5890252 w 7392467"/>
              <a:gd name="connsiteY380" fmla="*/ 2861864 h 3320021"/>
              <a:gd name="connsiteX381" fmla="*/ 5902642 w 7392467"/>
              <a:gd name="connsiteY381" fmla="*/ 2890154 h 3320021"/>
              <a:gd name="connsiteX382" fmla="*/ 5905242 w 7392467"/>
              <a:gd name="connsiteY382" fmla="*/ 2711571 h 3320021"/>
              <a:gd name="connsiteX383" fmla="*/ 5869194 w 7392467"/>
              <a:gd name="connsiteY383" fmla="*/ 2463591 h 3320021"/>
              <a:gd name="connsiteX384" fmla="*/ 5869156 w 7392467"/>
              <a:gd name="connsiteY384" fmla="*/ 2463427 h 3320021"/>
              <a:gd name="connsiteX385" fmla="*/ 5832133 w 7392467"/>
              <a:gd name="connsiteY385" fmla="*/ 2340287 h 3320021"/>
              <a:gd name="connsiteX386" fmla="*/ 5190325 w 7392467"/>
              <a:gd name="connsiteY386" fmla="*/ 2324374 h 3320021"/>
              <a:gd name="connsiteX387" fmla="*/ 5190500 w 7392467"/>
              <a:gd name="connsiteY387" fmla="*/ 2324939 h 3320021"/>
              <a:gd name="connsiteX388" fmla="*/ 5182817 w 7392467"/>
              <a:gd name="connsiteY388" fmla="*/ 2441579 h 3320021"/>
              <a:gd name="connsiteX389" fmla="*/ 5222857 w 7392467"/>
              <a:gd name="connsiteY389" fmla="*/ 2596663 h 3320021"/>
              <a:gd name="connsiteX390" fmla="*/ 5215377 w 7392467"/>
              <a:gd name="connsiteY390" fmla="*/ 2408000 h 3320021"/>
              <a:gd name="connsiteX391" fmla="*/ 5213242 w 7392467"/>
              <a:gd name="connsiteY391" fmla="*/ 2398436 h 3320021"/>
              <a:gd name="connsiteX392" fmla="*/ 5190500 w 7392467"/>
              <a:gd name="connsiteY392" fmla="*/ 2324939 h 3320021"/>
              <a:gd name="connsiteX393" fmla="*/ 5190529 w 7392467"/>
              <a:gd name="connsiteY393" fmla="*/ 2324498 h 3320021"/>
              <a:gd name="connsiteX394" fmla="*/ 7058491 w 7392467"/>
              <a:gd name="connsiteY394" fmla="*/ 2273146 h 3320021"/>
              <a:gd name="connsiteX395" fmla="*/ 7058213 w 7392467"/>
              <a:gd name="connsiteY395" fmla="*/ 2277037 h 3320021"/>
              <a:gd name="connsiteX396" fmla="*/ 7058377 w 7392467"/>
              <a:gd name="connsiteY396" fmla="*/ 2276997 h 3320021"/>
              <a:gd name="connsiteX397" fmla="*/ 7069696 w 7392467"/>
              <a:gd name="connsiteY397" fmla="*/ 2315974 h 3320021"/>
              <a:gd name="connsiteX398" fmla="*/ 7072138 w 7392467"/>
              <a:gd name="connsiteY398" fmla="*/ 2308086 h 3320021"/>
              <a:gd name="connsiteX399" fmla="*/ 7058491 w 7392467"/>
              <a:gd name="connsiteY399" fmla="*/ 2273146 h 3320021"/>
              <a:gd name="connsiteX400" fmla="*/ 3132372 w 7392467"/>
              <a:gd name="connsiteY400" fmla="*/ 2259618 h 3320021"/>
              <a:gd name="connsiteX401" fmla="*/ 3225749 w 7392467"/>
              <a:gd name="connsiteY401" fmla="*/ 2668066 h 3320021"/>
              <a:gd name="connsiteX402" fmla="*/ 3286689 w 7392467"/>
              <a:gd name="connsiteY402" fmla="*/ 2807503 h 3320021"/>
              <a:gd name="connsiteX403" fmla="*/ 3296469 w 7392467"/>
              <a:gd name="connsiteY403" fmla="*/ 2632748 h 3320021"/>
              <a:gd name="connsiteX404" fmla="*/ 3132372 w 7392467"/>
              <a:gd name="connsiteY404" fmla="*/ 2259618 h 3320021"/>
              <a:gd name="connsiteX405" fmla="*/ 4178855 w 7392467"/>
              <a:gd name="connsiteY405" fmla="*/ 2257966 h 3320021"/>
              <a:gd name="connsiteX406" fmla="*/ 4178690 w 7392467"/>
              <a:gd name="connsiteY406" fmla="*/ 2258006 h 3320021"/>
              <a:gd name="connsiteX407" fmla="*/ 4178882 w 7392467"/>
              <a:gd name="connsiteY407" fmla="*/ 2258215 h 3320021"/>
              <a:gd name="connsiteX408" fmla="*/ 4200395 w 7392467"/>
              <a:gd name="connsiteY408" fmla="*/ 2460961 h 3320021"/>
              <a:gd name="connsiteX409" fmla="*/ 4216211 w 7392467"/>
              <a:gd name="connsiteY409" fmla="*/ 2395450 h 3320021"/>
              <a:gd name="connsiteX410" fmla="*/ 4206261 w 7392467"/>
              <a:gd name="connsiteY410" fmla="*/ 2510464 h 3320021"/>
              <a:gd name="connsiteX411" fmla="*/ 4211437 w 7392467"/>
              <a:gd name="connsiteY411" fmla="*/ 2554225 h 3320021"/>
              <a:gd name="connsiteX412" fmla="*/ 4282729 w 7392467"/>
              <a:gd name="connsiteY412" fmla="*/ 2695509 h 3320021"/>
              <a:gd name="connsiteX413" fmla="*/ 4270725 w 7392467"/>
              <a:gd name="connsiteY413" fmla="*/ 2453542 h 3320021"/>
              <a:gd name="connsiteX414" fmla="*/ 4253052 w 7392467"/>
              <a:gd name="connsiteY414" fmla="*/ 2339288 h 3320021"/>
              <a:gd name="connsiteX415" fmla="*/ 4178882 w 7392467"/>
              <a:gd name="connsiteY415" fmla="*/ 2258215 h 3320021"/>
              <a:gd name="connsiteX416" fmla="*/ 2311070 w 7392467"/>
              <a:gd name="connsiteY416" fmla="*/ 2242367 h 3320021"/>
              <a:gd name="connsiteX417" fmla="*/ 2351959 w 7392467"/>
              <a:gd name="connsiteY417" fmla="*/ 2373611 h 3320021"/>
              <a:gd name="connsiteX418" fmla="*/ 2491923 w 7392467"/>
              <a:gd name="connsiteY418" fmla="*/ 2686355 h 3320021"/>
              <a:gd name="connsiteX419" fmla="*/ 2578947 w 7392467"/>
              <a:gd name="connsiteY419" fmla="*/ 2843132 h 3320021"/>
              <a:gd name="connsiteX420" fmla="*/ 2580334 w 7392467"/>
              <a:gd name="connsiteY420" fmla="*/ 2818641 h 3320021"/>
              <a:gd name="connsiteX421" fmla="*/ 2581573 w 7392467"/>
              <a:gd name="connsiteY421" fmla="*/ 2847537 h 3320021"/>
              <a:gd name="connsiteX422" fmla="*/ 2720145 w 7392467"/>
              <a:gd name="connsiteY422" fmla="*/ 3079633 h 3320021"/>
              <a:gd name="connsiteX423" fmla="*/ 2678428 w 7392467"/>
              <a:gd name="connsiteY423" fmla="*/ 2888807 h 3320021"/>
              <a:gd name="connsiteX424" fmla="*/ 2678304 w 7392467"/>
              <a:gd name="connsiteY424" fmla="*/ 2889011 h 3320021"/>
              <a:gd name="connsiteX425" fmla="*/ 2311070 w 7392467"/>
              <a:gd name="connsiteY425" fmla="*/ 2242367 h 3320021"/>
              <a:gd name="connsiteX426" fmla="*/ 7063938 w 7392467"/>
              <a:gd name="connsiteY426" fmla="*/ 2197800 h 3320021"/>
              <a:gd name="connsiteX427" fmla="*/ 7061430 w 7392467"/>
              <a:gd name="connsiteY427" fmla="*/ 2229165 h 3320021"/>
              <a:gd name="connsiteX428" fmla="*/ 7071310 w 7392467"/>
              <a:gd name="connsiteY428" fmla="*/ 2248503 h 3320021"/>
              <a:gd name="connsiteX429" fmla="*/ 7063938 w 7392467"/>
              <a:gd name="connsiteY429" fmla="*/ 2197800 h 3320021"/>
              <a:gd name="connsiteX430" fmla="*/ 5493289 w 7392467"/>
              <a:gd name="connsiteY430" fmla="*/ 2192853 h 3320021"/>
              <a:gd name="connsiteX431" fmla="*/ 5493477 w 7392467"/>
              <a:gd name="connsiteY431" fmla="*/ 2200107 h 3320021"/>
              <a:gd name="connsiteX432" fmla="*/ 5494083 w 7392467"/>
              <a:gd name="connsiteY432" fmla="*/ 2201177 h 3320021"/>
              <a:gd name="connsiteX433" fmla="*/ 5493289 w 7392467"/>
              <a:gd name="connsiteY433" fmla="*/ 2192853 h 3320021"/>
              <a:gd name="connsiteX434" fmla="*/ 5767436 w 7392467"/>
              <a:gd name="connsiteY434" fmla="*/ 2181404 h 3320021"/>
              <a:gd name="connsiteX435" fmla="*/ 5768143 w 7392467"/>
              <a:gd name="connsiteY435" fmla="*/ 2182876 h 3320021"/>
              <a:gd name="connsiteX436" fmla="*/ 5766830 w 7392467"/>
              <a:gd name="connsiteY436" fmla="*/ 2189484 h 3320021"/>
              <a:gd name="connsiteX437" fmla="*/ 5767461 w 7392467"/>
              <a:gd name="connsiteY437" fmla="*/ 2181070 h 3320021"/>
              <a:gd name="connsiteX438" fmla="*/ 5767436 w 7392467"/>
              <a:gd name="connsiteY438" fmla="*/ 2181404 h 3320021"/>
              <a:gd name="connsiteX439" fmla="*/ 5767294 w 7392467"/>
              <a:gd name="connsiteY439" fmla="*/ 2181110 h 3320021"/>
              <a:gd name="connsiteX440" fmla="*/ 6047557 w 7392467"/>
              <a:gd name="connsiteY440" fmla="*/ 2175849 h 3320021"/>
              <a:gd name="connsiteX441" fmla="*/ 6047461 w 7392467"/>
              <a:gd name="connsiteY441" fmla="*/ 2253207 h 3320021"/>
              <a:gd name="connsiteX442" fmla="*/ 6081425 w 7392467"/>
              <a:gd name="connsiteY442" fmla="*/ 2414796 h 3320021"/>
              <a:gd name="connsiteX443" fmla="*/ 6113878 w 7392467"/>
              <a:gd name="connsiteY443" fmla="*/ 2495247 h 3320021"/>
              <a:gd name="connsiteX444" fmla="*/ 6114977 w 7392467"/>
              <a:gd name="connsiteY444" fmla="*/ 2481078 h 3320021"/>
              <a:gd name="connsiteX445" fmla="*/ 6064681 w 7392467"/>
              <a:gd name="connsiteY445" fmla="*/ 2211513 h 3320021"/>
              <a:gd name="connsiteX446" fmla="*/ 6047557 w 7392467"/>
              <a:gd name="connsiteY446" fmla="*/ 2175849 h 3320021"/>
              <a:gd name="connsiteX447" fmla="*/ 3878110 w 7392467"/>
              <a:gd name="connsiteY447" fmla="*/ 2166853 h 3320021"/>
              <a:gd name="connsiteX448" fmla="*/ 3699713 w 7392467"/>
              <a:gd name="connsiteY448" fmla="*/ 2604927 h 3320021"/>
              <a:gd name="connsiteX449" fmla="*/ 3704288 w 7392467"/>
              <a:gd name="connsiteY449" fmla="*/ 2636843 h 3320021"/>
              <a:gd name="connsiteX450" fmla="*/ 3769828 w 7392467"/>
              <a:gd name="connsiteY450" fmla="*/ 2760051 h 3320021"/>
              <a:gd name="connsiteX451" fmla="*/ 3759522 w 7392467"/>
              <a:gd name="connsiteY451" fmla="*/ 2581281 h 3320021"/>
              <a:gd name="connsiteX452" fmla="*/ 3759562 w 7392467"/>
              <a:gd name="connsiteY452" fmla="*/ 2581445 h 3320021"/>
              <a:gd name="connsiteX453" fmla="*/ 3786396 w 7392467"/>
              <a:gd name="connsiteY453" fmla="*/ 2788376 h 3320021"/>
              <a:gd name="connsiteX454" fmla="*/ 3853704 w 7392467"/>
              <a:gd name="connsiteY454" fmla="*/ 2895865 h 3320021"/>
              <a:gd name="connsiteX455" fmla="*/ 3832672 w 7392467"/>
              <a:gd name="connsiteY455" fmla="*/ 2756178 h 3320021"/>
              <a:gd name="connsiteX456" fmla="*/ 3883681 w 7392467"/>
              <a:gd name="connsiteY456" fmla="*/ 2880817 h 3320021"/>
              <a:gd name="connsiteX457" fmla="*/ 3883647 w 7392467"/>
              <a:gd name="connsiteY457" fmla="*/ 2881686 h 3320021"/>
              <a:gd name="connsiteX458" fmla="*/ 3883936 w 7392467"/>
              <a:gd name="connsiteY458" fmla="*/ 2881442 h 3320021"/>
              <a:gd name="connsiteX459" fmla="*/ 3883681 w 7392467"/>
              <a:gd name="connsiteY459" fmla="*/ 2880817 h 3320021"/>
              <a:gd name="connsiteX460" fmla="*/ 3894021 w 7392467"/>
              <a:gd name="connsiteY460" fmla="*/ 2613637 h 3320021"/>
              <a:gd name="connsiteX461" fmla="*/ 3843165 w 7392467"/>
              <a:gd name="connsiteY461" fmla="*/ 2518861 h 3320021"/>
              <a:gd name="connsiteX462" fmla="*/ 3896344 w 7392467"/>
              <a:gd name="connsiteY462" fmla="*/ 2600217 h 3320021"/>
              <a:gd name="connsiteX463" fmla="*/ 3931022 w 7392467"/>
              <a:gd name="connsiteY463" fmla="*/ 2447257 h 3320021"/>
              <a:gd name="connsiteX464" fmla="*/ 3916803 w 7392467"/>
              <a:gd name="connsiteY464" fmla="*/ 2361711 h 3320021"/>
              <a:gd name="connsiteX465" fmla="*/ 3878110 w 7392467"/>
              <a:gd name="connsiteY465" fmla="*/ 2166853 h 3320021"/>
              <a:gd name="connsiteX466" fmla="*/ 4063704 w 7392467"/>
              <a:gd name="connsiteY466" fmla="*/ 2153857 h 3320021"/>
              <a:gd name="connsiteX467" fmla="*/ 4065448 w 7392467"/>
              <a:gd name="connsiteY467" fmla="*/ 2155380 h 3320021"/>
              <a:gd name="connsiteX468" fmla="*/ 4066036 w 7392467"/>
              <a:gd name="connsiteY468" fmla="*/ 2171011 h 3320021"/>
              <a:gd name="connsiteX469" fmla="*/ 5294893 w 7392467"/>
              <a:gd name="connsiteY469" fmla="*/ 2152806 h 3320021"/>
              <a:gd name="connsiteX470" fmla="*/ 5336530 w 7392467"/>
              <a:gd name="connsiteY470" fmla="*/ 2272747 h 3320021"/>
              <a:gd name="connsiteX471" fmla="*/ 5330800 w 7392467"/>
              <a:gd name="connsiteY471" fmla="*/ 2216607 h 3320021"/>
              <a:gd name="connsiteX472" fmla="*/ 5294893 w 7392467"/>
              <a:gd name="connsiteY472" fmla="*/ 2152806 h 3320021"/>
              <a:gd name="connsiteX473" fmla="*/ 6032767 w 7392467"/>
              <a:gd name="connsiteY473" fmla="*/ 2145531 h 3320021"/>
              <a:gd name="connsiteX474" fmla="*/ 6032602 w 7392467"/>
              <a:gd name="connsiteY474" fmla="*/ 2145571 h 3320021"/>
              <a:gd name="connsiteX475" fmla="*/ 6032755 w 7392467"/>
              <a:gd name="connsiteY475" fmla="*/ 2146924 h 3320021"/>
              <a:gd name="connsiteX476" fmla="*/ 6032886 w 7392467"/>
              <a:gd name="connsiteY476" fmla="*/ 2146024 h 3320021"/>
              <a:gd name="connsiteX477" fmla="*/ 6032767 w 7392467"/>
              <a:gd name="connsiteY477" fmla="*/ 2145531 h 3320021"/>
              <a:gd name="connsiteX478" fmla="*/ 6322610 w 7392467"/>
              <a:gd name="connsiteY478" fmla="*/ 2141087 h 3320021"/>
              <a:gd name="connsiteX479" fmla="*/ 6331008 w 7392467"/>
              <a:gd name="connsiteY479" fmla="*/ 2166517 h 3320021"/>
              <a:gd name="connsiteX480" fmla="*/ 6330447 w 7392467"/>
              <a:gd name="connsiteY480" fmla="*/ 2154836 h 3320021"/>
              <a:gd name="connsiteX481" fmla="*/ 6330284 w 7392467"/>
              <a:gd name="connsiteY481" fmla="*/ 2154875 h 3320021"/>
              <a:gd name="connsiteX482" fmla="*/ 6322610 w 7392467"/>
              <a:gd name="connsiteY482" fmla="*/ 2141087 h 3320021"/>
              <a:gd name="connsiteX483" fmla="*/ 7151382 w 7392467"/>
              <a:gd name="connsiteY483" fmla="*/ 2136722 h 3320021"/>
              <a:gd name="connsiteX484" fmla="*/ 7133203 w 7392467"/>
              <a:gd name="connsiteY484" fmla="*/ 2210450 h 3320021"/>
              <a:gd name="connsiteX485" fmla="*/ 7133164 w 7392467"/>
              <a:gd name="connsiteY485" fmla="*/ 2210285 h 3320021"/>
              <a:gd name="connsiteX486" fmla="*/ 7164031 w 7392467"/>
              <a:gd name="connsiteY486" fmla="*/ 2344643 h 3320021"/>
              <a:gd name="connsiteX487" fmla="*/ 7174297 w 7392467"/>
              <a:gd name="connsiteY487" fmla="*/ 2185585 h 3320021"/>
              <a:gd name="connsiteX488" fmla="*/ 7151382 w 7392467"/>
              <a:gd name="connsiteY488" fmla="*/ 2136722 h 3320021"/>
              <a:gd name="connsiteX489" fmla="*/ 6711596 w 7392467"/>
              <a:gd name="connsiteY489" fmla="*/ 2098113 h 3320021"/>
              <a:gd name="connsiteX490" fmla="*/ 6761416 w 7392467"/>
              <a:gd name="connsiteY490" fmla="*/ 2239713 h 3320021"/>
              <a:gd name="connsiteX491" fmla="*/ 6762961 w 7392467"/>
              <a:gd name="connsiteY491" fmla="*/ 2185641 h 3320021"/>
              <a:gd name="connsiteX492" fmla="*/ 6711596 w 7392467"/>
              <a:gd name="connsiteY492" fmla="*/ 2098113 h 3320021"/>
              <a:gd name="connsiteX493" fmla="*/ 2220621 w 7392467"/>
              <a:gd name="connsiteY493" fmla="*/ 2088677 h 3320021"/>
              <a:gd name="connsiteX494" fmla="*/ 2252879 w 7392467"/>
              <a:gd name="connsiteY494" fmla="*/ 2943734 h 3320021"/>
              <a:gd name="connsiteX495" fmla="*/ 2261423 w 7392467"/>
              <a:gd name="connsiteY495" fmla="*/ 2961135 h 3320021"/>
              <a:gd name="connsiteX496" fmla="*/ 2273491 w 7392467"/>
              <a:gd name="connsiteY496" fmla="*/ 2973689 h 3320021"/>
              <a:gd name="connsiteX497" fmla="*/ 2260834 w 7392467"/>
              <a:gd name="connsiteY497" fmla="*/ 2862220 h 3320021"/>
              <a:gd name="connsiteX498" fmla="*/ 2293191 w 7392467"/>
              <a:gd name="connsiteY498" fmla="*/ 2994828 h 3320021"/>
              <a:gd name="connsiteX499" fmla="*/ 2332705 w 7392467"/>
              <a:gd name="connsiteY499" fmla="*/ 3038295 h 3320021"/>
              <a:gd name="connsiteX500" fmla="*/ 2291607 w 7392467"/>
              <a:gd name="connsiteY500" fmla="*/ 2816907 h 3320021"/>
              <a:gd name="connsiteX501" fmla="*/ 2324977 w 7392467"/>
              <a:gd name="connsiteY501" fmla="*/ 2945795 h 3320021"/>
              <a:gd name="connsiteX502" fmla="*/ 2311251 w 7392467"/>
              <a:gd name="connsiteY502" fmla="*/ 2618221 h 3320021"/>
              <a:gd name="connsiteX503" fmla="*/ 2391274 w 7392467"/>
              <a:gd name="connsiteY503" fmla="*/ 3106705 h 3320021"/>
              <a:gd name="connsiteX504" fmla="*/ 2421784 w 7392467"/>
              <a:gd name="connsiteY504" fmla="*/ 3143830 h 3320021"/>
              <a:gd name="connsiteX505" fmla="*/ 2465966 w 7392467"/>
              <a:gd name="connsiteY505" fmla="*/ 2784726 h 3320021"/>
              <a:gd name="connsiteX506" fmla="*/ 2452165 w 7392467"/>
              <a:gd name="connsiteY506" fmla="*/ 2733315 h 3320021"/>
              <a:gd name="connsiteX507" fmla="*/ 2303776 w 7392467"/>
              <a:gd name="connsiteY507" fmla="*/ 2302867 h 3320021"/>
              <a:gd name="connsiteX508" fmla="*/ 2262167 w 7392467"/>
              <a:gd name="connsiteY508" fmla="*/ 2209682 h 3320021"/>
              <a:gd name="connsiteX509" fmla="*/ 2296907 w 7392467"/>
              <a:gd name="connsiteY509" fmla="*/ 2270811 h 3320021"/>
              <a:gd name="connsiteX510" fmla="*/ 2283628 w 7392467"/>
              <a:gd name="connsiteY510" fmla="*/ 2195639 h 3320021"/>
              <a:gd name="connsiteX511" fmla="*/ 2220661 w 7392467"/>
              <a:gd name="connsiteY511" fmla="*/ 2088841 h 3320021"/>
              <a:gd name="connsiteX512" fmla="*/ 5239319 w 7392467"/>
              <a:gd name="connsiteY512" fmla="*/ 2063687 h 3320021"/>
              <a:gd name="connsiteX513" fmla="*/ 5248577 w 7392467"/>
              <a:gd name="connsiteY513" fmla="*/ 2189880 h 3320021"/>
              <a:gd name="connsiteX514" fmla="*/ 5297111 w 7392467"/>
              <a:gd name="connsiteY514" fmla="*/ 2348474 h 3320021"/>
              <a:gd name="connsiteX515" fmla="*/ 5289802 w 7392467"/>
              <a:gd name="connsiteY515" fmla="*/ 2290109 h 3320021"/>
              <a:gd name="connsiteX516" fmla="*/ 5325449 w 7392467"/>
              <a:gd name="connsiteY516" fmla="*/ 2436348 h 3320021"/>
              <a:gd name="connsiteX517" fmla="*/ 5353008 w 7392467"/>
              <a:gd name="connsiteY517" fmla="*/ 2518847 h 3320021"/>
              <a:gd name="connsiteX518" fmla="*/ 5356321 w 7392467"/>
              <a:gd name="connsiteY518" fmla="*/ 2489373 h 3320021"/>
              <a:gd name="connsiteX519" fmla="*/ 5355987 w 7392467"/>
              <a:gd name="connsiteY519" fmla="*/ 2485108 h 3320021"/>
              <a:gd name="connsiteX520" fmla="*/ 5264530 w 7392467"/>
              <a:gd name="connsiteY520" fmla="*/ 2102612 h 3320021"/>
              <a:gd name="connsiteX521" fmla="*/ 5239319 w 7392467"/>
              <a:gd name="connsiteY521" fmla="*/ 2063687 h 3320021"/>
              <a:gd name="connsiteX522" fmla="*/ 6277461 w 7392467"/>
              <a:gd name="connsiteY522" fmla="*/ 2059878 h 3320021"/>
              <a:gd name="connsiteX523" fmla="*/ 6264941 w 7392467"/>
              <a:gd name="connsiteY523" fmla="*/ 2269357 h 3320021"/>
              <a:gd name="connsiteX524" fmla="*/ 6282451 w 7392467"/>
              <a:gd name="connsiteY524" fmla="*/ 2308056 h 3320021"/>
              <a:gd name="connsiteX525" fmla="*/ 6351325 w 7392467"/>
              <a:gd name="connsiteY525" fmla="*/ 2434282 h 3320021"/>
              <a:gd name="connsiteX526" fmla="*/ 6332423 w 7392467"/>
              <a:gd name="connsiteY526" fmla="*/ 2188941 h 3320021"/>
              <a:gd name="connsiteX527" fmla="*/ 6322452 w 7392467"/>
              <a:gd name="connsiteY527" fmla="*/ 2140429 h 3320021"/>
              <a:gd name="connsiteX528" fmla="*/ 6277461 w 7392467"/>
              <a:gd name="connsiteY528" fmla="*/ 2059878 h 3320021"/>
              <a:gd name="connsiteX529" fmla="*/ 5489961 w 7392467"/>
              <a:gd name="connsiteY529" fmla="*/ 2032905 h 3320021"/>
              <a:gd name="connsiteX530" fmla="*/ 5491246 w 7392467"/>
              <a:gd name="connsiteY530" fmla="*/ 2116707 h 3320021"/>
              <a:gd name="connsiteX531" fmla="*/ 5491285 w 7392467"/>
              <a:gd name="connsiteY531" fmla="*/ 2116872 h 3320021"/>
              <a:gd name="connsiteX532" fmla="*/ 5514768 w 7392467"/>
              <a:gd name="connsiteY532" fmla="*/ 2237197 h 3320021"/>
              <a:gd name="connsiteX533" fmla="*/ 5521354 w 7392467"/>
              <a:gd name="connsiteY533" fmla="*/ 2248641 h 3320021"/>
              <a:gd name="connsiteX534" fmla="*/ 5489961 w 7392467"/>
              <a:gd name="connsiteY534" fmla="*/ 2032905 h 3320021"/>
              <a:gd name="connsiteX535" fmla="*/ 342648 w 7392467"/>
              <a:gd name="connsiteY535" fmla="*/ 2025835 h 3320021"/>
              <a:gd name="connsiteX536" fmla="*/ 769221 w 7392467"/>
              <a:gd name="connsiteY536" fmla="*/ 2691522 h 3320021"/>
              <a:gd name="connsiteX537" fmla="*/ 731627 w 7392467"/>
              <a:gd name="connsiteY537" fmla="*/ 2482496 h 3320021"/>
              <a:gd name="connsiteX538" fmla="*/ 731548 w 7392467"/>
              <a:gd name="connsiteY538" fmla="*/ 2482167 h 3320021"/>
              <a:gd name="connsiteX539" fmla="*/ 795479 w 7392467"/>
              <a:gd name="connsiteY539" fmla="*/ 2737666 h 3320021"/>
              <a:gd name="connsiteX540" fmla="*/ 970874 w 7392467"/>
              <a:gd name="connsiteY540" fmla="*/ 3071923 h 3320021"/>
              <a:gd name="connsiteX541" fmla="*/ 976989 w 7392467"/>
              <a:gd name="connsiteY541" fmla="*/ 3035342 h 3320021"/>
              <a:gd name="connsiteX542" fmla="*/ 968689 w 7392467"/>
              <a:gd name="connsiteY542" fmla="*/ 2952712 h 3320021"/>
              <a:gd name="connsiteX543" fmla="*/ 980427 w 7392467"/>
              <a:gd name="connsiteY543" fmla="*/ 3015744 h 3320021"/>
              <a:gd name="connsiteX544" fmla="*/ 1004414 w 7392467"/>
              <a:gd name="connsiteY544" fmla="*/ 2897688 h 3320021"/>
              <a:gd name="connsiteX545" fmla="*/ 886756 w 7392467"/>
              <a:gd name="connsiteY545" fmla="*/ 2326008 h 3320021"/>
              <a:gd name="connsiteX546" fmla="*/ 887164 w 7392467"/>
              <a:gd name="connsiteY546" fmla="*/ 2326257 h 3320021"/>
              <a:gd name="connsiteX547" fmla="*/ 1030315 w 7392467"/>
              <a:gd name="connsiteY547" fmla="*/ 2791162 h 3320021"/>
              <a:gd name="connsiteX548" fmla="*/ 1045775 w 7392467"/>
              <a:gd name="connsiteY548" fmla="*/ 2734253 h 3320021"/>
              <a:gd name="connsiteX549" fmla="*/ 1033469 w 7392467"/>
              <a:gd name="connsiteY549" fmla="*/ 2811429 h 3320021"/>
              <a:gd name="connsiteX550" fmla="*/ 1072802 w 7392467"/>
              <a:gd name="connsiteY550" fmla="*/ 3290446 h 3320021"/>
              <a:gd name="connsiteX551" fmla="*/ 1085409 w 7392467"/>
              <a:gd name="connsiteY551" fmla="*/ 3320021 h 3320021"/>
              <a:gd name="connsiteX552" fmla="*/ 936504 w 7392467"/>
              <a:gd name="connsiteY552" fmla="*/ 3320021 h 3320021"/>
              <a:gd name="connsiteX553" fmla="*/ 939026 w 7392467"/>
              <a:gd name="connsiteY553" fmla="*/ 3289890 h 3320021"/>
              <a:gd name="connsiteX554" fmla="*/ 900503 w 7392467"/>
              <a:gd name="connsiteY554" fmla="*/ 3185012 h 3320021"/>
              <a:gd name="connsiteX555" fmla="*/ 899864 w 7392467"/>
              <a:gd name="connsiteY555" fmla="*/ 3203240 h 3320021"/>
              <a:gd name="connsiteX556" fmla="*/ 900028 w 7392467"/>
              <a:gd name="connsiteY556" fmla="*/ 3203201 h 3320021"/>
              <a:gd name="connsiteX557" fmla="*/ 924405 w 7392467"/>
              <a:gd name="connsiteY557" fmla="*/ 3309234 h 3320021"/>
              <a:gd name="connsiteX558" fmla="*/ 930828 w 7392467"/>
              <a:gd name="connsiteY558" fmla="*/ 3320021 h 3320021"/>
              <a:gd name="connsiteX559" fmla="*/ 833552 w 7392467"/>
              <a:gd name="connsiteY559" fmla="*/ 3320021 h 3320021"/>
              <a:gd name="connsiteX560" fmla="*/ 695149 w 7392467"/>
              <a:gd name="connsiteY560" fmla="*/ 3049530 h 3320021"/>
              <a:gd name="connsiteX561" fmla="*/ 695102 w 7392467"/>
              <a:gd name="connsiteY561" fmla="*/ 3048989 h 3320021"/>
              <a:gd name="connsiteX562" fmla="*/ 694977 w 7392467"/>
              <a:gd name="connsiteY562" fmla="*/ 3049193 h 3320021"/>
              <a:gd name="connsiteX563" fmla="*/ 695149 w 7392467"/>
              <a:gd name="connsiteY563" fmla="*/ 3049530 h 3320021"/>
              <a:gd name="connsiteX564" fmla="*/ 701778 w 7392467"/>
              <a:gd name="connsiteY564" fmla="*/ 3124885 h 3320021"/>
              <a:gd name="connsiteX565" fmla="*/ 786899 w 7392467"/>
              <a:gd name="connsiteY565" fmla="*/ 3320021 h 3320021"/>
              <a:gd name="connsiteX566" fmla="*/ 766282 w 7392467"/>
              <a:gd name="connsiteY566" fmla="*/ 3320021 h 3320021"/>
              <a:gd name="connsiteX567" fmla="*/ 702644 w 7392467"/>
              <a:gd name="connsiteY567" fmla="*/ 3134234 h 3320021"/>
              <a:gd name="connsiteX568" fmla="*/ 714104 w 7392467"/>
              <a:gd name="connsiteY568" fmla="*/ 3241474 h 3320021"/>
              <a:gd name="connsiteX569" fmla="*/ 761643 w 7392467"/>
              <a:gd name="connsiteY569" fmla="*/ 3320021 h 3320021"/>
              <a:gd name="connsiteX570" fmla="*/ 453120 w 7392467"/>
              <a:gd name="connsiteY570" fmla="*/ 3320021 h 3320021"/>
              <a:gd name="connsiteX571" fmla="*/ 391560 w 7392467"/>
              <a:gd name="connsiteY571" fmla="*/ 3175956 h 3320021"/>
              <a:gd name="connsiteX572" fmla="*/ 388224 w 7392467"/>
              <a:gd name="connsiteY572" fmla="*/ 3314052 h 3320021"/>
              <a:gd name="connsiteX573" fmla="*/ 389206 w 7392467"/>
              <a:gd name="connsiteY573" fmla="*/ 3320021 h 3320021"/>
              <a:gd name="connsiteX574" fmla="*/ 318201 w 7392467"/>
              <a:gd name="connsiteY574" fmla="*/ 3320021 h 3320021"/>
              <a:gd name="connsiteX575" fmla="*/ 298981 w 7392467"/>
              <a:gd name="connsiteY575" fmla="*/ 2971687 h 3320021"/>
              <a:gd name="connsiteX576" fmla="*/ 250928 w 7392467"/>
              <a:gd name="connsiteY576" fmla="*/ 2869804 h 3320021"/>
              <a:gd name="connsiteX577" fmla="*/ 250215 w 7392467"/>
              <a:gd name="connsiteY577" fmla="*/ 3098678 h 3320021"/>
              <a:gd name="connsiteX578" fmla="*/ 296065 w 7392467"/>
              <a:gd name="connsiteY578" fmla="*/ 3305190 h 3320021"/>
              <a:gd name="connsiteX579" fmla="*/ 302035 w 7392467"/>
              <a:gd name="connsiteY579" fmla="*/ 3320021 h 3320021"/>
              <a:gd name="connsiteX580" fmla="*/ 204708 w 7392467"/>
              <a:gd name="connsiteY580" fmla="*/ 3320021 h 3320021"/>
              <a:gd name="connsiteX581" fmla="*/ 211328 w 7392467"/>
              <a:gd name="connsiteY581" fmla="*/ 3239967 h 3320021"/>
              <a:gd name="connsiteX582" fmla="*/ 203757 w 7392467"/>
              <a:gd name="connsiteY582" fmla="*/ 3208601 h 3320021"/>
              <a:gd name="connsiteX583" fmla="*/ 193112 w 7392467"/>
              <a:gd name="connsiteY583" fmla="*/ 3278253 h 3320021"/>
              <a:gd name="connsiteX584" fmla="*/ 193276 w 7392467"/>
              <a:gd name="connsiteY584" fmla="*/ 3278213 h 3320021"/>
              <a:gd name="connsiteX585" fmla="*/ 202079 w 7392467"/>
              <a:gd name="connsiteY585" fmla="*/ 3320021 h 3320021"/>
              <a:gd name="connsiteX586" fmla="*/ 149495 w 7392467"/>
              <a:gd name="connsiteY586" fmla="*/ 3320021 h 3320021"/>
              <a:gd name="connsiteX587" fmla="*/ 129015 w 7392467"/>
              <a:gd name="connsiteY587" fmla="*/ 3060678 h 3320021"/>
              <a:gd name="connsiteX588" fmla="*/ 129770 w 7392467"/>
              <a:gd name="connsiteY588" fmla="*/ 2789043 h 3320021"/>
              <a:gd name="connsiteX589" fmla="*/ 107912 w 7392467"/>
              <a:gd name="connsiteY589" fmla="*/ 2740967 h 3320021"/>
              <a:gd name="connsiteX590" fmla="*/ 130155 w 7392467"/>
              <a:gd name="connsiteY590" fmla="*/ 2781999 h 3320021"/>
              <a:gd name="connsiteX591" fmla="*/ 131990 w 7392467"/>
              <a:gd name="connsiteY591" fmla="*/ 2742802 h 3320021"/>
              <a:gd name="connsiteX592" fmla="*/ 134028 w 7392467"/>
              <a:gd name="connsiteY592" fmla="*/ 2789406 h 3320021"/>
              <a:gd name="connsiteX593" fmla="*/ 134917 w 7392467"/>
              <a:gd name="connsiteY593" fmla="*/ 2790929 h 3320021"/>
              <a:gd name="connsiteX594" fmla="*/ 134600 w 7392467"/>
              <a:gd name="connsiteY594" fmla="*/ 2789615 h 3320021"/>
              <a:gd name="connsiteX595" fmla="*/ 135036 w 7392467"/>
              <a:gd name="connsiteY595" fmla="*/ 2791422 h 3320021"/>
              <a:gd name="connsiteX596" fmla="*/ 233702 w 7392467"/>
              <a:gd name="connsiteY596" fmla="*/ 3028109 h 3320021"/>
              <a:gd name="connsiteX597" fmla="*/ 248590 w 7392467"/>
              <a:gd name="connsiteY597" fmla="*/ 2855075 h 3320021"/>
              <a:gd name="connsiteX598" fmla="*/ 0 w 7392467"/>
              <a:gd name="connsiteY598" fmla="*/ 2356533 h 3320021"/>
              <a:gd name="connsiteX599" fmla="*/ 328 w 7392467"/>
              <a:gd name="connsiteY599" fmla="*/ 2356454 h 3320021"/>
              <a:gd name="connsiteX600" fmla="*/ 307668 w 7392467"/>
              <a:gd name="connsiteY600" fmla="*/ 2810403 h 3320021"/>
              <a:gd name="connsiteX601" fmla="*/ 334080 w 7392467"/>
              <a:gd name="connsiteY601" fmla="*/ 2535355 h 3320021"/>
              <a:gd name="connsiteX602" fmla="*/ 314340 w 7392467"/>
              <a:gd name="connsiteY602" fmla="*/ 2498933 h 3320021"/>
              <a:gd name="connsiteX603" fmla="*/ 335116 w 7392467"/>
              <a:gd name="connsiteY603" fmla="*/ 2528850 h 3320021"/>
              <a:gd name="connsiteX604" fmla="*/ 348327 w 7392467"/>
              <a:gd name="connsiteY604" fmla="*/ 2446067 h 3320021"/>
              <a:gd name="connsiteX605" fmla="*/ 341311 w 7392467"/>
              <a:gd name="connsiteY605" fmla="*/ 2537955 h 3320021"/>
              <a:gd name="connsiteX606" fmla="*/ 537725 w 7392467"/>
              <a:gd name="connsiteY606" fmla="*/ 2857059 h 3320021"/>
              <a:gd name="connsiteX607" fmla="*/ 525358 w 7392467"/>
              <a:gd name="connsiteY607" fmla="*/ 2760465 h 3320021"/>
              <a:gd name="connsiteX608" fmla="*/ 433063 w 7392467"/>
              <a:gd name="connsiteY608" fmla="*/ 2622165 h 3320021"/>
              <a:gd name="connsiteX609" fmla="*/ 519769 w 7392467"/>
              <a:gd name="connsiteY609" fmla="*/ 2727230 h 3320021"/>
              <a:gd name="connsiteX610" fmla="*/ 513942 w 7392467"/>
              <a:gd name="connsiteY610" fmla="*/ 2693010 h 3320021"/>
              <a:gd name="connsiteX611" fmla="*/ 526949 w 7392467"/>
              <a:gd name="connsiteY611" fmla="*/ 2736098 h 3320021"/>
              <a:gd name="connsiteX612" fmla="*/ 661970 w 7392467"/>
              <a:gd name="connsiteY612" fmla="*/ 2911007 h 3320021"/>
              <a:gd name="connsiteX613" fmla="*/ 681927 w 7392467"/>
              <a:gd name="connsiteY613" fmla="*/ 2674118 h 3320021"/>
              <a:gd name="connsiteX614" fmla="*/ 688216 w 7392467"/>
              <a:gd name="connsiteY614" fmla="*/ 2953505 h 3320021"/>
              <a:gd name="connsiteX615" fmla="*/ 845536 w 7392467"/>
              <a:gd name="connsiteY615" fmla="*/ 3182639 h 3320021"/>
              <a:gd name="connsiteX616" fmla="*/ 808763 w 7392467"/>
              <a:gd name="connsiteY616" fmla="*/ 2953256 h 3320021"/>
              <a:gd name="connsiteX617" fmla="*/ 682201 w 7392467"/>
              <a:gd name="connsiteY617" fmla="*/ 2670856 h 3320021"/>
              <a:gd name="connsiteX618" fmla="*/ 682922 w 7392467"/>
              <a:gd name="connsiteY618" fmla="*/ 2662303 h 3320021"/>
              <a:gd name="connsiteX619" fmla="*/ 342648 w 7392467"/>
              <a:gd name="connsiteY619" fmla="*/ 2025835 h 3320021"/>
              <a:gd name="connsiteX620" fmla="*/ 7092081 w 7392467"/>
              <a:gd name="connsiteY620" fmla="*/ 2017047 h 3320021"/>
              <a:gd name="connsiteX621" fmla="*/ 7122173 w 7392467"/>
              <a:gd name="connsiteY621" fmla="*/ 2161150 h 3320021"/>
              <a:gd name="connsiteX622" fmla="*/ 7140015 w 7392467"/>
              <a:gd name="connsiteY622" fmla="*/ 2113398 h 3320021"/>
              <a:gd name="connsiteX623" fmla="*/ 7092081 w 7392467"/>
              <a:gd name="connsiteY623" fmla="*/ 2017047 h 3320021"/>
              <a:gd name="connsiteX624" fmla="*/ 5967731 w 7392467"/>
              <a:gd name="connsiteY624" fmla="*/ 2010731 h 3320021"/>
              <a:gd name="connsiteX625" fmla="*/ 5967566 w 7392467"/>
              <a:gd name="connsiteY625" fmla="*/ 2010771 h 3320021"/>
              <a:gd name="connsiteX626" fmla="*/ 5967862 w 7392467"/>
              <a:gd name="connsiteY626" fmla="*/ 2011382 h 3320021"/>
              <a:gd name="connsiteX627" fmla="*/ 5977499 w 7392467"/>
              <a:gd name="connsiteY627" fmla="*/ 2059119 h 3320021"/>
              <a:gd name="connsiteX628" fmla="*/ 5979334 w 7392467"/>
              <a:gd name="connsiteY628" fmla="*/ 2035041 h 3320021"/>
              <a:gd name="connsiteX629" fmla="*/ 5967862 w 7392467"/>
              <a:gd name="connsiteY629" fmla="*/ 2011382 h 3320021"/>
              <a:gd name="connsiteX630" fmla="*/ 6530396 w 7392467"/>
              <a:gd name="connsiteY630" fmla="*/ 2009079 h 3320021"/>
              <a:gd name="connsiteX631" fmla="*/ 6536387 w 7392467"/>
              <a:gd name="connsiteY631" fmla="*/ 2068458 h 3320021"/>
              <a:gd name="connsiteX632" fmla="*/ 6566989 w 7392467"/>
              <a:gd name="connsiteY632" fmla="*/ 2144836 h 3320021"/>
              <a:gd name="connsiteX633" fmla="*/ 6530396 w 7392467"/>
              <a:gd name="connsiteY633" fmla="*/ 2009079 h 3320021"/>
              <a:gd name="connsiteX634" fmla="*/ 5196912 w 7392467"/>
              <a:gd name="connsiteY634" fmla="*/ 2003193 h 3320021"/>
              <a:gd name="connsiteX635" fmla="*/ 5212937 w 7392467"/>
              <a:gd name="connsiteY635" fmla="*/ 2063104 h 3320021"/>
              <a:gd name="connsiteX636" fmla="*/ 5213725 w 7392467"/>
              <a:gd name="connsiteY636" fmla="*/ 2026767 h 3320021"/>
              <a:gd name="connsiteX637" fmla="*/ 5196912 w 7392467"/>
              <a:gd name="connsiteY637" fmla="*/ 2003193 h 3320021"/>
              <a:gd name="connsiteX638" fmla="*/ 6048233 w 7392467"/>
              <a:gd name="connsiteY638" fmla="*/ 1946811 h 3320021"/>
              <a:gd name="connsiteX639" fmla="*/ 6048062 w 7392467"/>
              <a:gd name="connsiteY639" fmla="*/ 2023144 h 3320021"/>
              <a:gd name="connsiteX640" fmla="*/ 6047897 w 7392467"/>
              <a:gd name="connsiteY640" fmla="*/ 2023183 h 3320021"/>
              <a:gd name="connsiteX641" fmla="*/ 6049635 w 7392467"/>
              <a:gd name="connsiteY641" fmla="*/ 2026066 h 3320021"/>
              <a:gd name="connsiteX642" fmla="*/ 6048673 w 7392467"/>
              <a:gd name="connsiteY642" fmla="*/ 1947921 h 3320021"/>
              <a:gd name="connsiteX643" fmla="*/ 6048233 w 7392467"/>
              <a:gd name="connsiteY643" fmla="*/ 1946811 h 3320021"/>
              <a:gd name="connsiteX644" fmla="*/ 4431546 w 7392467"/>
              <a:gd name="connsiteY644" fmla="*/ 1864173 h 3320021"/>
              <a:gd name="connsiteX645" fmla="*/ 4509130 w 7392467"/>
              <a:gd name="connsiteY645" fmla="*/ 2541978 h 3320021"/>
              <a:gd name="connsiteX646" fmla="*/ 4431546 w 7392467"/>
              <a:gd name="connsiteY646" fmla="*/ 1864173 h 3320021"/>
              <a:gd name="connsiteX647" fmla="*/ 7100140 w 7392467"/>
              <a:gd name="connsiteY647" fmla="*/ 1862518 h 3320021"/>
              <a:gd name="connsiteX648" fmla="*/ 7095168 w 7392467"/>
              <a:gd name="connsiteY648" fmla="*/ 1899519 h 3320021"/>
              <a:gd name="connsiteX649" fmla="*/ 7116788 w 7392467"/>
              <a:gd name="connsiteY649" fmla="*/ 1931490 h 3320021"/>
              <a:gd name="connsiteX650" fmla="*/ 7100140 w 7392467"/>
              <a:gd name="connsiteY650" fmla="*/ 1862518 h 3320021"/>
              <a:gd name="connsiteX651" fmla="*/ 6356818 w 7392467"/>
              <a:gd name="connsiteY651" fmla="*/ 1844346 h 3320021"/>
              <a:gd name="connsiteX652" fmla="*/ 6356654 w 7392467"/>
              <a:gd name="connsiteY652" fmla="*/ 1844386 h 3320021"/>
              <a:gd name="connsiteX653" fmla="*/ 6356959 w 7392467"/>
              <a:gd name="connsiteY653" fmla="*/ 1845499 h 3320021"/>
              <a:gd name="connsiteX654" fmla="*/ 6379713 w 7392467"/>
              <a:gd name="connsiteY654" fmla="*/ 2032069 h 3320021"/>
              <a:gd name="connsiteX655" fmla="*/ 6405212 w 7392467"/>
              <a:gd name="connsiteY655" fmla="*/ 2070751 h 3320021"/>
              <a:gd name="connsiteX656" fmla="*/ 6402493 w 7392467"/>
              <a:gd name="connsiteY656" fmla="*/ 2011972 h 3320021"/>
              <a:gd name="connsiteX657" fmla="*/ 6356959 w 7392467"/>
              <a:gd name="connsiteY657" fmla="*/ 1845499 h 3320021"/>
              <a:gd name="connsiteX658" fmla="*/ 6035496 w 7392467"/>
              <a:gd name="connsiteY658" fmla="*/ 1814854 h 3320021"/>
              <a:gd name="connsiteX659" fmla="*/ 6035697 w 7392467"/>
              <a:gd name="connsiteY659" fmla="*/ 1815819 h 3320021"/>
              <a:gd name="connsiteX660" fmla="*/ 6024913 w 7392467"/>
              <a:gd name="connsiteY660" fmla="*/ 1982679 h 3320021"/>
              <a:gd name="connsiteX661" fmla="*/ 6042608 w 7392467"/>
              <a:gd name="connsiteY661" fmla="*/ 2013511 h 3320021"/>
              <a:gd name="connsiteX662" fmla="*/ 6047434 w 7392467"/>
              <a:gd name="connsiteY662" fmla="*/ 1944223 h 3320021"/>
              <a:gd name="connsiteX663" fmla="*/ 6047275 w 7392467"/>
              <a:gd name="connsiteY663" fmla="*/ 1943567 h 3320021"/>
              <a:gd name="connsiteX664" fmla="*/ 6047518 w 7392467"/>
              <a:gd name="connsiteY664" fmla="*/ 1943855 h 3320021"/>
              <a:gd name="connsiteX665" fmla="*/ 6048499 w 7392467"/>
              <a:gd name="connsiteY665" fmla="*/ 1929195 h 3320021"/>
              <a:gd name="connsiteX666" fmla="*/ 6048453 w 7392467"/>
              <a:gd name="connsiteY666" fmla="*/ 1944846 h 3320021"/>
              <a:gd name="connsiteX667" fmla="*/ 6048939 w 7392467"/>
              <a:gd name="connsiteY667" fmla="*/ 1945424 h 3320021"/>
              <a:gd name="connsiteX668" fmla="*/ 6050088 w 7392467"/>
              <a:gd name="connsiteY668" fmla="*/ 1899788 h 3320021"/>
              <a:gd name="connsiteX669" fmla="*/ 6039743 w 7392467"/>
              <a:gd name="connsiteY669" fmla="*/ 1877087 h 3320021"/>
              <a:gd name="connsiteX670" fmla="*/ 6050202 w 7392467"/>
              <a:gd name="connsiteY670" fmla="*/ 1895937 h 3320021"/>
              <a:gd name="connsiteX671" fmla="*/ 6050598 w 7392467"/>
              <a:gd name="connsiteY671" fmla="*/ 1887501 h 3320021"/>
              <a:gd name="connsiteX672" fmla="*/ 6035697 w 7392467"/>
              <a:gd name="connsiteY672" fmla="*/ 1815819 h 3320021"/>
              <a:gd name="connsiteX673" fmla="*/ 6035741 w 7392467"/>
              <a:gd name="connsiteY673" fmla="*/ 1815143 h 3320021"/>
              <a:gd name="connsiteX674" fmla="*/ 5874388 w 7392467"/>
              <a:gd name="connsiteY674" fmla="*/ 1814814 h 3320021"/>
              <a:gd name="connsiteX675" fmla="*/ 5904270 w 7392467"/>
              <a:gd name="connsiteY675" fmla="*/ 2025007 h 3320021"/>
              <a:gd name="connsiteX676" fmla="*/ 5904915 w 7392467"/>
              <a:gd name="connsiteY676" fmla="*/ 2026241 h 3320021"/>
              <a:gd name="connsiteX677" fmla="*/ 5891144 w 7392467"/>
              <a:gd name="connsiteY677" fmla="*/ 1850393 h 3320021"/>
              <a:gd name="connsiteX678" fmla="*/ 5874388 w 7392467"/>
              <a:gd name="connsiteY678" fmla="*/ 1814814 h 3320021"/>
              <a:gd name="connsiteX679" fmla="*/ 7290269 w 7392467"/>
              <a:gd name="connsiteY679" fmla="*/ 1810717 h 3320021"/>
              <a:gd name="connsiteX680" fmla="*/ 7319913 w 7392467"/>
              <a:gd name="connsiteY680" fmla="*/ 1924169 h 3320021"/>
              <a:gd name="connsiteX681" fmla="*/ 7327320 w 7392467"/>
              <a:gd name="connsiteY681" fmla="*/ 1935415 h 3320021"/>
              <a:gd name="connsiteX682" fmla="*/ 7291396 w 7392467"/>
              <a:gd name="connsiteY682" fmla="*/ 1813226 h 3320021"/>
              <a:gd name="connsiteX683" fmla="*/ 7290269 w 7392467"/>
              <a:gd name="connsiteY683" fmla="*/ 1810717 h 3320021"/>
              <a:gd name="connsiteX684" fmla="*/ 6138466 w 7392467"/>
              <a:gd name="connsiteY684" fmla="*/ 1794344 h 3320021"/>
              <a:gd name="connsiteX685" fmla="*/ 6217018 w 7392467"/>
              <a:gd name="connsiteY685" fmla="*/ 2176654 h 3320021"/>
              <a:gd name="connsiteX686" fmla="*/ 6249867 w 7392467"/>
              <a:gd name="connsiteY686" fmla="*/ 2238586 h 3320021"/>
              <a:gd name="connsiteX687" fmla="*/ 6272128 w 7392467"/>
              <a:gd name="connsiteY687" fmla="*/ 2050738 h 3320021"/>
              <a:gd name="connsiteX688" fmla="*/ 6138466 w 7392467"/>
              <a:gd name="connsiteY688" fmla="*/ 1794344 h 3320021"/>
              <a:gd name="connsiteX689" fmla="*/ 6115753 w 7392467"/>
              <a:gd name="connsiteY689" fmla="*/ 1745606 h 3320021"/>
              <a:gd name="connsiteX690" fmla="*/ 6115589 w 7392467"/>
              <a:gd name="connsiteY690" fmla="*/ 1745645 h 3320021"/>
              <a:gd name="connsiteX691" fmla="*/ 6142781 w 7392467"/>
              <a:gd name="connsiteY691" fmla="*/ 2054849 h 3320021"/>
              <a:gd name="connsiteX692" fmla="*/ 6144655 w 7392467"/>
              <a:gd name="connsiteY692" fmla="*/ 2061175 h 3320021"/>
              <a:gd name="connsiteX693" fmla="*/ 6146632 w 7392467"/>
              <a:gd name="connsiteY693" fmla="*/ 2065042 h 3320021"/>
              <a:gd name="connsiteX694" fmla="*/ 6136908 w 7392467"/>
              <a:gd name="connsiteY694" fmla="*/ 1869969 h 3320021"/>
              <a:gd name="connsiteX695" fmla="*/ 6141795 w 7392467"/>
              <a:gd name="connsiteY695" fmla="*/ 1908934 h 3320021"/>
              <a:gd name="connsiteX696" fmla="*/ 6124570 w 7392467"/>
              <a:gd name="connsiteY696" fmla="*/ 1764853 h 3320021"/>
              <a:gd name="connsiteX697" fmla="*/ 6115753 w 7392467"/>
              <a:gd name="connsiteY697" fmla="*/ 1745606 h 3320021"/>
              <a:gd name="connsiteX698" fmla="*/ 5224296 w 7392467"/>
              <a:gd name="connsiteY698" fmla="*/ 1739380 h 3320021"/>
              <a:gd name="connsiteX699" fmla="*/ 5224336 w 7392467"/>
              <a:gd name="connsiteY699" fmla="*/ 1739544 h 3320021"/>
              <a:gd name="connsiteX700" fmla="*/ 5228294 w 7392467"/>
              <a:gd name="connsiteY700" fmla="*/ 1748969 h 3320021"/>
              <a:gd name="connsiteX701" fmla="*/ 5226749 w 7392467"/>
              <a:gd name="connsiteY701" fmla="*/ 1793148 h 3320021"/>
              <a:gd name="connsiteX702" fmla="*/ 3790391 w 7392467"/>
              <a:gd name="connsiteY702" fmla="*/ 1722803 h 3320021"/>
              <a:gd name="connsiteX703" fmla="*/ 3629406 w 7392467"/>
              <a:gd name="connsiteY703" fmla="*/ 2443247 h 3320021"/>
              <a:gd name="connsiteX704" fmla="*/ 3667758 w 7392467"/>
              <a:gd name="connsiteY704" fmla="*/ 2553902 h 3320021"/>
              <a:gd name="connsiteX705" fmla="*/ 3876662 w 7392467"/>
              <a:gd name="connsiteY705" fmla="*/ 2158688 h 3320021"/>
              <a:gd name="connsiteX706" fmla="*/ 3790391 w 7392467"/>
              <a:gd name="connsiteY706" fmla="*/ 1722803 h 3320021"/>
              <a:gd name="connsiteX707" fmla="*/ 6902480 w 7392467"/>
              <a:gd name="connsiteY707" fmla="*/ 1681528 h 3320021"/>
              <a:gd name="connsiteX708" fmla="*/ 7025851 w 7392467"/>
              <a:gd name="connsiteY708" fmla="*/ 2160245 h 3320021"/>
              <a:gd name="connsiteX709" fmla="*/ 7032708 w 7392467"/>
              <a:gd name="connsiteY709" fmla="*/ 2173535 h 3320021"/>
              <a:gd name="connsiteX710" fmla="*/ 7048650 w 7392467"/>
              <a:gd name="connsiteY710" fmla="*/ 2087660 h 3320021"/>
              <a:gd name="connsiteX711" fmla="*/ 7027873 w 7392467"/>
              <a:gd name="connsiteY711" fmla="*/ 1896472 h 3320021"/>
              <a:gd name="connsiteX712" fmla="*/ 7027834 w 7392467"/>
              <a:gd name="connsiteY712" fmla="*/ 1896307 h 3320021"/>
              <a:gd name="connsiteX713" fmla="*/ 6902480 w 7392467"/>
              <a:gd name="connsiteY713" fmla="*/ 1681528 h 3320021"/>
              <a:gd name="connsiteX714" fmla="*/ 7036572 w 7392467"/>
              <a:gd name="connsiteY714" fmla="*/ 1632999 h 3320021"/>
              <a:gd name="connsiteX715" fmla="*/ 7036407 w 7392467"/>
              <a:gd name="connsiteY715" fmla="*/ 1633039 h 3320021"/>
              <a:gd name="connsiteX716" fmla="*/ 7062851 w 7392467"/>
              <a:gd name="connsiteY716" fmla="*/ 1852751 h 3320021"/>
              <a:gd name="connsiteX717" fmla="*/ 7089822 w 7392467"/>
              <a:gd name="connsiteY717" fmla="*/ 1891772 h 3320021"/>
              <a:gd name="connsiteX718" fmla="*/ 7098238 w 7392467"/>
              <a:gd name="connsiteY718" fmla="*/ 1854636 h 3320021"/>
              <a:gd name="connsiteX719" fmla="*/ 7061192 w 7392467"/>
              <a:gd name="connsiteY719" fmla="*/ 1673804 h 3320021"/>
              <a:gd name="connsiteX720" fmla="*/ 7036572 w 7392467"/>
              <a:gd name="connsiteY720" fmla="*/ 1632999 h 3320021"/>
              <a:gd name="connsiteX721" fmla="*/ 7031809 w 7392467"/>
              <a:gd name="connsiteY721" fmla="*/ 1563592 h 3320021"/>
              <a:gd name="connsiteX722" fmla="*/ 7034674 w 7392467"/>
              <a:gd name="connsiteY722" fmla="*/ 1609301 h 3320021"/>
              <a:gd name="connsiteX723" fmla="*/ 7054590 w 7392467"/>
              <a:gd name="connsiteY723" fmla="*/ 1634211 h 3320021"/>
              <a:gd name="connsiteX724" fmla="*/ 7049165 w 7392467"/>
              <a:gd name="connsiteY724" fmla="*/ 1600937 h 3320021"/>
              <a:gd name="connsiteX725" fmla="*/ 7031848 w 7392467"/>
              <a:gd name="connsiteY725" fmla="*/ 1563756 h 3320021"/>
              <a:gd name="connsiteX726" fmla="*/ 7028854 w 7392467"/>
              <a:gd name="connsiteY726" fmla="*/ 1428232 h 3320021"/>
              <a:gd name="connsiteX727" fmla="*/ 7028893 w 7392467"/>
              <a:gd name="connsiteY727" fmla="*/ 1428396 h 3320021"/>
              <a:gd name="connsiteX728" fmla="*/ 7029150 w 7392467"/>
              <a:gd name="connsiteY728" fmla="*/ 1431332 h 3320021"/>
              <a:gd name="connsiteX729" fmla="*/ 7028832 w 7392467"/>
              <a:gd name="connsiteY729" fmla="*/ 1430827 h 3320021"/>
              <a:gd name="connsiteX730" fmla="*/ 7116954 w 7392467"/>
              <a:gd name="connsiteY730" fmla="*/ 1281319 h 3320021"/>
              <a:gd name="connsiteX731" fmla="*/ 7116302 w 7392467"/>
              <a:gd name="connsiteY731" fmla="*/ 1290861 h 3320021"/>
              <a:gd name="connsiteX732" fmla="*/ 7223886 w 7392467"/>
              <a:gd name="connsiteY732" fmla="*/ 1675374 h 3320021"/>
              <a:gd name="connsiteX733" fmla="*/ 7226419 w 7392467"/>
              <a:gd name="connsiteY733" fmla="*/ 1651302 h 3320021"/>
              <a:gd name="connsiteX734" fmla="*/ 7219226 w 7392467"/>
              <a:gd name="connsiteY734" fmla="*/ 1583349 h 3320021"/>
              <a:gd name="connsiteX735" fmla="*/ 7116993 w 7392467"/>
              <a:gd name="connsiteY735" fmla="*/ 1281484 h 3320021"/>
              <a:gd name="connsiteX736" fmla="*/ 7100854 w 7392467"/>
              <a:gd name="connsiteY736" fmla="*/ 1235503 h 3320021"/>
              <a:gd name="connsiteX737" fmla="*/ 7104835 w 7392467"/>
              <a:gd name="connsiteY737" fmla="*/ 1249835 h 3320021"/>
              <a:gd name="connsiteX738" fmla="*/ 7105220 w 7392467"/>
              <a:gd name="connsiteY738" fmla="*/ 1247831 h 3320021"/>
              <a:gd name="connsiteX739" fmla="*/ 7100854 w 7392467"/>
              <a:gd name="connsiteY739" fmla="*/ 1235503 h 3320021"/>
              <a:gd name="connsiteX740" fmla="*/ 6171658 w 7392467"/>
              <a:gd name="connsiteY740" fmla="*/ 378151 h 3320021"/>
              <a:gd name="connsiteX741" fmla="*/ 6569163 w 7392467"/>
              <a:gd name="connsiteY741" fmla="*/ 1695945 h 3320021"/>
              <a:gd name="connsiteX742" fmla="*/ 6534418 w 7392467"/>
              <a:gd name="connsiteY742" fmla="*/ 1323047 h 3320021"/>
              <a:gd name="connsiteX743" fmla="*/ 6671091 w 7392467"/>
              <a:gd name="connsiteY743" fmla="*/ 1964865 h 3320021"/>
              <a:gd name="connsiteX744" fmla="*/ 6693533 w 7392467"/>
              <a:gd name="connsiteY744" fmla="*/ 1457383 h 3320021"/>
              <a:gd name="connsiteX745" fmla="*/ 6701964 w 7392467"/>
              <a:gd name="connsiteY745" fmla="*/ 2012851 h 3320021"/>
              <a:gd name="connsiteX746" fmla="*/ 6769717 w 7392467"/>
              <a:gd name="connsiteY746" fmla="*/ 2090514 h 3320021"/>
              <a:gd name="connsiteX747" fmla="*/ 6768495 w 7392467"/>
              <a:gd name="connsiteY747" fmla="*/ 1747062 h 3320021"/>
              <a:gd name="connsiteX748" fmla="*/ 6796377 w 7392467"/>
              <a:gd name="connsiteY748" fmla="*/ 2031770 h 3320021"/>
              <a:gd name="connsiteX749" fmla="*/ 6800228 w 7392467"/>
              <a:gd name="connsiteY749" fmla="*/ 2001644 h 3320021"/>
              <a:gd name="connsiteX750" fmla="*/ 6802810 w 7392467"/>
              <a:gd name="connsiteY750" fmla="*/ 1930986 h 3320021"/>
              <a:gd name="connsiteX751" fmla="*/ 6804452 w 7392467"/>
              <a:gd name="connsiteY751" fmla="*/ 1970907 h 3320021"/>
              <a:gd name="connsiteX752" fmla="*/ 6811627 w 7392467"/>
              <a:gd name="connsiteY752" fmla="*/ 1919994 h 3320021"/>
              <a:gd name="connsiteX753" fmla="*/ 6807307 w 7392467"/>
              <a:gd name="connsiteY753" fmla="*/ 1766020 h 3320021"/>
              <a:gd name="connsiteX754" fmla="*/ 6807471 w 7392467"/>
              <a:gd name="connsiteY754" fmla="*/ 1765981 h 3320021"/>
              <a:gd name="connsiteX755" fmla="*/ 6819271 w 7392467"/>
              <a:gd name="connsiteY755" fmla="*/ 1866709 h 3320021"/>
              <a:gd name="connsiteX756" fmla="*/ 6857749 w 7392467"/>
              <a:gd name="connsiteY756" fmla="*/ 1634454 h 3320021"/>
              <a:gd name="connsiteX757" fmla="*/ 6831701 w 7392467"/>
              <a:gd name="connsiteY757" fmla="*/ 1985879 h 3320021"/>
              <a:gd name="connsiteX758" fmla="*/ 6849974 w 7392467"/>
              <a:gd name="connsiteY758" fmla="*/ 2192617 h 3320021"/>
              <a:gd name="connsiteX759" fmla="*/ 6862823 w 7392467"/>
              <a:gd name="connsiteY759" fmla="*/ 2209849 h 3320021"/>
              <a:gd name="connsiteX760" fmla="*/ 6841503 w 7392467"/>
              <a:gd name="connsiteY760" fmla="*/ 1878895 h 3320021"/>
              <a:gd name="connsiteX761" fmla="*/ 6892755 w 7392467"/>
              <a:gd name="connsiteY761" fmla="*/ 2252501 h 3320021"/>
              <a:gd name="connsiteX762" fmla="*/ 6998471 w 7392467"/>
              <a:gd name="connsiteY762" fmla="*/ 2423361 h 3320021"/>
              <a:gd name="connsiteX763" fmla="*/ 7005392 w 7392467"/>
              <a:gd name="connsiteY763" fmla="*/ 2373552 h 3320021"/>
              <a:gd name="connsiteX764" fmla="*/ 6861849 w 7392467"/>
              <a:gd name="connsiteY764" fmla="*/ 1608961 h 3320021"/>
              <a:gd name="connsiteX765" fmla="*/ 6749000 w 7392467"/>
              <a:gd name="connsiteY765" fmla="*/ 1438781 h 3320021"/>
              <a:gd name="connsiteX766" fmla="*/ 6852863 w 7392467"/>
              <a:gd name="connsiteY766" fmla="*/ 1565251 h 3320021"/>
              <a:gd name="connsiteX767" fmla="*/ 6783678 w 7392467"/>
              <a:gd name="connsiteY767" fmla="*/ 1285821 h 3320021"/>
              <a:gd name="connsiteX768" fmla="*/ 6887134 w 7392467"/>
              <a:gd name="connsiteY768" fmla="*/ 1608593 h 3320021"/>
              <a:gd name="connsiteX769" fmla="*/ 7025234 w 7392467"/>
              <a:gd name="connsiteY769" fmla="*/ 1792664 h 3320021"/>
              <a:gd name="connsiteX770" fmla="*/ 7021056 w 7392467"/>
              <a:gd name="connsiteY770" fmla="*/ 1601119 h 3320021"/>
              <a:gd name="connsiteX771" fmla="*/ 6979197 w 7392467"/>
              <a:gd name="connsiteY771" fmla="*/ 1538579 h 3320021"/>
              <a:gd name="connsiteX772" fmla="*/ 7021208 w 7392467"/>
              <a:gd name="connsiteY772" fmla="*/ 1587353 h 3320021"/>
              <a:gd name="connsiteX773" fmla="*/ 7022987 w 7392467"/>
              <a:gd name="connsiteY773" fmla="*/ 1534962 h 3320021"/>
              <a:gd name="connsiteX774" fmla="*/ 6692825 w 7392467"/>
              <a:gd name="connsiteY774" fmla="*/ 919514 h 3320021"/>
              <a:gd name="connsiteX775" fmla="*/ 6865762 w 7392467"/>
              <a:gd name="connsiteY775" fmla="*/ 1171946 h 3320021"/>
              <a:gd name="connsiteX776" fmla="*/ 7028832 w 7392467"/>
              <a:gd name="connsiteY776" fmla="*/ 1430827 h 3320021"/>
              <a:gd name="connsiteX777" fmla="*/ 7028768 w 7392467"/>
              <a:gd name="connsiteY777" fmla="*/ 1438679 h 3320021"/>
              <a:gd name="connsiteX778" fmla="*/ 7029981 w 7392467"/>
              <a:gd name="connsiteY778" fmla="*/ 1440820 h 3320021"/>
              <a:gd name="connsiteX779" fmla="*/ 7029150 w 7392467"/>
              <a:gd name="connsiteY779" fmla="*/ 1431332 h 3320021"/>
              <a:gd name="connsiteX780" fmla="*/ 7029601 w 7392467"/>
              <a:gd name="connsiteY780" fmla="*/ 1432048 h 3320021"/>
              <a:gd name="connsiteX781" fmla="*/ 7031843 w 7392467"/>
              <a:gd name="connsiteY781" fmla="*/ 1408219 h 3320021"/>
              <a:gd name="connsiteX782" fmla="*/ 7028208 w 7392467"/>
              <a:gd name="connsiteY782" fmla="*/ 1351400 h 3320021"/>
              <a:gd name="connsiteX783" fmla="*/ 6893228 w 7392467"/>
              <a:gd name="connsiteY783" fmla="*/ 627320 h 3320021"/>
              <a:gd name="connsiteX784" fmla="*/ 6893149 w 7392467"/>
              <a:gd name="connsiteY784" fmla="*/ 626992 h 3320021"/>
              <a:gd name="connsiteX785" fmla="*/ 7001894 w 7392467"/>
              <a:gd name="connsiteY785" fmla="*/ 1004794 h 3320021"/>
              <a:gd name="connsiteX786" fmla="*/ 6917799 w 7392467"/>
              <a:gd name="connsiteY786" fmla="*/ 568559 h 3320021"/>
              <a:gd name="connsiteX787" fmla="*/ 6917720 w 7392467"/>
              <a:gd name="connsiteY787" fmla="*/ 568231 h 3320021"/>
              <a:gd name="connsiteX788" fmla="*/ 7036952 w 7392467"/>
              <a:gd name="connsiteY788" fmla="*/ 986600 h 3320021"/>
              <a:gd name="connsiteX789" fmla="*/ 7037485 w 7392467"/>
              <a:gd name="connsiteY789" fmla="*/ 981606 h 3320021"/>
              <a:gd name="connsiteX790" fmla="*/ 7037710 w 7392467"/>
              <a:gd name="connsiteY790" fmla="*/ 989024 h 3320021"/>
              <a:gd name="connsiteX791" fmla="*/ 7081421 w 7392467"/>
              <a:gd name="connsiteY791" fmla="*/ 1146350 h 3320021"/>
              <a:gd name="connsiteX792" fmla="*/ 7116279 w 7392467"/>
              <a:gd name="connsiteY792" fmla="*/ 1223090 h 3320021"/>
              <a:gd name="connsiteX793" fmla="*/ 7179889 w 7392467"/>
              <a:gd name="connsiteY793" fmla="*/ 1044552 h 3320021"/>
              <a:gd name="connsiteX794" fmla="*/ 7180138 w 7392467"/>
              <a:gd name="connsiteY794" fmla="*/ 1044145 h 3320021"/>
              <a:gd name="connsiteX795" fmla="*/ 7126179 w 7392467"/>
              <a:gd name="connsiteY795" fmla="*/ 1245379 h 3320021"/>
              <a:gd name="connsiteX796" fmla="*/ 7215529 w 7392467"/>
              <a:gd name="connsiteY796" fmla="*/ 1453555 h 3320021"/>
              <a:gd name="connsiteX797" fmla="*/ 7213649 w 7392467"/>
              <a:gd name="connsiteY797" fmla="*/ 1342092 h 3320021"/>
              <a:gd name="connsiteX798" fmla="*/ 7229668 w 7392467"/>
              <a:gd name="connsiteY798" fmla="*/ 1488375 h 3320021"/>
              <a:gd name="connsiteX799" fmla="*/ 7244776 w 7392467"/>
              <a:gd name="connsiteY799" fmla="*/ 1525047 h 3320021"/>
              <a:gd name="connsiteX800" fmla="*/ 7264420 w 7392467"/>
              <a:gd name="connsiteY800" fmla="*/ 1331400 h 3320021"/>
              <a:gd name="connsiteX801" fmla="*/ 7264585 w 7392467"/>
              <a:gd name="connsiteY801" fmla="*/ 1331360 h 3320021"/>
              <a:gd name="connsiteX802" fmla="*/ 7258961 w 7392467"/>
              <a:gd name="connsiteY802" fmla="*/ 1559334 h 3320021"/>
              <a:gd name="connsiteX803" fmla="*/ 7306188 w 7392467"/>
              <a:gd name="connsiteY803" fmla="*/ 1677231 h 3320021"/>
              <a:gd name="connsiteX804" fmla="*/ 7289093 w 7392467"/>
              <a:gd name="connsiteY804" fmla="*/ 1507051 h 3320021"/>
              <a:gd name="connsiteX805" fmla="*/ 7344835 w 7392467"/>
              <a:gd name="connsiteY805" fmla="*/ 1766786 h 3320021"/>
              <a:gd name="connsiteX806" fmla="*/ 7158693 w 7392467"/>
              <a:gd name="connsiteY806" fmla="*/ 683155 h 3320021"/>
              <a:gd name="connsiteX807" fmla="*/ 7370762 w 7392467"/>
              <a:gd name="connsiteY807" fmla="*/ 1116067 h 3320021"/>
              <a:gd name="connsiteX808" fmla="*/ 7392467 w 7392467"/>
              <a:gd name="connsiteY808" fmla="*/ 1205899 h 3320021"/>
              <a:gd name="connsiteX809" fmla="*/ 7392467 w 7392467"/>
              <a:gd name="connsiteY809" fmla="*/ 3320021 h 3320021"/>
              <a:gd name="connsiteX810" fmla="*/ 3208496 w 7392467"/>
              <a:gd name="connsiteY810" fmla="*/ 3320021 h 3320021"/>
              <a:gd name="connsiteX811" fmla="*/ 3210078 w 7392467"/>
              <a:gd name="connsiteY811" fmla="*/ 3239604 h 3320021"/>
              <a:gd name="connsiteX812" fmla="*/ 3205548 w 7392467"/>
              <a:gd name="connsiteY812" fmla="*/ 3217237 h 3320021"/>
              <a:gd name="connsiteX813" fmla="*/ 3179829 w 7392467"/>
              <a:gd name="connsiteY813" fmla="*/ 3175480 h 3320021"/>
              <a:gd name="connsiteX814" fmla="*/ 3203677 w 7392467"/>
              <a:gd name="connsiteY814" fmla="*/ 3320021 h 3320021"/>
              <a:gd name="connsiteX815" fmla="*/ 2734155 w 7392467"/>
              <a:gd name="connsiteY815" fmla="*/ 3320021 h 3320021"/>
              <a:gd name="connsiteX816" fmla="*/ 2730190 w 7392467"/>
              <a:gd name="connsiteY816" fmla="*/ 3300523 h 3320021"/>
              <a:gd name="connsiteX817" fmla="*/ 2634366 w 7392467"/>
              <a:gd name="connsiteY817" fmla="*/ 3107290 h 3320021"/>
              <a:gd name="connsiteX818" fmla="*/ 2692715 w 7392467"/>
              <a:gd name="connsiteY818" fmla="*/ 3320021 h 3320021"/>
              <a:gd name="connsiteX819" fmla="*/ 2326262 w 7392467"/>
              <a:gd name="connsiteY819" fmla="*/ 3320021 h 3320021"/>
              <a:gd name="connsiteX820" fmla="*/ 2323316 w 7392467"/>
              <a:gd name="connsiteY820" fmla="*/ 3215389 h 3320021"/>
              <a:gd name="connsiteX821" fmla="*/ 2293158 w 7392467"/>
              <a:gd name="connsiteY821" fmla="*/ 3084684 h 3320021"/>
              <a:gd name="connsiteX822" fmla="*/ 2278005 w 7392467"/>
              <a:gd name="connsiteY822" fmla="*/ 3043504 h 3320021"/>
              <a:gd name="connsiteX823" fmla="*/ 2267420 w 7392467"/>
              <a:gd name="connsiteY823" fmla="*/ 3024857 h 3320021"/>
              <a:gd name="connsiteX824" fmla="*/ 2266741 w 7392467"/>
              <a:gd name="connsiteY824" fmla="*/ 3098359 h 3320021"/>
              <a:gd name="connsiteX825" fmla="*/ 2268870 w 7392467"/>
              <a:gd name="connsiteY825" fmla="*/ 3118699 h 3320021"/>
              <a:gd name="connsiteX826" fmla="*/ 2268746 w 7392467"/>
              <a:gd name="connsiteY826" fmla="*/ 3118903 h 3320021"/>
              <a:gd name="connsiteX827" fmla="*/ 2297273 w 7392467"/>
              <a:gd name="connsiteY827" fmla="*/ 3304050 h 3320021"/>
              <a:gd name="connsiteX828" fmla="*/ 2310969 w 7392467"/>
              <a:gd name="connsiteY828" fmla="*/ 3320021 h 3320021"/>
              <a:gd name="connsiteX829" fmla="*/ 1827169 w 7392467"/>
              <a:gd name="connsiteY829" fmla="*/ 3320021 h 3320021"/>
              <a:gd name="connsiteX830" fmla="*/ 1836559 w 7392467"/>
              <a:gd name="connsiteY830" fmla="*/ 3299689 h 3320021"/>
              <a:gd name="connsiteX831" fmla="*/ 1830676 w 7392467"/>
              <a:gd name="connsiteY831" fmla="*/ 2934770 h 3320021"/>
              <a:gd name="connsiteX832" fmla="*/ 1827538 w 7392467"/>
              <a:gd name="connsiteY832" fmla="*/ 2932572 h 3320021"/>
              <a:gd name="connsiteX833" fmla="*/ 1774519 w 7392467"/>
              <a:gd name="connsiteY833" fmla="*/ 3204658 h 3320021"/>
              <a:gd name="connsiteX834" fmla="*/ 1799627 w 7392467"/>
              <a:gd name="connsiteY834" fmla="*/ 3306517 h 3320021"/>
              <a:gd name="connsiteX835" fmla="*/ 1808725 w 7392467"/>
              <a:gd name="connsiteY835" fmla="*/ 3320021 h 3320021"/>
              <a:gd name="connsiteX836" fmla="*/ 1664765 w 7392467"/>
              <a:gd name="connsiteY836" fmla="*/ 3320021 h 3320021"/>
              <a:gd name="connsiteX837" fmla="*/ 1620913 w 7392467"/>
              <a:gd name="connsiteY837" fmla="*/ 3234262 h 3320021"/>
              <a:gd name="connsiteX838" fmla="*/ 1690321 w 7392467"/>
              <a:gd name="connsiteY838" fmla="*/ 3305096 h 3320021"/>
              <a:gd name="connsiteX839" fmla="*/ 1445621 w 7392467"/>
              <a:gd name="connsiteY839" fmla="*/ 2902588 h 3320021"/>
              <a:gd name="connsiteX840" fmla="*/ 1428854 w 7392467"/>
              <a:gd name="connsiteY840" fmla="*/ 3059913 h 3320021"/>
              <a:gd name="connsiteX841" fmla="*/ 1537513 w 7392467"/>
              <a:gd name="connsiteY841" fmla="*/ 3320021 h 3320021"/>
              <a:gd name="connsiteX842" fmla="*/ 1475686 w 7392467"/>
              <a:gd name="connsiteY842" fmla="*/ 3320021 h 3320021"/>
              <a:gd name="connsiteX843" fmla="*/ 1474470 w 7392467"/>
              <a:gd name="connsiteY843" fmla="*/ 3316121 h 3320021"/>
              <a:gd name="connsiteX844" fmla="*/ 1473945 w 7392467"/>
              <a:gd name="connsiteY844" fmla="*/ 3314400 h 3320021"/>
              <a:gd name="connsiteX845" fmla="*/ 1473984 w 7392467"/>
              <a:gd name="connsiteY845" fmla="*/ 3314563 h 3320021"/>
              <a:gd name="connsiteX846" fmla="*/ 1474470 w 7392467"/>
              <a:gd name="connsiteY846" fmla="*/ 3316121 h 3320021"/>
              <a:gd name="connsiteX847" fmla="*/ 1475660 w 7392467"/>
              <a:gd name="connsiteY847" fmla="*/ 3320021 h 3320021"/>
              <a:gd name="connsiteX848" fmla="*/ 1338922 w 7392467"/>
              <a:gd name="connsiteY848" fmla="*/ 3320021 h 3320021"/>
              <a:gd name="connsiteX849" fmla="*/ 1355097 w 7392467"/>
              <a:gd name="connsiteY849" fmla="*/ 3206492 h 3320021"/>
              <a:gd name="connsiteX850" fmla="*/ 1178225 w 7392467"/>
              <a:gd name="connsiteY850" fmla="*/ 2555086 h 3320021"/>
              <a:gd name="connsiteX851" fmla="*/ 1383563 w 7392467"/>
              <a:gd name="connsiteY851" fmla="*/ 3021317 h 3320021"/>
              <a:gd name="connsiteX852" fmla="*/ 1322333 w 7392467"/>
              <a:gd name="connsiteY852" fmla="*/ 2730929 h 3320021"/>
              <a:gd name="connsiteX853" fmla="*/ 1252468 w 7392467"/>
              <a:gd name="connsiteY853" fmla="*/ 2645955 h 3320021"/>
              <a:gd name="connsiteX854" fmla="*/ 1320108 w 7392467"/>
              <a:gd name="connsiteY854" fmla="*/ 2712350 h 3320021"/>
              <a:gd name="connsiteX855" fmla="*/ 1311059 w 7392467"/>
              <a:gd name="connsiteY855" fmla="*/ 2585585 h 3320021"/>
              <a:gd name="connsiteX856" fmla="*/ 1311184 w 7392467"/>
              <a:gd name="connsiteY856" fmla="*/ 2585381 h 3320021"/>
              <a:gd name="connsiteX857" fmla="*/ 1333233 w 7392467"/>
              <a:gd name="connsiteY857" fmla="*/ 2725691 h 3320021"/>
              <a:gd name="connsiteX858" fmla="*/ 1433333 w 7392467"/>
              <a:gd name="connsiteY858" fmla="*/ 2831521 h 3320021"/>
              <a:gd name="connsiteX859" fmla="*/ 1505374 w 7392467"/>
              <a:gd name="connsiteY859" fmla="*/ 2588559 h 3320021"/>
              <a:gd name="connsiteX860" fmla="*/ 1456317 w 7392467"/>
              <a:gd name="connsiteY860" fmla="*/ 2856907 h 3320021"/>
              <a:gd name="connsiteX861" fmla="*/ 1710735 w 7392467"/>
              <a:gd name="connsiteY861" fmla="*/ 3172958 h 3320021"/>
              <a:gd name="connsiteX862" fmla="*/ 1705265 w 7392467"/>
              <a:gd name="connsiteY862" fmla="*/ 3074699 h 3320021"/>
              <a:gd name="connsiteX863" fmla="*/ 1705514 w 7392467"/>
              <a:gd name="connsiteY863" fmla="*/ 3074291 h 3320021"/>
              <a:gd name="connsiteX864" fmla="*/ 1719773 w 7392467"/>
              <a:gd name="connsiteY864" fmla="*/ 3185200 h 3320021"/>
              <a:gd name="connsiteX865" fmla="*/ 1722892 w 7392467"/>
              <a:gd name="connsiteY865" fmla="*/ 3189487 h 3320021"/>
              <a:gd name="connsiteX866" fmla="*/ 1666930 w 7392467"/>
              <a:gd name="connsiteY866" fmla="*/ 2594052 h 3320021"/>
              <a:gd name="connsiteX867" fmla="*/ 1759162 w 7392467"/>
              <a:gd name="connsiteY867" fmla="*/ 3117996 h 3320021"/>
              <a:gd name="connsiteX868" fmla="*/ 1818768 w 7392467"/>
              <a:gd name="connsiteY868" fmla="*/ 2922872 h 3320021"/>
              <a:gd name="connsiteX869" fmla="*/ 1762067 w 7392467"/>
              <a:gd name="connsiteY869" fmla="*/ 2886681 h 3320021"/>
              <a:gd name="connsiteX870" fmla="*/ 1820653 w 7392467"/>
              <a:gd name="connsiteY870" fmla="*/ 2917724 h 3320021"/>
              <a:gd name="connsiteX871" fmla="*/ 1835472 w 7392467"/>
              <a:gd name="connsiteY871" fmla="*/ 2879043 h 3320021"/>
              <a:gd name="connsiteX872" fmla="*/ 1838746 w 7392467"/>
              <a:gd name="connsiteY872" fmla="*/ 2698211 h 3320021"/>
              <a:gd name="connsiteX873" fmla="*/ 1741467 w 7392467"/>
              <a:gd name="connsiteY873" fmla="*/ 2563026 h 3320021"/>
              <a:gd name="connsiteX874" fmla="*/ 1839500 w 7392467"/>
              <a:gd name="connsiteY874" fmla="*/ 2671093 h 3320021"/>
              <a:gd name="connsiteX875" fmla="*/ 1918444 w 7392467"/>
              <a:gd name="connsiteY875" fmla="*/ 1488371 h 3320021"/>
              <a:gd name="connsiteX876" fmla="*/ 1918772 w 7392467"/>
              <a:gd name="connsiteY876" fmla="*/ 1488292 h 3320021"/>
              <a:gd name="connsiteX877" fmla="*/ 1970891 w 7392467"/>
              <a:gd name="connsiteY877" fmla="*/ 2551616 h 3320021"/>
              <a:gd name="connsiteX878" fmla="*/ 2001933 w 7392467"/>
              <a:gd name="connsiteY878" fmla="*/ 2644224 h 3320021"/>
              <a:gd name="connsiteX879" fmla="*/ 2015636 w 7392467"/>
              <a:gd name="connsiteY879" fmla="*/ 2490765 h 3320021"/>
              <a:gd name="connsiteX880" fmla="*/ 2015801 w 7392467"/>
              <a:gd name="connsiteY880" fmla="*/ 2490725 h 3320021"/>
              <a:gd name="connsiteX881" fmla="*/ 2015540 w 7392467"/>
              <a:gd name="connsiteY881" fmla="*/ 2673958 h 3320021"/>
              <a:gd name="connsiteX882" fmla="*/ 2034674 w 7392467"/>
              <a:gd name="connsiteY882" fmla="*/ 2487561 h 3320021"/>
              <a:gd name="connsiteX883" fmla="*/ 2034839 w 7392467"/>
              <a:gd name="connsiteY883" fmla="*/ 2487521 h 3320021"/>
              <a:gd name="connsiteX884" fmla="*/ 2032047 w 7392467"/>
              <a:gd name="connsiteY884" fmla="*/ 2634348 h 3320021"/>
              <a:gd name="connsiteX885" fmla="*/ 2040263 w 7392467"/>
              <a:gd name="connsiteY885" fmla="*/ 2576232 h 3320021"/>
              <a:gd name="connsiteX886" fmla="*/ 2032568 w 7392467"/>
              <a:gd name="connsiteY886" fmla="*/ 2726503 h 3320021"/>
              <a:gd name="connsiteX887" fmla="*/ 2032744 w 7392467"/>
              <a:gd name="connsiteY887" fmla="*/ 2755309 h 3320021"/>
              <a:gd name="connsiteX888" fmla="*/ 2079992 w 7392467"/>
              <a:gd name="connsiteY888" fmla="*/ 2991374 h 3320021"/>
              <a:gd name="connsiteX889" fmla="*/ 2102977 w 7392467"/>
              <a:gd name="connsiteY889" fmla="*/ 3026839 h 3320021"/>
              <a:gd name="connsiteX890" fmla="*/ 2197891 w 7392467"/>
              <a:gd name="connsiteY890" fmla="*/ 2042028 h 3320021"/>
              <a:gd name="connsiteX891" fmla="*/ 2178088 w 7392467"/>
              <a:gd name="connsiteY891" fmla="*/ 2008228 h 3320021"/>
              <a:gd name="connsiteX892" fmla="*/ 2198632 w 7392467"/>
              <a:gd name="connsiteY892" fmla="*/ 2036461 h 3320021"/>
              <a:gd name="connsiteX893" fmla="*/ 2224641 w 7392467"/>
              <a:gd name="connsiteY893" fmla="*/ 1841105 h 3320021"/>
              <a:gd name="connsiteX894" fmla="*/ 2224890 w 7392467"/>
              <a:gd name="connsiteY894" fmla="*/ 1840697 h 3320021"/>
              <a:gd name="connsiteX895" fmla="*/ 2225054 w 7392467"/>
              <a:gd name="connsiteY895" fmla="*/ 2072487 h 3320021"/>
              <a:gd name="connsiteX896" fmla="*/ 2282316 w 7392467"/>
              <a:gd name="connsiteY896" fmla="*/ 2150598 h 3320021"/>
              <a:gd name="connsiteX897" fmla="*/ 2272869 w 7392467"/>
              <a:gd name="connsiteY897" fmla="*/ 1991953 h 3320021"/>
              <a:gd name="connsiteX898" fmla="*/ 2273119 w 7392467"/>
              <a:gd name="connsiteY898" fmla="*/ 1991545 h 3320021"/>
              <a:gd name="connsiteX899" fmla="*/ 2299620 w 7392467"/>
              <a:gd name="connsiteY899" fmla="*/ 2174053 h 3320021"/>
              <a:gd name="connsiteX900" fmla="*/ 2685727 w 7392467"/>
              <a:gd name="connsiteY900" fmla="*/ 2711696 h 3320021"/>
              <a:gd name="connsiteX901" fmla="*/ 2651673 w 7392467"/>
              <a:gd name="connsiteY901" fmla="*/ 2520932 h 3320021"/>
              <a:gd name="connsiteX902" fmla="*/ 2707190 w 7392467"/>
              <a:gd name="connsiteY902" fmla="*/ 2743010 h 3320021"/>
              <a:gd name="connsiteX903" fmla="*/ 2739257 w 7392467"/>
              <a:gd name="connsiteY903" fmla="*/ 2790186 h 3320021"/>
              <a:gd name="connsiteX904" fmla="*/ 2733046 w 7392467"/>
              <a:gd name="connsiteY904" fmla="*/ 2677335 h 3320021"/>
              <a:gd name="connsiteX905" fmla="*/ 2509931 w 7392467"/>
              <a:gd name="connsiteY905" fmla="*/ 2205141 h 3320021"/>
              <a:gd name="connsiteX906" fmla="*/ 2308703 w 7392467"/>
              <a:gd name="connsiteY906" fmla="*/ 2039610 h 3320021"/>
              <a:gd name="connsiteX907" fmla="*/ 2487235 w 7392467"/>
              <a:gd name="connsiteY907" fmla="*/ 2159353 h 3320021"/>
              <a:gd name="connsiteX908" fmla="*/ 2080923 w 7392467"/>
              <a:gd name="connsiteY908" fmla="*/ 1365214 h 3320021"/>
              <a:gd name="connsiteX909" fmla="*/ 2648231 w 7392467"/>
              <a:gd name="connsiteY909" fmla="*/ 2284198 h 3320021"/>
              <a:gd name="connsiteX910" fmla="*/ 2736765 w 7392467"/>
              <a:gd name="connsiteY910" fmla="*/ 2360842 h 3320021"/>
              <a:gd name="connsiteX911" fmla="*/ 2771076 w 7392467"/>
              <a:gd name="connsiteY911" fmla="*/ 2071724 h 3320021"/>
              <a:gd name="connsiteX912" fmla="*/ 2773046 w 7392467"/>
              <a:gd name="connsiteY912" fmla="*/ 2393793 h 3320021"/>
              <a:gd name="connsiteX913" fmla="*/ 2966353 w 7392467"/>
              <a:gd name="connsiteY913" fmla="*/ 2591302 h 3320021"/>
              <a:gd name="connsiteX914" fmla="*/ 2604113 w 7392467"/>
              <a:gd name="connsiteY914" fmla="*/ 1829277 h 3320021"/>
              <a:gd name="connsiteX915" fmla="*/ 2604482 w 7392467"/>
              <a:gd name="connsiteY915" fmla="*/ 1829362 h 3320021"/>
              <a:gd name="connsiteX916" fmla="*/ 3048263 w 7392467"/>
              <a:gd name="connsiteY916" fmla="*/ 2545463 h 3320021"/>
              <a:gd name="connsiteX917" fmla="*/ 3056927 w 7392467"/>
              <a:gd name="connsiteY917" fmla="*/ 2472641 h 3320021"/>
              <a:gd name="connsiteX918" fmla="*/ 2740595 w 7392467"/>
              <a:gd name="connsiteY918" fmla="*/ 1738810 h 3320021"/>
              <a:gd name="connsiteX919" fmla="*/ 3075155 w 7392467"/>
              <a:gd name="connsiteY919" fmla="*/ 2332167 h 3320021"/>
              <a:gd name="connsiteX920" fmla="*/ 3090921 w 7392467"/>
              <a:gd name="connsiteY920" fmla="*/ 2217487 h 3320021"/>
              <a:gd name="connsiteX921" fmla="*/ 3039256 w 7392467"/>
              <a:gd name="connsiteY921" fmla="*/ 1894727 h 3320021"/>
              <a:gd name="connsiteX922" fmla="*/ 3039177 w 7392467"/>
              <a:gd name="connsiteY922" fmla="*/ 1894398 h 3320021"/>
              <a:gd name="connsiteX923" fmla="*/ 3063571 w 7392467"/>
              <a:gd name="connsiteY923" fmla="*/ 1988263 h 3320021"/>
              <a:gd name="connsiteX924" fmla="*/ 3051611 w 7392467"/>
              <a:gd name="connsiteY924" fmla="*/ 1917116 h 3320021"/>
              <a:gd name="connsiteX925" fmla="*/ 3104183 w 7392467"/>
              <a:gd name="connsiteY925" fmla="*/ 2123396 h 3320021"/>
              <a:gd name="connsiteX926" fmla="*/ 3121799 w 7392467"/>
              <a:gd name="connsiteY926" fmla="*/ 2002708 h 3320021"/>
              <a:gd name="connsiteX927" fmla="*/ 3122128 w 7392467"/>
              <a:gd name="connsiteY927" fmla="*/ 2002629 h 3320021"/>
              <a:gd name="connsiteX928" fmla="*/ 3120514 w 7392467"/>
              <a:gd name="connsiteY928" fmla="*/ 2191054 h 3320021"/>
              <a:gd name="connsiteX929" fmla="*/ 3133431 w 7392467"/>
              <a:gd name="connsiteY929" fmla="*/ 2245285 h 3320021"/>
              <a:gd name="connsiteX930" fmla="*/ 3272857 w 7392467"/>
              <a:gd name="connsiteY930" fmla="*/ 2493162 h 3320021"/>
              <a:gd name="connsiteX931" fmla="*/ 3311810 w 7392467"/>
              <a:gd name="connsiteY931" fmla="*/ 2524948 h 3320021"/>
              <a:gd name="connsiteX932" fmla="*/ 3178161 w 7392467"/>
              <a:gd name="connsiteY932" fmla="*/ 1969813 h 3320021"/>
              <a:gd name="connsiteX933" fmla="*/ 3303832 w 7392467"/>
              <a:gd name="connsiteY933" fmla="*/ 2296782 h 3320021"/>
              <a:gd name="connsiteX934" fmla="*/ 3289097 w 7392467"/>
              <a:gd name="connsiteY934" fmla="*/ 2224221 h 3320021"/>
              <a:gd name="connsiteX935" fmla="*/ 3406359 w 7392467"/>
              <a:gd name="connsiteY935" fmla="*/ 2607787 h 3320021"/>
              <a:gd name="connsiteX936" fmla="*/ 3489861 w 7392467"/>
              <a:gd name="connsiteY936" fmla="*/ 2688775 h 3320021"/>
              <a:gd name="connsiteX937" fmla="*/ 3510682 w 7392467"/>
              <a:gd name="connsiteY937" fmla="*/ 2425851 h 3320021"/>
              <a:gd name="connsiteX938" fmla="*/ 3524398 w 7392467"/>
              <a:gd name="connsiteY938" fmla="*/ 2724580 h 3320021"/>
              <a:gd name="connsiteX939" fmla="*/ 3527727 w 7392467"/>
              <a:gd name="connsiteY939" fmla="*/ 2728294 h 3320021"/>
              <a:gd name="connsiteX940" fmla="*/ 3553350 w 7392467"/>
              <a:gd name="connsiteY940" fmla="*/ 2489585 h 3320021"/>
              <a:gd name="connsiteX941" fmla="*/ 3550395 w 7392467"/>
              <a:gd name="connsiteY941" fmla="*/ 2480219 h 3320021"/>
              <a:gd name="connsiteX942" fmla="*/ 3553691 w 7392467"/>
              <a:gd name="connsiteY942" fmla="*/ 2488113 h 3320021"/>
              <a:gd name="connsiteX943" fmla="*/ 3597158 w 7392467"/>
              <a:gd name="connsiteY943" fmla="*/ 2252047 h 3320021"/>
              <a:gd name="connsiteX944" fmla="*/ 3597803 w 7392467"/>
              <a:gd name="connsiteY944" fmla="*/ 2228083 h 3320021"/>
              <a:gd name="connsiteX945" fmla="*/ 3598092 w 7392467"/>
              <a:gd name="connsiteY945" fmla="*/ 2227839 h 3320021"/>
              <a:gd name="connsiteX946" fmla="*/ 3599105 w 7392467"/>
              <a:gd name="connsiteY946" fmla="*/ 2244278 h 3320021"/>
              <a:gd name="connsiteX947" fmla="*/ 3791082 w 7392467"/>
              <a:gd name="connsiteY947" fmla="*/ 1703346 h 3320021"/>
              <a:gd name="connsiteX948" fmla="*/ 3723974 w 7392467"/>
              <a:gd name="connsiteY948" fmla="*/ 1374929 h 3320021"/>
              <a:gd name="connsiteX949" fmla="*/ 3723896 w 7392467"/>
              <a:gd name="connsiteY949" fmla="*/ 1374600 h 3320021"/>
              <a:gd name="connsiteX950" fmla="*/ 3806411 w 7392467"/>
              <a:gd name="connsiteY950" fmla="*/ 1672536 h 3320021"/>
              <a:gd name="connsiteX951" fmla="*/ 3857567 w 7392467"/>
              <a:gd name="connsiteY951" fmla="*/ 1579204 h 3320021"/>
              <a:gd name="connsiteX952" fmla="*/ 3809910 w 7392467"/>
              <a:gd name="connsiteY952" fmla="*/ 1685593 h 3320021"/>
              <a:gd name="connsiteX953" fmla="*/ 3967942 w 7392467"/>
              <a:gd name="connsiteY953" fmla="*/ 2270468 h 3320021"/>
              <a:gd name="connsiteX954" fmla="*/ 3983255 w 7392467"/>
              <a:gd name="connsiteY954" fmla="*/ 2312304 h 3320021"/>
              <a:gd name="connsiteX955" fmla="*/ 3988186 w 7392467"/>
              <a:gd name="connsiteY955" fmla="*/ 2300339 h 3320021"/>
              <a:gd name="connsiteX956" fmla="*/ 3983696 w 7392467"/>
              <a:gd name="connsiteY956" fmla="*/ 2313415 h 3320021"/>
              <a:gd name="connsiteX957" fmla="*/ 4046574 w 7392467"/>
              <a:gd name="connsiteY957" fmla="*/ 2557350 h 3320021"/>
              <a:gd name="connsiteX958" fmla="*/ 4067838 w 7392467"/>
              <a:gd name="connsiteY958" fmla="*/ 2633202 h 3320021"/>
              <a:gd name="connsiteX959" fmla="*/ 4059491 w 7392467"/>
              <a:gd name="connsiteY959" fmla="*/ 2455349 h 3320021"/>
              <a:gd name="connsiteX960" fmla="*/ 4059654 w 7392467"/>
              <a:gd name="connsiteY960" fmla="*/ 2455309 h 3320021"/>
              <a:gd name="connsiteX961" fmla="*/ 4073239 w 7392467"/>
              <a:gd name="connsiteY961" fmla="*/ 2553348 h 3320021"/>
              <a:gd name="connsiteX962" fmla="*/ 4069366 w 7392467"/>
              <a:gd name="connsiteY962" fmla="*/ 2485463 h 3320021"/>
              <a:gd name="connsiteX963" fmla="*/ 4080884 w 7392467"/>
              <a:gd name="connsiteY963" fmla="*/ 2565578 h 3320021"/>
              <a:gd name="connsiteX964" fmla="*/ 4066036 w 7392467"/>
              <a:gd name="connsiteY964" fmla="*/ 2171011 h 3320021"/>
              <a:gd name="connsiteX965" fmla="*/ 4145008 w 7392467"/>
              <a:gd name="connsiteY965" fmla="*/ 2752039 h 3320021"/>
              <a:gd name="connsiteX966" fmla="*/ 4155892 w 7392467"/>
              <a:gd name="connsiteY966" fmla="*/ 2683373 h 3320021"/>
              <a:gd name="connsiteX967" fmla="*/ 4150568 w 7392467"/>
              <a:gd name="connsiteY967" fmla="*/ 2572045 h 3320021"/>
              <a:gd name="connsiteX968" fmla="*/ 4141129 w 7392467"/>
              <a:gd name="connsiteY968" fmla="*/ 2553817 h 3320021"/>
              <a:gd name="connsiteX969" fmla="*/ 4150359 w 7392467"/>
              <a:gd name="connsiteY969" fmla="*/ 2567578 h 3320021"/>
              <a:gd name="connsiteX970" fmla="*/ 4142755 w 7392467"/>
              <a:gd name="connsiteY970" fmla="*/ 2222885 h 3320021"/>
              <a:gd name="connsiteX971" fmla="*/ 4065448 w 7392467"/>
              <a:gd name="connsiteY971" fmla="*/ 2155380 h 3320021"/>
              <a:gd name="connsiteX972" fmla="*/ 4065284 w 7392467"/>
              <a:gd name="connsiteY972" fmla="*/ 2151043 h 3320021"/>
              <a:gd name="connsiteX973" fmla="*/ 3915043 w 7392467"/>
              <a:gd name="connsiteY973" fmla="*/ 2044109 h 3320021"/>
              <a:gd name="connsiteX974" fmla="*/ 4065074 w 7392467"/>
              <a:gd name="connsiteY974" fmla="*/ 2131456 h 3320021"/>
              <a:gd name="connsiteX975" fmla="*/ 4064978 w 7392467"/>
              <a:gd name="connsiteY975" fmla="*/ 2118098 h 3320021"/>
              <a:gd name="connsiteX976" fmla="*/ 4066337 w 7392467"/>
              <a:gd name="connsiteY976" fmla="*/ 2132367 h 3320021"/>
              <a:gd name="connsiteX977" fmla="*/ 4147370 w 7392467"/>
              <a:gd name="connsiteY977" fmla="*/ 2189448 h 3320021"/>
              <a:gd name="connsiteX978" fmla="*/ 4156153 w 7392467"/>
              <a:gd name="connsiteY978" fmla="*/ 1834890 h 3320021"/>
              <a:gd name="connsiteX979" fmla="*/ 4179743 w 7392467"/>
              <a:gd name="connsiteY979" fmla="*/ 2214131 h 3320021"/>
              <a:gd name="connsiteX980" fmla="*/ 4248726 w 7392467"/>
              <a:gd name="connsiteY980" fmla="*/ 2271686 h 3320021"/>
              <a:gd name="connsiteX981" fmla="*/ 4225029 w 7392467"/>
              <a:gd name="connsiteY981" fmla="*/ 2026635 h 3320021"/>
              <a:gd name="connsiteX982" fmla="*/ 4279542 w 7392467"/>
              <a:gd name="connsiteY982" fmla="*/ 2291359 h 3320021"/>
              <a:gd name="connsiteX983" fmla="*/ 4281326 w 7392467"/>
              <a:gd name="connsiteY983" fmla="*/ 2263470 h 3320021"/>
              <a:gd name="connsiteX984" fmla="*/ 4161755 w 7392467"/>
              <a:gd name="connsiteY984" fmla="*/ 1503868 h 3320021"/>
              <a:gd name="connsiteX985" fmla="*/ 4300348 w 7392467"/>
              <a:gd name="connsiteY985" fmla="*/ 2096041 h 3320021"/>
              <a:gd name="connsiteX986" fmla="*/ 4331039 w 7392467"/>
              <a:gd name="connsiteY986" fmla="*/ 1939526 h 3320021"/>
              <a:gd name="connsiteX987" fmla="*/ 4182266 w 7392467"/>
              <a:gd name="connsiteY987" fmla="*/ 1490923 h 3320021"/>
              <a:gd name="connsiteX988" fmla="*/ 4351504 w 7392467"/>
              <a:gd name="connsiteY988" fmla="*/ 1861596 h 3320021"/>
              <a:gd name="connsiteX989" fmla="*/ 4553092 w 7392467"/>
              <a:gd name="connsiteY989" fmla="*/ 1388554 h 3320021"/>
              <a:gd name="connsiteX990" fmla="*/ 4553544 w 7392467"/>
              <a:gd name="connsiteY990" fmla="*/ 1388271 h 3320021"/>
              <a:gd name="connsiteX991" fmla="*/ 4437475 w 7392467"/>
              <a:gd name="connsiteY991" fmla="*/ 1850577 h 3320021"/>
              <a:gd name="connsiteX992" fmla="*/ 4570869 w 7392467"/>
              <a:gd name="connsiteY992" fmla="*/ 2593287 h 3320021"/>
              <a:gd name="connsiteX993" fmla="*/ 4730533 w 7392467"/>
              <a:gd name="connsiteY993" fmla="*/ 2811254 h 3320021"/>
              <a:gd name="connsiteX994" fmla="*/ 4748869 w 7392467"/>
              <a:gd name="connsiteY994" fmla="*/ 2647467 h 3320021"/>
              <a:gd name="connsiteX995" fmla="*/ 4649189 w 7392467"/>
              <a:gd name="connsiteY995" fmla="*/ 2464897 h 3320021"/>
              <a:gd name="connsiteX996" fmla="*/ 4752392 w 7392467"/>
              <a:gd name="connsiteY996" fmla="*/ 2615793 h 3320021"/>
              <a:gd name="connsiteX997" fmla="*/ 4751492 w 7392467"/>
              <a:gd name="connsiteY997" fmla="*/ 2622331 h 3320021"/>
              <a:gd name="connsiteX998" fmla="*/ 4756383 w 7392467"/>
              <a:gd name="connsiteY998" fmla="*/ 2630361 h 3320021"/>
              <a:gd name="connsiteX999" fmla="*/ 4753718 w 7392467"/>
              <a:gd name="connsiteY999" fmla="*/ 2617732 h 3320021"/>
              <a:gd name="connsiteX1000" fmla="*/ 4754471 w 7392467"/>
              <a:gd name="connsiteY1000" fmla="*/ 2618832 h 3320021"/>
              <a:gd name="connsiteX1001" fmla="*/ 4756604 w 7392467"/>
              <a:gd name="connsiteY1001" fmla="*/ 2608237 h 3320021"/>
              <a:gd name="connsiteX1002" fmla="*/ 4691326 w 7392467"/>
              <a:gd name="connsiteY1002" fmla="*/ 2276596 h 3320021"/>
              <a:gd name="connsiteX1003" fmla="*/ 4543627 w 7392467"/>
              <a:gd name="connsiteY1003" fmla="*/ 2038362 h 3320021"/>
              <a:gd name="connsiteX1004" fmla="*/ 4642621 w 7392467"/>
              <a:gd name="connsiteY1004" fmla="*/ 2159057 h 3320021"/>
              <a:gd name="connsiteX1005" fmla="*/ 4560853 w 7392467"/>
              <a:gd name="connsiteY1005" fmla="*/ 1965733 h 3320021"/>
              <a:gd name="connsiteX1006" fmla="*/ 4560813 w 7392467"/>
              <a:gd name="connsiteY1006" fmla="*/ 1965569 h 3320021"/>
              <a:gd name="connsiteX1007" fmla="*/ 4675918 w 7392467"/>
              <a:gd name="connsiteY1007" fmla="*/ 2186124 h 3320021"/>
              <a:gd name="connsiteX1008" fmla="*/ 4612446 w 7392467"/>
              <a:gd name="connsiteY1008" fmla="*/ 1702855 h 3320021"/>
              <a:gd name="connsiteX1009" fmla="*/ 4750903 w 7392467"/>
              <a:gd name="connsiteY1009" fmla="*/ 2306705 h 3320021"/>
              <a:gd name="connsiteX1010" fmla="*/ 4772239 w 7392467"/>
              <a:gd name="connsiteY1010" fmla="*/ 2338223 h 3320021"/>
              <a:gd name="connsiteX1011" fmla="*/ 4589666 w 7392467"/>
              <a:gd name="connsiteY1011" fmla="*/ 1360088 h 3320021"/>
              <a:gd name="connsiteX1012" fmla="*/ 4833810 w 7392467"/>
              <a:gd name="connsiteY1012" fmla="*/ 2218917 h 3320021"/>
              <a:gd name="connsiteX1013" fmla="*/ 4851760 w 7392467"/>
              <a:gd name="connsiteY1013" fmla="*/ 2082334 h 3320021"/>
              <a:gd name="connsiteX1014" fmla="*/ 4852089 w 7392467"/>
              <a:gd name="connsiteY1014" fmla="*/ 2077215 h 3320021"/>
              <a:gd name="connsiteX1015" fmla="*/ 4812457 w 7392467"/>
              <a:gd name="connsiteY1015" fmla="*/ 1836704 h 3320021"/>
              <a:gd name="connsiteX1016" fmla="*/ 4842242 w 7392467"/>
              <a:gd name="connsiteY1016" fmla="*/ 1927703 h 3320021"/>
              <a:gd name="connsiteX1017" fmla="*/ 4829467 w 7392467"/>
              <a:gd name="connsiteY1017" fmla="*/ 1588951 h 3320021"/>
              <a:gd name="connsiteX1018" fmla="*/ 4678037 w 7392467"/>
              <a:gd name="connsiteY1018" fmla="*/ 1371255 h 3320021"/>
              <a:gd name="connsiteX1019" fmla="*/ 4829292 w 7392467"/>
              <a:gd name="connsiteY1019" fmla="*/ 1555105 h 3320021"/>
              <a:gd name="connsiteX1020" fmla="*/ 4870563 w 7392467"/>
              <a:gd name="connsiteY1020" fmla="*/ 868598 h 3320021"/>
              <a:gd name="connsiteX1021" fmla="*/ 4936254 w 7392467"/>
              <a:gd name="connsiteY1021" fmla="*/ 1749125 h 3320021"/>
              <a:gd name="connsiteX1022" fmla="*/ 5004743 w 7392467"/>
              <a:gd name="connsiteY1022" fmla="*/ 1937834 h 3320021"/>
              <a:gd name="connsiteX1023" fmla="*/ 5020582 w 7392467"/>
              <a:gd name="connsiteY1023" fmla="*/ 1884656 h 3320021"/>
              <a:gd name="connsiteX1024" fmla="*/ 5020832 w 7392467"/>
              <a:gd name="connsiteY1024" fmla="*/ 1884248 h 3320021"/>
              <a:gd name="connsiteX1025" fmla="*/ 5006698 w 7392467"/>
              <a:gd name="connsiteY1025" fmla="*/ 1944487 h 3320021"/>
              <a:gd name="connsiteX1026" fmla="*/ 5074411 w 7392467"/>
              <a:gd name="connsiteY1026" fmla="*/ 2279015 h 3320021"/>
              <a:gd name="connsiteX1027" fmla="*/ 5082424 w 7392467"/>
              <a:gd name="connsiteY1027" fmla="*/ 2190536 h 3320021"/>
              <a:gd name="connsiteX1028" fmla="*/ 5085656 w 7392467"/>
              <a:gd name="connsiteY1028" fmla="*/ 2367364 h 3320021"/>
              <a:gd name="connsiteX1029" fmla="*/ 5100142 w 7392467"/>
              <a:gd name="connsiteY1029" fmla="*/ 2505851 h 3320021"/>
              <a:gd name="connsiteX1030" fmla="*/ 5110850 w 7392467"/>
              <a:gd name="connsiteY1030" fmla="*/ 2544453 h 3320021"/>
              <a:gd name="connsiteX1031" fmla="*/ 5102441 w 7392467"/>
              <a:gd name="connsiteY1031" fmla="*/ 2359142 h 3320021"/>
              <a:gd name="connsiteX1032" fmla="*/ 5119145 w 7392467"/>
              <a:gd name="connsiteY1032" fmla="*/ 2496745 h 3320021"/>
              <a:gd name="connsiteX1033" fmla="*/ 5127272 w 7392467"/>
              <a:gd name="connsiteY1033" fmla="*/ 2444733 h 3320021"/>
              <a:gd name="connsiteX1034" fmla="*/ 5072849 w 7392467"/>
              <a:gd name="connsiteY1034" fmla="*/ 2088229 h 3320021"/>
              <a:gd name="connsiteX1035" fmla="*/ 5146117 w 7392467"/>
              <a:gd name="connsiteY1035" fmla="*/ 2298897 h 3320021"/>
              <a:gd name="connsiteX1036" fmla="*/ 5155065 w 7392467"/>
              <a:gd name="connsiteY1036" fmla="*/ 2201329 h 3320021"/>
              <a:gd name="connsiteX1037" fmla="*/ 5131009 w 7392467"/>
              <a:gd name="connsiteY1037" fmla="*/ 2131191 h 3320021"/>
              <a:gd name="connsiteX1038" fmla="*/ 5155971 w 7392467"/>
              <a:gd name="connsiteY1038" fmla="*/ 2185644 h 3320021"/>
              <a:gd name="connsiteX1039" fmla="*/ 5159183 w 7392467"/>
              <a:gd name="connsiteY1039" fmla="*/ 2113270 h 3320021"/>
              <a:gd name="connsiteX1040" fmla="*/ 5055233 w 7392467"/>
              <a:gd name="connsiteY1040" fmla="*/ 1301758 h 3320021"/>
              <a:gd name="connsiteX1041" fmla="*/ 5134622 w 7392467"/>
              <a:gd name="connsiteY1041" fmla="*/ 1727137 h 3320021"/>
              <a:gd name="connsiteX1042" fmla="*/ 5177246 w 7392467"/>
              <a:gd name="connsiteY1042" fmla="*/ 1907318 h 3320021"/>
              <a:gd name="connsiteX1043" fmla="*/ 5199448 w 7392467"/>
              <a:gd name="connsiteY1043" fmla="*/ 1993544 h 3320021"/>
              <a:gd name="connsiteX1044" fmla="*/ 5218928 w 7392467"/>
              <a:gd name="connsiteY1044" fmla="*/ 2016647 h 3320021"/>
              <a:gd name="connsiteX1045" fmla="*/ 5226749 w 7392467"/>
              <a:gd name="connsiteY1045" fmla="*/ 1793148 h 3320021"/>
              <a:gd name="connsiteX1046" fmla="*/ 5238345 w 7392467"/>
              <a:gd name="connsiteY1046" fmla="*/ 2047413 h 3320021"/>
              <a:gd name="connsiteX1047" fmla="*/ 5259711 w 7392467"/>
              <a:gd name="connsiteY1047" fmla="*/ 2075449 h 3320021"/>
              <a:gd name="connsiteX1048" fmla="*/ 5244953 w 7392467"/>
              <a:gd name="connsiteY1048" fmla="*/ 1990554 h 3320021"/>
              <a:gd name="connsiteX1049" fmla="*/ 5277180 w 7392467"/>
              <a:gd name="connsiteY1049" fmla="*/ 2098864 h 3320021"/>
              <a:gd name="connsiteX1050" fmla="*/ 5325533 w 7392467"/>
              <a:gd name="connsiteY1050" fmla="*/ 2168871 h 3320021"/>
              <a:gd name="connsiteX1051" fmla="*/ 5280328 w 7392467"/>
              <a:gd name="connsiteY1051" fmla="*/ 1872878 h 3320021"/>
              <a:gd name="connsiteX1052" fmla="*/ 5228294 w 7392467"/>
              <a:gd name="connsiteY1052" fmla="*/ 1748969 h 3320021"/>
              <a:gd name="connsiteX1053" fmla="*/ 5228697 w 7392467"/>
              <a:gd name="connsiteY1053" fmla="*/ 1737450 h 3320021"/>
              <a:gd name="connsiteX1054" fmla="*/ 5150054 w 7392467"/>
              <a:gd name="connsiteY1054" fmla="*/ 1522517 h 3320021"/>
              <a:gd name="connsiteX1055" fmla="*/ 5261529 w 7392467"/>
              <a:gd name="connsiteY1055" fmla="*/ 1766193 h 3320021"/>
              <a:gd name="connsiteX1056" fmla="*/ 5225917 w 7392467"/>
              <a:gd name="connsiteY1056" fmla="*/ 1640975 h 3320021"/>
              <a:gd name="connsiteX1057" fmla="*/ 5226122 w 7392467"/>
              <a:gd name="connsiteY1057" fmla="*/ 1641099 h 3320021"/>
              <a:gd name="connsiteX1058" fmla="*/ 5288184 w 7392467"/>
              <a:gd name="connsiteY1058" fmla="*/ 1819020 h 3320021"/>
              <a:gd name="connsiteX1059" fmla="*/ 5313557 w 7392467"/>
              <a:gd name="connsiteY1059" fmla="*/ 1867985 h 3320021"/>
              <a:gd name="connsiteX1060" fmla="*/ 5327675 w 7392467"/>
              <a:gd name="connsiteY1060" fmla="*/ 1411693 h 3320021"/>
              <a:gd name="connsiteX1061" fmla="*/ 5340002 w 7392467"/>
              <a:gd name="connsiteY1061" fmla="*/ 1815550 h 3320021"/>
              <a:gd name="connsiteX1062" fmla="*/ 5356543 w 7392467"/>
              <a:gd name="connsiteY1062" fmla="*/ 1882635 h 3320021"/>
              <a:gd name="connsiteX1063" fmla="*/ 5335031 w 7392467"/>
              <a:gd name="connsiteY1063" fmla="*/ 1585441 h 3320021"/>
              <a:gd name="connsiteX1064" fmla="*/ 5429879 w 7392467"/>
              <a:gd name="connsiteY1064" fmla="*/ 2079905 h 3320021"/>
              <a:gd name="connsiteX1065" fmla="*/ 5478436 w 7392467"/>
              <a:gd name="connsiteY1065" fmla="*/ 2165157 h 3320021"/>
              <a:gd name="connsiteX1066" fmla="*/ 5490396 w 7392467"/>
              <a:gd name="connsiteY1066" fmla="*/ 2004473 h 3320021"/>
              <a:gd name="connsiteX1067" fmla="*/ 5459904 w 7392467"/>
              <a:gd name="connsiteY1067" fmla="*/ 1809026 h 3320021"/>
              <a:gd name="connsiteX1068" fmla="*/ 5459824 w 7392467"/>
              <a:gd name="connsiteY1068" fmla="*/ 1808697 h 3320021"/>
              <a:gd name="connsiteX1069" fmla="*/ 5515239 w 7392467"/>
              <a:gd name="connsiteY1069" fmla="*/ 2028194 h 3320021"/>
              <a:gd name="connsiteX1070" fmla="*/ 5480561 w 7392467"/>
              <a:gd name="connsiteY1070" fmla="*/ 1813251 h 3320021"/>
              <a:gd name="connsiteX1071" fmla="*/ 5575930 w 7392467"/>
              <a:gd name="connsiteY1071" fmla="*/ 2198278 h 3320021"/>
              <a:gd name="connsiteX1072" fmla="*/ 5578445 w 7392467"/>
              <a:gd name="connsiteY1072" fmla="*/ 2171256 h 3320021"/>
              <a:gd name="connsiteX1073" fmla="*/ 5578071 w 7392467"/>
              <a:gd name="connsiteY1073" fmla="*/ 2207146 h 3320021"/>
              <a:gd name="connsiteX1074" fmla="*/ 5601497 w 7392467"/>
              <a:gd name="connsiteY1074" fmla="*/ 2304198 h 3320021"/>
              <a:gd name="connsiteX1075" fmla="*/ 5609488 w 7392467"/>
              <a:gd name="connsiteY1075" fmla="*/ 2188266 h 3320021"/>
              <a:gd name="connsiteX1076" fmla="*/ 5609861 w 7392467"/>
              <a:gd name="connsiteY1076" fmla="*/ 2172535 h 3320021"/>
              <a:gd name="connsiteX1077" fmla="*/ 5586854 w 7392467"/>
              <a:gd name="connsiteY1077" fmla="*/ 2119697 h 3320021"/>
              <a:gd name="connsiteX1078" fmla="*/ 5608780 w 7392467"/>
              <a:gd name="connsiteY1078" fmla="*/ 2159416 h 3320021"/>
              <a:gd name="connsiteX1079" fmla="*/ 5562183 w 7392467"/>
              <a:gd name="connsiteY1079" fmla="*/ 1601342 h 3320021"/>
              <a:gd name="connsiteX1080" fmla="*/ 5535166 w 7392467"/>
              <a:gd name="connsiteY1080" fmla="*/ 1507415 h 3320021"/>
              <a:gd name="connsiteX1081" fmla="*/ 5560738 w 7392467"/>
              <a:gd name="connsiteY1081" fmla="*/ 1572321 h 3320021"/>
              <a:gd name="connsiteX1082" fmla="*/ 5542484 w 7392467"/>
              <a:gd name="connsiteY1082" fmla="*/ 980470 h 3320021"/>
              <a:gd name="connsiteX1083" fmla="*/ 5744174 w 7392467"/>
              <a:gd name="connsiteY1083" fmla="*/ 2303474 h 3320021"/>
              <a:gd name="connsiteX1084" fmla="*/ 5766830 w 7392467"/>
              <a:gd name="connsiteY1084" fmla="*/ 2189484 h 3320021"/>
              <a:gd name="connsiteX1085" fmla="*/ 5753625 w 7392467"/>
              <a:gd name="connsiteY1085" fmla="*/ 2365666 h 3320021"/>
              <a:gd name="connsiteX1086" fmla="*/ 5794923 w 7392467"/>
              <a:gd name="connsiteY1086" fmla="*/ 2532438 h 3320021"/>
              <a:gd name="connsiteX1087" fmla="*/ 5826322 w 7392467"/>
              <a:gd name="connsiteY1087" fmla="*/ 2319097 h 3320021"/>
              <a:gd name="connsiteX1088" fmla="*/ 5816854 w 7392467"/>
              <a:gd name="connsiteY1088" fmla="*/ 2284193 h 3320021"/>
              <a:gd name="connsiteX1089" fmla="*/ 5768143 w 7392467"/>
              <a:gd name="connsiteY1089" fmla="*/ 2182876 h 3320021"/>
              <a:gd name="connsiteX1090" fmla="*/ 5769679 w 7392467"/>
              <a:gd name="connsiteY1090" fmla="*/ 2175147 h 3320021"/>
              <a:gd name="connsiteX1091" fmla="*/ 5747804 w 7392467"/>
              <a:gd name="connsiteY1091" fmla="*/ 2124120 h 3320021"/>
              <a:gd name="connsiteX1092" fmla="*/ 5771457 w 7392467"/>
              <a:gd name="connsiteY1092" fmla="*/ 2168113 h 3320021"/>
              <a:gd name="connsiteX1093" fmla="*/ 5777680 w 7392467"/>
              <a:gd name="connsiteY1093" fmla="*/ 2143498 h 3320021"/>
              <a:gd name="connsiteX1094" fmla="*/ 5773519 w 7392467"/>
              <a:gd name="connsiteY1094" fmla="*/ 2171613 h 3320021"/>
              <a:gd name="connsiteX1095" fmla="*/ 5808915 w 7392467"/>
              <a:gd name="connsiteY1095" fmla="*/ 2232583 h 3320021"/>
              <a:gd name="connsiteX1096" fmla="*/ 5752612 w 7392467"/>
              <a:gd name="connsiteY1096" fmla="*/ 1885569 h 3320021"/>
              <a:gd name="connsiteX1097" fmla="*/ 5849794 w 7392467"/>
              <a:gd name="connsiteY1097" fmla="*/ 2224106 h 3320021"/>
              <a:gd name="connsiteX1098" fmla="*/ 5825649 w 7392467"/>
              <a:gd name="connsiteY1098" fmla="*/ 1696413 h 3320021"/>
              <a:gd name="connsiteX1099" fmla="*/ 5635186 w 7392467"/>
              <a:gd name="connsiteY1099" fmla="*/ 1179496 h 3320021"/>
              <a:gd name="connsiteX1100" fmla="*/ 5824840 w 7392467"/>
              <a:gd name="connsiteY1100" fmla="*/ 1609543 h 3320021"/>
              <a:gd name="connsiteX1101" fmla="*/ 5827277 w 7392467"/>
              <a:gd name="connsiteY1101" fmla="*/ 1289885 h 3320021"/>
              <a:gd name="connsiteX1102" fmla="*/ 5863448 w 7392467"/>
              <a:gd name="connsiteY1102" fmla="*/ 1683814 h 3320021"/>
              <a:gd name="connsiteX1103" fmla="*/ 5891257 w 7392467"/>
              <a:gd name="connsiteY1103" fmla="*/ 1735667 h 3320021"/>
              <a:gd name="connsiteX1104" fmla="*/ 5852706 w 7392467"/>
              <a:gd name="connsiteY1104" fmla="*/ 1447800 h 3320021"/>
              <a:gd name="connsiteX1105" fmla="*/ 5852870 w 7392467"/>
              <a:gd name="connsiteY1105" fmla="*/ 1447760 h 3320021"/>
              <a:gd name="connsiteX1106" fmla="*/ 5930341 w 7392467"/>
              <a:gd name="connsiteY1106" fmla="*/ 1806870 h 3320021"/>
              <a:gd name="connsiteX1107" fmla="*/ 5997794 w 7392467"/>
              <a:gd name="connsiteY1107" fmla="*/ 1926488 h 3320021"/>
              <a:gd name="connsiteX1108" fmla="*/ 6032116 w 7392467"/>
              <a:gd name="connsiteY1108" fmla="*/ 1767010 h 3320021"/>
              <a:gd name="connsiteX1109" fmla="*/ 6024488 w 7392467"/>
              <a:gd name="connsiteY1109" fmla="*/ 1712371 h 3320021"/>
              <a:gd name="connsiteX1110" fmla="*/ 6035617 w 7392467"/>
              <a:gd name="connsiteY1110" fmla="*/ 1754870 h 3320021"/>
              <a:gd name="connsiteX1111" fmla="*/ 6072532 w 7392467"/>
              <a:gd name="connsiteY1111" fmla="*/ 1639255 h 3320021"/>
              <a:gd name="connsiteX1112" fmla="*/ 6044098 w 7392467"/>
              <a:gd name="connsiteY1112" fmla="*/ 1784972 h 3320021"/>
              <a:gd name="connsiteX1113" fmla="*/ 6058787 w 7392467"/>
              <a:gd name="connsiteY1113" fmla="*/ 1832867 h 3320021"/>
              <a:gd name="connsiteX1114" fmla="*/ 6081863 w 7392467"/>
              <a:gd name="connsiteY1114" fmla="*/ 1655597 h 3320021"/>
              <a:gd name="connsiteX1115" fmla="*/ 6036160 w 7392467"/>
              <a:gd name="connsiteY1115" fmla="*/ 680050 h 3320021"/>
              <a:gd name="connsiteX1116" fmla="*/ 6036410 w 7392467"/>
              <a:gd name="connsiteY1116" fmla="*/ 679642 h 3320021"/>
              <a:gd name="connsiteX1117" fmla="*/ 6106495 w 7392467"/>
              <a:gd name="connsiteY1117" fmla="*/ 1543816 h 3320021"/>
              <a:gd name="connsiteX1118" fmla="*/ 6208645 w 7392467"/>
              <a:gd name="connsiteY1118" fmla="*/ 1251357 h 3320021"/>
              <a:gd name="connsiteX1119" fmla="*/ 6129842 w 7392467"/>
              <a:gd name="connsiteY1119" fmla="*/ 1595182 h 3320021"/>
              <a:gd name="connsiteX1120" fmla="*/ 6328420 w 7392467"/>
              <a:gd name="connsiteY1120" fmla="*/ 1945566 h 3320021"/>
              <a:gd name="connsiteX1121" fmla="*/ 6327578 w 7392467"/>
              <a:gd name="connsiteY1121" fmla="*/ 1711680 h 3320021"/>
              <a:gd name="connsiteX1122" fmla="*/ 6214999 w 7392467"/>
              <a:gd name="connsiteY1122" fmla="*/ 1034329 h 3320021"/>
              <a:gd name="connsiteX1123" fmla="*/ 6331767 w 7392467"/>
              <a:gd name="connsiteY1123" fmla="*/ 1503691 h 3320021"/>
              <a:gd name="connsiteX1124" fmla="*/ 6331824 w 7392467"/>
              <a:gd name="connsiteY1124" fmla="*/ 1501766 h 3320021"/>
              <a:gd name="connsiteX1125" fmla="*/ 6331965 w 7392467"/>
              <a:gd name="connsiteY1125" fmla="*/ 1504512 h 3320021"/>
              <a:gd name="connsiteX1126" fmla="*/ 6409385 w 7392467"/>
              <a:gd name="connsiteY1126" fmla="*/ 1728776 h 3320021"/>
              <a:gd name="connsiteX1127" fmla="*/ 6399233 w 7392467"/>
              <a:gd name="connsiteY1127" fmla="*/ 1601757 h 3320021"/>
              <a:gd name="connsiteX1128" fmla="*/ 6422738 w 7392467"/>
              <a:gd name="connsiteY1128" fmla="*/ 1764655 h 3320021"/>
              <a:gd name="connsiteX1129" fmla="*/ 6460405 w 7392467"/>
              <a:gd name="connsiteY1129" fmla="*/ 1863831 h 3320021"/>
              <a:gd name="connsiteX1130" fmla="*/ 6448974 w 7392467"/>
              <a:gd name="connsiteY1130" fmla="*/ 1773268 h 3320021"/>
              <a:gd name="connsiteX1131" fmla="*/ 6476459 w 7392467"/>
              <a:gd name="connsiteY1131" fmla="*/ 1905141 h 3320021"/>
              <a:gd name="connsiteX1132" fmla="*/ 6524637 w 7392467"/>
              <a:gd name="connsiteY1132" fmla="*/ 2026979 h 3320021"/>
              <a:gd name="connsiteX1133" fmla="*/ 6522504 w 7392467"/>
              <a:gd name="connsiteY1133" fmla="*/ 1961977 h 3320021"/>
              <a:gd name="connsiteX1134" fmla="*/ 6171658 w 7392467"/>
              <a:gd name="connsiteY1134" fmla="*/ 378151 h 3320021"/>
              <a:gd name="connsiteX1135" fmla="*/ 7360309 w 7392467"/>
              <a:gd name="connsiteY1135" fmla="*/ 0 h 3320021"/>
              <a:gd name="connsiteX1136" fmla="*/ 7392467 w 7392467"/>
              <a:gd name="connsiteY1136" fmla="*/ 248068 h 3320021"/>
              <a:gd name="connsiteX1137" fmla="*/ 7392467 w 7392467"/>
              <a:gd name="connsiteY1137" fmla="*/ 725824 h 332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</a:cxnLst>
            <a:rect l="l" t="t" r="r" b="b"/>
            <a:pathLst>
              <a:path w="7392467" h="3320021">
                <a:moveTo>
                  <a:pt x="4769429" y="3288465"/>
                </a:moveTo>
                <a:lnTo>
                  <a:pt x="4769265" y="3288505"/>
                </a:lnTo>
                <a:lnTo>
                  <a:pt x="4769628" y="3289286"/>
                </a:lnTo>
                <a:lnTo>
                  <a:pt x="4771214" y="3295855"/>
                </a:lnTo>
                <a:cubicBezTo>
                  <a:pt x="4771139" y="3294829"/>
                  <a:pt x="4771190" y="3293601"/>
                  <a:pt x="4771077" y="3292412"/>
                </a:cubicBezTo>
                <a:lnTo>
                  <a:pt x="4769628" y="3289286"/>
                </a:lnTo>
                <a:close/>
                <a:moveTo>
                  <a:pt x="2410148" y="3174097"/>
                </a:moveTo>
                <a:cubicBezTo>
                  <a:pt x="2412141" y="3180915"/>
                  <a:pt x="2414259" y="3187529"/>
                  <a:pt x="2416252" y="3194346"/>
                </a:cubicBezTo>
                <a:cubicBezTo>
                  <a:pt x="2416524" y="3191153"/>
                  <a:pt x="2417000" y="3188084"/>
                  <a:pt x="2417311" y="3185055"/>
                </a:cubicBezTo>
                <a:cubicBezTo>
                  <a:pt x="2414882" y="3181470"/>
                  <a:pt x="2412578" y="3177681"/>
                  <a:pt x="2410148" y="3174097"/>
                </a:cubicBezTo>
                <a:close/>
                <a:moveTo>
                  <a:pt x="887593" y="3150243"/>
                </a:moveTo>
                <a:cubicBezTo>
                  <a:pt x="890956" y="3164898"/>
                  <a:pt x="894155" y="3179593"/>
                  <a:pt x="897684" y="3194209"/>
                </a:cubicBezTo>
                <a:cubicBezTo>
                  <a:pt x="898652" y="3191020"/>
                  <a:pt x="899292" y="3187911"/>
                  <a:pt x="900260" y="3184723"/>
                </a:cubicBezTo>
                <a:cubicBezTo>
                  <a:pt x="895929" y="3173256"/>
                  <a:pt x="891925" y="3161711"/>
                  <a:pt x="887593" y="3150243"/>
                </a:cubicBezTo>
                <a:close/>
                <a:moveTo>
                  <a:pt x="2046163" y="3140653"/>
                </a:moveTo>
                <a:lnTo>
                  <a:pt x="2046262" y="3141563"/>
                </a:lnTo>
                <a:lnTo>
                  <a:pt x="2058258" y="3290838"/>
                </a:lnTo>
                <a:cubicBezTo>
                  <a:pt x="2059458" y="3294371"/>
                  <a:pt x="2060699" y="3298070"/>
                  <a:pt x="2061939" y="3301767"/>
                </a:cubicBezTo>
                <a:cubicBezTo>
                  <a:pt x="2060529" y="3283686"/>
                  <a:pt x="2059284" y="3265565"/>
                  <a:pt x="2057873" y="3247485"/>
                </a:cubicBezTo>
                <a:lnTo>
                  <a:pt x="2046262" y="3141563"/>
                </a:lnTo>
                <a:lnTo>
                  <a:pt x="2046202" y="3140817"/>
                </a:lnTo>
                <a:close/>
                <a:moveTo>
                  <a:pt x="1567350" y="3109552"/>
                </a:moveTo>
                <a:cubicBezTo>
                  <a:pt x="1575839" y="3164158"/>
                  <a:pt x="1585024" y="3218768"/>
                  <a:pt x="1594169" y="3273215"/>
                </a:cubicBezTo>
                <a:cubicBezTo>
                  <a:pt x="1596909" y="3243531"/>
                  <a:pt x="1599368" y="3213395"/>
                  <a:pt x="1601944" y="3183751"/>
                </a:cubicBezTo>
                <a:cubicBezTo>
                  <a:pt x="1601995" y="3227880"/>
                  <a:pt x="1601756" y="3272253"/>
                  <a:pt x="1601683" y="3316586"/>
                </a:cubicBezTo>
                <a:lnTo>
                  <a:pt x="1602292" y="3320021"/>
                </a:lnTo>
                <a:lnTo>
                  <a:pt x="1587914" y="3320021"/>
                </a:lnTo>
                <a:close/>
                <a:moveTo>
                  <a:pt x="3829693" y="3107421"/>
                </a:moveTo>
                <a:cubicBezTo>
                  <a:pt x="3831171" y="3117145"/>
                  <a:pt x="3832524" y="3127072"/>
                  <a:pt x="3834166" y="3136755"/>
                </a:cubicBezTo>
                <a:cubicBezTo>
                  <a:pt x="3836431" y="3140378"/>
                  <a:pt x="3838736" y="3144167"/>
                  <a:pt x="3841001" y="3147791"/>
                </a:cubicBezTo>
                <a:lnTo>
                  <a:pt x="3841205" y="3147916"/>
                </a:lnTo>
                <a:cubicBezTo>
                  <a:pt x="3840226" y="3142417"/>
                  <a:pt x="3839286" y="3137083"/>
                  <a:pt x="3838470" y="3131545"/>
                </a:cubicBezTo>
                <a:cubicBezTo>
                  <a:pt x="3835463" y="3123408"/>
                  <a:pt x="3832660" y="3115395"/>
                  <a:pt x="3829693" y="3107421"/>
                </a:cubicBezTo>
                <a:close/>
                <a:moveTo>
                  <a:pt x="4741332" y="3100781"/>
                </a:moveTo>
                <a:cubicBezTo>
                  <a:pt x="4741966" y="3118528"/>
                  <a:pt x="4743460" y="3136241"/>
                  <a:pt x="4745284" y="3153874"/>
                </a:cubicBezTo>
                <a:cubicBezTo>
                  <a:pt x="4749242" y="3160913"/>
                  <a:pt x="4753201" y="3167952"/>
                  <a:pt x="4757158" y="3174990"/>
                </a:cubicBezTo>
                <a:cubicBezTo>
                  <a:pt x="4752787" y="3153280"/>
                  <a:pt x="4748743" y="3131490"/>
                  <a:pt x="4745233" y="3109745"/>
                </a:cubicBezTo>
                <a:cubicBezTo>
                  <a:pt x="4743987" y="3106744"/>
                  <a:pt x="4742578" y="3103783"/>
                  <a:pt x="4741332" y="3100781"/>
                </a:cubicBezTo>
                <a:close/>
                <a:moveTo>
                  <a:pt x="355025" y="3093712"/>
                </a:moveTo>
                <a:cubicBezTo>
                  <a:pt x="358898" y="3126317"/>
                  <a:pt x="363303" y="3158968"/>
                  <a:pt x="368161" y="3191336"/>
                </a:cubicBezTo>
                <a:cubicBezTo>
                  <a:pt x="370591" y="3174762"/>
                  <a:pt x="373513" y="3158068"/>
                  <a:pt x="376435" y="3141375"/>
                </a:cubicBezTo>
                <a:cubicBezTo>
                  <a:pt x="369272" y="3125378"/>
                  <a:pt x="362148" y="3109544"/>
                  <a:pt x="355025" y="3093712"/>
                </a:cubicBezTo>
                <a:close/>
                <a:moveTo>
                  <a:pt x="4740901" y="3083159"/>
                </a:moveTo>
                <a:cubicBezTo>
                  <a:pt x="4740947" y="3087667"/>
                  <a:pt x="4741031" y="3092338"/>
                  <a:pt x="4741240" y="3096806"/>
                </a:cubicBezTo>
                <a:lnTo>
                  <a:pt x="4741076" y="3096845"/>
                </a:lnTo>
                <a:cubicBezTo>
                  <a:pt x="4742005" y="3098533"/>
                  <a:pt x="4742934" y="3100221"/>
                  <a:pt x="4743863" y="3101908"/>
                </a:cubicBezTo>
                <a:cubicBezTo>
                  <a:pt x="4742888" y="3095713"/>
                  <a:pt x="4741914" y="3089518"/>
                  <a:pt x="4740901" y="3083159"/>
                </a:cubicBezTo>
                <a:close/>
                <a:moveTo>
                  <a:pt x="1004635" y="3062036"/>
                </a:moveTo>
                <a:cubicBezTo>
                  <a:pt x="1003219" y="3090010"/>
                  <a:pt x="1001967" y="3117943"/>
                  <a:pt x="1001373" y="3145719"/>
                </a:cubicBezTo>
                <a:cubicBezTo>
                  <a:pt x="1002341" y="3147571"/>
                  <a:pt x="1003309" y="3149423"/>
                  <a:pt x="1004153" y="3151478"/>
                </a:cubicBezTo>
                <a:cubicBezTo>
                  <a:pt x="1004600" y="3121652"/>
                  <a:pt x="1004845" y="3091703"/>
                  <a:pt x="1004635" y="3062036"/>
                </a:cubicBezTo>
                <a:close/>
                <a:moveTo>
                  <a:pt x="2326035" y="3052418"/>
                </a:moveTo>
                <a:cubicBezTo>
                  <a:pt x="2327207" y="3069513"/>
                  <a:pt x="2328747" y="3086694"/>
                  <a:pt x="2330248" y="3103710"/>
                </a:cubicBezTo>
                <a:cubicBezTo>
                  <a:pt x="2338464" y="3116151"/>
                  <a:pt x="2346516" y="3128631"/>
                  <a:pt x="2354405" y="3141152"/>
                </a:cubicBezTo>
                <a:cubicBezTo>
                  <a:pt x="2351698" y="3126338"/>
                  <a:pt x="2349031" y="3111688"/>
                  <a:pt x="2346488" y="3096835"/>
                </a:cubicBezTo>
                <a:cubicBezTo>
                  <a:pt x="2344467" y="3088461"/>
                  <a:pt x="2342649" y="3080210"/>
                  <a:pt x="2340667" y="3071999"/>
                </a:cubicBezTo>
                <a:cubicBezTo>
                  <a:pt x="2335966" y="3065487"/>
                  <a:pt x="2330939" y="3059054"/>
                  <a:pt x="2326035" y="3052418"/>
                </a:cubicBezTo>
                <a:close/>
                <a:moveTo>
                  <a:pt x="3651551" y="3040415"/>
                </a:moveTo>
                <a:lnTo>
                  <a:pt x="3651386" y="3040454"/>
                </a:lnTo>
                <a:cubicBezTo>
                  <a:pt x="3663850" y="3110089"/>
                  <a:pt x="3679106" y="3179049"/>
                  <a:pt x="3696495" y="3247493"/>
                </a:cubicBezTo>
                <a:cubicBezTo>
                  <a:pt x="3704605" y="3263088"/>
                  <a:pt x="3712713" y="3278684"/>
                  <a:pt x="3720862" y="3294443"/>
                </a:cubicBezTo>
                <a:cubicBezTo>
                  <a:pt x="3715516" y="3246378"/>
                  <a:pt x="3709475" y="3198308"/>
                  <a:pt x="3702447" y="3150475"/>
                </a:cubicBezTo>
                <a:cubicBezTo>
                  <a:pt x="3686399" y="3113509"/>
                  <a:pt x="3669366" y="3076781"/>
                  <a:pt x="3651551" y="3040415"/>
                </a:cubicBezTo>
                <a:close/>
                <a:moveTo>
                  <a:pt x="2299284" y="3016471"/>
                </a:moveTo>
                <a:cubicBezTo>
                  <a:pt x="2306901" y="3042265"/>
                  <a:pt x="2315214" y="3068063"/>
                  <a:pt x="2323815" y="3093619"/>
                </a:cubicBezTo>
                <a:cubicBezTo>
                  <a:pt x="2324019" y="3093743"/>
                  <a:pt x="2324138" y="3094236"/>
                  <a:pt x="2324138" y="3094236"/>
                </a:cubicBezTo>
                <a:lnTo>
                  <a:pt x="2324342" y="3094361"/>
                </a:lnTo>
                <a:cubicBezTo>
                  <a:pt x="2324704" y="3080023"/>
                  <a:pt x="2324738" y="3065764"/>
                  <a:pt x="2325265" y="3051387"/>
                </a:cubicBezTo>
                <a:cubicBezTo>
                  <a:pt x="2316674" y="3039558"/>
                  <a:pt x="2308000" y="3028096"/>
                  <a:pt x="2299284" y="3016471"/>
                </a:cubicBezTo>
                <a:close/>
                <a:moveTo>
                  <a:pt x="2258287" y="3009336"/>
                </a:moveTo>
                <a:lnTo>
                  <a:pt x="2258162" y="3009540"/>
                </a:lnTo>
                <a:cubicBezTo>
                  <a:pt x="2258796" y="3017207"/>
                  <a:pt x="2259595" y="3024835"/>
                  <a:pt x="2260229" y="3032502"/>
                </a:cubicBezTo>
                <a:cubicBezTo>
                  <a:pt x="2261011" y="3027100"/>
                  <a:pt x="2261628" y="3021737"/>
                  <a:pt x="2262449" y="3016500"/>
                </a:cubicBezTo>
                <a:cubicBezTo>
                  <a:pt x="2261157" y="3014031"/>
                  <a:pt x="2259743" y="3011765"/>
                  <a:pt x="2258287" y="3009336"/>
                </a:cubicBezTo>
                <a:close/>
                <a:moveTo>
                  <a:pt x="2256073" y="2984324"/>
                </a:moveTo>
                <a:cubicBezTo>
                  <a:pt x="2256367" y="2988424"/>
                  <a:pt x="2256825" y="2992483"/>
                  <a:pt x="2257120" y="2996584"/>
                </a:cubicBezTo>
                <a:lnTo>
                  <a:pt x="2257284" y="2996544"/>
                </a:lnTo>
                <a:cubicBezTo>
                  <a:pt x="2259431" y="2999675"/>
                  <a:pt x="2261905" y="3002728"/>
                  <a:pt x="2264051" y="3005860"/>
                </a:cubicBezTo>
                <a:cubicBezTo>
                  <a:pt x="2264011" y="3005695"/>
                  <a:pt x="2263972" y="3005531"/>
                  <a:pt x="2263972" y="3005531"/>
                </a:cubicBezTo>
                <a:cubicBezTo>
                  <a:pt x="2261243" y="2998543"/>
                  <a:pt x="2258802" y="2991312"/>
                  <a:pt x="2256073" y="2984324"/>
                </a:cubicBezTo>
                <a:close/>
                <a:moveTo>
                  <a:pt x="4836566" y="2978388"/>
                </a:moveTo>
                <a:lnTo>
                  <a:pt x="4836402" y="2978428"/>
                </a:lnTo>
                <a:lnTo>
                  <a:pt x="4836598" y="2979223"/>
                </a:lnTo>
                <a:lnTo>
                  <a:pt x="4837172" y="2994578"/>
                </a:lnTo>
                <a:cubicBezTo>
                  <a:pt x="4839952" y="3005376"/>
                  <a:pt x="4843022" y="3015932"/>
                  <a:pt x="4846091" y="3026487"/>
                </a:cubicBezTo>
                <a:cubicBezTo>
                  <a:pt x="4846131" y="3026652"/>
                  <a:pt x="4846171" y="3026816"/>
                  <a:pt x="4846210" y="3026979"/>
                </a:cubicBezTo>
                <a:cubicBezTo>
                  <a:pt x="4846391" y="3024850"/>
                  <a:pt x="4846572" y="3022721"/>
                  <a:pt x="4846754" y="3020592"/>
                </a:cubicBezTo>
                <a:lnTo>
                  <a:pt x="4836598" y="2979223"/>
                </a:lnTo>
                <a:close/>
                <a:moveTo>
                  <a:pt x="2269035" y="2977546"/>
                </a:moveTo>
                <a:lnTo>
                  <a:pt x="2268870" y="2977585"/>
                </a:lnTo>
                <a:cubicBezTo>
                  <a:pt x="2271571" y="2983016"/>
                  <a:pt x="2274108" y="2988486"/>
                  <a:pt x="2276645" y="2993956"/>
                </a:cubicBezTo>
                <a:cubicBezTo>
                  <a:pt x="2276299" y="2991085"/>
                  <a:pt x="2275626" y="2988293"/>
                  <a:pt x="2275280" y="2985422"/>
                </a:cubicBezTo>
                <a:cubicBezTo>
                  <a:pt x="2273254" y="2982784"/>
                  <a:pt x="2271062" y="2980185"/>
                  <a:pt x="2269035" y="2977546"/>
                </a:cubicBezTo>
                <a:close/>
                <a:moveTo>
                  <a:pt x="3815202" y="2959552"/>
                </a:moveTo>
                <a:cubicBezTo>
                  <a:pt x="3829263" y="3009163"/>
                  <a:pt x="3842377" y="3059176"/>
                  <a:pt x="3855203" y="3109432"/>
                </a:cubicBezTo>
                <a:lnTo>
                  <a:pt x="3855407" y="3109556"/>
                </a:lnTo>
                <a:cubicBezTo>
                  <a:pt x="3857904" y="3114863"/>
                  <a:pt x="3860442" y="3120333"/>
                  <a:pt x="3862938" y="3125639"/>
                </a:cubicBezTo>
                <a:cubicBezTo>
                  <a:pt x="3862870" y="3103758"/>
                  <a:pt x="3863006" y="3082002"/>
                  <a:pt x="3862609" y="3060201"/>
                </a:cubicBezTo>
                <a:cubicBezTo>
                  <a:pt x="3849892" y="3031989"/>
                  <a:pt x="3837173" y="3003778"/>
                  <a:pt x="3824166" y="2975810"/>
                </a:cubicBezTo>
                <a:cubicBezTo>
                  <a:pt x="3821137" y="2970458"/>
                  <a:pt x="3818068" y="2964943"/>
                  <a:pt x="3815202" y="2959552"/>
                </a:cubicBezTo>
                <a:close/>
                <a:moveTo>
                  <a:pt x="3806335" y="2946574"/>
                </a:moveTo>
                <a:cubicBezTo>
                  <a:pt x="3810163" y="2974672"/>
                  <a:pt x="3813991" y="3002770"/>
                  <a:pt x="3817943" y="3030664"/>
                </a:cubicBezTo>
                <a:lnTo>
                  <a:pt x="3823516" y="3042079"/>
                </a:lnTo>
                <a:lnTo>
                  <a:pt x="3823623" y="3042675"/>
                </a:lnTo>
                <a:lnTo>
                  <a:pt x="3823787" y="3042635"/>
                </a:lnTo>
                <a:lnTo>
                  <a:pt x="3823516" y="3042079"/>
                </a:lnTo>
                <a:close/>
                <a:moveTo>
                  <a:pt x="3959255" y="2945809"/>
                </a:moveTo>
                <a:cubicBezTo>
                  <a:pt x="3964396" y="2978630"/>
                  <a:pt x="3969703" y="3011411"/>
                  <a:pt x="3975337" y="3044113"/>
                </a:cubicBezTo>
                <a:cubicBezTo>
                  <a:pt x="3978146" y="3051429"/>
                  <a:pt x="3981322" y="3058831"/>
                  <a:pt x="3984295" y="3066107"/>
                </a:cubicBezTo>
                <a:cubicBezTo>
                  <a:pt x="3985116" y="3055830"/>
                  <a:pt x="3985977" y="3045716"/>
                  <a:pt x="3986634" y="3035477"/>
                </a:cubicBezTo>
                <a:cubicBezTo>
                  <a:pt x="3977658" y="3005494"/>
                  <a:pt x="3968558" y="2975714"/>
                  <a:pt x="3959255" y="2945809"/>
                </a:cubicBezTo>
                <a:close/>
                <a:moveTo>
                  <a:pt x="2708169" y="2945060"/>
                </a:moveTo>
                <a:cubicBezTo>
                  <a:pt x="2716255" y="2973520"/>
                  <a:pt x="2725366" y="3001908"/>
                  <a:pt x="2735423" y="3029892"/>
                </a:cubicBezTo>
                <a:cubicBezTo>
                  <a:pt x="2732846" y="3014178"/>
                  <a:pt x="2730106" y="2998504"/>
                  <a:pt x="2727568" y="2982955"/>
                </a:cubicBezTo>
                <a:cubicBezTo>
                  <a:pt x="2721198" y="2970242"/>
                  <a:pt x="2714704" y="2957732"/>
                  <a:pt x="2708169" y="2945060"/>
                </a:cubicBezTo>
                <a:close/>
                <a:moveTo>
                  <a:pt x="4679790" y="2944457"/>
                </a:moveTo>
                <a:cubicBezTo>
                  <a:pt x="4679988" y="2945278"/>
                  <a:pt x="4680351" y="2946060"/>
                  <a:pt x="4680549" y="2946881"/>
                </a:cubicBezTo>
                <a:cubicBezTo>
                  <a:pt x="4695470" y="2991418"/>
                  <a:pt x="4708545" y="3036227"/>
                  <a:pt x="4720471" y="3081313"/>
                </a:cubicBezTo>
                <a:cubicBezTo>
                  <a:pt x="4722186" y="3061783"/>
                  <a:pt x="4724394" y="3042133"/>
                  <a:pt x="4727424" y="3022285"/>
                </a:cubicBezTo>
                <a:cubicBezTo>
                  <a:pt x="4721105" y="3008344"/>
                  <a:pt x="4714581" y="2994278"/>
                  <a:pt x="4708058" y="2980212"/>
                </a:cubicBezTo>
                <a:cubicBezTo>
                  <a:pt x="4698895" y="2968172"/>
                  <a:pt x="4689609" y="2956338"/>
                  <a:pt x="4679790" y="2944457"/>
                </a:cubicBezTo>
                <a:close/>
                <a:moveTo>
                  <a:pt x="1830699" y="2921904"/>
                </a:moveTo>
                <a:lnTo>
                  <a:pt x="1830534" y="2921944"/>
                </a:lnTo>
                <a:cubicBezTo>
                  <a:pt x="1830156" y="2923251"/>
                  <a:pt x="1829776" y="2924560"/>
                  <a:pt x="1829396" y="2925867"/>
                </a:cubicBezTo>
                <a:cubicBezTo>
                  <a:pt x="1829764" y="2925952"/>
                  <a:pt x="1830172" y="2926201"/>
                  <a:pt x="1830580" y="2926451"/>
                </a:cubicBezTo>
                <a:cubicBezTo>
                  <a:pt x="1830716" y="2924853"/>
                  <a:pt x="1830727" y="2923461"/>
                  <a:pt x="1830699" y="2921904"/>
                </a:cubicBezTo>
                <a:close/>
                <a:moveTo>
                  <a:pt x="2985548" y="2901220"/>
                </a:moveTo>
                <a:lnTo>
                  <a:pt x="2985385" y="2901260"/>
                </a:lnTo>
                <a:cubicBezTo>
                  <a:pt x="2992203" y="2914385"/>
                  <a:pt x="2998896" y="2927716"/>
                  <a:pt x="3005549" y="2940881"/>
                </a:cubicBezTo>
                <a:cubicBezTo>
                  <a:pt x="3005595" y="2940349"/>
                  <a:pt x="3005804" y="2939777"/>
                  <a:pt x="3005686" y="2939285"/>
                </a:cubicBezTo>
                <a:cubicBezTo>
                  <a:pt x="3005272" y="2934691"/>
                  <a:pt x="3004983" y="2929895"/>
                  <a:pt x="3004569" y="2925303"/>
                </a:cubicBezTo>
                <a:cubicBezTo>
                  <a:pt x="2998285" y="2917262"/>
                  <a:pt x="2991998" y="2909221"/>
                  <a:pt x="2985548" y="2901220"/>
                </a:cubicBezTo>
                <a:close/>
                <a:moveTo>
                  <a:pt x="3650244" y="2863643"/>
                </a:moveTo>
                <a:cubicBezTo>
                  <a:pt x="3649847" y="2867041"/>
                  <a:pt x="3649286" y="2870478"/>
                  <a:pt x="3648890" y="2873876"/>
                </a:cubicBezTo>
                <a:cubicBezTo>
                  <a:pt x="3650633" y="2876062"/>
                  <a:pt x="3652214" y="2878287"/>
                  <a:pt x="3653958" y="2880473"/>
                </a:cubicBezTo>
                <a:cubicBezTo>
                  <a:pt x="3652775" y="2874850"/>
                  <a:pt x="3651593" y="2869227"/>
                  <a:pt x="3650244" y="2863643"/>
                </a:cubicBezTo>
                <a:close/>
                <a:moveTo>
                  <a:pt x="4284287" y="2856753"/>
                </a:moveTo>
                <a:cubicBezTo>
                  <a:pt x="4287587" y="2868990"/>
                  <a:pt x="4290724" y="2881267"/>
                  <a:pt x="4294026" y="2893504"/>
                </a:cubicBezTo>
                <a:cubicBezTo>
                  <a:pt x="4294383" y="2889943"/>
                  <a:pt x="4294615" y="2886584"/>
                  <a:pt x="4294972" y="2883022"/>
                </a:cubicBezTo>
                <a:cubicBezTo>
                  <a:pt x="4291479" y="2874308"/>
                  <a:pt x="4287946" y="2865429"/>
                  <a:pt x="4284287" y="2856753"/>
                </a:cubicBezTo>
                <a:close/>
                <a:moveTo>
                  <a:pt x="3324307" y="2847430"/>
                </a:moveTo>
                <a:lnTo>
                  <a:pt x="3331239" y="2910655"/>
                </a:lnTo>
                <a:lnTo>
                  <a:pt x="3331209" y="2910586"/>
                </a:lnTo>
                <a:lnTo>
                  <a:pt x="3331249" y="2910750"/>
                </a:lnTo>
                <a:lnTo>
                  <a:pt x="3331239" y="2910655"/>
                </a:lnTo>
                <a:lnTo>
                  <a:pt x="3346249" y="2945537"/>
                </a:lnTo>
                <a:cubicBezTo>
                  <a:pt x="3345394" y="2919675"/>
                  <a:pt x="3343802" y="2893644"/>
                  <a:pt x="3342252" y="2867777"/>
                </a:cubicBezTo>
                <a:cubicBezTo>
                  <a:pt x="3336447" y="2861010"/>
                  <a:pt x="3330439" y="2854118"/>
                  <a:pt x="3324307" y="2847430"/>
                </a:cubicBezTo>
                <a:close/>
                <a:moveTo>
                  <a:pt x="3173232" y="2837844"/>
                </a:moveTo>
                <a:cubicBezTo>
                  <a:pt x="3172978" y="2838947"/>
                  <a:pt x="3172887" y="2840012"/>
                  <a:pt x="3172797" y="2841077"/>
                </a:cubicBezTo>
                <a:cubicBezTo>
                  <a:pt x="3173317" y="2842515"/>
                  <a:pt x="3173799" y="2843790"/>
                  <a:pt x="3174156" y="2845267"/>
                </a:cubicBezTo>
                <a:lnTo>
                  <a:pt x="3174320" y="2845228"/>
                </a:lnTo>
                <a:cubicBezTo>
                  <a:pt x="3173890" y="2842725"/>
                  <a:pt x="3173499" y="2840386"/>
                  <a:pt x="3173232" y="2837844"/>
                </a:cubicBezTo>
                <a:close/>
                <a:moveTo>
                  <a:pt x="4636736" y="2827291"/>
                </a:moveTo>
                <a:cubicBezTo>
                  <a:pt x="4644489" y="2846448"/>
                  <a:pt x="4652117" y="2865809"/>
                  <a:pt x="4659212" y="2885124"/>
                </a:cubicBezTo>
                <a:cubicBezTo>
                  <a:pt x="4661777" y="2887112"/>
                  <a:pt x="4664177" y="2889139"/>
                  <a:pt x="4666580" y="2891166"/>
                </a:cubicBezTo>
                <a:cubicBezTo>
                  <a:pt x="4656714" y="2869739"/>
                  <a:pt x="4646725" y="2848515"/>
                  <a:pt x="4636736" y="2827291"/>
                </a:cubicBezTo>
                <a:close/>
                <a:moveTo>
                  <a:pt x="2476045" y="2825045"/>
                </a:moveTo>
                <a:cubicBezTo>
                  <a:pt x="2476407" y="2956861"/>
                  <a:pt x="2477873" y="3088931"/>
                  <a:pt x="2481186" y="3220729"/>
                </a:cubicBezTo>
                <a:cubicBezTo>
                  <a:pt x="2504657" y="3251732"/>
                  <a:pt x="2527223" y="3283302"/>
                  <a:pt x="2549336" y="3315154"/>
                </a:cubicBezTo>
                <a:cubicBezTo>
                  <a:pt x="2550378" y="3292832"/>
                  <a:pt x="2552037" y="3270187"/>
                  <a:pt x="2554722" y="3247468"/>
                </a:cubicBezTo>
                <a:cubicBezTo>
                  <a:pt x="2553232" y="3224020"/>
                  <a:pt x="2552071" y="3200491"/>
                  <a:pt x="2551731" y="3176765"/>
                </a:cubicBezTo>
                <a:cubicBezTo>
                  <a:pt x="2547881" y="3156492"/>
                  <a:pt x="2544030" y="3136220"/>
                  <a:pt x="2540179" y="3115947"/>
                </a:cubicBezTo>
                <a:cubicBezTo>
                  <a:pt x="2537682" y="3110641"/>
                  <a:pt x="2535389" y="3105460"/>
                  <a:pt x="2532892" y="3100155"/>
                </a:cubicBezTo>
                <a:cubicBezTo>
                  <a:pt x="2535157" y="3103778"/>
                  <a:pt x="2537093" y="3107482"/>
                  <a:pt x="2539195" y="3111146"/>
                </a:cubicBezTo>
                <a:cubicBezTo>
                  <a:pt x="2520388" y="3015237"/>
                  <a:pt x="2499777" y="2919765"/>
                  <a:pt x="2476045" y="2825045"/>
                </a:cubicBezTo>
                <a:close/>
                <a:moveTo>
                  <a:pt x="130172" y="2800068"/>
                </a:moveTo>
                <a:cubicBezTo>
                  <a:pt x="134430" y="2886107"/>
                  <a:pt x="142958" y="2971114"/>
                  <a:pt x="154606" y="3055369"/>
                </a:cubicBezTo>
                <a:cubicBezTo>
                  <a:pt x="156530" y="3045347"/>
                  <a:pt x="158417" y="3035160"/>
                  <a:pt x="160631" y="3024893"/>
                </a:cubicBezTo>
                <a:cubicBezTo>
                  <a:pt x="158672" y="3039095"/>
                  <a:pt x="157370" y="3053139"/>
                  <a:pt x="156396" y="3067103"/>
                </a:cubicBezTo>
                <a:cubicBezTo>
                  <a:pt x="165342" y="3130807"/>
                  <a:pt x="176260" y="3194037"/>
                  <a:pt x="188820" y="3256870"/>
                </a:cubicBezTo>
                <a:cubicBezTo>
                  <a:pt x="193027" y="3238302"/>
                  <a:pt x="197602" y="3219819"/>
                  <a:pt x="202177" y="3201336"/>
                </a:cubicBezTo>
                <a:lnTo>
                  <a:pt x="202342" y="3201297"/>
                </a:lnTo>
                <a:cubicBezTo>
                  <a:pt x="172223" y="3070755"/>
                  <a:pt x="148179" y="2938747"/>
                  <a:pt x="132143" y="2804632"/>
                </a:cubicBezTo>
                <a:cubicBezTo>
                  <a:pt x="131582" y="2803030"/>
                  <a:pt x="130897" y="2801631"/>
                  <a:pt x="130172" y="2800068"/>
                </a:cubicBezTo>
                <a:close/>
                <a:moveTo>
                  <a:pt x="1253186" y="2794368"/>
                </a:moveTo>
                <a:cubicBezTo>
                  <a:pt x="1255381" y="2892374"/>
                  <a:pt x="1264062" y="2988815"/>
                  <a:pt x="1277746" y="3084027"/>
                </a:cubicBezTo>
                <a:lnTo>
                  <a:pt x="1323377" y="3320021"/>
                </a:lnTo>
                <a:lnTo>
                  <a:pt x="1271613" y="3320021"/>
                </a:lnTo>
                <a:lnTo>
                  <a:pt x="1255064" y="3196510"/>
                </a:lnTo>
                <a:cubicBezTo>
                  <a:pt x="1244652" y="3064101"/>
                  <a:pt x="1242719" y="2930275"/>
                  <a:pt x="1253186" y="2794368"/>
                </a:cubicBezTo>
                <a:close/>
                <a:moveTo>
                  <a:pt x="536021" y="2784480"/>
                </a:moveTo>
                <a:cubicBezTo>
                  <a:pt x="548830" y="2831785"/>
                  <a:pt x="559996" y="2879488"/>
                  <a:pt x="569646" y="2927383"/>
                </a:cubicBezTo>
                <a:cubicBezTo>
                  <a:pt x="573961" y="2935899"/>
                  <a:pt x="578400" y="2944213"/>
                  <a:pt x="582550" y="2952769"/>
                </a:cubicBezTo>
                <a:cubicBezTo>
                  <a:pt x="573570" y="2903322"/>
                  <a:pt x="562454" y="2854391"/>
                  <a:pt x="548179" y="2806049"/>
                </a:cubicBezTo>
                <a:cubicBezTo>
                  <a:pt x="572363" y="2870246"/>
                  <a:pt x="590886" y="2935464"/>
                  <a:pt x="605592" y="3001428"/>
                </a:cubicBezTo>
                <a:cubicBezTo>
                  <a:pt x="621742" y="3035937"/>
                  <a:pt x="637195" y="3070439"/>
                  <a:pt x="651907" y="3105468"/>
                </a:cubicBezTo>
                <a:cubicBezTo>
                  <a:pt x="652332" y="3063309"/>
                  <a:pt x="653249" y="3021032"/>
                  <a:pt x="654699" y="2978800"/>
                </a:cubicBezTo>
                <a:cubicBezTo>
                  <a:pt x="616674" y="2913425"/>
                  <a:pt x="577047" y="2848609"/>
                  <a:pt x="536060" y="2784644"/>
                </a:cubicBezTo>
                <a:close/>
                <a:moveTo>
                  <a:pt x="3723320" y="2780487"/>
                </a:moveTo>
                <a:cubicBezTo>
                  <a:pt x="3733065" y="2856860"/>
                  <a:pt x="3742030" y="2933595"/>
                  <a:pt x="3750422" y="3010120"/>
                </a:cubicBezTo>
                <a:cubicBezTo>
                  <a:pt x="3762897" y="3027963"/>
                  <a:pt x="3775003" y="3045721"/>
                  <a:pt x="3786985" y="3063683"/>
                </a:cubicBezTo>
                <a:cubicBezTo>
                  <a:pt x="3784958" y="3035846"/>
                  <a:pt x="3783220" y="3007765"/>
                  <a:pt x="3781521" y="2979848"/>
                </a:cubicBezTo>
                <a:cubicBezTo>
                  <a:pt x="3765835" y="2938624"/>
                  <a:pt x="3749698" y="2897682"/>
                  <a:pt x="3733435" y="2856945"/>
                </a:cubicBezTo>
                <a:cubicBezTo>
                  <a:pt x="3749034" y="2888458"/>
                  <a:pt x="3764471" y="2920010"/>
                  <a:pt x="3779907" y="2951563"/>
                </a:cubicBezTo>
                <a:cubicBezTo>
                  <a:pt x="3778690" y="2929959"/>
                  <a:pt x="3777308" y="2908396"/>
                  <a:pt x="3776254" y="2886754"/>
                </a:cubicBezTo>
                <a:cubicBezTo>
                  <a:pt x="3757856" y="2851571"/>
                  <a:pt x="3740076" y="2816066"/>
                  <a:pt x="3723320" y="2780487"/>
                </a:cubicBezTo>
                <a:close/>
                <a:moveTo>
                  <a:pt x="3140870" y="2776488"/>
                </a:moveTo>
                <a:cubicBezTo>
                  <a:pt x="3140977" y="2788454"/>
                  <a:pt x="3141125" y="2800583"/>
                  <a:pt x="3141272" y="2812712"/>
                </a:cubicBezTo>
                <a:cubicBezTo>
                  <a:pt x="3145728" y="2818936"/>
                  <a:pt x="3150350" y="2825120"/>
                  <a:pt x="3154971" y="2831303"/>
                </a:cubicBezTo>
                <a:cubicBezTo>
                  <a:pt x="3150367" y="2812951"/>
                  <a:pt x="3145803" y="2794762"/>
                  <a:pt x="3140870" y="2776488"/>
                </a:cubicBezTo>
                <a:close/>
                <a:moveTo>
                  <a:pt x="4239115" y="2753132"/>
                </a:moveTo>
                <a:cubicBezTo>
                  <a:pt x="4252740" y="2846294"/>
                  <a:pt x="4267554" y="2939343"/>
                  <a:pt x="4283516" y="3032114"/>
                </a:cubicBezTo>
                <a:lnTo>
                  <a:pt x="4283680" y="3032075"/>
                </a:lnTo>
                <a:cubicBezTo>
                  <a:pt x="4285289" y="3005619"/>
                  <a:pt x="4287225" y="2979084"/>
                  <a:pt x="4289326" y="2952509"/>
                </a:cubicBezTo>
                <a:cubicBezTo>
                  <a:pt x="4281024" y="2905158"/>
                  <a:pt x="4272888" y="2857767"/>
                  <a:pt x="4264586" y="2810416"/>
                </a:cubicBezTo>
                <a:cubicBezTo>
                  <a:pt x="4256138" y="2791253"/>
                  <a:pt x="4247689" y="2772091"/>
                  <a:pt x="4239115" y="2753132"/>
                </a:cubicBezTo>
                <a:close/>
                <a:moveTo>
                  <a:pt x="1334332" y="2751841"/>
                </a:moveTo>
                <a:lnTo>
                  <a:pt x="1334168" y="2751881"/>
                </a:lnTo>
                <a:lnTo>
                  <a:pt x="1334451" y="2752258"/>
                </a:lnTo>
                <a:lnTo>
                  <a:pt x="1395999" y="2968439"/>
                </a:lnTo>
                <a:cubicBezTo>
                  <a:pt x="1403406" y="2934326"/>
                  <a:pt x="1411509" y="2900221"/>
                  <a:pt x="1419980" y="2866199"/>
                </a:cubicBezTo>
                <a:lnTo>
                  <a:pt x="1334451" y="2752258"/>
                </a:lnTo>
                <a:close/>
                <a:moveTo>
                  <a:pt x="3140372" y="2731946"/>
                </a:moveTo>
                <a:cubicBezTo>
                  <a:pt x="3140367" y="2737682"/>
                  <a:pt x="3140564" y="2743543"/>
                  <a:pt x="3140559" y="2749280"/>
                </a:cubicBezTo>
                <a:cubicBezTo>
                  <a:pt x="3148980" y="2771924"/>
                  <a:pt x="3157072" y="2794649"/>
                  <a:pt x="3164834" y="2817452"/>
                </a:cubicBezTo>
                <a:cubicBezTo>
                  <a:pt x="3165304" y="2815079"/>
                  <a:pt x="3165571" y="2812582"/>
                  <a:pt x="3166041" y="2810210"/>
                </a:cubicBezTo>
                <a:lnTo>
                  <a:pt x="3165917" y="2810414"/>
                </a:lnTo>
                <a:cubicBezTo>
                  <a:pt x="3157525" y="2784286"/>
                  <a:pt x="3148928" y="2758034"/>
                  <a:pt x="3140372" y="2731946"/>
                </a:cubicBezTo>
                <a:close/>
                <a:moveTo>
                  <a:pt x="3125071" y="2718956"/>
                </a:moveTo>
                <a:cubicBezTo>
                  <a:pt x="3126216" y="2744574"/>
                  <a:pt x="3127320" y="2770027"/>
                  <a:pt x="3128588" y="2795441"/>
                </a:cubicBezTo>
                <a:cubicBezTo>
                  <a:pt x="3129358" y="2796472"/>
                  <a:pt x="3129924" y="2797378"/>
                  <a:pt x="3130654" y="2798245"/>
                </a:cubicBezTo>
                <a:cubicBezTo>
                  <a:pt x="3131170" y="2780221"/>
                  <a:pt x="3131646" y="2762032"/>
                  <a:pt x="3132161" y="2744008"/>
                </a:cubicBezTo>
                <a:cubicBezTo>
                  <a:pt x="3129812" y="2735712"/>
                  <a:pt x="3127422" y="2727251"/>
                  <a:pt x="3125071" y="2718956"/>
                </a:cubicBezTo>
                <a:close/>
                <a:moveTo>
                  <a:pt x="3680777" y="2686311"/>
                </a:moveTo>
                <a:cubicBezTo>
                  <a:pt x="3673330" y="2720260"/>
                  <a:pt x="3666869" y="2753969"/>
                  <a:pt x="3661472" y="2787770"/>
                </a:cubicBezTo>
                <a:cubicBezTo>
                  <a:pt x="3667990" y="2807572"/>
                  <a:pt x="3674344" y="2827414"/>
                  <a:pt x="3680534" y="2847296"/>
                </a:cubicBezTo>
                <a:cubicBezTo>
                  <a:pt x="3676875" y="2818461"/>
                  <a:pt x="3673177" y="2789462"/>
                  <a:pt x="3669520" y="2760629"/>
                </a:cubicBezTo>
                <a:cubicBezTo>
                  <a:pt x="3684508" y="2827046"/>
                  <a:pt x="3699498" y="2893463"/>
                  <a:pt x="3714650" y="2959841"/>
                </a:cubicBezTo>
                <a:cubicBezTo>
                  <a:pt x="3715138" y="2960419"/>
                  <a:pt x="3715461" y="2961036"/>
                  <a:pt x="3715948" y="2961614"/>
                </a:cubicBezTo>
                <a:cubicBezTo>
                  <a:pt x="3712538" y="2887013"/>
                  <a:pt x="3708803" y="2812493"/>
                  <a:pt x="3704203" y="2738006"/>
                </a:cubicBezTo>
                <a:cubicBezTo>
                  <a:pt x="3698891" y="2726080"/>
                  <a:pt x="3693784" y="2714279"/>
                  <a:pt x="3688801" y="2702274"/>
                </a:cubicBezTo>
                <a:lnTo>
                  <a:pt x="3689169" y="2702359"/>
                </a:lnTo>
                <a:cubicBezTo>
                  <a:pt x="3686303" y="2696968"/>
                  <a:pt x="3683643" y="2691703"/>
                  <a:pt x="3680777" y="2686311"/>
                </a:cubicBezTo>
                <a:close/>
                <a:moveTo>
                  <a:pt x="3922980" y="2680332"/>
                </a:moveTo>
                <a:cubicBezTo>
                  <a:pt x="3930993" y="2748086"/>
                  <a:pt x="3939662" y="2815682"/>
                  <a:pt x="3949561" y="2883328"/>
                </a:cubicBezTo>
                <a:lnTo>
                  <a:pt x="3949600" y="2883492"/>
                </a:lnTo>
                <a:cubicBezTo>
                  <a:pt x="3963405" y="2914048"/>
                  <a:pt x="3977415" y="2944728"/>
                  <a:pt x="3990893" y="2975363"/>
                </a:cubicBezTo>
                <a:cubicBezTo>
                  <a:pt x="3991136" y="2970612"/>
                  <a:pt x="3991544" y="2965822"/>
                  <a:pt x="3991787" y="2961070"/>
                </a:cubicBezTo>
                <a:cubicBezTo>
                  <a:pt x="3979907" y="2865054"/>
                  <a:pt x="3958298" y="2771213"/>
                  <a:pt x="3922980" y="2680332"/>
                </a:cubicBezTo>
                <a:close/>
                <a:moveTo>
                  <a:pt x="3123378" y="2680263"/>
                </a:moveTo>
                <a:cubicBezTo>
                  <a:pt x="3123594" y="2689074"/>
                  <a:pt x="3124137" y="2697806"/>
                  <a:pt x="3124517" y="2706578"/>
                </a:cubicBezTo>
                <a:cubicBezTo>
                  <a:pt x="3127246" y="2713566"/>
                  <a:pt x="3129975" y="2720553"/>
                  <a:pt x="3132541" y="2727580"/>
                </a:cubicBezTo>
                <a:lnTo>
                  <a:pt x="3133016" y="2709434"/>
                </a:lnTo>
                <a:lnTo>
                  <a:pt x="3133056" y="2709556"/>
                </a:lnTo>
                <a:lnTo>
                  <a:pt x="3133017" y="2709392"/>
                </a:lnTo>
                <a:lnTo>
                  <a:pt x="3133016" y="2709434"/>
                </a:lnTo>
                <a:close/>
                <a:moveTo>
                  <a:pt x="3311889" y="2671430"/>
                </a:moveTo>
                <a:lnTo>
                  <a:pt x="3311724" y="2671469"/>
                </a:lnTo>
                <a:cubicBezTo>
                  <a:pt x="3314284" y="2729590"/>
                  <a:pt x="3318321" y="2787356"/>
                  <a:pt x="3324000" y="2844724"/>
                </a:cubicBezTo>
                <a:cubicBezTo>
                  <a:pt x="3330139" y="2850715"/>
                  <a:pt x="3336074" y="2856582"/>
                  <a:pt x="3341883" y="2862652"/>
                </a:cubicBezTo>
                <a:cubicBezTo>
                  <a:pt x="3339108" y="2815878"/>
                  <a:pt x="3335966" y="2769020"/>
                  <a:pt x="3331470" y="2722314"/>
                </a:cubicBezTo>
                <a:cubicBezTo>
                  <a:pt x="3324930" y="2705298"/>
                  <a:pt x="3318593" y="2688407"/>
                  <a:pt x="3311889" y="2671430"/>
                </a:cubicBezTo>
                <a:close/>
                <a:moveTo>
                  <a:pt x="681835" y="2670038"/>
                </a:moveTo>
                <a:lnTo>
                  <a:pt x="682201" y="2670856"/>
                </a:lnTo>
                <a:lnTo>
                  <a:pt x="681927" y="2674118"/>
                </a:lnTo>
                <a:close/>
                <a:moveTo>
                  <a:pt x="3415957" y="2661951"/>
                </a:moveTo>
                <a:cubicBezTo>
                  <a:pt x="3427446" y="2705230"/>
                  <a:pt x="3438444" y="2748629"/>
                  <a:pt x="3449112" y="2792107"/>
                </a:cubicBezTo>
                <a:cubicBezTo>
                  <a:pt x="3464004" y="2825007"/>
                  <a:pt x="3478405" y="2858026"/>
                  <a:pt x="3492516" y="2891289"/>
                </a:cubicBezTo>
                <a:cubicBezTo>
                  <a:pt x="3489068" y="2846762"/>
                  <a:pt x="3486768" y="2801960"/>
                  <a:pt x="3485948" y="2756800"/>
                </a:cubicBezTo>
                <a:lnTo>
                  <a:pt x="3485783" y="2756840"/>
                </a:lnTo>
                <a:cubicBezTo>
                  <a:pt x="3463631" y="2724823"/>
                  <a:pt x="3440369" y="2693247"/>
                  <a:pt x="3415957" y="2661951"/>
                </a:cubicBezTo>
                <a:close/>
                <a:moveTo>
                  <a:pt x="4748139" y="2656681"/>
                </a:moveTo>
                <a:cubicBezTo>
                  <a:pt x="4742498" y="2720431"/>
                  <a:pt x="4741949" y="2782952"/>
                  <a:pt x="4746037" y="2844528"/>
                </a:cubicBezTo>
                <a:cubicBezTo>
                  <a:pt x="4754933" y="2859065"/>
                  <a:pt x="4763540" y="2873844"/>
                  <a:pt x="4772148" y="2888624"/>
                </a:cubicBezTo>
                <a:cubicBezTo>
                  <a:pt x="4774119" y="2837750"/>
                  <a:pt x="4776622" y="2786923"/>
                  <a:pt x="4779821" y="2736100"/>
                </a:cubicBezTo>
                <a:cubicBezTo>
                  <a:pt x="4778638" y="2730477"/>
                  <a:pt x="4777291" y="2724893"/>
                  <a:pt x="4775902" y="2719145"/>
                </a:cubicBezTo>
                <a:cubicBezTo>
                  <a:pt x="4767018" y="2698176"/>
                  <a:pt x="4757805" y="2677287"/>
                  <a:pt x="4748139" y="2656681"/>
                </a:cubicBezTo>
                <a:close/>
                <a:moveTo>
                  <a:pt x="3912980" y="2655461"/>
                </a:moveTo>
                <a:cubicBezTo>
                  <a:pt x="3911756" y="2689993"/>
                  <a:pt x="3912176" y="2724127"/>
                  <a:pt x="3914113" y="2758069"/>
                </a:cubicBezTo>
                <a:cubicBezTo>
                  <a:pt x="3913773" y="2724263"/>
                  <a:pt x="3913637" y="2690582"/>
                  <a:pt x="3913666" y="2656861"/>
                </a:cubicBezTo>
                <a:cubicBezTo>
                  <a:pt x="3913382" y="2656407"/>
                  <a:pt x="3913099" y="2655954"/>
                  <a:pt x="3912980" y="2655461"/>
                </a:cubicBezTo>
                <a:close/>
                <a:moveTo>
                  <a:pt x="6927280" y="2642482"/>
                </a:moveTo>
                <a:cubicBezTo>
                  <a:pt x="6934216" y="2696420"/>
                  <a:pt x="6942303" y="2750079"/>
                  <a:pt x="6951991" y="2803178"/>
                </a:cubicBezTo>
                <a:cubicBezTo>
                  <a:pt x="6953334" y="2794339"/>
                  <a:pt x="6955004" y="2785420"/>
                  <a:pt x="6956510" y="2776540"/>
                </a:cubicBezTo>
                <a:cubicBezTo>
                  <a:pt x="6947246" y="2731682"/>
                  <a:pt x="6937530" y="2687105"/>
                  <a:pt x="6927280" y="2642482"/>
                </a:cubicBezTo>
                <a:close/>
                <a:moveTo>
                  <a:pt x="3696197" y="2619158"/>
                </a:moveTo>
                <a:lnTo>
                  <a:pt x="3696257" y="2619410"/>
                </a:lnTo>
                <a:lnTo>
                  <a:pt x="3696275" y="2619486"/>
                </a:lnTo>
                <a:cubicBezTo>
                  <a:pt x="3696315" y="2619651"/>
                  <a:pt x="3696315" y="2619651"/>
                  <a:pt x="3696315" y="2619651"/>
                </a:cubicBezTo>
                <a:lnTo>
                  <a:pt x="3696257" y="2619410"/>
                </a:lnTo>
                <a:lnTo>
                  <a:pt x="3696236" y="2619322"/>
                </a:lnTo>
                <a:cubicBezTo>
                  <a:pt x="3696236" y="2619322"/>
                  <a:pt x="3696236" y="2619322"/>
                  <a:pt x="3696197" y="2619158"/>
                </a:cubicBezTo>
                <a:close/>
                <a:moveTo>
                  <a:pt x="4752754" y="2613163"/>
                </a:moveTo>
                <a:lnTo>
                  <a:pt x="4753718" y="2617732"/>
                </a:lnTo>
                <a:lnTo>
                  <a:pt x="4752392" y="2615793"/>
                </a:lnTo>
                <a:close/>
                <a:moveTo>
                  <a:pt x="1970567" y="2601397"/>
                </a:moveTo>
                <a:cubicBezTo>
                  <a:pt x="1976043" y="2663681"/>
                  <a:pt x="1981807" y="2725721"/>
                  <a:pt x="1988229" y="2787602"/>
                </a:cubicBezTo>
                <a:cubicBezTo>
                  <a:pt x="1989689" y="2759096"/>
                  <a:pt x="1991683" y="2730636"/>
                  <a:pt x="1993637" y="2702011"/>
                </a:cubicBezTo>
                <a:cubicBezTo>
                  <a:pt x="1986700" y="2668233"/>
                  <a:pt x="1979146" y="2634779"/>
                  <a:pt x="1970567" y="2601397"/>
                </a:cubicBezTo>
                <a:close/>
                <a:moveTo>
                  <a:pt x="4566067" y="2599312"/>
                </a:moveTo>
                <a:cubicBezTo>
                  <a:pt x="4566628" y="2626113"/>
                  <a:pt x="4566899" y="2653158"/>
                  <a:pt x="4567131" y="2680039"/>
                </a:cubicBezTo>
                <a:cubicBezTo>
                  <a:pt x="4575042" y="2694812"/>
                  <a:pt x="4582460" y="2709706"/>
                  <a:pt x="4589879" y="2724599"/>
                </a:cubicBezTo>
                <a:cubicBezTo>
                  <a:pt x="4583038" y="2709219"/>
                  <a:pt x="4576402" y="2693963"/>
                  <a:pt x="4569929" y="2678669"/>
                </a:cubicBezTo>
                <a:cubicBezTo>
                  <a:pt x="4615661" y="2763733"/>
                  <a:pt x="4665990" y="2847689"/>
                  <a:pt x="4715170" y="2931920"/>
                </a:cubicBezTo>
                <a:cubicBezTo>
                  <a:pt x="4718913" y="2935187"/>
                  <a:pt x="4722656" y="2938456"/>
                  <a:pt x="4726401" y="2941722"/>
                </a:cubicBezTo>
                <a:cubicBezTo>
                  <a:pt x="4726218" y="2938812"/>
                  <a:pt x="4726201" y="2935861"/>
                  <a:pt x="4726020" y="2932951"/>
                </a:cubicBezTo>
                <a:lnTo>
                  <a:pt x="4725980" y="2932787"/>
                </a:lnTo>
                <a:cubicBezTo>
                  <a:pt x="4684133" y="2818457"/>
                  <a:pt x="4632718" y="2706959"/>
                  <a:pt x="4566067" y="2599312"/>
                </a:cubicBezTo>
                <a:close/>
                <a:moveTo>
                  <a:pt x="3621953" y="2578687"/>
                </a:moveTo>
                <a:lnTo>
                  <a:pt x="3621993" y="2578851"/>
                </a:lnTo>
                <a:cubicBezTo>
                  <a:pt x="3620928" y="2608999"/>
                  <a:pt x="3620396" y="2639193"/>
                  <a:pt x="3620192" y="2669306"/>
                </a:cubicBezTo>
                <a:cubicBezTo>
                  <a:pt x="3621274" y="2672348"/>
                  <a:pt x="3622396" y="2675553"/>
                  <a:pt x="3623516" y="2678757"/>
                </a:cubicBezTo>
                <a:cubicBezTo>
                  <a:pt x="3629948" y="2658610"/>
                  <a:pt x="3636710" y="2638382"/>
                  <a:pt x="3643839" y="2618240"/>
                </a:cubicBezTo>
                <a:cubicBezTo>
                  <a:pt x="3636654" y="2605029"/>
                  <a:pt x="3629303" y="2591858"/>
                  <a:pt x="3621953" y="2578687"/>
                </a:cubicBezTo>
                <a:close/>
                <a:moveTo>
                  <a:pt x="4213668" y="2572108"/>
                </a:moveTo>
                <a:cubicBezTo>
                  <a:pt x="4218798" y="2611361"/>
                  <a:pt x="4224054" y="2650412"/>
                  <a:pt x="4229676" y="2689546"/>
                </a:cubicBezTo>
                <a:cubicBezTo>
                  <a:pt x="4251273" y="2724304"/>
                  <a:pt x="4272378" y="2759180"/>
                  <a:pt x="4292663" y="2794254"/>
                </a:cubicBezTo>
                <a:cubicBezTo>
                  <a:pt x="4291365" y="2782403"/>
                  <a:pt x="4289943" y="2770755"/>
                  <a:pt x="4288647" y="2758902"/>
                </a:cubicBezTo>
                <a:cubicBezTo>
                  <a:pt x="4265186" y="2696267"/>
                  <a:pt x="4239920" y="2634068"/>
                  <a:pt x="4213668" y="2572108"/>
                </a:cubicBezTo>
                <a:close/>
                <a:moveTo>
                  <a:pt x="336594" y="2548652"/>
                </a:moveTo>
                <a:cubicBezTo>
                  <a:pt x="330625" y="2652800"/>
                  <a:pt x="330557" y="2756913"/>
                  <a:pt x="335410" y="2860535"/>
                </a:cubicBezTo>
                <a:cubicBezTo>
                  <a:pt x="360863" y="2899749"/>
                  <a:pt x="386192" y="2939166"/>
                  <a:pt x="411357" y="2978624"/>
                </a:cubicBezTo>
                <a:cubicBezTo>
                  <a:pt x="412711" y="2973432"/>
                  <a:pt x="413900" y="2968279"/>
                  <a:pt x="415252" y="2963085"/>
                </a:cubicBezTo>
                <a:cubicBezTo>
                  <a:pt x="414387" y="2968856"/>
                  <a:pt x="413724" y="2974751"/>
                  <a:pt x="412694" y="2980561"/>
                </a:cubicBezTo>
                <a:cubicBezTo>
                  <a:pt x="417184" y="2987645"/>
                  <a:pt x="421634" y="2994565"/>
                  <a:pt x="426125" y="3001649"/>
                </a:cubicBezTo>
                <a:lnTo>
                  <a:pt x="426413" y="3001405"/>
                </a:lnTo>
                <a:cubicBezTo>
                  <a:pt x="426029" y="2993330"/>
                  <a:pt x="425440" y="2985130"/>
                  <a:pt x="425056" y="2977055"/>
                </a:cubicBezTo>
                <a:cubicBezTo>
                  <a:pt x="426448" y="2987146"/>
                  <a:pt x="428334" y="2997118"/>
                  <a:pt x="429890" y="3007169"/>
                </a:cubicBezTo>
                <a:cubicBezTo>
                  <a:pt x="470503" y="3071747"/>
                  <a:pt x="510703" y="3136771"/>
                  <a:pt x="549957" y="3202198"/>
                </a:cubicBezTo>
                <a:cubicBezTo>
                  <a:pt x="550047" y="3145695"/>
                  <a:pt x="548949" y="3089307"/>
                  <a:pt x="546536" y="3033236"/>
                </a:cubicBezTo>
                <a:cubicBezTo>
                  <a:pt x="542737" y="3021813"/>
                  <a:pt x="538936" y="3010392"/>
                  <a:pt x="534974" y="2999010"/>
                </a:cubicBezTo>
                <a:cubicBezTo>
                  <a:pt x="504921" y="2935707"/>
                  <a:pt x="474830" y="2872240"/>
                  <a:pt x="444490" y="2809180"/>
                </a:cubicBezTo>
                <a:lnTo>
                  <a:pt x="444896" y="2809429"/>
                </a:lnTo>
                <a:cubicBezTo>
                  <a:pt x="461404" y="2835336"/>
                  <a:pt x="477786" y="2861446"/>
                  <a:pt x="494129" y="2887393"/>
                </a:cubicBezTo>
                <a:cubicBezTo>
                  <a:pt x="449053" y="2771931"/>
                  <a:pt x="396091" y="2659068"/>
                  <a:pt x="336594" y="2548652"/>
                </a:cubicBezTo>
                <a:close/>
                <a:moveTo>
                  <a:pt x="3309483" y="2539065"/>
                </a:moveTo>
                <a:cubicBezTo>
                  <a:pt x="3309516" y="2550005"/>
                  <a:pt x="3309426" y="2561149"/>
                  <a:pt x="3309459" y="2572089"/>
                </a:cubicBezTo>
                <a:lnTo>
                  <a:pt x="3315801" y="2584472"/>
                </a:lnTo>
                <a:lnTo>
                  <a:pt x="3315870" y="2584966"/>
                </a:lnTo>
                <a:lnTo>
                  <a:pt x="3316034" y="2584926"/>
                </a:lnTo>
                <a:lnTo>
                  <a:pt x="3315801" y="2584472"/>
                </a:lnTo>
                <a:close/>
                <a:moveTo>
                  <a:pt x="5360257" y="2534476"/>
                </a:moveTo>
                <a:cubicBezTo>
                  <a:pt x="5360324" y="2536198"/>
                  <a:pt x="5360188" y="2537794"/>
                  <a:pt x="5360092" y="2539555"/>
                </a:cubicBezTo>
                <a:lnTo>
                  <a:pt x="5359967" y="2539759"/>
                </a:lnTo>
                <a:cubicBezTo>
                  <a:pt x="5360329" y="2540541"/>
                  <a:pt x="5360731" y="2541486"/>
                  <a:pt x="5360930" y="2542307"/>
                </a:cubicBezTo>
                <a:cubicBezTo>
                  <a:pt x="5360624" y="2539600"/>
                  <a:pt x="5360522" y="2537018"/>
                  <a:pt x="5360257" y="2534476"/>
                </a:cubicBezTo>
                <a:close/>
                <a:moveTo>
                  <a:pt x="3624569" y="2513929"/>
                </a:moveTo>
                <a:cubicBezTo>
                  <a:pt x="3623782" y="2530107"/>
                  <a:pt x="3623160" y="2546245"/>
                  <a:pt x="3622536" y="2562384"/>
                </a:cubicBezTo>
                <a:cubicBezTo>
                  <a:pt x="3631733" y="2575284"/>
                  <a:pt x="3641053" y="2587979"/>
                  <a:pt x="3650045" y="2600755"/>
                </a:cubicBezTo>
                <a:cubicBezTo>
                  <a:pt x="3650171" y="2600551"/>
                  <a:pt x="3650255" y="2600183"/>
                  <a:pt x="3650255" y="2600183"/>
                </a:cubicBezTo>
                <a:cubicBezTo>
                  <a:pt x="3640572" y="2571585"/>
                  <a:pt x="3632078" y="2542876"/>
                  <a:pt x="3624569" y="2513929"/>
                </a:cubicBezTo>
                <a:close/>
                <a:moveTo>
                  <a:pt x="3268711" y="2493989"/>
                </a:moveTo>
                <a:cubicBezTo>
                  <a:pt x="3280575" y="2516499"/>
                  <a:pt x="3292398" y="2538844"/>
                  <a:pt x="3303933" y="2561433"/>
                </a:cubicBezTo>
                <a:cubicBezTo>
                  <a:pt x="3304828" y="2552179"/>
                  <a:pt x="3305762" y="2543090"/>
                  <a:pt x="3306860" y="2533963"/>
                </a:cubicBezTo>
                <a:cubicBezTo>
                  <a:pt x="3294431" y="2520627"/>
                  <a:pt x="3281798" y="2507166"/>
                  <a:pt x="3268711" y="2493989"/>
                </a:cubicBezTo>
                <a:close/>
                <a:moveTo>
                  <a:pt x="2776727" y="2490398"/>
                </a:moveTo>
                <a:cubicBezTo>
                  <a:pt x="2777712" y="2500240"/>
                  <a:pt x="2778658" y="2509918"/>
                  <a:pt x="2779769" y="2519556"/>
                </a:cubicBezTo>
                <a:cubicBezTo>
                  <a:pt x="2826139" y="2601511"/>
                  <a:pt x="2871441" y="2684073"/>
                  <a:pt x="2915672" y="2767242"/>
                </a:cubicBezTo>
                <a:cubicBezTo>
                  <a:pt x="2943260" y="2790820"/>
                  <a:pt x="2970192" y="2814559"/>
                  <a:pt x="2996506" y="2838619"/>
                </a:cubicBezTo>
                <a:cubicBezTo>
                  <a:pt x="2994671" y="2822378"/>
                  <a:pt x="2992877" y="2806303"/>
                  <a:pt x="2991082" y="2790226"/>
                </a:cubicBezTo>
                <a:cubicBezTo>
                  <a:pt x="2927303" y="2687273"/>
                  <a:pt x="2856168" y="2586964"/>
                  <a:pt x="2776727" y="2490398"/>
                </a:cubicBezTo>
                <a:close/>
                <a:moveTo>
                  <a:pt x="6503894" y="2471662"/>
                </a:moveTo>
                <a:cubicBezTo>
                  <a:pt x="6507988" y="2497262"/>
                  <a:pt x="6512083" y="2522864"/>
                  <a:pt x="6516176" y="2548465"/>
                </a:cubicBezTo>
                <a:cubicBezTo>
                  <a:pt x="6520100" y="2554642"/>
                  <a:pt x="6523900" y="2561025"/>
                  <a:pt x="6527825" y="2567203"/>
                </a:cubicBezTo>
                <a:cubicBezTo>
                  <a:pt x="6527065" y="2549660"/>
                  <a:pt x="6526346" y="2532280"/>
                  <a:pt x="6525752" y="2514698"/>
                </a:cubicBezTo>
                <a:cubicBezTo>
                  <a:pt x="6518617" y="2500258"/>
                  <a:pt x="6511358" y="2486023"/>
                  <a:pt x="6503894" y="2471662"/>
                </a:cubicBezTo>
                <a:close/>
                <a:moveTo>
                  <a:pt x="3935172" y="2470933"/>
                </a:moveTo>
                <a:cubicBezTo>
                  <a:pt x="3925359" y="2518832"/>
                  <a:pt x="3918666" y="2565980"/>
                  <a:pt x="3915296" y="2612500"/>
                </a:cubicBezTo>
                <a:cubicBezTo>
                  <a:pt x="3916169" y="2621151"/>
                  <a:pt x="3917165" y="2629601"/>
                  <a:pt x="3918201" y="2638213"/>
                </a:cubicBezTo>
                <a:cubicBezTo>
                  <a:pt x="3949001" y="2695254"/>
                  <a:pt x="3974256" y="2753805"/>
                  <a:pt x="3994584" y="2813546"/>
                </a:cubicBezTo>
                <a:cubicBezTo>
                  <a:pt x="3974166" y="2699432"/>
                  <a:pt x="3954403" y="2585159"/>
                  <a:pt x="3935213" y="2471097"/>
                </a:cubicBezTo>
                <a:close/>
                <a:moveTo>
                  <a:pt x="6859403" y="2388631"/>
                </a:moveTo>
                <a:cubicBezTo>
                  <a:pt x="6860172" y="2399741"/>
                  <a:pt x="6860819" y="2411055"/>
                  <a:pt x="6861587" y="2422166"/>
                </a:cubicBezTo>
                <a:cubicBezTo>
                  <a:pt x="6861503" y="2412453"/>
                  <a:pt x="6861214" y="2402618"/>
                  <a:pt x="6861129" y="2392906"/>
                </a:cubicBezTo>
                <a:cubicBezTo>
                  <a:pt x="6860648" y="2391632"/>
                  <a:pt x="6859963" y="2390234"/>
                  <a:pt x="6859442" y="2388795"/>
                </a:cubicBezTo>
                <a:close/>
                <a:moveTo>
                  <a:pt x="5499954" y="2340699"/>
                </a:moveTo>
                <a:lnTo>
                  <a:pt x="5499791" y="2340739"/>
                </a:lnTo>
                <a:cubicBezTo>
                  <a:pt x="5500073" y="2346232"/>
                  <a:pt x="5500357" y="2351725"/>
                  <a:pt x="5500641" y="2357218"/>
                </a:cubicBezTo>
                <a:cubicBezTo>
                  <a:pt x="5507542" y="2380056"/>
                  <a:pt x="5514649" y="2403017"/>
                  <a:pt x="5521880" y="2425776"/>
                </a:cubicBezTo>
                <a:cubicBezTo>
                  <a:pt x="5519162" y="2407315"/>
                  <a:pt x="5516647" y="2388979"/>
                  <a:pt x="5514134" y="2370643"/>
                </a:cubicBezTo>
                <a:cubicBezTo>
                  <a:pt x="5509462" y="2360649"/>
                  <a:pt x="5504792" y="2350654"/>
                  <a:pt x="5499954" y="2340699"/>
                </a:cubicBezTo>
                <a:close/>
                <a:moveTo>
                  <a:pt x="5832133" y="2340287"/>
                </a:moveTo>
                <a:cubicBezTo>
                  <a:pt x="5826316" y="2425629"/>
                  <a:pt x="5818858" y="2511368"/>
                  <a:pt x="5812426" y="2597032"/>
                </a:cubicBezTo>
                <a:cubicBezTo>
                  <a:pt x="5818672" y="2620028"/>
                  <a:pt x="5825082" y="2642985"/>
                  <a:pt x="5831656" y="2665902"/>
                </a:cubicBezTo>
                <a:cubicBezTo>
                  <a:pt x="5834567" y="2580044"/>
                  <a:pt x="5840512" y="2493801"/>
                  <a:pt x="5850192" y="2407180"/>
                </a:cubicBezTo>
                <a:cubicBezTo>
                  <a:pt x="5848243" y="2515744"/>
                  <a:pt x="5852614" y="2623132"/>
                  <a:pt x="5860880" y="2730099"/>
                </a:cubicBezTo>
                <a:cubicBezTo>
                  <a:pt x="5863049" y="2685087"/>
                  <a:pt x="5865259" y="2640238"/>
                  <a:pt x="5867796" y="2595311"/>
                </a:cubicBezTo>
                <a:cubicBezTo>
                  <a:pt x="5867959" y="2595271"/>
                  <a:pt x="5868124" y="2595231"/>
                  <a:pt x="5868124" y="2595231"/>
                </a:cubicBezTo>
                <a:cubicBezTo>
                  <a:pt x="5872456" y="2677256"/>
                  <a:pt x="5877977" y="2759166"/>
                  <a:pt x="5883662" y="2841037"/>
                </a:cubicBezTo>
                <a:cubicBezTo>
                  <a:pt x="5885859" y="2847979"/>
                  <a:pt x="5888055" y="2854922"/>
                  <a:pt x="5890252" y="2861864"/>
                </a:cubicBezTo>
                <a:cubicBezTo>
                  <a:pt x="5894602" y="2871241"/>
                  <a:pt x="5898458" y="2880737"/>
                  <a:pt x="5902642" y="2890154"/>
                </a:cubicBezTo>
                <a:cubicBezTo>
                  <a:pt x="5899188" y="2831206"/>
                  <a:pt x="5899795" y="2771799"/>
                  <a:pt x="5905242" y="2711571"/>
                </a:cubicBezTo>
                <a:cubicBezTo>
                  <a:pt x="5891283" y="2629264"/>
                  <a:pt x="5879296" y="2546482"/>
                  <a:pt x="5869194" y="2463591"/>
                </a:cubicBezTo>
                <a:lnTo>
                  <a:pt x="5869156" y="2463427"/>
                </a:lnTo>
                <a:cubicBezTo>
                  <a:pt x="5856170" y="2422594"/>
                  <a:pt x="5843678" y="2381641"/>
                  <a:pt x="5832133" y="2340287"/>
                </a:cubicBezTo>
                <a:close/>
                <a:moveTo>
                  <a:pt x="5190325" y="2324374"/>
                </a:moveTo>
                <a:lnTo>
                  <a:pt x="5190500" y="2324939"/>
                </a:lnTo>
                <a:lnTo>
                  <a:pt x="5182817" y="2441579"/>
                </a:lnTo>
                <a:cubicBezTo>
                  <a:pt x="5196820" y="2493115"/>
                  <a:pt x="5210168" y="2544810"/>
                  <a:pt x="5222857" y="2596663"/>
                </a:cubicBezTo>
                <a:cubicBezTo>
                  <a:pt x="5219680" y="2533824"/>
                  <a:pt x="5217201" y="2470992"/>
                  <a:pt x="5215377" y="2408000"/>
                </a:cubicBezTo>
                <a:cubicBezTo>
                  <a:pt x="5214788" y="2404840"/>
                  <a:pt x="5213996" y="2401555"/>
                  <a:pt x="5213242" y="2398436"/>
                </a:cubicBezTo>
                <a:lnTo>
                  <a:pt x="5190500" y="2324939"/>
                </a:lnTo>
                <a:lnTo>
                  <a:pt x="5190529" y="2324498"/>
                </a:lnTo>
                <a:close/>
                <a:moveTo>
                  <a:pt x="7058491" y="2273146"/>
                </a:moveTo>
                <a:cubicBezTo>
                  <a:pt x="7058441" y="2274376"/>
                  <a:pt x="7058265" y="2275808"/>
                  <a:pt x="7058213" y="2277037"/>
                </a:cubicBezTo>
                <a:lnTo>
                  <a:pt x="7058377" y="2276997"/>
                </a:lnTo>
                <a:cubicBezTo>
                  <a:pt x="7062041" y="2290016"/>
                  <a:pt x="7065868" y="2302995"/>
                  <a:pt x="7069696" y="2315974"/>
                </a:cubicBezTo>
                <a:cubicBezTo>
                  <a:pt x="7070455" y="2313358"/>
                  <a:pt x="7071378" y="2310702"/>
                  <a:pt x="7072138" y="2308086"/>
                </a:cubicBezTo>
                <a:cubicBezTo>
                  <a:pt x="7067601" y="2296494"/>
                  <a:pt x="7063066" y="2284902"/>
                  <a:pt x="7058491" y="2273146"/>
                </a:cubicBezTo>
                <a:close/>
                <a:moveTo>
                  <a:pt x="3132372" y="2259618"/>
                </a:moveTo>
                <a:cubicBezTo>
                  <a:pt x="3164292" y="2395459"/>
                  <a:pt x="3194938" y="2531782"/>
                  <a:pt x="3225749" y="2668066"/>
                </a:cubicBezTo>
                <a:cubicBezTo>
                  <a:pt x="3246185" y="2714573"/>
                  <a:pt x="3266622" y="2761081"/>
                  <a:pt x="3286689" y="2807503"/>
                </a:cubicBezTo>
                <a:cubicBezTo>
                  <a:pt x="3288473" y="2749376"/>
                  <a:pt x="3291486" y="2691300"/>
                  <a:pt x="3296469" y="2632748"/>
                </a:cubicBezTo>
                <a:cubicBezTo>
                  <a:pt x="3246112" y="2506918"/>
                  <a:pt x="3191891" y="2382367"/>
                  <a:pt x="3132372" y="2259618"/>
                </a:cubicBezTo>
                <a:close/>
                <a:moveTo>
                  <a:pt x="4178855" y="2257966"/>
                </a:moveTo>
                <a:lnTo>
                  <a:pt x="4178690" y="2258006"/>
                </a:lnTo>
                <a:lnTo>
                  <a:pt x="4178882" y="2258215"/>
                </a:lnTo>
                <a:lnTo>
                  <a:pt x="4200395" y="2460961"/>
                </a:lnTo>
                <a:cubicBezTo>
                  <a:pt x="4205571" y="2439205"/>
                  <a:pt x="4210542" y="2417325"/>
                  <a:pt x="4216211" y="2395450"/>
                </a:cubicBezTo>
                <a:cubicBezTo>
                  <a:pt x="4211963" y="2434012"/>
                  <a:pt x="4208866" y="2472298"/>
                  <a:pt x="4206261" y="2510464"/>
                </a:cubicBezTo>
                <a:cubicBezTo>
                  <a:pt x="4208028" y="2524983"/>
                  <a:pt x="4209632" y="2539542"/>
                  <a:pt x="4211437" y="2554225"/>
                </a:cubicBezTo>
                <a:cubicBezTo>
                  <a:pt x="4235967" y="2601135"/>
                  <a:pt x="4259677" y="2648242"/>
                  <a:pt x="4282729" y="2695509"/>
                </a:cubicBezTo>
                <a:cubicBezTo>
                  <a:pt x="4275759" y="2615512"/>
                  <a:pt x="4271416" y="2534881"/>
                  <a:pt x="4270725" y="2453542"/>
                </a:cubicBezTo>
                <a:cubicBezTo>
                  <a:pt x="4264479" y="2415428"/>
                  <a:pt x="4258437" y="2377437"/>
                  <a:pt x="4253052" y="2339288"/>
                </a:cubicBezTo>
                <a:lnTo>
                  <a:pt x="4178882" y="2258215"/>
                </a:lnTo>
                <a:close/>
                <a:moveTo>
                  <a:pt x="2311070" y="2242367"/>
                </a:moveTo>
                <a:cubicBezTo>
                  <a:pt x="2322798" y="2286632"/>
                  <a:pt x="2336494" y="2330422"/>
                  <a:pt x="2351959" y="2373611"/>
                </a:cubicBezTo>
                <a:cubicBezTo>
                  <a:pt x="2404311" y="2476020"/>
                  <a:pt x="2450541" y="2580429"/>
                  <a:pt x="2491923" y="2686355"/>
                </a:cubicBezTo>
                <a:cubicBezTo>
                  <a:pt x="2519727" y="2738904"/>
                  <a:pt x="2548844" y="2791136"/>
                  <a:pt x="2578947" y="2843132"/>
                </a:cubicBezTo>
                <a:cubicBezTo>
                  <a:pt x="2579423" y="2835023"/>
                  <a:pt x="2579694" y="2826789"/>
                  <a:pt x="2580334" y="2818641"/>
                </a:cubicBezTo>
                <a:cubicBezTo>
                  <a:pt x="2580583" y="2828312"/>
                  <a:pt x="2581161" y="2837904"/>
                  <a:pt x="2581573" y="2847537"/>
                </a:cubicBezTo>
                <a:cubicBezTo>
                  <a:pt x="2626586" y="2925303"/>
                  <a:pt x="2673366" y="3002468"/>
                  <a:pt x="2720145" y="3079633"/>
                </a:cubicBezTo>
                <a:cubicBezTo>
                  <a:pt x="2701928" y="3017123"/>
                  <a:pt x="2687325" y="2953740"/>
                  <a:pt x="2678428" y="2888807"/>
                </a:cubicBezTo>
                <a:lnTo>
                  <a:pt x="2678304" y="2889011"/>
                </a:lnTo>
                <a:cubicBezTo>
                  <a:pt x="2562689" y="2670664"/>
                  <a:pt x="2437172" y="2455924"/>
                  <a:pt x="2311070" y="2242367"/>
                </a:cubicBezTo>
                <a:close/>
                <a:moveTo>
                  <a:pt x="7063938" y="2197800"/>
                </a:moveTo>
                <a:cubicBezTo>
                  <a:pt x="7062992" y="2208281"/>
                  <a:pt x="7062212" y="2218723"/>
                  <a:pt x="7061430" y="2229165"/>
                </a:cubicBezTo>
                <a:cubicBezTo>
                  <a:pt x="7064696" y="2235501"/>
                  <a:pt x="7068004" y="2242002"/>
                  <a:pt x="7071310" y="2248503"/>
                </a:cubicBezTo>
                <a:cubicBezTo>
                  <a:pt x="7068785" y="2231560"/>
                  <a:pt x="7066425" y="2214578"/>
                  <a:pt x="7063938" y="2197800"/>
                </a:cubicBezTo>
                <a:close/>
                <a:moveTo>
                  <a:pt x="5493289" y="2192853"/>
                </a:moveTo>
                <a:cubicBezTo>
                  <a:pt x="5493352" y="2195270"/>
                  <a:pt x="5493414" y="2197688"/>
                  <a:pt x="5493477" y="2200107"/>
                </a:cubicBezTo>
                <a:cubicBezTo>
                  <a:pt x="5493720" y="2200395"/>
                  <a:pt x="5494003" y="2200848"/>
                  <a:pt x="5494083" y="2201177"/>
                </a:cubicBezTo>
                <a:cubicBezTo>
                  <a:pt x="5493940" y="2198431"/>
                  <a:pt x="5493596" y="2195559"/>
                  <a:pt x="5493289" y="2192853"/>
                </a:cubicBezTo>
                <a:close/>
                <a:moveTo>
                  <a:pt x="5767436" y="2181404"/>
                </a:moveTo>
                <a:lnTo>
                  <a:pt x="5768143" y="2182876"/>
                </a:lnTo>
                <a:lnTo>
                  <a:pt x="5766830" y="2189484"/>
                </a:lnTo>
                <a:close/>
                <a:moveTo>
                  <a:pt x="5767461" y="2181070"/>
                </a:moveTo>
                <a:lnTo>
                  <a:pt x="5767436" y="2181404"/>
                </a:lnTo>
                <a:lnTo>
                  <a:pt x="5767294" y="2181110"/>
                </a:lnTo>
                <a:close/>
                <a:moveTo>
                  <a:pt x="6047557" y="2175849"/>
                </a:moveTo>
                <a:cubicBezTo>
                  <a:pt x="6047348" y="2201620"/>
                  <a:pt x="6047506" y="2227475"/>
                  <a:pt x="6047461" y="2253207"/>
                </a:cubicBezTo>
                <a:cubicBezTo>
                  <a:pt x="6056567" y="2307489"/>
                  <a:pt x="6067846" y="2361420"/>
                  <a:pt x="6081425" y="2414796"/>
                </a:cubicBezTo>
                <a:cubicBezTo>
                  <a:pt x="6092597" y="2441643"/>
                  <a:pt x="6103403" y="2468405"/>
                  <a:pt x="6113878" y="2495247"/>
                </a:cubicBezTo>
                <a:cubicBezTo>
                  <a:pt x="6114121" y="2490495"/>
                  <a:pt x="6114569" y="2485869"/>
                  <a:pt x="6114977" y="2481078"/>
                </a:cubicBezTo>
                <a:cubicBezTo>
                  <a:pt x="6093860" y="2392158"/>
                  <a:pt x="6076193" y="2302404"/>
                  <a:pt x="6064681" y="2211513"/>
                </a:cubicBezTo>
                <a:cubicBezTo>
                  <a:pt x="6059041" y="2199667"/>
                  <a:pt x="6053401" y="2187820"/>
                  <a:pt x="6047557" y="2175849"/>
                </a:cubicBezTo>
                <a:close/>
                <a:moveTo>
                  <a:pt x="3878110" y="2166853"/>
                </a:moveTo>
                <a:cubicBezTo>
                  <a:pt x="3796064" y="2310044"/>
                  <a:pt x="3738406" y="2457081"/>
                  <a:pt x="3699713" y="2604927"/>
                </a:cubicBezTo>
                <a:cubicBezTo>
                  <a:pt x="3701225" y="2615511"/>
                  <a:pt x="3702776" y="2626259"/>
                  <a:pt x="3704288" y="2636843"/>
                </a:cubicBezTo>
                <a:cubicBezTo>
                  <a:pt x="3724396" y="2678390"/>
                  <a:pt x="3746312" y="2719500"/>
                  <a:pt x="3769828" y="2760051"/>
                </a:cubicBezTo>
                <a:cubicBezTo>
                  <a:pt x="3766708" y="2700327"/>
                  <a:pt x="3763424" y="2640642"/>
                  <a:pt x="3759522" y="2581281"/>
                </a:cubicBezTo>
                <a:cubicBezTo>
                  <a:pt x="3759549" y="2581390"/>
                  <a:pt x="3759562" y="2581445"/>
                  <a:pt x="3759562" y="2581445"/>
                </a:cubicBezTo>
                <a:cubicBezTo>
                  <a:pt x="3769205" y="2650196"/>
                  <a:pt x="3777902" y="2719347"/>
                  <a:pt x="3786396" y="2788376"/>
                </a:cubicBezTo>
                <a:cubicBezTo>
                  <a:pt x="3807944" y="2824362"/>
                  <a:pt x="3830514" y="2860275"/>
                  <a:pt x="3853704" y="2895865"/>
                </a:cubicBezTo>
                <a:cubicBezTo>
                  <a:pt x="3849088" y="2848666"/>
                  <a:pt x="3842213" y="2802187"/>
                  <a:pt x="3832672" y="2756178"/>
                </a:cubicBezTo>
                <a:lnTo>
                  <a:pt x="3883681" y="2880817"/>
                </a:lnTo>
                <a:lnTo>
                  <a:pt x="3883647" y="2881686"/>
                </a:lnTo>
                <a:lnTo>
                  <a:pt x="3883936" y="2881442"/>
                </a:lnTo>
                <a:lnTo>
                  <a:pt x="3883681" y="2880817"/>
                </a:lnTo>
                <a:lnTo>
                  <a:pt x="3894021" y="2613637"/>
                </a:lnTo>
                <a:cubicBezTo>
                  <a:pt x="3878999" y="2581638"/>
                  <a:pt x="3862169" y="2550074"/>
                  <a:pt x="3843165" y="2518861"/>
                </a:cubicBezTo>
                <a:cubicBezTo>
                  <a:pt x="3862328" y="2545691"/>
                  <a:pt x="3879973" y="2572713"/>
                  <a:pt x="3896344" y="2600217"/>
                </a:cubicBezTo>
                <a:cubicBezTo>
                  <a:pt x="3904497" y="2549763"/>
                  <a:pt x="3915812" y="2498719"/>
                  <a:pt x="3931022" y="2447257"/>
                </a:cubicBezTo>
                <a:cubicBezTo>
                  <a:pt x="3926379" y="2418661"/>
                  <a:pt x="3921610" y="2390268"/>
                  <a:pt x="3916803" y="2361711"/>
                </a:cubicBezTo>
                <a:cubicBezTo>
                  <a:pt x="3903892" y="2296703"/>
                  <a:pt x="3891021" y="2231860"/>
                  <a:pt x="3878110" y="2166853"/>
                </a:cubicBezTo>
                <a:close/>
                <a:moveTo>
                  <a:pt x="4063704" y="2153857"/>
                </a:moveTo>
                <a:lnTo>
                  <a:pt x="4065448" y="2155380"/>
                </a:lnTo>
                <a:lnTo>
                  <a:pt x="4066036" y="2171011"/>
                </a:lnTo>
                <a:close/>
                <a:moveTo>
                  <a:pt x="5294893" y="2152806"/>
                </a:moveTo>
                <a:cubicBezTo>
                  <a:pt x="5308047" y="2192903"/>
                  <a:pt x="5322061" y="2232967"/>
                  <a:pt x="5336530" y="2272747"/>
                </a:cubicBezTo>
                <a:cubicBezTo>
                  <a:pt x="5334798" y="2254049"/>
                  <a:pt x="5332860" y="2235227"/>
                  <a:pt x="5330800" y="2216607"/>
                </a:cubicBezTo>
                <a:cubicBezTo>
                  <a:pt x="5319174" y="2195084"/>
                  <a:pt x="5307260" y="2173804"/>
                  <a:pt x="5294893" y="2152806"/>
                </a:cubicBezTo>
                <a:close/>
                <a:moveTo>
                  <a:pt x="6032767" y="2145531"/>
                </a:moveTo>
                <a:lnTo>
                  <a:pt x="6032602" y="2145571"/>
                </a:lnTo>
                <a:cubicBezTo>
                  <a:pt x="6032557" y="2146103"/>
                  <a:pt x="6032676" y="2146595"/>
                  <a:pt x="6032755" y="2146924"/>
                </a:cubicBezTo>
                <a:cubicBezTo>
                  <a:pt x="6032840" y="2146556"/>
                  <a:pt x="6032965" y="2146352"/>
                  <a:pt x="6032886" y="2146024"/>
                </a:cubicBezTo>
                <a:cubicBezTo>
                  <a:pt x="6032846" y="2145860"/>
                  <a:pt x="6032767" y="2145531"/>
                  <a:pt x="6032767" y="2145531"/>
                </a:cubicBezTo>
                <a:close/>
                <a:moveTo>
                  <a:pt x="6322610" y="2141087"/>
                </a:moveTo>
                <a:cubicBezTo>
                  <a:pt x="6325368" y="2149631"/>
                  <a:pt x="6328125" y="2158177"/>
                  <a:pt x="6331008" y="2166517"/>
                </a:cubicBezTo>
                <a:cubicBezTo>
                  <a:pt x="6330917" y="2162543"/>
                  <a:pt x="6330702" y="2158771"/>
                  <a:pt x="6330447" y="2154836"/>
                </a:cubicBezTo>
                <a:lnTo>
                  <a:pt x="6330284" y="2154875"/>
                </a:lnTo>
                <a:cubicBezTo>
                  <a:pt x="6327780" y="2150266"/>
                  <a:pt x="6325113" y="2145696"/>
                  <a:pt x="6322610" y="2141087"/>
                </a:cubicBezTo>
                <a:close/>
                <a:moveTo>
                  <a:pt x="7151382" y="2136722"/>
                </a:moveTo>
                <a:cubicBezTo>
                  <a:pt x="7144993" y="2161377"/>
                  <a:pt x="7138934" y="2185953"/>
                  <a:pt x="7133203" y="2210450"/>
                </a:cubicBezTo>
                <a:lnTo>
                  <a:pt x="7133164" y="2210285"/>
                </a:lnTo>
                <a:cubicBezTo>
                  <a:pt x="7143288" y="2255111"/>
                  <a:pt x="7153577" y="2299897"/>
                  <a:pt x="7164031" y="2344643"/>
                </a:cubicBezTo>
                <a:cubicBezTo>
                  <a:pt x="7166879" y="2291647"/>
                  <a:pt x="7170220" y="2238531"/>
                  <a:pt x="7174297" y="2185585"/>
                </a:cubicBezTo>
                <a:cubicBezTo>
                  <a:pt x="7166891" y="2169299"/>
                  <a:pt x="7159116" y="2152929"/>
                  <a:pt x="7151382" y="2136722"/>
                </a:cubicBezTo>
                <a:close/>
                <a:moveTo>
                  <a:pt x="6711596" y="2098113"/>
                </a:moveTo>
                <a:cubicBezTo>
                  <a:pt x="6728380" y="2145329"/>
                  <a:pt x="6744960" y="2192419"/>
                  <a:pt x="6761416" y="2239713"/>
                </a:cubicBezTo>
                <a:cubicBezTo>
                  <a:pt x="6761931" y="2221689"/>
                  <a:pt x="6762610" y="2203626"/>
                  <a:pt x="6762961" y="2185641"/>
                </a:cubicBezTo>
                <a:cubicBezTo>
                  <a:pt x="6746812" y="2156173"/>
                  <a:pt x="6729513" y="2126981"/>
                  <a:pt x="6711596" y="2098113"/>
                </a:cubicBezTo>
                <a:close/>
                <a:moveTo>
                  <a:pt x="2220621" y="2088677"/>
                </a:moveTo>
                <a:cubicBezTo>
                  <a:pt x="2222353" y="2374483"/>
                  <a:pt x="2230309" y="2660873"/>
                  <a:pt x="2252879" y="2943734"/>
                </a:cubicBezTo>
                <a:cubicBezTo>
                  <a:pt x="2255659" y="2949493"/>
                  <a:pt x="2258604" y="2955212"/>
                  <a:pt x="2261423" y="2961135"/>
                </a:cubicBezTo>
                <a:cubicBezTo>
                  <a:pt x="2265405" y="2965388"/>
                  <a:pt x="2269510" y="2969437"/>
                  <a:pt x="2273491" y="2973689"/>
                </a:cubicBezTo>
                <a:cubicBezTo>
                  <a:pt x="2268258" y="2936893"/>
                  <a:pt x="2263972" y="2899695"/>
                  <a:pt x="2260834" y="2862220"/>
                </a:cubicBezTo>
                <a:cubicBezTo>
                  <a:pt x="2269731" y="2906995"/>
                  <a:pt x="2280886" y="2951050"/>
                  <a:pt x="2293191" y="2994828"/>
                </a:cubicBezTo>
                <a:cubicBezTo>
                  <a:pt x="2306392" y="3009194"/>
                  <a:pt x="2319794" y="3023686"/>
                  <a:pt x="2332705" y="3038295"/>
                </a:cubicBezTo>
                <a:cubicBezTo>
                  <a:pt x="2316420" y="2965065"/>
                  <a:pt x="2302308" y="2891485"/>
                  <a:pt x="2291607" y="2816907"/>
                </a:cubicBezTo>
                <a:cubicBezTo>
                  <a:pt x="2301538" y="2860215"/>
                  <a:pt x="2312948" y="2903166"/>
                  <a:pt x="2324977" y="2945795"/>
                </a:cubicBezTo>
                <a:cubicBezTo>
                  <a:pt x="2312903" y="2838182"/>
                  <a:pt x="2307603" y="2729107"/>
                  <a:pt x="2311251" y="2618221"/>
                </a:cubicBezTo>
                <a:cubicBezTo>
                  <a:pt x="2320084" y="2786572"/>
                  <a:pt x="2349128" y="2948655"/>
                  <a:pt x="2391274" y="3106705"/>
                </a:cubicBezTo>
                <a:cubicBezTo>
                  <a:pt x="2401541" y="3119000"/>
                  <a:pt x="2411807" y="3131293"/>
                  <a:pt x="2421784" y="3143830"/>
                </a:cubicBezTo>
                <a:cubicBezTo>
                  <a:pt x="2435381" y="3023765"/>
                  <a:pt x="2450450" y="2904039"/>
                  <a:pt x="2465966" y="2784726"/>
                </a:cubicBezTo>
                <a:cubicBezTo>
                  <a:pt x="2461475" y="2767563"/>
                  <a:pt x="2456820" y="2750439"/>
                  <a:pt x="2452165" y="2733315"/>
                </a:cubicBezTo>
                <a:cubicBezTo>
                  <a:pt x="2389837" y="2593170"/>
                  <a:pt x="2336625" y="2450476"/>
                  <a:pt x="2303776" y="2302867"/>
                </a:cubicBezTo>
                <a:cubicBezTo>
                  <a:pt x="2290509" y="2271661"/>
                  <a:pt x="2276749" y="2240572"/>
                  <a:pt x="2262167" y="2209682"/>
                </a:cubicBezTo>
                <a:cubicBezTo>
                  <a:pt x="2274172" y="2229898"/>
                  <a:pt x="2285396" y="2250476"/>
                  <a:pt x="2296907" y="2270811"/>
                </a:cubicBezTo>
                <a:cubicBezTo>
                  <a:pt x="2291947" y="2245940"/>
                  <a:pt x="2287439" y="2220787"/>
                  <a:pt x="2283628" y="2195639"/>
                </a:cubicBezTo>
                <a:cubicBezTo>
                  <a:pt x="2262693" y="2160027"/>
                  <a:pt x="2241595" y="2124453"/>
                  <a:pt x="2220661" y="2088841"/>
                </a:cubicBezTo>
                <a:close/>
                <a:moveTo>
                  <a:pt x="5239319" y="2063687"/>
                </a:moveTo>
                <a:cubicBezTo>
                  <a:pt x="5242048" y="2105954"/>
                  <a:pt x="5245067" y="2147976"/>
                  <a:pt x="5248577" y="2189880"/>
                </a:cubicBezTo>
                <a:cubicBezTo>
                  <a:pt x="5264166" y="2242944"/>
                  <a:pt x="5280413" y="2295851"/>
                  <a:pt x="5297111" y="2348474"/>
                </a:cubicBezTo>
                <a:cubicBezTo>
                  <a:pt x="5294854" y="2329034"/>
                  <a:pt x="5292389" y="2309469"/>
                  <a:pt x="5289802" y="2290109"/>
                </a:cubicBezTo>
                <a:cubicBezTo>
                  <a:pt x="5301863" y="2338638"/>
                  <a:pt x="5313675" y="2387575"/>
                  <a:pt x="5325449" y="2436348"/>
                </a:cubicBezTo>
                <a:cubicBezTo>
                  <a:pt x="5334525" y="2463873"/>
                  <a:pt x="5343766" y="2491360"/>
                  <a:pt x="5353008" y="2518847"/>
                </a:cubicBezTo>
                <a:cubicBezTo>
                  <a:pt x="5354112" y="2509022"/>
                  <a:pt x="5355216" y="2499197"/>
                  <a:pt x="5356321" y="2489373"/>
                </a:cubicBezTo>
                <a:cubicBezTo>
                  <a:pt x="5356292" y="2487815"/>
                  <a:pt x="5356140" y="2486462"/>
                  <a:pt x="5355987" y="2485108"/>
                </a:cubicBezTo>
                <a:cubicBezTo>
                  <a:pt x="5319808" y="2358984"/>
                  <a:pt x="5288884" y="2231591"/>
                  <a:pt x="5264530" y="2102612"/>
                </a:cubicBezTo>
                <a:cubicBezTo>
                  <a:pt x="5256195" y="2089679"/>
                  <a:pt x="5247983" y="2076541"/>
                  <a:pt x="5239319" y="2063687"/>
                </a:cubicBezTo>
                <a:close/>
                <a:moveTo>
                  <a:pt x="6277461" y="2059878"/>
                </a:moveTo>
                <a:cubicBezTo>
                  <a:pt x="6276652" y="2129240"/>
                  <a:pt x="6271821" y="2199225"/>
                  <a:pt x="6264941" y="2269357"/>
                </a:cubicBezTo>
                <a:cubicBezTo>
                  <a:pt x="6270984" y="2282149"/>
                  <a:pt x="6276736" y="2295185"/>
                  <a:pt x="6282451" y="2308056"/>
                </a:cubicBezTo>
                <a:cubicBezTo>
                  <a:pt x="6309570" y="2349127"/>
                  <a:pt x="6332417" y="2391229"/>
                  <a:pt x="6351325" y="2434282"/>
                </a:cubicBezTo>
                <a:cubicBezTo>
                  <a:pt x="6343097" y="2352678"/>
                  <a:pt x="6336919" y="2270926"/>
                  <a:pt x="6332423" y="2188941"/>
                </a:cubicBezTo>
                <a:cubicBezTo>
                  <a:pt x="6328867" y="2172769"/>
                  <a:pt x="6325515" y="2156721"/>
                  <a:pt x="6322452" y="2140429"/>
                </a:cubicBezTo>
                <a:cubicBezTo>
                  <a:pt x="6307468" y="2113634"/>
                  <a:pt x="6292281" y="2086713"/>
                  <a:pt x="6277461" y="2059878"/>
                </a:cubicBezTo>
                <a:close/>
                <a:moveTo>
                  <a:pt x="5489961" y="2032905"/>
                </a:moveTo>
                <a:cubicBezTo>
                  <a:pt x="5490266" y="2060811"/>
                  <a:pt x="5490612" y="2088880"/>
                  <a:pt x="5491246" y="2116707"/>
                </a:cubicBezTo>
                <a:lnTo>
                  <a:pt x="5491285" y="2116872"/>
                </a:lnTo>
                <a:cubicBezTo>
                  <a:pt x="5498375" y="2157043"/>
                  <a:pt x="5506325" y="2197180"/>
                  <a:pt x="5514768" y="2237197"/>
                </a:cubicBezTo>
                <a:cubicBezTo>
                  <a:pt x="5517073" y="2240986"/>
                  <a:pt x="5519213" y="2244814"/>
                  <a:pt x="5521354" y="2248641"/>
                </a:cubicBezTo>
                <a:cubicBezTo>
                  <a:pt x="5511121" y="2176732"/>
                  <a:pt x="5500685" y="2104696"/>
                  <a:pt x="5489961" y="2032905"/>
                </a:cubicBezTo>
                <a:close/>
                <a:moveTo>
                  <a:pt x="342648" y="2025835"/>
                </a:moveTo>
                <a:cubicBezTo>
                  <a:pt x="494809" y="2239358"/>
                  <a:pt x="638131" y="2461617"/>
                  <a:pt x="769221" y="2691522"/>
                </a:cubicBezTo>
                <a:cubicBezTo>
                  <a:pt x="757086" y="2621808"/>
                  <a:pt x="744747" y="2551971"/>
                  <a:pt x="731627" y="2482496"/>
                </a:cubicBezTo>
                <a:lnTo>
                  <a:pt x="731548" y="2482167"/>
                </a:lnTo>
                <a:cubicBezTo>
                  <a:pt x="753762" y="2567000"/>
                  <a:pt x="774867" y="2652274"/>
                  <a:pt x="795479" y="2737666"/>
                </a:cubicBezTo>
                <a:cubicBezTo>
                  <a:pt x="856908" y="2847443"/>
                  <a:pt x="915617" y="2958919"/>
                  <a:pt x="970874" y="3071923"/>
                </a:cubicBezTo>
                <a:cubicBezTo>
                  <a:pt x="972816" y="3059811"/>
                  <a:pt x="974883" y="3047495"/>
                  <a:pt x="976989" y="3035342"/>
                </a:cubicBezTo>
                <a:cubicBezTo>
                  <a:pt x="974837" y="3007709"/>
                  <a:pt x="972193" y="2980194"/>
                  <a:pt x="968689" y="2952712"/>
                </a:cubicBezTo>
                <a:cubicBezTo>
                  <a:pt x="973066" y="2973727"/>
                  <a:pt x="976910" y="2994696"/>
                  <a:pt x="980427" y="3015744"/>
                </a:cubicBezTo>
                <a:cubicBezTo>
                  <a:pt x="987629" y="2976468"/>
                  <a:pt x="995693" y="2937157"/>
                  <a:pt x="1004414" y="2897688"/>
                </a:cubicBezTo>
                <a:cubicBezTo>
                  <a:pt x="993474" y="2701171"/>
                  <a:pt x="961520" y="2509031"/>
                  <a:pt x="886756" y="2326008"/>
                </a:cubicBezTo>
                <a:cubicBezTo>
                  <a:pt x="886960" y="2326132"/>
                  <a:pt x="887164" y="2326257"/>
                  <a:pt x="887164" y="2326257"/>
                </a:cubicBezTo>
                <a:cubicBezTo>
                  <a:pt x="959991" y="2475339"/>
                  <a:pt x="1003549" y="2631311"/>
                  <a:pt x="1030315" y="2791162"/>
                </a:cubicBezTo>
                <a:cubicBezTo>
                  <a:pt x="1035304" y="2772232"/>
                  <a:pt x="1040293" y="2753302"/>
                  <a:pt x="1045775" y="2734253"/>
                </a:cubicBezTo>
                <a:cubicBezTo>
                  <a:pt x="1041221" y="2760029"/>
                  <a:pt x="1037201" y="2785851"/>
                  <a:pt x="1033469" y="2811429"/>
                </a:cubicBezTo>
                <a:cubicBezTo>
                  <a:pt x="1058334" y="2968438"/>
                  <a:pt x="1067558" y="3129048"/>
                  <a:pt x="1072802" y="3290446"/>
                </a:cubicBezTo>
                <a:lnTo>
                  <a:pt x="1085409" y="3320021"/>
                </a:lnTo>
                <a:lnTo>
                  <a:pt x="936504" y="3320021"/>
                </a:lnTo>
                <a:lnTo>
                  <a:pt x="939026" y="3289890"/>
                </a:lnTo>
                <a:cubicBezTo>
                  <a:pt x="926733" y="3254799"/>
                  <a:pt x="913618" y="3219905"/>
                  <a:pt x="900503" y="3185012"/>
                </a:cubicBezTo>
                <a:cubicBezTo>
                  <a:pt x="900045" y="3191032"/>
                  <a:pt x="900118" y="3197096"/>
                  <a:pt x="899864" y="3203240"/>
                </a:cubicBezTo>
                <a:lnTo>
                  <a:pt x="900028" y="3203201"/>
                </a:lnTo>
                <a:cubicBezTo>
                  <a:pt x="908057" y="3238627"/>
                  <a:pt x="916211" y="3273848"/>
                  <a:pt x="924405" y="3309234"/>
                </a:cubicBezTo>
                <a:lnTo>
                  <a:pt x="930828" y="3320021"/>
                </a:lnTo>
                <a:lnTo>
                  <a:pt x="833552" y="3320021"/>
                </a:lnTo>
                <a:lnTo>
                  <a:pt x="695149" y="3049530"/>
                </a:lnTo>
                <a:lnTo>
                  <a:pt x="695102" y="3048989"/>
                </a:lnTo>
                <a:lnTo>
                  <a:pt x="694977" y="3049193"/>
                </a:lnTo>
                <a:lnTo>
                  <a:pt x="695149" y="3049530"/>
                </a:lnTo>
                <a:lnTo>
                  <a:pt x="701778" y="3124885"/>
                </a:lnTo>
                <a:lnTo>
                  <a:pt x="786899" y="3320021"/>
                </a:lnTo>
                <a:lnTo>
                  <a:pt x="766282" y="3320021"/>
                </a:lnTo>
                <a:lnTo>
                  <a:pt x="702644" y="3134234"/>
                </a:lnTo>
                <a:cubicBezTo>
                  <a:pt x="706082" y="3170073"/>
                  <a:pt x="710012" y="3205793"/>
                  <a:pt x="714104" y="3241474"/>
                </a:cubicBezTo>
                <a:lnTo>
                  <a:pt x="761643" y="3320021"/>
                </a:lnTo>
                <a:lnTo>
                  <a:pt x="453120" y="3320021"/>
                </a:lnTo>
                <a:lnTo>
                  <a:pt x="391560" y="3175956"/>
                </a:lnTo>
                <a:cubicBezTo>
                  <a:pt x="388808" y="3222153"/>
                  <a:pt x="387777" y="3268280"/>
                  <a:pt x="388224" y="3314052"/>
                </a:cubicBezTo>
                <a:lnTo>
                  <a:pt x="389206" y="3320021"/>
                </a:lnTo>
                <a:lnTo>
                  <a:pt x="318201" y="3320021"/>
                </a:lnTo>
                <a:lnTo>
                  <a:pt x="298981" y="2971687"/>
                </a:lnTo>
                <a:cubicBezTo>
                  <a:pt x="283114" y="2937631"/>
                  <a:pt x="267123" y="2903781"/>
                  <a:pt x="250928" y="2869804"/>
                </a:cubicBezTo>
                <a:cubicBezTo>
                  <a:pt x="250718" y="2945973"/>
                  <a:pt x="250384" y="3022345"/>
                  <a:pt x="250215" y="3098678"/>
                </a:cubicBezTo>
                <a:cubicBezTo>
                  <a:pt x="268879" y="3166641"/>
                  <a:pt x="283969" y="3235641"/>
                  <a:pt x="296065" y="3305190"/>
                </a:cubicBezTo>
                <a:lnTo>
                  <a:pt x="302035" y="3320021"/>
                </a:lnTo>
                <a:lnTo>
                  <a:pt x="204708" y="3320021"/>
                </a:lnTo>
                <a:lnTo>
                  <a:pt x="211328" y="3239967"/>
                </a:lnTo>
                <a:cubicBezTo>
                  <a:pt x="208791" y="3229458"/>
                  <a:pt x="206294" y="3219112"/>
                  <a:pt x="203757" y="3208601"/>
                </a:cubicBezTo>
                <a:cubicBezTo>
                  <a:pt x="200128" y="3231723"/>
                  <a:pt x="196374" y="3255047"/>
                  <a:pt x="193112" y="3278253"/>
                </a:cubicBezTo>
                <a:lnTo>
                  <a:pt x="193276" y="3278213"/>
                </a:lnTo>
                <a:lnTo>
                  <a:pt x="202079" y="3320021"/>
                </a:lnTo>
                <a:lnTo>
                  <a:pt x="149495" y="3320021"/>
                </a:lnTo>
                <a:lnTo>
                  <a:pt x="129015" y="3060678"/>
                </a:lnTo>
                <a:cubicBezTo>
                  <a:pt x="125331" y="2970807"/>
                  <a:pt x="125299" y="2880316"/>
                  <a:pt x="129770" y="2789043"/>
                </a:cubicBezTo>
                <a:cubicBezTo>
                  <a:pt x="122771" y="2773006"/>
                  <a:pt x="115731" y="2756806"/>
                  <a:pt x="107912" y="2740967"/>
                </a:cubicBezTo>
                <a:cubicBezTo>
                  <a:pt x="115710" y="2754552"/>
                  <a:pt x="122851" y="2768295"/>
                  <a:pt x="130155" y="2781999"/>
                </a:cubicBezTo>
                <a:cubicBezTo>
                  <a:pt x="130835" y="2768975"/>
                  <a:pt x="131146" y="2755866"/>
                  <a:pt x="131990" y="2742802"/>
                </a:cubicBezTo>
                <a:cubicBezTo>
                  <a:pt x="132477" y="2758499"/>
                  <a:pt x="133252" y="2773952"/>
                  <a:pt x="134028" y="2789406"/>
                </a:cubicBezTo>
                <a:cubicBezTo>
                  <a:pt x="134311" y="2789859"/>
                  <a:pt x="134798" y="2790436"/>
                  <a:pt x="134917" y="2790929"/>
                </a:cubicBezTo>
                <a:cubicBezTo>
                  <a:pt x="134798" y="2790436"/>
                  <a:pt x="134679" y="2789943"/>
                  <a:pt x="134600" y="2789615"/>
                </a:cubicBezTo>
                <a:cubicBezTo>
                  <a:pt x="134759" y="2790272"/>
                  <a:pt x="134877" y="2790764"/>
                  <a:pt x="135036" y="2791422"/>
                </a:cubicBezTo>
                <a:cubicBezTo>
                  <a:pt x="175343" y="2868411"/>
                  <a:pt x="207807" y="2947468"/>
                  <a:pt x="233702" y="3028109"/>
                </a:cubicBezTo>
                <a:cubicBezTo>
                  <a:pt x="238719" y="2970419"/>
                  <a:pt x="243736" y="2912728"/>
                  <a:pt x="248590" y="2855075"/>
                </a:cubicBezTo>
                <a:cubicBezTo>
                  <a:pt x="168497" y="2687415"/>
                  <a:pt x="84747" y="2521159"/>
                  <a:pt x="0" y="2356533"/>
                </a:cubicBezTo>
                <a:lnTo>
                  <a:pt x="328" y="2356454"/>
                </a:lnTo>
                <a:cubicBezTo>
                  <a:pt x="103921" y="2506278"/>
                  <a:pt x="207133" y="2657408"/>
                  <a:pt x="307668" y="2810403"/>
                </a:cubicBezTo>
                <a:cubicBezTo>
                  <a:pt x="312430" y="2718537"/>
                  <a:pt x="321044" y="2626786"/>
                  <a:pt x="334080" y="2535355"/>
                </a:cubicBezTo>
                <a:cubicBezTo>
                  <a:pt x="327500" y="2523216"/>
                  <a:pt x="321083" y="2511035"/>
                  <a:pt x="314340" y="2498933"/>
                </a:cubicBezTo>
                <a:cubicBezTo>
                  <a:pt x="321429" y="2508866"/>
                  <a:pt x="328190" y="2518877"/>
                  <a:pt x="335116" y="2528850"/>
                </a:cubicBezTo>
                <a:cubicBezTo>
                  <a:pt x="339068" y="2501307"/>
                  <a:pt x="343513" y="2473644"/>
                  <a:pt x="348327" y="2446067"/>
                </a:cubicBezTo>
                <a:cubicBezTo>
                  <a:pt x="345496" y="2476816"/>
                  <a:pt x="343118" y="2507280"/>
                  <a:pt x="341311" y="2537955"/>
                </a:cubicBezTo>
                <a:cubicBezTo>
                  <a:pt x="413362" y="2641344"/>
                  <a:pt x="479038" y="2747837"/>
                  <a:pt x="537725" y="2857059"/>
                </a:cubicBezTo>
                <a:cubicBezTo>
                  <a:pt x="534260" y="2824701"/>
                  <a:pt x="530301" y="2792464"/>
                  <a:pt x="525358" y="2760465"/>
                </a:cubicBezTo>
                <a:cubicBezTo>
                  <a:pt x="495374" y="2714002"/>
                  <a:pt x="464610" y="2667903"/>
                  <a:pt x="433063" y="2622165"/>
                </a:cubicBezTo>
                <a:cubicBezTo>
                  <a:pt x="462447" y="2656781"/>
                  <a:pt x="491252" y="2691884"/>
                  <a:pt x="519769" y="2727230"/>
                </a:cubicBezTo>
                <a:cubicBezTo>
                  <a:pt x="517731" y="2715904"/>
                  <a:pt x="516021" y="2704500"/>
                  <a:pt x="513942" y="2693010"/>
                </a:cubicBezTo>
                <a:cubicBezTo>
                  <a:pt x="518620" y="2707349"/>
                  <a:pt x="522765" y="2721641"/>
                  <a:pt x="526949" y="2736098"/>
                </a:cubicBezTo>
                <a:cubicBezTo>
                  <a:pt x="573111" y="2793427"/>
                  <a:pt x="618158" y="2851894"/>
                  <a:pt x="661970" y="2911007"/>
                </a:cubicBezTo>
                <a:lnTo>
                  <a:pt x="681927" y="2674118"/>
                </a:lnTo>
                <a:lnTo>
                  <a:pt x="688216" y="2953505"/>
                </a:lnTo>
                <a:cubicBezTo>
                  <a:pt x="742838" y="3028603"/>
                  <a:pt x="795359" y="3105078"/>
                  <a:pt x="845536" y="3182639"/>
                </a:cubicBezTo>
                <a:cubicBezTo>
                  <a:pt x="833333" y="3106165"/>
                  <a:pt x="821130" y="3029691"/>
                  <a:pt x="808763" y="2953256"/>
                </a:cubicBezTo>
                <a:lnTo>
                  <a:pt x="682201" y="2670856"/>
                </a:lnTo>
                <a:lnTo>
                  <a:pt x="682922" y="2662303"/>
                </a:lnTo>
                <a:cubicBezTo>
                  <a:pt x="579590" y="2445161"/>
                  <a:pt x="465239" y="2232766"/>
                  <a:pt x="342648" y="2025835"/>
                </a:cubicBezTo>
                <a:close/>
                <a:moveTo>
                  <a:pt x="7092081" y="2017047"/>
                </a:moveTo>
                <a:cubicBezTo>
                  <a:pt x="7101482" y="2065350"/>
                  <a:pt x="7111664" y="2113290"/>
                  <a:pt x="7122173" y="2161150"/>
                </a:cubicBezTo>
                <a:cubicBezTo>
                  <a:pt x="7127875" y="2145176"/>
                  <a:pt x="7134109" y="2129247"/>
                  <a:pt x="7140015" y="2113398"/>
                </a:cubicBezTo>
                <a:cubicBezTo>
                  <a:pt x="7124382" y="2081024"/>
                  <a:pt x="7108498" y="2049058"/>
                  <a:pt x="7092081" y="2017047"/>
                </a:cubicBezTo>
                <a:close/>
                <a:moveTo>
                  <a:pt x="5967731" y="2010731"/>
                </a:moveTo>
                <a:lnTo>
                  <a:pt x="5967566" y="2010771"/>
                </a:lnTo>
                <a:lnTo>
                  <a:pt x="5967862" y="2011382"/>
                </a:lnTo>
                <a:lnTo>
                  <a:pt x="5977499" y="2059119"/>
                </a:lnTo>
                <a:cubicBezTo>
                  <a:pt x="5978014" y="2051174"/>
                  <a:pt x="5978654" y="2043026"/>
                  <a:pt x="5979334" y="2035041"/>
                </a:cubicBezTo>
                <a:lnTo>
                  <a:pt x="5967862" y="2011382"/>
                </a:lnTo>
                <a:close/>
                <a:moveTo>
                  <a:pt x="6530396" y="2009079"/>
                </a:moveTo>
                <a:cubicBezTo>
                  <a:pt x="6532571" y="2028887"/>
                  <a:pt x="6534541" y="2048571"/>
                  <a:pt x="6536387" y="2068458"/>
                </a:cubicBezTo>
                <a:cubicBezTo>
                  <a:pt x="6546546" y="2093985"/>
                  <a:pt x="6556665" y="2119347"/>
                  <a:pt x="6566989" y="2144836"/>
                </a:cubicBezTo>
                <a:cubicBezTo>
                  <a:pt x="6555023" y="2099585"/>
                  <a:pt x="6542690" y="2054250"/>
                  <a:pt x="6530396" y="2009079"/>
                </a:cubicBezTo>
                <a:close/>
                <a:moveTo>
                  <a:pt x="5196912" y="2003193"/>
                </a:moveTo>
                <a:cubicBezTo>
                  <a:pt x="5202240" y="2023108"/>
                  <a:pt x="5207444" y="2043228"/>
                  <a:pt x="5212937" y="2063104"/>
                </a:cubicBezTo>
                <a:cubicBezTo>
                  <a:pt x="5213118" y="2050896"/>
                  <a:pt x="5213503" y="2038811"/>
                  <a:pt x="5213725" y="2026767"/>
                </a:cubicBezTo>
                <a:cubicBezTo>
                  <a:pt x="5208174" y="2018895"/>
                  <a:pt x="5202625" y="2011025"/>
                  <a:pt x="5196912" y="2003193"/>
                </a:cubicBezTo>
                <a:close/>
                <a:moveTo>
                  <a:pt x="6048233" y="1946811"/>
                </a:moveTo>
                <a:cubicBezTo>
                  <a:pt x="6048271" y="1972175"/>
                  <a:pt x="6048187" y="1997741"/>
                  <a:pt x="6048062" y="2023144"/>
                </a:cubicBezTo>
                <a:lnTo>
                  <a:pt x="6047897" y="2023183"/>
                </a:lnTo>
                <a:cubicBezTo>
                  <a:pt x="6048504" y="2024254"/>
                  <a:pt x="6049069" y="2025160"/>
                  <a:pt x="6049635" y="2026066"/>
                </a:cubicBezTo>
                <a:cubicBezTo>
                  <a:pt x="6048781" y="2000204"/>
                  <a:pt x="6048380" y="1974060"/>
                  <a:pt x="6048673" y="1947921"/>
                </a:cubicBezTo>
                <a:cubicBezTo>
                  <a:pt x="6048430" y="1947632"/>
                  <a:pt x="6048311" y="1947139"/>
                  <a:pt x="6048233" y="1946811"/>
                </a:cubicBezTo>
                <a:close/>
                <a:moveTo>
                  <a:pt x="4431546" y="1864173"/>
                </a:moveTo>
                <a:cubicBezTo>
                  <a:pt x="4412049" y="2100188"/>
                  <a:pt x="4448953" y="2323631"/>
                  <a:pt x="4509130" y="2541978"/>
                </a:cubicBezTo>
                <a:cubicBezTo>
                  <a:pt x="4518479" y="2309281"/>
                  <a:pt x="4509283" y="2079671"/>
                  <a:pt x="4431546" y="1864173"/>
                </a:cubicBezTo>
                <a:close/>
                <a:moveTo>
                  <a:pt x="7100140" y="1862518"/>
                </a:moveTo>
                <a:cubicBezTo>
                  <a:pt x="7098442" y="1874920"/>
                  <a:pt x="7096703" y="1887156"/>
                  <a:pt x="7095168" y="1899519"/>
                </a:cubicBezTo>
                <a:cubicBezTo>
                  <a:pt x="7102416" y="1910108"/>
                  <a:pt x="7109665" y="1920696"/>
                  <a:pt x="7116788" y="1931490"/>
                </a:cubicBezTo>
                <a:cubicBezTo>
                  <a:pt x="7111075" y="1908539"/>
                  <a:pt x="7105525" y="1885548"/>
                  <a:pt x="7100140" y="1862518"/>
                </a:cubicBezTo>
                <a:close/>
                <a:moveTo>
                  <a:pt x="6356818" y="1844346"/>
                </a:moveTo>
                <a:lnTo>
                  <a:pt x="6356654" y="1844386"/>
                </a:lnTo>
                <a:lnTo>
                  <a:pt x="6356959" y="1845499"/>
                </a:lnTo>
                <a:lnTo>
                  <a:pt x="6379713" y="2032069"/>
                </a:lnTo>
                <a:cubicBezTo>
                  <a:pt x="6388212" y="2044963"/>
                  <a:pt x="6396711" y="2057857"/>
                  <a:pt x="6405212" y="2070751"/>
                </a:cubicBezTo>
                <a:cubicBezTo>
                  <a:pt x="6404305" y="2051157"/>
                  <a:pt x="6403563" y="2031525"/>
                  <a:pt x="6402493" y="2011972"/>
                </a:cubicBezTo>
                <a:lnTo>
                  <a:pt x="6356959" y="1845499"/>
                </a:lnTo>
                <a:close/>
                <a:moveTo>
                  <a:pt x="6035496" y="1814854"/>
                </a:moveTo>
                <a:lnTo>
                  <a:pt x="6035697" y="1815819"/>
                </a:lnTo>
                <a:lnTo>
                  <a:pt x="6024913" y="1982679"/>
                </a:lnTo>
                <a:cubicBezTo>
                  <a:pt x="6030852" y="1992888"/>
                  <a:pt x="6036668" y="2003302"/>
                  <a:pt x="6042608" y="2013511"/>
                </a:cubicBezTo>
                <a:cubicBezTo>
                  <a:pt x="6044313" y="1990334"/>
                  <a:pt x="6045893" y="1967361"/>
                  <a:pt x="6047434" y="1944223"/>
                </a:cubicBezTo>
                <a:cubicBezTo>
                  <a:pt x="6047394" y="1944059"/>
                  <a:pt x="6047315" y="1943730"/>
                  <a:pt x="6047275" y="1943567"/>
                </a:cubicBezTo>
                <a:cubicBezTo>
                  <a:pt x="6047479" y="1943690"/>
                  <a:pt x="6047518" y="1943855"/>
                  <a:pt x="6047518" y="1943855"/>
                </a:cubicBezTo>
                <a:cubicBezTo>
                  <a:pt x="6047722" y="1938940"/>
                  <a:pt x="6048129" y="1934149"/>
                  <a:pt x="6048499" y="1929195"/>
                </a:cubicBezTo>
                <a:cubicBezTo>
                  <a:pt x="6048537" y="1934399"/>
                  <a:pt x="6048413" y="1939642"/>
                  <a:pt x="6048453" y="1944846"/>
                </a:cubicBezTo>
                <a:cubicBezTo>
                  <a:pt x="6048696" y="1945135"/>
                  <a:pt x="6048900" y="1945260"/>
                  <a:pt x="6048939" y="1945424"/>
                </a:cubicBezTo>
                <a:cubicBezTo>
                  <a:pt x="6049268" y="1930225"/>
                  <a:pt x="6049596" y="1915026"/>
                  <a:pt x="6050088" y="1899788"/>
                </a:cubicBezTo>
                <a:cubicBezTo>
                  <a:pt x="6046504" y="1892138"/>
                  <a:pt x="6043288" y="1884572"/>
                  <a:pt x="6039743" y="1877087"/>
                </a:cubicBezTo>
                <a:cubicBezTo>
                  <a:pt x="6043339" y="1883344"/>
                  <a:pt x="6046606" y="1889680"/>
                  <a:pt x="6050202" y="1895937"/>
                </a:cubicBezTo>
                <a:cubicBezTo>
                  <a:pt x="6050225" y="1893151"/>
                  <a:pt x="6050577" y="1890287"/>
                  <a:pt x="6050598" y="1887501"/>
                </a:cubicBezTo>
                <a:lnTo>
                  <a:pt x="6035697" y="1815819"/>
                </a:lnTo>
                <a:lnTo>
                  <a:pt x="6035741" y="1815143"/>
                </a:lnTo>
                <a:close/>
                <a:moveTo>
                  <a:pt x="5874388" y="1814814"/>
                </a:moveTo>
                <a:cubicBezTo>
                  <a:pt x="5883363" y="1885116"/>
                  <a:pt x="5893324" y="1955180"/>
                  <a:pt x="5904270" y="2025007"/>
                </a:cubicBezTo>
                <a:cubicBezTo>
                  <a:pt x="5904554" y="2025459"/>
                  <a:pt x="5904796" y="2025748"/>
                  <a:pt x="5904915" y="2026241"/>
                </a:cubicBezTo>
                <a:cubicBezTo>
                  <a:pt x="5899162" y="1967848"/>
                  <a:pt x="5894394" y="1909217"/>
                  <a:pt x="5891144" y="1850393"/>
                </a:cubicBezTo>
                <a:cubicBezTo>
                  <a:pt x="5885504" y="1838547"/>
                  <a:pt x="5879865" y="1826700"/>
                  <a:pt x="5874388" y="1814814"/>
                </a:cubicBezTo>
                <a:close/>
                <a:moveTo>
                  <a:pt x="7290269" y="1810717"/>
                </a:moveTo>
                <a:cubicBezTo>
                  <a:pt x="7299794" y="1848736"/>
                  <a:pt x="7309772" y="1886472"/>
                  <a:pt x="7319913" y="1924169"/>
                </a:cubicBezTo>
                <a:cubicBezTo>
                  <a:pt x="7322383" y="1927917"/>
                  <a:pt x="7324851" y="1931666"/>
                  <a:pt x="7327320" y="1935415"/>
                </a:cubicBezTo>
                <a:cubicBezTo>
                  <a:pt x="7315400" y="1894671"/>
                  <a:pt x="7303645" y="1853889"/>
                  <a:pt x="7291396" y="1813226"/>
                </a:cubicBezTo>
                <a:cubicBezTo>
                  <a:pt x="7291034" y="1812444"/>
                  <a:pt x="7290632" y="1811498"/>
                  <a:pt x="7290269" y="1810717"/>
                </a:cubicBezTo>
                <a:close/>
                <a:moveTo>
                  <a:pt x="6138466" y="1794344"/>
                </a:moveTo>
                <a:cubicBezTo>
                  <a:pt x="6165664" y="1921420"/>
                  <a:pt x="6191587" y="2048977"/>
                  <a:pt x="6217018" y="2176654"/>
                </a:cubicBezTo>
                <a:cubicBezTo>
                  <a:pt x="6228570" y="2197152"/>
                  <a:pt x="6239464" y="2217810"/>
                  <a:pt x="6249867" y="2238586"/>
                </a:cubicBezTo>
                <a:cubicBezTo>
                  <a:pt x="6259556" y="2175770"/>
                  <a:pt x="6267399" y="2113226"/>
                  <a:pt x="6272128" y="2050738"/>
                </a:cubicBezTo>
                <a:cubicBezTo>
                  <a:pt x="6225206" y="1965788"/>
                  <a:pt x="6179599" y="1880518"/>
                  <a:pt x="6138466" y="1794344"/>
                </a:cubicBezTo>
                <a:close/>
                <a:moveTo>
                  <a:pt x="6115753" y="1745606"/>
                </a:moveTo>
                <a:lnTo>
                  <a:pt x="6115589" y="1745645"/>
                </a:lnTo>
                <a:cubicBezTo>
                  <a:pt x="6114445" y="1851062"/>
                  <a:pt x="6124343" y="1953985"/>
                  <a:pt x="6142781" y="2054849"/>
                </a:cubicBezTo>
                <a:cubicBezTo>
                  <a:pt x="6143297" y="2056984"/>
                  <a:pt x="6144141" y="2059040"/>
                  <a:pt x="6144655" y="2061175"/>
                </a:cubicBezTo>
                <a:cubicBezTo>
                  <a:pt x="6145301" y="2062409"/>
                  <a:pt x="6145986" y="2063807"/>
                  <a:pt x="6146632" y="2065042"/>
                </a:cubicBezTo>
                <a:cubicBezTo>
                  <a:pt x="6142776" y="2000108"/>
                  <a:pt x="6139412" y="1935055"/>
                  <a:pt x="6136908" y="1869969"/>
                </a:cubicBezTo>
                <a:cubicBezTo>
                  <a:pt x="6138483" y="1882970"/>
                  <a:pt x="6140222" y="1895932"/>
                  <a:pt x="6141795" y="1908934"/>
                </a:cubicBezTo>
                <a:cubicBezTo>
                  <a:pt x="6136450" y="1860869"/>
                  <a:pt x="6130409" y="1812799"/>
                  <a:pt x="6124570" y="1764853"/>
                </a:cubicBezTo>
                <a:cubicBezTo>
                  <a:pt x="6121631" y="1758437"/>
                  <a:pt x="6118692" y="1752021"/>
                  <a:pt x="6115753" y="1745606"/>
                </a:cubicBezTo>
                <a:close/>
                <a:moveTo>
                  <a:pt x="5224296" y="1739380"/>
                </a:moveTo>
                <a:lnTo>
                  <a:pt x="5224336" y="1739544"/>
                </a:lnTo>
                <a:lnTo>
                  <a:pt x="5228294" y="1748969"/>
                </a:lnTo>
                <a:lnTo>
                  <a:pt x="5226749" y="1793148"/>
                </a:lnTo>
                <a:close/>
                <a:moveTo>
                  <a:pt x="3790391" y="1722803"/>
                </a:moveTo>
                <a:cubicBezTo>
                  <a:pt x="3697817" y="1956297"/>
                  <a:pt x="3648472" y="2199690"/>
                  <a:pt x="3629406" y="2443247"/>
                </a:cubicBezTo>
                <a:cubicBezTo>
                  <a:pt x="3640204" y="2480785"/>
                  <a:pt x="3653059" y="2517479"/>
                  <a:pt x="3667758" y="2553902"/>
                </a:cubicBezTo>
                <a:cubicBezTo>
                  <a:pt x="3720484" y="2418829"/>
                  <a:pt x="3788923" y="2286222"/>
                  <a:pt x="3876662" y="2158688"/>
                </a:cubicBezTo>
                <a:cubicBezTo>
                  <a:pt x="3847974" y="2013202"/>
                  <a:pt x="3819491" y="1867841"/>
                  <a:pt x="3790391" y="1722803"/>
                </a:cubicBezTo>
                <a:close/>
                <a:moveTo>
                  <a:pt x="6902480" y="1681528"/>
                </a:moveTo>
                <a:cubicBezTo>
                  <a:pt x="6945232" y="1840649"/>
                  <a:pt x="6983302" y="2001248"/>
                  <a:pt x="7025851" y="2160245"/>
                </a:cubicBezTo>
                <a:cubicBezTo>
                  <a:pt x="7028150" y="2164730"/>
                  <a:pt x="7030410" y="2169050"/>
                  <a:pt x="7032708" y="2173535"/>
                </a:cubicBezTo>
                <a:cubicBezTo>
                  <a:pt x="7037816" y="2145017"/>
                  <a:pt x="7043048" y="2116297"/>
                  <a:pt x="7048650" y="2087660"/>
                </a:cubicBezTo>
                <a:cubicBezTo>
                  <a:pt x="7040604" y="2024085"/>
                  <a:pt x="7033416" y="1960477"/>
                  <a:pt x="7027873" y="1896472"/>
                </a:cubicBezTo>
                <a:lnTo>
                  <a:pt x="7027834" y="1896307"/>
                </a:lnTo>
                <a:cubicBezTo>
                  <a:pt x="6987940" y="1823910"/>
                  <a:pt x="6946156" y="1752317"/>
                  <a:pt x="6902480" y="1681528"/>
                </a:cubicBezTo>
                <a:close/>
                <a:moveTo>
                  <a:pt x="7036572" y="1632999"/>
                </a:moveTo>
                <a:lnTo>
                  <a:pt x="7036407" y="1633039"/>
                </a:lnTo>
                <a:cubicBezTo>
                  <a:pt x="7042404" y="1706840"/>
                  <a:pt x="7051522" y="1779888"/>
                  <a:pt x="7062851" y="1852751"/>
                </a:cubicBezTo>
                <a:cubicBezTo>
                  <a:pt x="7071884" y="1865690"/>
                  <a:pt x="7080955" y="1878793"/>
                  <a:pt x="7089822" y="1891772"/>
                </a:cubicBezTo>
                <a:cubicBezTo>
                  <a:pt x="7092546" y="1879297"/>
                  <a:pt x="7095310" y="1866986"/>
                  <a:pt x="7098238" y="1854636"/>
                </a:cubicBezTo>
                <a:cubicBezTo>
                  <a:pt x="7084465" y="1794703"/>
                  <a:pt x="7071844" y="1734491"/>
                  <a:pt x="7061192" y="1673804"/>
                </a:cubicBezTo>
                <a:cubicBezTo>
                  <a:pt x="7053191" y="1660095"/>
                  <a:pt x="7044901" y="1646629"/>
                  <a:pt x="7036572" y="1632999"/>
                </a:cubicBezTo>
                <a:close/>
                <a:moveTo>
                  <a:pt x="7031809" y="1563592"/>
                </a:moveTo>
                <a:cubicBezTo>
                  <a:pt x="7032546" y="1578881"/>
                  <a:pt x="7033610" y="1594091"/>
                  <a:pt x="7034674" y="1609301"/>
                </a:cubicBezTo>
                <a:cubicBezTo>
                  <a:pt x="7041368" y="1617591"/>
                  <a:pt x="7047897" y="1625921"/>
                  <a:pt x="7054590" y="1634211"/>
                </a:cubicBezTo>
                <a:cubicBezTo>
                  <a:pt x="7052795" y="1623174"/>
                  <a:pt x="7050796" y="1612014"/>
                  <a:pt x="7049165" y="1600937"/>
                </a:cubicBezTo>
                <a:cubicBezTo>
                  <a:pt x="7043570" y="1588558"/>
                  <a:pt x="7037772" y="1576056"/>
                  <a:pt x="7031848" y="1563756"/>
                </a:cubicBezTo>
                <a:close/>
                <a:moveTo>
                  <a:pt x="7028854" y="1428232"/>
                </a:moveTo>
                <a:lnTo>
                  <a:pt x="7028893" y="1428396"/>
                </a:lnTo>
                <a:lnTo>
                  <a:pt x="7029150" y="1431332"/>
                </a:lnTo>
                <a:lnTo>
                  <a:pt x="7028832" y="1430827"/>
                </a:lnTo>
                <a:close/>
                <a:moveTo>
                  <a:pt x="7116954" y="1281319"/>
                </a:moveTo>
                <a:cubicBezTo>
                  <a:pt x="7116681" y="1284513"/>
                  <a:pt x="7116575" y="1287668"/>
                  <a:pt x="7116302" y="1290861"/>
                </a:cubicBezTo>
                <a:cubicBezTo>
                  <a:pt x="7151807" y="1419234"/>
                  <a:pt x="7187600" y="1547363"/>
                  <a:pt x="7223886" y="1675374"/>
                </a:cubicBezTo>
                <a:cubicBezTo>
                  <a:pt x="7224731" y="1667349"/>
                  <a:pt x="7225574" y="1659325"/>
                  <a:pt x="7226419" y="1651302"/>
                </a:cubicBezTo>
                <a:cubicBezTo>
                  <a:pt x="7223734" y="1628662"/>
                  <a:pt x="7221378" y="1605943"/>
                  <a:pt x="7219226" y="1583349"/>
                </a:cubicBezTo>
                <a:cubicBezTo>
                  <a:pt x="7186490" y="1482288"/>
                  <a:pt x="7152442" y="1381543"/>
                  <a:pt x="7116993" y="1281484"/>
                </a:cubicBezTo>
                <a:close/>
                <a:moveTo>
                  <a:pt x="7100854" y="1235503"/>
                </a:moveTo>
                <a:cubicBezTo>
                  <a:pt x="7102170" y="1240225"/>
                  <a:pt x="7103685" y="1245073"/>
                  <a:pt x="7104835" y="1249835"/>
                </a:cubicBezTo>
                <a:cubicBezTo>
                  <a:pt x="7105005" y="1249099"/>
                  <a:pt x="7105220" y="1247831"/>
                  <a:pt x="7105220" y="1247831"/>
                </a:cubicBezTo>
                <a:cubicBezTo>
                  <a:pt x="7103697" y="1243680"/>
                  <a:pt x="7102377" y="1239653"/>
                  <a:pt x="7100854" y="1235503"/>
                </a:cubicBezTo>
                <a:close/>
                <a:moveTo>
                  <a:pt x="6171658" y="378151"/>
                </a:moveTo>
                <a:cubicBezTo>
                  <a:pt x="6254105" y="830598"/>
                  <a:pt x="6409444" y="1263192"/>
                  <a:pt x="6569163" y="1695945"/>
                </a:cubicBezTo>
                <a:cubicBezTo>
                  <a:pt x="6549797" y="1573235"/>
                  <a:pt x="6536711" y="1449182"/>
                  <a:pt x="6534418" y="1323047"/>
                </a:cubicBezTo>
                <a:cubicBezTo>
                  <a:pt x="6555618" y="1542634"/>
                  <a:pt x="6608264" y="1754978"/>
                  <a:pt x="6671091" y="1964865"/>
                </a:cubicBezTo>
                <a:cubicBezTo>
                  <a:pt x="6696290" y="1793512"/>
                  <a:pt x="6709881" y="1623746"/>
                  <a:pt x="6693533" y="1457383"/>
                </a:cubicBezTo>
                <a:cubicBezTo>
                  <a:pt x="6724882" y="1638373"/>
                  <a:pt x="6719020" y="1825042"/>
                  <a:pt x="6701964" y="2012851"/>
                </a:cubicBezTo>
                <a:cubicBezTo>
                  <a:pt x="6725357" y="2038486"/>
                  <a:pt x="6747927" y="2064319"/>
                  <a:pt x="6769717" y="2090514"/>
                </a:cubicBezTo>
                <a:cubicBezTo>
                  <a:pt x="6771592" y="1975884"/>
                  <a:pt x="6771495" y="1861731"/>
                  <a:pt x="6768495" y="1747062"/>
                </a:cubicBezTo>
                <a:cubicBezTo>
                  <a:pt x="6779610" y="1841351"/>
                  <a:pt x="6788671" y="1936484"/>
                  <a:pt x="6796377" y="2031770"/>
                </a:cubicBezTo>
                <a:cubicBezTo>
                  <a:pt x="6797770" y="2021701"/>
                  <a:pt x="6798835" y="2011712"/>
                  <a:pt x="6800228" y="2001644"/>
                </a:cubicBezTo>
                <a:cubicBezTo>
                  <a:pt x="6800953" y="1978008"/>
                  <a:pt x="6801717" y="1954537"/>
                  <a:pt x="6802810" y="1930986"/>
                </a:cubicBezTo>
                <a:cubicBezTo>
                  <a:pt x="6803276" y="1944429"/>
                  <a:pt x="6803863" y="1957667"/>
                  <a:pt x="6804452" y="1970907"/>
                </a:cubicBezTo>
                <a:cubicBezTo>
                  <a:pt x="6806762" y="1953840"/>
                  <a:pt x="6809277" y="1936897"/>
                  <a:pt x="6811627" y="1919994"/>
                </a:cubicBezTo>
                <a:cubicBezTo>
                  <a:pt x="6810694" y="1868606"/>
                  <a:pt x="6809306" y="1817499"/>
                  <a:pt x="6807307" y="1766020"/>
                </a:cubicBezTo>
                <a:lnTo>
                  <a:pt x="6807471" y="1765981"/>
                </a:lnTo>
                <a:cubicBezTo>
                  <a:pt x="6811582" y="1799572"/>
                  <a:pt x="6815489" y="1833038"/>
                  <a:pt x="6819271" y="1866709"/>
                </a:cubicBezTo>
                <a:cubicBezTo>
                  <a:pt x="6830965" y="1789158"/>
                  <a:pt x="6843724" y="1711699"/>
                  <a:pt x="6857749" y="1634454"/>
                </a:cubicBezTo>
                <a:cubicBezTo>
                  <a:pt x="6846187" y="1751422"/>
                  <a:pt x="6837490" y="1868741"/>
                  <a:pt x="6831701" y="1985879"/>
                </a:cubicBezTo>
                <a:cubicBezTo>
                  <a:pt x="6838558" y="2054607"/>
                  <a:pt x="6844430" y="2123573"/>
                  <a:pt x="6849974" y="2192617"/>
                </a:cubicBezTo>
                <a:cubicBezTo>
                  <a:pt x="6854312" y="2198348"/>
                  <a:pt x="6858650" y="2204079"/>
                  <a:pt x="6862823" y="2209849"/>
                </a:cubicBezTo>
                <a:cubicBezTo>
                  <a:pt x="6860121" y="2098583"/>
                  <a:pt x="6854754" y="1987787"/>
                  <a:pt x="6841503" y="1878895"/>
                </a:cubicBezTo>
                <a:cubicBezTo>
                  <a:pt x="6866113" y="2001729"/>
                  <a:pt x="6880667" y="2126818"/>
                  <a:pt x="6892755" y="2252501"/>
                </a:cubicBezTo>
                <a:cubicBezTo>
                  <a:pt x="6931103" y="2308414"/>
                  <a:pt x="6966409" y="2365409"/>
                  <a:pt x="6998471" y="2423361"/>
                </a:cubicBezTo>
                <a:cubicBezTo>
                  <a:pt x="7000737" y="2406826"/>
                  <a:pt x="7002962" y="2390126"/>
                  <a:pt x="7005392" y="2373552"/>
                </a:cubicBezTo>
                <a:cubicBezTo>
                  <a:pt x="6948764" y="2121676"/>
                  <a:pt x="6913498" y="1863254"/>
                  <a:pt x="6861849" y="1608961"/>
                </a:cubicBezTo>
                <a:cubicBezTo>
                  <a:pt x="6825275" y="1551751"/>
                  <a:pt x="6787755" y="1494943"/>
                  <a:pt x="6749000" y="1438781"/>
                </a:cubicBezTo>
                <a:cubicBezTo>
                  <a:pt x="6784266" y="1480492"/>
                  <a:pt x="6818791" y="1522730"/>
                  <a:pt x="6852863" y="1565251"/>
                </a:cubicBezTo>
                <a:cubicBezTo>
                  <a:pt x="6832937" y="1471177"/>
                  <a:pt x="6810586" y="1377861"/>
                  <a:pt x="6783678" y="1285821"/>
                </a:cubicBezTo>
                <a:cubicBezTo>
                  <a:pt x="6823174" y="1391854"/>
                  <a:pt x="6856550" y="1499886"/>
                  <a:pt x="6887134" y="1608593"/>
                </a:cubicBezTo>
                <a:cubicBezTo>
                  <a:pt x="6934582" y="1669088"/>
                  <a:pt x="6980505" y="1730471"/>
                  <a:pt x="7025234" y="1792664"/>
                </a:cubicBezTo>
                <a:cubicBezTo>
                  <a:pt x="7021696" y="1729044"/>
                  <a:pt x="7020206" y="1665276"/>
                  <a:pt x="7021056" y="1601119"/>
                </a:cubicBezTo>
                <a:cubicBezTo>
                  <a:pt x="7007663" y="1580195"/>
                  <a:pt x="6993739" y="1559226"/>
                  <a:pt x="6979197" y="1538579"/>
                </a:cubicBezTo>
                <a:cubicBezTo>
                  <a:pt x="6993694" y="1554719"/>
                  <a:pt x="7007533" y="1571015"/>
                  <a:pt x="7021208" y="1587353"/>
                </a:cubicBezTo>
                <a:cubicBezTo>
                  <a:pt x="7021718" y="1570024"/>
                  <a:pt x="7022188" y="1552533"/>
                  <a:pt x="7022987" y="1534962"/>
                </a:cubicBezTo>
                <a:cubicBezTo>
                  <a:pt x="6922299" y="1325176"/>
                  <a:pt x="6811538" y="1119735"/>
                  <a:pt x="6692825" y="919514"/>
                </a:cubicBezTo>
                <a:cubicBezTo>
                  <a:pt x="6751831" y="1002330"/>
                  <a:pt x="6809555" y="1086499"/>
                  <a:pt x="6865762" y="1171946"/>
                </a:cubicBezTo>
                <a:lnTo>
                  <a:pt x="7028832" y="1430827"/>
                </a:lnTo>
                <a:lnTo>
                  <a:pt x="7028768" y="1438679"/>
                </a:lnTo>
                <a:cubicBezTo>
                  <a:pt x="7029131" y="1439461"/>
                  <a:pt x="7029657" y="1440202"/>
                  <a:pt x="7029981" y="1440820"/>
                </a:cubicBezTo>
                <a:lnTo>
                  <a:pt x="7029150" y="1431332"/>
                </a:lnTo>
                <a:lnTo>
                  <a:pt x="7029601" y="1432048"/>
                </a:lnTo>
                <a:cubicBezTo>
                  <a:pt x="7030280" y="1424063"/>
                  <a:pt x="7030999" y="1416243"/>
                  <a:pt x="7031843" y="1408219"/>
                </a:cubicBezTo>
                <a:cubicBezTo>
                  <a:pt x="7030439" y="1389443"/>
                  <a:pt x="7029323" y="1370421"/>
                  <a:pt x="7028208" y="1351400"/>
                </a:cubicBezTo>
                <a:cubicBezTo>
                  <a:pt x="6984244" y="1109503"/>
                  <a:pt x="6941015" y="867774"/>
                  <a:pt x="6893228" y="627320"/>
                </a:cubicBezTo>
                <a:lnTo>
                  <a:pt x="6893149" y="626992"/>
                </a:lnTo>
                <a:cubicBezTo>
                  <a:pt x="6930397" y="752511"/>
                  <a:pt x="6966372" y="878511"/>
                  <a:pt x="7001894" y="1004794"/>
                </a:cubicBezTo>
                <a:cubicBezTo>
                  <a:pt x="6974725" y="859116"/>
                  <a:pt x="6946898" y="713597"/>
                  <a:pt x="6917799" y="568559"/>
                </a:cubicBezTo>
                <a:lnTo>
                  <a:pt x="6917720" y="568231"/>
                </a:lnTo>
                <a:cubicBezTo>
                  <a:pt x="6958548" y="707136"/>
                  <a:pt x="6997976" y="846727"/>
                  <a:pt x="7036952" y="986600"/>
                </a:cubicBezTo>
                <a:cubicBezTo>
                  <a:pt x="7037252" y="984963"/>
                  <a:pt x="7037348" y="983202"/>
                  <a:pt x="7037485" y="981606"/>
                </a:cubicBezTo>
                <a:cubicBezTo>
                  <a:pt x="7037547" y="984024"/>
                  <a:pt x="7037648" y="986606"/>
                  <a:pt x="7037710" y="989024"/>
                </a:cubicBezTo>
                <a:cubicBezTo>
                  <a:pt x="7052281" y="1041466"/>
                  <a:pt x="7066851" y="1093907"/>
                  <a:pt x="7081421" y="1146350"/>
                </a:cubicBezTo>
                <a:cubicBezTo>
                  <a:pt x="7093012" y="1172053"/>
                  <a:pt x="7104892" y="1197512"/>
                  <a:pt x="7116279" y="1223090"/>
                </a:cubicBezTo>
                <a:cubicBezTo>
                  <a:pt x="7130436" y="1165104"/>
                  <a:pt x="7151201" y="1105698"/>
                  <a:pt x="7179889" y="1044552"/>
                </a:cubicBezTo>
                <a:cubicBezTo>
                  <a:pt x="7179975" y="1044184"/>
                  <a:pt x="7180138" y="1044145"/>
                  <a:pt x="7180138" y="1044145"/>
                </a:cubicBezTo>
                <a:cubicBezTo>
                  <a:pt x="7152448" y="1113739"/>
                  <a:pt x="7135062" y="1180672"/>
                  <a:pt x="7126179" y="1245379"/>
                </a:cubicBezTo>
                <a:cubicBezTo>
                  <a:pt x="7156592" y="1314503"/>
                  <a:pt x="7186389" y="1383949"/>
                  <a:pt x="7215529" y="1453555"/>
                </a:cubicBezTo>
                <a:cubicBezTo>
                  <a:pt x="7214068" y="1416544"/>
                  <a:pt x="7213264" y="1379375"/>
                  <a:pt x="7213649" y="1342092"/>
                </a:cubicBezTo>
                <a:cubicBezTo>
                  <a:pt x="7217182" y="1391289"/>
                  <a:pt x="7222686" y="1440010"/>
                  <a:pt x="7229668" y="1488375"/>
                </a:cubicBezTo>
                <a:cubicBezTo>
                  <a:pt x="7234691" y="1500544"/>
                  <a:pt x="7239753" y="1512877"/>
                  <a:pt x="7244776" y="1525047"/>
                </a:cubicBezTo>
                <a:cubicBezTo>
                  <a:pt x="7251775" y="1460447"/>
                  <a:pt x="7258406" y="1395762"/>
                  <a:pt x="7264420" y="1331400"/>
                </a:cubicBezTo>
                <a:lnTo>
                  <a:pt x="7264585" y="1331360"/>
                </a:lnTo>
                <a:cubicBezTo>
                  <a:pt x="7263192" y="1406945"/>
                  <a:pt x="7261056" y="1483058"/>
                  <a:pt x="7258961" y="1559334"/>
                </a:cubicBezTo>
                <a:cubicBezTo>
                  <a:pt x="7274867" y="1598593"/>
                  <a:pt x="7290610" y="1637893"/>
                  <a:pt x="7306188" y="1677231"/>
                </a:cubicBezTo>
                <a:cubicBezTo>
                  <a:pt x="7299149" y="1620711"/>
                  <a:pt x="7293135" y="1564119"/>
                  <a:pt x="7289093" y="1507051"/>
                </a:cubicBezTo>
                <a:cubicBezTo>
                  <a:pt x="7304155" y="1594652"/>
                  <a:pt x="7323119" y="1681138"/>
                  <a:pt x="7344835" y="1766786"/>
                </a:cubicBezTo>
                <a:cubicBezTo>
                  <a:pt x="7358443" y="1388299"/>
                  <a:pt x="7345414" y="1015372"/>
                  <a:pt x="7158693" y="683155"/>
                </a:cubicBezTo>
                <a:cubicBezTo>
                  <a:pt x="7257986" y="820201"/>
                  <a:pt x="7324615" y="965564"/>
                  <a:pt x="7370762" y="1116067"/>
                </a:cubicBezTo>
                <a:lnTo>
                  <a:pt x="7392467" y="1205899"/>
                </a:lnTo>
                <a:lnTo>
                  <a:pt x="7392467" y="3320021"/>
                </a:lnTo>
                <a:lnTo>
                  <a:pt x="3208496" y="3320021"/>
                </a:lnTo>
                <a:lnTo>
                  <a:pt x="3210078" y="3239604"/>
                </a:lnTo>
                <a:cubicBezTo>
                  <a:pt x="3208623" y="3232135"/>
                  <a:pt x="3207168" y="3224666"/>
                  <a:pt x="3205548" y="3217237"/>
                </a:cubicBezTo>
                <a:cubicBezTo>
                  <a:pt x="3197140" y="3203278"/>
                  <a:pt x="3188566" y="3189359"/>
                  <a:pt x="3179829" y="3175480"/>
                </a:cubicBezTo>
                <a:lnTo>
                  <a:pt x="3203677" y="3320021"/>
                </a:lnTo>
                <a:lnTo>
                  <a:pt x="2734155" y="3320021"/>
                </a:lnTo>
                <a:lnTo>
                  <a:pt x="2730190" y="3300523"/>
                </a:lnTo>
                <a:cubicBezTo>
                  <a:pt x="2699125" y="3235901"/>
                  <a:pt x="2666910" y="3171555"/>
                  <a:pt x="2634366" y="3107290"/>
                </a:cubicBezTo>
                <a:lnTo>
                  <a:pt x="2692715" y="3320021"/>
                </a:lnTo>
                <a:lnTo>
                  <a:pt x="2326262" y="3320021"/>
                </a:lnTo>
                <a:lnTo>
                  <a:pt x="2323316" y="3215389"/>
                </a:lnTo>
                <a:cubicBezTo>
                  <a:pt x="2311990" y="3172070"/>
                  <a:pt x="2302019" y="3128597"/>
                  <a:pt x="2293158" y="3084684"/>
                </a:cubicBezTo>
                <a:cubicBezTo>
                  <a:pt x="2288270" y="3070918"/>
                  <a:pt x="2283055" y="3057231"/>
                  <a:pt x="2278005" y="3043504"/>
                </a:cubicBezTo>
                <a:cubicBezTo>
                  <a:pt x="2274572" y="3037208"/>
                  <a:pt x="2271016" y="3031114"/>
                  <a:pt x="2267420" y="3024857"/>
                </a:cubicBezTo>
                <a:cubicBezTo>
                  <a:pt x="2266894" y="3049315"/>
                  <a:pt x="2266735" y="3073856"/>
                  <a:pt x="2266741" y="3098359"/>
                </a:cubicBezTo>
                <a:cubicBezTo>
                  <a:pt x="2267505" y="3105125"/>
                  <a:pt x="2268106" y="3111932"/>
                  <a:pt x="2268870" y="3118699"/>
                </a:cubicBezTo>
                <a:lnTo>
                  <a:pt x="2268746" y="3118903"/>
                </a:lnTo>
                <a:cubicBezTo>
                  <a:pt x="2279227" y="3180326"/>
                  <a:pt x="2288599" y="3242190"/>
                  <a:pt x="2297273" y="3304050"/>
                </a:cubicBezTo>
                <a:lnTo>
                  <a:pt x="2310969" y="3320021"/>
                </a:lnTo>
                <a:lnTo>
                  <a:pt x="1827169" y="3320021"/>
                </a:lnTo>
                <a:lnTo>
                  <a:pt x="1836559" y="3299689"/>
                </a:lnTo>
                <a:cubicBezTo>
                  <a:pt x="1832057" y="3178083"/>
                  <a:pt x="1830138" y="3056375"/>
                  <a:pt x="1830676" y="2934770"/>
                </a:cubicBezTo>
                <a:cubicBezTo>
                  <a:pt x="1829618" y="2933982"/>
                  <a:pt x="1828598" y="2933359"/>
                  <a:pt x="1827538" y="2932572"/>
                </a:cubicBezTo>
                <a:cubicBezTo>
                  <a:pt x="1802838" y="3022473"/>
                  <a:pt x="1785669" y="3113336"/>
                  <a:pt x="1774519" y="3204658"/>
                </a:cubicBezTo>
                <a:cubicBezTo>
                  <a:pt x="1782560" y="3238690"/>
                  <a:pt x="1790930" y="3272643"/>
                  <a:pt x="1799627" y="3306517"/>
                </a:cubicBezTo>
                <a:lnTo>
                  <a:pt x="1808725" y="3320021"/>
                </a:lnTo>
                <a:lnTo>
                  <a:pt x="1664765" y="3320021"/>
                </a:lnTo>
                <a:lnTo>
                  <a:pt x="1620913" y="3234262"/>
                </a:lnTo>
                <a:cubicBezTo>
                  <a:pt x="1645432" y="3257365"/>
                  <a:pt x="1668513" y="3280990"/>
                  <a:pt x="1690321" y="3305096"/>
                </a:cubicBezTo>
                <a:cubicBezTo>
                  <a:pt x="1617561" y="3167816"/>
                  <a:pt x="1536789" y="3033338"/>
                  <a:pt x="1445621" y="2902588"/>
                </a:cubicBezTo>
                <a:cubicBezTo>
                  <a:pt x="1438842" y="2955143"/>
                  <a:pt x="1433253" y="3007584"/>
                  <a:pt x="1428854" y="3059913"/>
                </a:cubicBezTo>
                <a:lnTo>
                  <a:pt x="1537513" y="3320021"/>
                </a:lnTo>
                <a:lnTo>
                  <a:pt x="1475686" y="3320021"/>
                </a:lnTo>
                <a:lnTo>
                  <a:pt x="1474470" y="3316121"/>
                </a:lnTo>
                <a:lnTo>
                  <a:pt x="1473945" y="3314400"/>
                </a:lnTo>
                <a:lnTo>
                  <a:pt x="1473984" y="3314563"/>
                </a:lnTo>
                <a:lnTo>
                  <a:pt x="1474470" y="3316121"/>
                </a:lnTo>
                <a:lnTo>
                  <a:pt x="1475660" y="3320021"/>
                </a:lnTo>
                <a:lnTo>
                  <a:pt x="1338922" y="3320021"/>
                </a:lnTo>
                <a:lnTo>
                  <a:pt x="1355097" y="3206492"/>
                </a:lnTo>
                <a:cubicBezTo>
                  <a:pt x="1314286" y="2984860"/>
                  <a:pt x="1264608" y="2765370"/>
                  <a:pt x="1178225" y="2555086"/>
                </a:cubicBezTo>
                <a:cubicBezTo>
                  <a:pt x="1262835" y="2706189"/>
                  <a:pt x="1327696" y="2862581"/>
                  <a:pt x="1383563" y="3021317"/>
                </a:cubicBezTo>
                <a:cubicBezTo>
                  <a:pt x="1356434" y="2926201"/>
                  <a:pt x="1334723" y="2829777"/>
                  <a:pt x="1322333" y="2730929"/>
                </a:cubicBezTo>
                <a:cubicBezTo>
                  <a:pt x="1299620" y="2702349"/>
                  <a:pt x="1276454" y="2674053"/>
                  <a:pt x="1252468" y="2645955"/>
                </a:cubicBezTo>
                <a:cubicBezTo>
                  <a:pt x="1275481" y="2667858"/>
                  <a:pt x="1297877" y="2690084"/>
                  <a:pt x="1320108" y="2712350"/>
                </a:cubicBezTo>
                <a:cubicBezTo>
                  <a:pt x="1315408" y="2670559"/>
                  <a:pt x="1312186" y="2628413"/>
                  <a:pt x="1311059" y="2585585"/>
                </a:cubicBezTo>
                <a:cubicBezTo>
                  <a:pt x="1311224" y="2585546"/>
                  <a:pt x="1311184" y="2585381"/>
                  <a:pt x="1311184" y="2585381"/>
                </a:cubicBezTo>
                <a:cubicBezTo>
                  <a:pt x="1316331" y="2632626"/>
                  <a:pt x="1323817" y="2679478"/>
                  <a:pt x="1333233" y="2725691"/>
                </a:cubicBezTo>
                <a:cubicBezTo>
                  <a:pt x="1367572" y="2760675"/>
                  <a:pt x="1400925" y="2795897"/>
                  <a:pt x="1433333" y="2831521"/>
                </a:cubicBezTo>
                <a:cubicBezTo>
                  <a:pt x="1454313" y="2750687"/>
                  <a:pt x="1478204" y="2669670"/>
                  <a:pt x="1505374" y="2588559"/>
                </a:cubicBezTo>
                <a:cubicBezTo>
                  <a:pt x="1485016" y="2678453"/>
                  <a:pt x="1468883" y="2767850"/>
                  <a:pt x="1456317" y="2856907"/>
                </a:cubicBezTo>
                <a:cubicBezTo>
                  <a:pt x="1547758" y="2959265"/>
                  <a:pt x="1632001" y="3064925"/>
                  <a:pt x="1710735" y="3172958"/>
                </a:cubicBezTo>
                <a:cubicBezTo>
                  <a:pt x="1707925" y="3140442"/>
                  <a:pt x="1705938" y="3107729"/>
                  <a:pt x="1705265" y="3074699"/>
                </a:cubicBezTo>
                <a:cubicBezTo>
                  <a:pt x="1705389" y="3074495"/>
                  <a:pt x="1705514" y="3074291"/>
                  <a:pt x="1705514" y="3074291"/>
                </a:cubicBezTo>
                <a:cubicBezTo>
                  <a:pt x="1708651" y="3111767"/>
                  <a:pt x="1713555" y="3148642"/>
                  <a:pt x="1719773" y="3185200"/>
                </a:cubicBezTo>
                <a:cubicBezTo>
                  <a:pt x="1720787" y="3186520"/>
                  <a:pt x="1721839" y="3188004"/>
                  <a:pt x="1722892" y="3189487"/>
                </a:cubicBezTo>
                <a:cubicBezTo>
                  <a:pt x="1694501" y="2992664"/>
                  <a:pt x="1674931" y="2794233"/>
                  <a:pt x="1666930" y="2594052"/>
                </a:cubicBezTo>
                <a:cubicBezTo>
                  <a:pt x="1689052" y="2770665"/>
                  <a:pt x="1720577" y="2945183"/>
                  <a:pt x="1759162" y="3117996"/>
                </a:cubicBezTo>
                <a:cubicBezTo>
                  <a:pt x="1775595" y="3052162"/>
                  <a:pt x="1795302" y="2986928"/>
                  <a:pt x="1818768" y="2922872"/>
                </a:cubicBezTo>
                <a:cubicBezTo>
                  <a:pt x="1800308" y="2910471"/>
                  <a:pt x="1781434" y="2898517"/>
                  <a:pt x="1762067" y="2886681"/>
                </a:cubicBezTo>
                <a:cubicBezTo>
                  <a:pt x="1782022" y="2896637"/>
                  <a:pt x="1801440" y="2907243"/>
                  <a:pt x="1820653" y="2917724"/>
                </a:cubicBezTo>
                <a:cubicBezTo>
                  <a:pt x="1825348" y="2904774"/>
                  <a:pt x="1830410" y="2891908"/>
                  <a:pt x="1835472" y="2879043"/>
                </a:cubicBezTo>
                <a:cubicBezTo>
                  <a:pt x="1836005" y="2818611"/>
                  <a:pt x="1837149" y="2758552"/>
                  <a:pt x="1838746" y="2698211"/>
                </a:cubicBezTo>
                <a:cubicBezTo>
                  <a:pt x="1807935" y="2652644"/>
                  <a:pt x="1775851" y="2607558"/>
                  <a:pt x="1741467" y="2563026"/>
                </a:cubicBezTo>
                <a:cubicBezTo>
                  <a:pt x="1775392" y="2598457"/>
                  <a:pt x="1808083" y="2634535"/>
                  <a:pt x="1839500" y="2671093"/>
                </a:cubicBezTo>
                <a:cubicBezTo>
                  <a:pt x="1850956" y="2275052"/>
                  <a:pt x="1882933" y="1879792"/>
                  <a:pt x="1918444" y="1488371"/>
                </a:cubicBezTo>
                <a:lnTo>
                  <a:pt x="1918772" y="1488292"/>
                </a:lnTo>
                <a:cubicBezTo>
                  <a:pt x="1928064" y="1842135"/>
                  <a:pt x="1941801" y="2198555"/>
                  <a:pt x="1970891" y="2551616"/>
                </a:cubicBezTo>
                <a:cubicBezTo>
                  <a:pt x="1982113" y="2582274"/>
                  <a:pt x="1992352" y="2613170"/>
                  <a:pt x="2001933" y="2644224"/>
                </a:cubicBezTo>
                <a:cubicBezTo>
                  <a:pt x="2005914" y="2593039"/>
                  <a:pt x="2010303" y="2542103"/>
                  <a:pt x="2015636" y="2490765"/>
                </a:cubicBezTo>
                <a:lnTo>
                  <a:pt x="2015801" y="2490725"/>
                </a:lnTo>
                <a:cubicBezTo>
                  <a:pt x="2014606" y="2552013"/>
                  <a:pt x="2014764" y="2613147"/>
                  <a:pt x="2015540" y="2673958"/>
                </a:cubicBezTo>
                <a:cubicBezTo>
                  <a:pt x="2020919" y="2612008"/>
                  <a:pt x="2027121" y="2549861"/>
                  <a:pt x="2034674" y="2487561"/>
                </a:cubicBezTo>
                <a:lnTo>
                  <a:pt x="2034839" y="2487521"/>
                </a:lnTo>
                <a:cubicBezTo>
                  <a:pt x="2033128" y="2536593"/>
                  <a:pt x="2032239" y="2585468"/>
                  <a:pt x="2032047" y="2634348"/>
                </a:cubicBezTo>
                <a:cubicBezTo>
                  <a:pt x="2034827" y="2614908"/>
                  <a:pt x="2037443" y="2595508"/>
                  <a:pt x="2040263" y="2576232"/>
                </a:cubicBezTo>
                <a:cubicBezTo>
                  <a:pt x="2037234" y="2626319"/>
                  <a:pt x="2034737" y="2676450"/>
                  <a:pt x="2032568" y="2726503"/>
                </a:cubicBezTo>
                <a:cubicBezTo>
                  <a:pt x="2032777" y="2736010"/>
                  <a:pt x="2032534" y="2745800"/>
                  <a:pt x="2032744" y="2755309"/>
                </a:cubicBezTo>
                <a:cubicBezTo>
                  <a:pt x="2051900" y="2833232"/>
                  <a:pt x="2066911" y="2911983"/>
                  <a:pt x="2079992" y="2991374"/>
                </a:cubicBezTo>
                <a:cubicBezTo>
                  <a:pt x="2087722" y="3003237"/>
                  <a:pt x="2095412" y="3014936"/>
                  <a:pt x="2102977" y="3026839"/>
                </a:cubicBezTo>
                <a:cubicBezTo>
                  <a:pt x="2119008" y="2697991"/>
                  <a:pt x="2155448" y="2368735"/>
                  <a:pt x="2197891" y="2042028"/>
                </a:cubicBezTo>
                <a:cubicBezTo>
                  <a:pt x="2191344" y="2030748"/>
                  <a:pt x="2184634" y="2019507"/>
                  <a:pt x="2178088" y="2008228"/>
                </a:cubicBezTo>
                <a:cubicBezTo>
                  <a:pt x="2184894" y="2017706"/>
                  <a:pt x="2191866" y="2027146"/>
                  <a:pt x="2198632" y="2036461"/>
                </a:cubicBezTo>
                <a:cubicBezTo>
                  <a:pt x="2207030" y="1971176"/>
                  <a:pt x="2215835" y="1906141"/>
                  <a:pt x="2224641" y="1841105"/>
                </a:cubicBezTo>
                <a:lnTo>
                  <a:pt x="2224890" y="1840697"/>
                </a:lnTo>
                <a:cubicBezTo>
                  <a:pt x="2224590" y="1917931"/>
                  <a:pt x="2224658" y="1995248"/>
                  <a:pt x="2225054" y="2072487"/>
                </a:cubicBezTo>
                <a:cubicBezTo>
                  <a:pt x="2244182" y="2098456"/>
                  <a:pt x="2263187" y="2124629"/>
                  <a:pt x="2282316" y="2150598"/>
                </a:cubicBezTo>
                <a:cubicBezTo>
                  <a:pt x="2276143" y="2098388"/>
                  <a:pt x="2272801" y="2045669"/>
                  <a:pt x="2272869" y="1991953"/>
                </a:cubicBezTo>
                <a:cubicBezTo>
                  <a:pt x="2272955" y="1991584"/>
                  <a:pt x="2273119" y="1991545"/>
                  <a:pt x="2273119" y="1991545"/>
                </a:cubicBezTo>
                <a:cubicBezTo>
                  <a:pt x="2277654" y="2053534"/>
                  <a:pt x="2286749" y="2114249"/>
                  <a:pt x="2299620" y="2174053"/>
                </a:cubicBezTo>
                <a:cubicBezTo>
                  <a:pt x="2429623" y="2351215"/>
                  <a:pt x="2560351" y="2529941"/>
                  <a:pt x="2685727" y="2711696"/>
                </a:cubicBezTo>
                <a:cubicBezTo>
                  <a:pt x="2674566" y="2648177"/>
                  <a:pt x="2663406" y="2584660"/>
                  <a:pt x="2651673" y="2520932"/>
                </a:cubicBezTo>
                <a:cubicBezTo>
                  <a:pt x="2670535" y="2594756"/>
                  <a:pt x="2688945" y="2668863"/>
                  <a:pt x="2707190" y="2743010"/>
                </a:cubicBezTo>
                <a:cubicBezTo>
                  <a:pt x="2717920" y="2758667"/>
                  <a:pt x="2728690" y="2774489"/>
                  <a:pt x="2739257" y="2790186"/>
                </a:cubicBezTo>
                <a:cubicBezTo>
                  <a:pt x="2736613" y="2752592"/>
                  <a:pt x="2734501" y="2715042"/>
                  <a:pt x="2733046" y="2677335"/>
                </a:cubicBezTo>
                <a:cubicBezTo>
                  <a:pt x="2662098" y="2518763"/>
                  <a:pt x="2587124" y="2361511"/>
                  <a:pt x="2509931" y="2205141"/>
                </a:cubicBezTo>
                <a:cubicBezTo>
                  <a:pt x="2446600" y="2147959"/>
                  <a:pt x="2379855" y="2092471"/>
                  <a:pt x="2308703" y="2039610"/>
                </a:cubicBezTo>
                <a:cubicBezTo>
                  <a:pt x="2370630" y="2078014"/>
                  <a:pt x="2429963" y="2117913"/>
                  <a:pt x="2487235" y="2159353"/>
                </a:cubicBezTo>
                <a:cubicBezTo>
                  <a:pt x="2354724" y="1892602"/>
                  <a:pt x="2216290" y="1628670"/>
                  <a:pt x="2080923" y="1365214"/>
                </a:cubicBezTo>
                <a:cubicBezTo>
                  <a:pt x="2269728" y="1667906"/>
                  <a:pt x="2464127" y="1972898"/>
                  <a:pt x="2648231" y="2284198"/>
                </a:cubicBezTo>
                <a:cubicBezTo>
                  <a:pt x="2678469" y="2309397"/>
                  <a:pt x="2707926" y="2334958"/>
                  <a:pt x="2736765" y="2360842"/>
                </a:cubicBezTo>
                <a:cubicBezTo>
                  <a:pt x="2742910" y="2265341"/>
                  <a:pt x="2753896" y="2169020"/>
                  <a:pt x="2771076" y="2071724"/>
                </a:cubicBezTo>
                <a:cubicBezTo>
                  <a:pt x="2764536" y="2180702"/>
                  <a:pt x="2765753" y="2287981"/>
                  <a:pt x="2773046" y="2393793"/>
                </a:cubicBezTo>
                <a:cubicBezTo>
                  <a:pt x="2841406" y="2457408"/>
                  <a:pt x="2905650" y="2523407"/>
                  <a:pt x="2966353" y="2591302"/>
                </a:cubicBezTo>
                <a:cubicBezTo>
                  <a:pt x="2915389" y="2318248"/>
                  <a:pt x="2817160" y="2058168"/>
                  <a:pt x="2604113" y="1829277"/>
                </a:cubicBezTo>
                <a:cubicBezTo>
                  <a:pt x="2604317" y="1829401"/>
                  <a:pt x="2604482" y="1829362"/>
                  <a:pt x="2604482" y="1829362"/>
                </a:cubicBezTo>
                <a:cubicBezTo>
                  <a:pt x="2836429" y="2041525"/>
                  <a:pt x="2965476" y="2285999"/>
                  <a:pt x="3048263" y="2545463"/>
                </a:cubicBezTo>
                <a:cubicBezTo>
                  <a:pt x="3051084" y="2521147"/>
                  <a:pt x="3053904" y="2496832"/>
                  <a:pt x="3056927" y="2472641"/>
                </a:cubicBezTo>
                <a:cubicBezTo>
                  <a:pt x="2968041" y="2222470"/>
                  <a:pt x="2867773" y="1976262"/>
                  <a:pt x="2740595" y="1738810"/>
                </a:cubicBezTo>
                <a:cubicBezTo>
                  <a:pt x="2867614" y="1930248"/>
                  <a:pt x="2976173" y="2129444"/>
                  <a:pt x="3075155" y="2332167"/>
                </a:cubicBezTo>
                <a:cubicBezTo>
                  <a:pt x="3080343" y="2293899"/>
                  <a:pt x="3085530" y="2255630"/>
                  <a:pt x="3090921" y="2217487"/>
                </a:cubicBezTo>
                <a:cubicBezTo>
                  <a:pt x="3074958" y="2109596"/>
                  <a:pt x="3057845" y="2001983"/>
                  <a:pt x="3039256" y="1894727"/>
                </a:cubicBezTo>
                <a:lnTo>
                  <a:pt x="3039177" y="1894398"/>
                </a:lnTo>
                <a:cubicBezTo>
                  <a:pt x="3047404" y="1925605"/>
                  <a:pt x="3055507" y="1957015"/>
                  <a:pt x="3063571" y="1988263"/>
                </a:cubicBezTo>
                <a:cubicBezTo>
                  <a:pt x="3059624" y="1964711"/>
                  <a:pt x="3055638" y="1940995"/>
                  <a:pt x="3051611" y="1917116"/>
                </a:cubicBezTo>
                <a:cubicBezTo>
                  <a:pt x="3069862" y="1985527"/>
                  <a:pt x="3087167" y="2054340"/>
                  <a:pt x="3104183" y="2123396"/>
                </a:cubicBezTo>
                <a:cubicBezTo>
                  <a:pt x="3109959" y="2083248"/>
                  <a:pt x="3115899" y="2043060"/>
                  <a:pt x="3121799" y="2002708"/>
                </a:cubicBezTo>
                <a:lnTo>
                  <a:pt x="3122128" y="2002629"/>
                </a:lnTo>
                <a:cubicBezTo>
                  <a:pt x="3121290" y="2065394"/>
                  <a:pt x="3120820" y="2128244"/>
                  <a:pt x="3120514" y="2191054"/>
                </a:cubicBezTo>
                <a:cubicBezTo>
                  <a:pt x="3124710" y="2209158"/>
                  <a:pt x="3129070" y="2227221"/>
                  <a:pt x="3133431" y="2245285"/>
                </a:cubicBezTo>
                <a:cubicBezTo>
                  <a:pt x="3182141" y="2326850"/>
                  <a:pt x="3228546" y="2409666"/>
                  <a:pt x="3272857" y="2493162"/>
                </a:cubicBezTo>
                <a:cubicBezTo>
                  <a:pt x="3286168" y="2503678"/>
                  <a:pt x="3298990" y="2514313"/>
                  <a:pt x="3311810" y="2524948"/>
                </a:cubicBezTo>
                <a:cubicBezTo>
                  <a:pt x="3283633" y="2336936"/>
                  <a:pt x="3240194" y="2151217"/>
                  <a:pt x="3178161" y="1969813"/>
                </a:cubicBezTo>
                <a:cubicBezTo>
                  <a:pt x="3226457" y="2077025"/>
                  <a:pt x="3267896" y="2186065"/>
                  <a:pt x="3303832" y="2296782"/>
                </a:cubicBezTo>
                <a:cubicBezTo>
                  <a:pt x="3299029" y="2272568"/>
                  <a:pt x="3294392" y="2248315"/>
                  <a:pt x="3289097" y="2224221"/>
                </a:cubicBezTo>
                <a:cubicBezTo>
                  <a:pt x="3333384" y="2350820"/>
                  <a:pt x="3371596" y="2478888"/>
                  <a:pt x="3406359" y="2607787"/>
                </a:cubicBezTo>
                <a:cubicBezTo>
                  <a:pt x="3435233" y="2634531"/>
                  <a:pt x="3463121" y="2661514"/>
                  <a:pt x="3489861" y="2688775"/>
                </a:cubicBezTo>
                <a:cubicBezTo>
                  <a:pt x="3491095" y="2602453"/>
                  <a:pt x="3497585" y="2514862"/>
                  <a:pt x="3510682" y="2425851"/>
                </a:cubicBezTo>
                <a:cubicBezTo>
                  <a:pt x="3506866" y="2527395"/>
                  <a:pt x="3512120" y="2626921"/>
                  <a:pt x="3524398" y="2724580"/>
                </a:cubicBezTo>
                <a:cubicBezTo>
                  <a:pt x="3525575" y="2725859"/>
                  <a:pt x="3526549" y="2727015"/>
                  <a:pt x="3527727" y="2728294"/>
                </a:cubicBezTo>
                <a:cubicBezTo>
                  <a:pt x="3533537" y="2648689"/>
                  <a:pt x="3541929" y="2568981"/>
                  <a:pt x="3553350" y="2489585"/>
                </a:cubicBezTo>
                <a:cubicBezTo>
                  <a:pt x="3552433" y="2486504"/>
                  <a:pt x="3551516" y="2483423"/>
                  <a:pt x="3550395" y="2480219"/>
                </a:cubicBezTo>
                <a:cubicBezTo>
                  <a:pt x="3551561" y="2482892"/>
                  <a:pt x="3552524" y="2485440"/>
                  <a:pt x="3553691" y="2488113"/>
                </a:cubicBezTo>
                <a:cubicBezTo>
                  <a:pt x="3565192" y="2409045"/>
                  <a:pt x="3579355" y="2330203"/>
                  <a:pt x="3597158" y="2252047"/>
                </a:cubicBezTo>
                <a:cubicBezTo>
                  <a:pt x="3597305" y="2244018"/>
                  <a:pt x="3597491" y="2236152"/>
                  <a:pt x="3597803" y="2228083"/>
                </a:cubicBezTo>
                <a:cubicBezTo>
                  <a:pt x="3597927" y="2227879"/>
                  <a:pt x="3598092" y="2227839"/>
                  <a:pt x="3598092" y="2227839"/>
                </a:cubicBezTo>
                <a:cubicBezTo>
                  <a:pt x="3598374" y="2233332"/>
                  <a:pt x="3598822" y="2238786"/>
                  <a:pt x="3599105" y="2244278"/>
                </a:cubicBezTo>
                <a:cubicBezTo>
                  <a:pt x="3642039" y="2058565"/>
                  <a:pt x="3704652" y="1876618"/>
                  <a:pt x="3791082" y="1703346"/>
                </a:cubicBezTo>
                <a:cubicBezTo>
                  <a:pt x="3769111" y="1593604"/>
                  <a:pt x="3746726" y="1484309"/>
                  <a:pt x="3723974" y="1374929"/>
                </a:cubicBezTo>
                <a:lnTo>
                  <a:pt x="3723896" y="1374600"/>
                </a:lnTo>
                <a:cubicBezTo>
                  <a:pt x="3751811" y="1473697"/>
                  <a:pt x="3779275" y="1573077"/>
                  <a:pt x="3806411" y="1672536"/>
                </a:cubicBezTo>
                <a:cubicBezTo>
                  <a:pt x="3822810" y="1641119"/>
                  <a:pt x="3839617" y="1609952"/>
                  <a:pt x="3857567" y="1579204"/>
                </a:cubicBezTo>
                <a:cubicBezTo>
                  <a:pt x="3840522" y="1614426"/>
                  <a:pt x="3824911" y="1649823"/>
                  <a:pt x="3809910" y="1685593"/>
                </a:cubicBezTo>
                <a:cubicBezTo>
                  <a:pt x="3862986" y="1880282"/>
                  <a:pt x="3915156" y="2075537"/>
                  <a:pt x="3967942" y="2270468"/>
                </a:cubicBezTo>
                <a:cubicBezTo>
                  <a:pt x="3973362" y="2284280"/>
                  <a:pt x="3978328" y="2298374"/>
                  <a:pt x="3983255" y="2312304"/>
                </a:cubicBezTo>
                <a:cubicBezTo>
                  <a:pt x="3985089" y="2308385"/>
                  <a:pt x="3986555" y="2304383"/>
                  <a:pt x="3988186" y="2300339"/>
                </a:cubicBezTo>
                <a:cubicBezTo>
                  <a:pt x="3986636" y="2304711"/>
                  <a:pt x="3985247" y="2309043"/>
                  <a:pt x="3983696" y="2313415"/>
                </a:cubicBezTo>
                <a:cubicBezTo>
                  <a:pt x="4011444" y="2393088"/>
                  <a:pt x="4031636" y="2474586"/>
                  <a:pt x="4046574" y="2557350"/>
                </a:cubicBezTo>
                <a:cubicBezTo>
                  <a:pt x="4053580" y="2582770"/>
                  <a:pt x="4060708" y="2607986"/>
                  <a:pt x="4067838" y="2633202"/>
                </a:cubicBezTo>
                <a:cubicBezTo>
                  <a:pt x="4064671" y="2574011"/>
                  <a:pt x="4061670" y="2514778"/>
                  <a:pt x="4059491" y="2455349"/>
                </a:cubicBezTo>
                <a:lnTo>
                  <a:pt x="4059654" y="2455309"/>
                </a:lnTo>
                <a:cubicBezTo>
                  <a:pt x="4063896" y="2488000"/>
                  <a:pt x="4068670" y="2520736"/>
                  <a:pt x="4073239" y="2553348"/>
                </a:cubicBezTo>
                <a:cubicBezTo>
                  <a:pt x="4071988" y="2530883"/>
                  <a:pt x="4070533" y="2508295"/>
                  <a:pt x="4069366" y="2485463"/>
                </a:cubicBezTo>
                <a:cubicBezTo>
                  <a:pt x="4073041" y="2512208"/>
                  <a:pt x="4077044" y="2538874"/>
                  <a:pt x="4080884" y="2565578"/>
                </a:cubicBezTo>
                <a:lnTo>
                  <a:pt x="4066036" y="2171011"/>
                </a:lnTo>
                <a:lnTo>
                  <a:pt x="4145008" y="2752039"/>
                </a:lnTo>
                <a:cubicBezTo>
                  <a:pt x="4148349" y="2729162"/>
                  <a:pt x="4152058" y="2706370"/>
                  <a:pt x="4155892" y="2683373"/>
                </a:cubicBezTo>
                <a:cubicBezTo>
                  <a:pt x="4153898" y="2646317"/>
                  <a:pt x="4152070" y="2609221"/>
                  <a:pt x="4150568" y="2572045"/>
                </a:cubicBezTo>
                <a:cubicBezTo>
                  <a:pt x="4147381" y="2566037"/>
                  <a:pt x="4144319" y="2559826"/>
                  <a:pt x="4141129" y="2553817"/>
                </a:cubicBezTo>
                <a:cubicBezTo>
                  <a:pt x="4144164" y="2558472"/>
                  <a:pt x="4147160" y="2562962"/>
                  <a:pt x="4150359" y="2567578"/>
                </a:cubicBezTo>
                <a:cubicBezTo>
                  <a:pt x="4145597" y="2452812"/>
                  <a:pt x="4143050" y="2337861"/>
                  <a:pt x="4142755" y="2222885"/>
                </a:cubicBezTo>
                <a:lnTo>
                  <a:pt x="4065448" y="2155380"/>
                </a:lnTo>
                <a:lnTo>
                  <a:pt x="4065284" y="2151043"/>
                </a:lnTo>
                <a:cubicBezTo>
                  <a:pt x="4018511" y="2113500"/>
                  <a:pt x="3968815" y="2077530"/>
                  <a:pt x="3915043" y="2044109"/>
                </a:cubicBezTo>
                <a:cubicBezTo>
                  <a:pt x="3967801" y="2071171"/>
                  <a:pt x="4017633" y="2100504"/>
                  <a:pt x="4065074" y="2131456"/>
                </a:cubicBezTo>
                <a:cubicBezTo>
                  <a:pt x="4065069" y="2127112"/>
                  <a:pt x="4065024" y="2122605"/>
                  <a:pt x="4064978" y="2118098"/>
                </a:cubicBezTo>
                <a:cubicBezTo>
                  <a:pt x="4065431" y="2122855"/>
                  <a:pt x="4065885" y="2127611"/>
                  <a:pt x="4066337" y="2132367"/>
                </a:cubicBezTo>
                <a:cubicBezTo>
                  <a:pt x="4094380" y="2150624"/>
                  <a:pt x="4121266" y="2169855"/>
                  <a:pt x="4147370" y="2189448"/>
                </a:cubicBezTo>
                <a:cubicBezTo>
                  <a:pt x="4147755" y="2071528"/>
                  <a:pt x="4150150" y="1953297"/>
                  <a:pt x="4156153" y="1834890"/>
                </a:cubicBezTo>
                <a:cubicBezTo>
                  <a:pt x="4160530" y="1961741"/>
                  <a:pt x="4168804" y="2088171"/>
                  <a:pt x="4179743" y="2214131"/>
                </a:cubicBezTo>
                <a:cubicBezTo>
                  <a:pt x="4203561" y="2232886"/>
                  <a:pt x="4226597" y="2252003"/>
                  <a:pt x="4248726" y="2271686"/>
                </a:cubicBezTo>
                <a:cubicBezTo>
                  <a:pt x="4238325" y="2190433"/>
                  <a:pt x="4230096" y="2108828"/>
                  <a:pt x="4225029" y="2026635"/>
                </a:cubicBezTo>
                <a:cubicBezTo>
                  <a:pt x="4239915" y="2115668"/>
                  <a:pt x="4258416" y="2203831"/>
                  <a:pt x="4279542" y="2291359"/>
                </a:cubicBezTo>
                <a:cubicBezTo>
                  <a:pt x="4280069" y="2282021"/>
                  <a:pt x="4280595" y="2272683"/>
                  <a:pt x="4281326" y="2263470"/>
                </a:cubicBezTo>
                <a:cubicBezTo>
                  <a:pt x="4230103" y="2012376"/>
                  <a:pt x="4186387" y="1759990"/>
                  <a:pt x="4161755" y="1503868"/>
                </a:cubicBezTo>
                <a:cubicBezTo>
                  <a:pt x="4198029" y="1703829"/>
                  <a:pt x="4246088" y="1900770"/>
                  <a:pt x="4300348" y="2096041"/>
                </a:cubicBezTo>
                <a:cubicBezTo>
                  <a:pt x="4308349" y="2044234"/>
                  <a:pt x="4318525" y="1992075"/>
                  <a:pt x="4331039" y="1939526"/>
                </a:cubicBezTo>
                <a:cubicBezTo>
                  <a:pt x="4309357" y="1784182"/>
                  <a:pt x="4264486" y="1633566"/>
                  <a:pt x="4182266" y="1490923"/>
                </a:cubicBezTo>
                <a:cubicBezTo>
                  <a:pt x="4261372" y="1608424"/>
                  <a:pt x="4315512" y="1732646"/>
                  <a:pt x="4351504" y="1861596"/>
                </a:cubicBezTo>
                <a:cubicBezTo>
                  <a:pt x="4394829" y="1708461"/>
                  <a:pt x="4459616" y="1551362"/>
                  <a:pt x="4553092" y="1388554"/>
                </a:cubicBezTo>
                <a:cubicBezTo>
                  <a:pt x="4553214" y="1388350"/>
                  <a:pt x="4553379" y="1388311"/>
                  <a:pt x="4553544" y="1388271"/>
                </a:cubicBezTo>
                <a:cubicBezTo>
                  <a:pt x="4486928" y="1548592"/>
                  <a:pt x="4450974" y="1702034"/>
                  <a:pt x="4437475" y="1850577"/>
                </a:cubicBezTo>
                <a:cubicBezTo>
                  <a:pt x="4545224" y="2083856"/>
                  <a:pt x="4565988" y="2336915"/>
                  <a:pt x="4570869" y="2593287"/>
                </a:cubicBezTo>
                <a:cubicBezTo>
                  <a:pt x="4630813" y="2663799"/>
                  <a:pt x="4683323" y="2736626"/>
                  <a:pt x="4730533" y="2811254"/>
                </a:cubicBezTo>
                <a:cubicBezTo>
                  <a:pt x="4732940" y="2757148"/>
                  <a:pt x="4738875" y="2702537"/>
                  <a:pt x="4748869" y="2647467"/>
                </a:cubicBezTo>
                <a:cubicBezTo>
                  <a:pt x="4719463" y="2585399"/>
                  <a:pt x="4686687" y="2524491"/>
                  <a:pt x="4649189" y="2464897"/>
                </a:cubicBezTo>
                <a:lnTo>
                  <a:pt x="4752392" y="2615793"/>
                </a:lnTo>
                <a:lnTo>
                  <a:pt x="4751492" y="2622331"/>
                </a:lnTo>
                <a:cubicBezTo>
                  <a:pt x="4753190" y="2625050"/>
                  <a:pt x="4754849" y="2627603"/>
                  <a:pt x="4756383" y="2630361"/>
                </a:cubicBezTo>
                <a:lnTo>
                  <a:pt x="4753718" y="2617732"/>
                </a:lnTo>
                <a:lnTo>
                  <a:pt x="4754471" y="2618832"/>
                </a:lnTo>
                <a:cubicBezTo>
                  <a:pt x="4754990" y="2615230"/>
                  <a:pt x="4755880" y="2611713"/>
                  <a:pt x="4756604" y="2608237"/>
                </a:cubicBezTo>
                <a:cubicBezTo>
                  <a:pt x="4733121" y="2497990"/>
                  <a:pt x="4710952" y="2387426"/>
                  <a:pt x="4691326" y="2276596"/>
                </a:cubicBezTo>
                <a:cubicBezTo>
                  <a:pt x="4646421" y="2195677"/>
                  <a:pt x="4597326" y="2116116"/>
                  <a:pt x="4543627" y="2038362"/>
                </a:cubicBezTo>
                <a:cubicBezTo>
                  <a:pt x="4577886" y="2078058"/>
                  <a:pt x="4610911" y="2118398"/>
                  <a:pt x="4642621" y="2159057"/>
                </a:cubicBezTo>
                <a:cubicBezTo>
                  <a:pt x="4613312" y="2095227"/>
                  <a:pt x="4585604" y="2030837"/>
                  <a:pt x="4560853" y="1965733"/>
                </a:cubicBezTo>
                <a:cubicBezTo>
                  <a:pt x="4560826" y="1965623"/>
                  <a:pt x="4560813" y="1965569"/>
                  <a:pt x="4560813" y="1965569"/>
                </a:cubicBezTo>
                <a:cubicBezTo>
                  <a:pt x="4595775" y="2039852"/>
                  <a:pt x="4634841" y="2113144"/>
                  <a:pt x="4675918" y="2186124"/>
                </a:cubicBezTo>
                <a:cubicBezTo>
                  <a:pt x="4649440" y="2026029"/>
                  <a:pt x="4627435" y="1865029"/>
                  <a:pt x="4612446" y="1702855"/>
                </a:cubicBezTo>
                <a:cubicBezTo>
                  <a:pt x="4648896" y="1906423"/>
                  <a:pt x="4696388" y="2107498"/>
                  <a:pt x="4750903" y="2306705"/>
                </a:cubicBezTo>
                <a:cubicBezTo>
                  <a:pt x="4758111" y="2317130"/>
                  <a:pt x="4765195" y="2327759"/>
                  <a:pt x="4772239" y="2338223"/>
                </a:cubicBezTo>
                <a:cubicBezTo>
                  <a:pt x="4732318" y="2007240"/>
                  <a:pt x="4686275" y="1678256"/>
                  <a:pt x="4589666" y="1360088"/>
                </a:cubicBezTo>
                <a:cubicBezTo>
                  <a:pt x="4699962" y="1637763"/>
                  <a:pt x="4771114" y="1927493"/>
                  <a:pt x="4833810" y="2218917"/>
                </a:cubicBezTo>
                <a:cubicBezTo>
                  <a:pt x="4839466" y="2173236"/>
                  <a:pt x="4845532" y="2127805"/>
                  <a:pt x="4851760" y="2082334"/>
                </a:cubicBezTo>
                <a:cubicBezTo>
                  <a:pt x="4851857" y="2080572"/>
                  <a:pt x="4851993" y="2078976"/>
                  <a:pt x="4852089" y="2077215"/>
                </a:cubicBezTo>
                <a:cubicBezTo>
                  <a:pt x="4842463" y="1996295"/>
                  <a:pt x="4829841" y="1915924"/>
                  <a:pt x="4812457" y="1836704"/>
                </a:cubicBezTo>
                <a:cubicBezTo>
                  <a:pt x="4823193" y="1866784"/>
                  <a:pt x="4832944" y="1897102"/>
                  <a:pt x="4842242" y="1927703"/>
                </a:cubicBezTo>
                <a:cubicBezTo>
                  <a:pt x="4835084" y="1815254"/>
                  <a:pt x="4830594" y="1702335"/>
                  <a:pt x="4829467" y="1588951"/>
                </a:cubicBezTo>
                <a:cubicBezTo>
                  <a:pt x="4789189" y="1513519"/>
                  <a:pt x="4739465" y="1440713"/>
                  <a:pt x="4678037" y="1371255"/>
                </a:cubicBezTo>
                <a:cubicBezTo>
                  <a:pt x="4736725" y="1430080"/>
                  <a:pt x="4786500" y="1491576"/>
                  <a:pt x="4829292" y="1555105"/>
                </a:cubicBezTo>
                <a:cubicBezTo>
                  <a:pt x="4828392" y="1328185"/>
                  <a:pt x="4840618" y="1099487"/>
                  <a:pt x="4870563" y="868598"/>
                </a:cubicBezTo>
                <a:cubicBezTo>
                  <a:pt x="4865557" y="1166805"/>
                  <a:pt x="4890665" y="1460177"/>
                  <a:pt x="4936254" y="1749125"/>
                </a:cubicBezTo>
                <a:cubicBezTo>
                  <a:pt x="4963453" y="1810684"/>
                  <a:pt x="4985966" y="1873721"/>
                  <a:pt x="5004743" y="1937834"/>
                </a:cubicBezTo>
                <a:cubicBezTo>
                  <a:pt x="5009681" y="1920132"/>
                  <a:pt x="5014824" y="1902555"/>
                  <a:pt x="5020582" y="1884656"/>
                </a:cubicBezTo>
                <a:cubicBezTo>
                  <a:pt x="5020706" y="1884452"/>
                  <a:pt x="5020832" y="1884248"/>
                  <a:pt x="5020832" y="1884248"/>
                </a:cubicBezTo>
                <a:cubicBezTo>
                  <a:pt x="5015464" y="1904487"/>
                  <a:pt x="5010916" y="1924526"/>
                  <a:pt x="5006698" y="1944487"/>
                </a:cubicBezTo>
                <a:cubicBezTo>
                  <a:pt x="5038017" y="2053364"/>
                  <a:pt x="5058822" y="2165473"/>
                  <a:pt x="5074411" y="2279015"/>
                </a:cubicBezTo>
                <a:cubicBezTo>
                  <a:pt x="5076863" y="2249575"/>
                  <a:pt x="5079479" y="2220095"/>
                  <a:pt x="5082424" y="2190536"/>
                </a:cubicBezTo>
                <a:cubicBezTo>
                  <a:pt x="5082272" y="2249660"/>
                  <a:pt x="5083471" y="2308631"/>
                  <a:pt x="5085656" y="2367364"/>
                </a:cubicBezTo>
                <a:cubicBezTo>
                  <a:pt x="5091020" y="2413339"/>
                  <a:pt x="5095764" y="2459637"/>
                  <a:pt x="5100142" y="2505851"/>
                </a:cubicBezTo>
                <a:cubicBezTo>
                  <a:pt x="5103765" y="2518705"/>
                  <a:pt x="5107225" y="2531599"/>
                  <a:pt x="5110850" y="2544453"/>
                </a:cubicBezTo>
                <a:cubicBezTo>
                  <a:pt x="5108936" y="2482526"/>
                  <a:pt x="5106490" y="2420554"/>
                  <a:pt x="5102441" y="2359142"/>
                </a:cubicBezTo>
                <a:cubicBezTo>
                  <a:pt x="5108749" y="2404715"/>
                  <a:pt x="5114111" y="2450691"/>
                  <a:pt x="5119145" y="2496745"/>
                </a:cubicBezTo>
                <a:cubicBezTo>
                  <a:pt x="5121909" y="2479394"/>
                  <a:pt x="5124672" y="2462045"/>
                  <a:pt x="5127272" y="2444733"/>
                </a:cubicBezTo>
                <a:cubicBezTo>
                  <a:pt x="5114604" y="2324577"/>
                  <a:pt x="5097503" y="2205491"/>
                  <a:pt x="5072849" y="2088229"/>
                </a:cubicBezTo>
                <a:cubicBezTo>
                  <a:pt x="5099899" y="2157817"/>
                  <a:pt x="5123994" y="2228119"/>
                  <a:pt x="5146117" y="2298897"/>
                </a:cubicBezTo>
                <a:cubicBezTo>
                  <a:pt x="5149701" y="2266229"/>
                  <a:pt x="5152793" y="2233680"/>
                  <a:pt x="5155065" y="2201329"/>
                </a:cubicBezTo>
                <a:cubicBezTo>
                  <a:pt x="5147142" y="2177869"/>
                  <a:pt x="5139260" y="2154573"/>
                  <a:pt x="5131009" y="2131191"/>
                </a:cubicBezTo>
                <a:cubicBezTo>
                  <a:pt x="5139384" y="2149330"/>
                  <a:pt x="5147759" y="2167467"/>
                  <a:pt x="5155971" y="2185644"/>
                </a:cubicBezTo>
                <a:cubicBezTo>
                  <a:pt x="5157437" y="2161481"/>
                  <a:pt x="5158536" y="2137234"/>
                  <a:pt x="5159183" y="2113270"/>
                </a:cubicBezTo>
                <a:cubicBezTo>
                  <a:pt x="5108914" y="1845261"/>
                  <a:pt x="5073008" y="1574828"/>
                  <a:pt x="5055233" y="1301758"/>
                </a:cubicBezTo>
                <a:cubicBezTo>
                  <a:pt x="5076485" y="1444520"/>
                  <a:pt x="5103438" y="1586426"/>
                  <a:pt x="5134622" y="1727137"/>
                </a:cubicBezTo>
                <a:cubicBezTo>
                  <a:pt x="5153440" y="1786375"/>
                  <a:pt x="5167251" y="1846473"/>
                  <a:pt x="5177246" y="1907318"/>
                </a:cubicBezTo>
                <a:cubicBezTo>
                  <a:pt x="5184550" y="1936141"/>
                  <a:pt x="5191856" y="1964964"/>
                  <a:pt x="5199448" y="1993544"/>
                </a:cubicBezTo>
                <a:cubicBezTo>
                  <a:pt x="5205984" y="2001177"/>
                  <a:pt x="5212518" y="2008810"/>
                  <a:pt x="5218928" y="2016647"/>
                </a:cubicBezTo>
                <a:lnTo>
                  <a:pt x="5226749" y="1793148"/>
                </a:lnTo>
                <a:lnTo>
                  <a:pt x="5238345" y="2047413"/>
                </a:lnTo>
                <a:cubicBezTo>
                  <a:pt x="5245605" y="2056608"/>
                  <a:pt x="5252576" y="2066048"/>
                  <a:pt x="5259711" y="2075449"/>
                </a:cubicBezTo>
                <a:cubicBezTo>
                  <a:pt x="5254614" y="2047135"/>
                  <a:pt x="5249558" y="2018986"/>
                  <a:pt x="5244953" y="1990554"/>
                </a:cubicBezTo>
                <a:cubicBezTo>
                  <a:pt x="5255107" y="2026857"/>
                  <a:pt x="5265917" y="2063002"/>
                  <a:pt x="5277180" y="2098864"/>
                </a:cubicBezTo>
                <a:cubicBezTo>
                  <a:pt x="5293834" y="2121781"/>
                  <a:pt x="5309910" y="2145184"/>
                  <a:pt x="5325533" y="2168871"/>
                </a:cubicBezTo>
                <a:cubicBezTo>
                  <a:pt x="5314213" y="2069418"/>
                  <a:pt x="5300063" y="1970474"/>
                  <a:pt x="5280328" y="1872878"/>
                </a:cubicBezTo>
                <a:lnTo>
                  <a:pt x="5228294" y="1748969"/>
                </a:lnTo>
                <a:lnTo>
                  <a:pt x="5228697" y="1737450"/>
                </a:lnTo>
                <a:cubicBezTo>
                  <a:pt x="5200101" y="1666497"/>
                  <a:pt x="5173599" y="1594863"/>
                  <a:pt x="5150054" y="1522517"/>
                </a:cubicBezTo>
                <a:cubicBezTo>
                  <a:pt x="5183640" y="1604779"/>
                  <a:pt x="5221290" y="1685885"/>
                  <a:pt x="5261529" y="1766193"/>
                </a:cubicBezTo>
                <a:cubicBezTo>
                  <a:pt x="5250849" y="1724108"/>
                  <a:pt x="5239223" y="1682426"/>
                  <a:pt x="5225917" y="1640975"/>
                </a:cubicBezTo>
                <a:cubicBezTo>
                  <a:pt x="5226122" y="1641099"/>
                  <a:pt x="5226122" y="1641099"/>
                  <a:pt x="5226122" y="1641099"/>
                </a:cubicBezTo>
                <a:cubicBezTo>
                  <a:pt x="5249779" y="1699515"/>
                  <a:pt x="5270233" y="1759053"/>
                  <a:pt x="5288184" y="1819020"/>
                </a:cubicBezTo>
                <a:cubicBezTo>
                  <a:pt x="5296490" y="1835436"/>
                  <a:pt x="5304922" y="1851649"/>
                  <a:pt x="5313557" y="1867985"/>
                </a:cubicBezTo>
                <a:cubicBezTo>
                  <a:pt x="5306933" y="1715263"/>
                  <a:pt x="5310466" y="1562870"/>
                  <a:pt x="5327675" y="1411693"/>
                </a:cubicBezTo>
                <a:cubicBezTo>
                  <a:pt x="5321989" y="1546533"/>
                  <a:pt x="5326916" y="1681417"/>
                  <a:pt x="5340002" y="1815550"/>
                </a:cubicBezTo>
                <a:cubicBezTo>
                  <a:pt x="5345721" y="1837804"/>
                  <a:pt x="5351113" y="1860137"/>
                  <a:pt x="5356543" y="1882635"/>
                </a:cubicBezTo>
                <a:cubicBezTo>
                  <a:pt x="5346446" y="1783929"/>
                  <a:pt x="5339096" y="1685082"/>
                  <a:pt x="5335031" y="1585441"/>
                </a:cubicBezTo>
                <a:cubicBezTo>
                  <a:pt x="5357727" y="1752184"/>
                  <a:pt x="5389863" y="1916996"/>
                  <a:pt x="5429879" y="2079905"/>
                </a:cubicBezTo>
                <a:cubicBezTo>
                  <a:pt x="5445956" y="2108349"/>
                  <a:pt x="5462196" y="2136753"/>
                  <a:pt x="5478436" y="2165157"/>
                </a:cubicBezTo>
                <a:cubicBezTo>
                  <a:pt x="5481862" y="2111673"/>
                  <a:pt x="5485782" y="2058071"/>
                  <a:pt x="5490396" y="2004473"/>
                </a:cubicBezTo>
                <a:cubicBezTo>
                  <a:pt x="5480561" y="1939245"/>
                  <a:pt x="5470395" y="1874096"/>
                  <a:pt x="5459904" y="1809026"/>
                </a:cubicBezTo>
                <a:lnTo>
                  <a:pt x="5459824" y="1808697"/>
                </a:lnTo>
                <a:cubicBezTo>
                  <a:pt x="5478857" y="1881786"/>
                  <a:pt x="5497231" y="1955032"/>
                  <a:pt x="5515239" y="2028194"/>
                </a:cubicBezTo>
                <a:cubicBezTo>
                  <a:pt x="5504020" y="1956522"/>
                  <a:pt x="5492639" y="1884889"/>
                  <a:pt x="5480561" y="1813251"/>
                </a:cubicBezTo>
                <a:cubicBezTo>
                  <a:pt x="5513857" y="1941114"/>
                  <a:pt x="5545222" y="2069617"/>
                  <a:pt x="5575930" y="2198278"/>
                </a:cubicBezTo>
                <a:cubicBezTo>
                  <a:pt x="5576865" y="2189189"/>
                  <a:pt x="5577471" y="2180180"/>
                  <a:pt x="5578445" y="2171256"/>
                </a:cubicBezTo>
                <a:cubicBezTo>
                  <a:pt x="5578224" y="2183300"/>
                  <a:pt x="5578332" y="2195266"/>
                  <a:pt x="5578071" y="2207146"/>
                </a:cubicBezTo>
                <a:cubicBezTo>
                  <a:pt x="5585880" y="2239497"/>
                  <a:pt x="5593853" y="2271808"/>
                  <a:pt x="5601497" y="2304198"/>
                </a:cubicBezTo>
                <a:cubicBezTo>
                  <a:pt x="5604312" y="2265459"/>
                  <a:pt x="5607002" y="2226926"/>
                  <a:pt x="5609488" y="2188266"/>
                </a:cubicBezTo>
                <a:cubicBezTo>
                  <a:pt x="5609612" y="2183022"/>
                  <a:pt x="5609737" y="2177779"/>
                  <a:pt x="5609861" y="2172535"/>
                </a:cubicBezTo>
                <a:cubicBezTo>
                  <a:pt x="5602302" y="2154897"/>
                  <a:pt x="5594906" y="2137217"/>
                  <a:pt x="5586854" y="2119697"/>
                </a:cubicBezTo>
                <a:cubicBezTo>
                  <a:pt x="5594368" y="2132829"/>
                  <a:pt x="5601430" y="2146244"/>
                  <a:pt x="5608780" y="2159416"/>
                </a:cubicBezTo>
                <a:cubicBezTo>
                  <a:pt x="5587426" y="1973753"/>
                  <a:pt x="5572387" y="1787610"/>
                  <a:pt x="5562183" y="1601342"/>
                </a:cubicBezTo>
                <a:cubicBezTo>
                  <a:pt x="5554370" y="1569688"/>
                  <a:pt x="5545608" y="1538436"/>
                  <a:pt x="5535166" y="1507415"/>
                </a:cubicBezTo>
                <a:cubicBezTo>
                  <a:pt x="5544334" y="1528837"/>
                  <a:pt x="5552884" y="1550582"/>
                  <a:pt x="5560738" y="1572321"/>
                </a:cubicBezTo>
                <a:cubicBezTo>
                  <a:pt x="5550258" y="1374825"/>
                  <a:pt x="5544980" y="1177288"/>
                  <a:pt x="5542484" y="980470"/>
                </a:cubicBezTo>
                <a:cubicBezTo>
                  <a:pt x="5584200" y="1423285"/>
                  <a:pt x="5645876" y="1870320"/>
                  <a:pt x="5744174" y="2303474"/>
                </a:cubicBezTo>
                <a:lnTo>
                  <a:pt x="5766830" y="2189484"/>
                </a:lnTo>
                <a:lnTo>
                  <a:pt x="5753625" y="2365666"/>
                </a:lnTo>
                <a:cubicBezTo>
                  <a:pt x="5766774" y="2421580"/>
                  <a:pt x="5780539" y="2477170"/>
                  <a:pt x="5794923" y="2532438"/>
                </a:cubicBezTo>
                <a:cubicBezTo>
                  <a:pt x="5805869" y="2461151"/>
                  <a:pt x="5816690" y="2390067"/>
                  <a:pt x="5826322" y="2319097"/>
                </a:cubicBezTo>
                <a:cubicBezTo>
                  <a:pt x="5823140" y="2307352"/>
                  <a:pt x="5819833" y="2295812"/>
                  <a:pt x="5816854" y="2284193"/>
                </a:cubicBezTo>
                <a:lnTo>
                  <a:pt x="5768143" y="2182876"/>
                </a:lnTo>
                <a:lnTo>
                  <a:pt x="5769679" y="2175147"/>
                </a:lnTo>
                <a:cubicBezTo>
                  <a:pt x="5762114" y="2158204"/>
                  <a:pt x="5754876" y="2141182"/>
                  <a:pt x="5747804" y="2124120"/>
                </a:cubicBezTo>
                <a:cubicBezTo>
                  <a:pt x="5755511" y="2138770"/>
                  <a:pt x="5763421" y="2153543"/>
                  <a:pt x="5771457" y="2168113"/>
                </a:cubicBezTo>
                <a:cubicBezTo>
                  <a:pt x="5773654" y="2159936"/>
                  <a:pt x="5775483" y="2151674"/>
                  <a:pt x="5777680" y="2143498"/>
                </a:cubicBezTo>
                <a:cubicBezTo>
                  <a:pt x="5776128" y="2152910"/>
                  <a:pt x="5774906" y="2162241"/>
                  <a:pt x="5773519" y="2171613"/>
                </a:cubicBezTo>
                <a:cubicBezTo>
                  <a:pt x="5784866" y="2191987"/>
                  <a:pt x="5796746" y="2212407"/>
                  <a:pt x="5808915" y="2232583"/>
                </a:cubicBezTo>
                <a:cubicBezTo>
                  <a:pt x="5781689" y="2119069"/>
                  <a:pt x="5761813" y="2003607"/>
                  <a:pt x="5752612" y="1885569"/>
                </a:cubicBezTo>
                <a:cubicBezTo>
                  <a:pt x="5775518" y="2001343"/>
                  <a:pt x="5808939" y="2113882"/>
                  <a:pt x="5849794" y="2224106"/>
                </a:cubicBezTo>
                <a:cubicBezTo>
                  <a:pt x="5835405" y="2048580"/>
                  <a:pt x="5828192" y="1872539"/>
                  <a:pt x="5825649" y="1696413"/>
                </a:cubicBezTo>
                <a:cubicBezTo>
                  <a:pt x="5750813" y="1527484"/>
                  <a:pt x="5683777" y="1356324"/>
                  <a:pt x="5635186" y="1179496"/>
                </a:cubicBezTo>
                <a:cubicBezTo>
                  <a:pt x="5687543" y="1326567"/>
                  <a:pt x="5752884" y="1469114"/>
                  <a:pt x="5824840" y="1609543"/>
                </a:cubicBezTo>
                <a:cubicBezTo>
                  <a:pt x="5824313" y="1502965"/>
                  <a:pt x="5825180" y="1396399"/>
                  <a:pt x="5827277" y="1289885"/>
                </a:cubicBezTo>
                <a:cubicBezTo>
                  <a:pt x="5836698" y="1421078"/>
                  <a:pt x="5848782" y="1552496"/>
                  <a:pt x="5863448" y="1683814"/>
                </a:cubicBezTo>
                <a:cubicBezTo>
                  <a:pt x="5872689" y="1701221"/>
                  <a:pt x="5881891" y="1718464"/>
                  <a:pt x="5891257" y="1735667"/>
                </a:cubicBezTo>
                <a:cubicBezTo>
                  <a:pt x="5879049" y="1639730"/>
                  <a:pt x="5866308" y="1543748"/>
                  <a:pt x="5852706" y="1447800"/>
                </a:cubicBezTo>
                <a:lnTo>
                  <a:pt x="5852870" y="1447760"/>
                </a:lnTo>
                <a:cubicBezTo>
                  <a:pt x="5879598" y="1567129"/>
                  <a:pt x="5905215" y="1686940"/>
                  <a:pt x="5930341" y="1806870"/>
                </a:cubicBezTo>
                <a:cubicBezTo>
                  <a:pt x="5952510" y="1846876"/>
                  <a:pt x="5975172" y="1886764"/>
                  <a:pt x="5997794" y="1926488"/>
                </a:cubicBezTo>
                <a:cubicBezTo>
                  <a:pt x="6006294" y="1873865"/>
                  <a:pt x="6017586" y="1820567"/>
                  <a:pt x="6032116" y="1767010"/>
                </a:cubicBezTo>
                <a:cubicBezTo>
                  <a:pt x="6029313" y="1748918"/>
                  <a:pt x="6026674" y="1730786"/>
                  <a:pt x="6024488" y="1712371"/>
                </a:cubicBezTo>
                <a:cubicBezTo>
                  <a:pt x="6027937" y="1726658"/>
                  <a:pt x="6031838" y="1740661"/>
                  <a:pt x="6035617" y="1754870"/>
                </a:cubicBezTo>
                <a:cubicBezTo>
                  <a:pt x="6046374" y="1716646"/>
                  <a:pt x="6058283" y="1678146"/>
                  <a:pt x="6072532" y="1639255"/>
                </a:cubicBezTo>
                <a:cubicBezTo>
                  <a:pt x="6060248" y="1688447"/>
                  <a:pt x="6050961" y="1737089"/>
                  <a:pt x="6044098" y="1784972"/>
                </a:cubicBezTo>
                <a:cubicBezTo>
                  <a:pt x="6048843" y="1801032"/>
                  <a:pt x="6053588" y="1817091"/>
                  <a:pt x="6058787" y="1832867"/>
                </a:cubicBezTo>
                <a:cubicBezTo>
                  <a:pt x="6063113" y="1774474"/>
                  <a:pt x="6070763" y="1715452"/>
                  <a:pt x="6081863" y="1655597"/>
                </a:cubicBezTo>
                <a:cubicBezTo>
                  <a:pt x="5958643" y="1354627"/>
                  <a:pt x="5904509" y="1038197"/>
                  <a:pt x="6036160" y="680050"/>
                </a:cubicBezTo>
                <a:cubicBezTo>
                  <a:pt x="6036285" y="679846"/>
                  <a:pt x="6036245" y="679681"/>
                  <a:pt x="6036410" y="679642"/>
                </a:cubicBezTo>
                <a:cubicBezTo>
                  <a:pt x="5939216" y="997669"/>
                  <a:pt x="5990071" y="1278917"/>
                  <a:pt x="6106495" y="1543816"/>
                </a:cubicBezTo>
                <a:cubicBezTo>
                  <a:pt x="6130750" y="1448463"/>
                  <a:pt x="6164238" y="1351053"/>
                  <a:pt x="6208645" y="1251357"/>
                </a:cubicBezTo>
                <a:cubicBezTo>
                  <a:pt x="6167449" y="1369395"/>
                  <a:pt x="6142221" y="1483752"/>
                  <a:pt x="6129842" y="1595182"/>
                </a:cubicBezTo>
                <a:cubicBezTo>
                  <a:pt x="6186236" y="1714342"/>
                  <a:pt x="6254948" y="1830529"/>
                  <a:pt x="6328420" y="1945566"/>
                </a:cubicBezTo>
                <a:cubicBezTo>
                  <a:pt x="6327005" y="1867704"/>
                  <a:pt x="6326779" y="1789729"/>
                  <a:pt x="6327578" y="1711680"/>
                </a:cubicBezTo>
                <a:cubicBezTo>
                  <a:pt x="6272882" y="1489404"/>
                  <a:pt x="6229721" y="1264517"/>
                  <a:pt x="6214999" y="1034329"/>
                </a:cubicBezTo>
                <a:cubicBezTo>
                  <a:pt x="6241726" y="1194017"/>
                  <a:pt x="6282661" y="1349927"/>
                  <a:pt x="6331767" y="1503691"/>
                </a:cubicBezTo>
                <a:cubicBezTo>
                  <a:pt x="6331813" y="1503159"/>
                  <a:pt x="6331818" y="1502462"/>
                  <a:pt x="6331824" y="1501766"/>
                </a:cubicBezTo>
                <a:cubicBezTo>
                  <a:pt x="6331858" y="1502627"/>
                  <a:pt x="6331767" y="1503691"/>
                  <a:pt x="6331965" y="1504512"/>
                </a:cubicBezTo>
                <a:cubicBezTo>
                  <a:pt x="6356021" y="1579690"/>
                  <a:pt x="6382046" y="1654391"/>
                  <a:pt x="6409385" y="1728776"/>
                </a:cubicBezTo>
                <a:cubicBezTo>
                  <a:pt x="6406905" y="1686103"/>
                  <a:pt x="6403644" y="1643791"/>
                  <a:pt x="6399233" y="1601757"/>
                </a:cubicBezTo>
                <a:cubicBezTo>
                  <a:pt x="6408751" y="1655592"/>
                  <a:pt x="6416339" y="1710067"/>
                  <a:pt x="6422738" y="1764655"/>
                </a:cubicBezTo>
                <a:cubicBezTo>
                  <a:pt x="6435089" y="1797821"/>
                  <a:pt x="6447727" y="1830744"/>
                  <a:pt x="6460405" y="1863831"/>
                </a:cubicBezTo>
                <a:cubicBezTo>
                  <a:pt x="6456431" y="1833683"/>
                  <a:pt x="6452456" y="1803535"/>
                  <a:pt x="6448974" y="1773268"/>
                </a:cubicBezTo>
                <a:cubicBezTo>
                  <a:pt x="6457217" y="1817505"/>
                  <a:pt x="6466573" y="1861300"/>
                  <a:pt x="6476459" y="1905141"/>
                </a:cubicBezTo>
                <a:cubicBezTo>
                  <a:pt x="6492356" y="1945793"/>
                  <a:pt x="6508413" y="1986406"/>
                  <a:pt x="6524637" y="2026979"/>
                </a:cubicBezTo>
                <a:cubicBezTo>
                  <a:pt x="6524076" y="2005217"/>
                  <a:pt x="6523391" y="1983659"/>
                  <a:pt x="6522504" y="1961977"/>
                </a:cubicBezTo>
                <a:cubicBezTo>
                  <a:pt x="6379402" y="1440405"/>
                  <a:pt x="6224670" y="918165"/>
                  <a:pt x="6171658" y="378151"/>
                </a:cubicBezTo>
                <a:close/>
                <a:moveTo>
                  <a:pt x="7360309" y="0"/>
                </a:moveTo>
                <a:lnTo>
                  <a:pt x="7392467" y="248068"/>
                </a:lnTo>
                <a:lnTo>
                  <a:pt x="7392467" y="725824"/>
                </a:lnTo>
                <a:close/>
              </a:path>
            </a:pathLst>
          </a:custGeom>
          <a:solidFill>
            <a:srgbClr val="667448"/>
          </a:solidFill>
          <a:ln w="1689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95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76"/>
    </mc:Choice>
    <mc:Fallback xmlns="">
      <p:transition spd="slow" advTm="1257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5F97289-3B76-40A2-BFCB-AE3B7683F747}"/>
              </a:ext>
            </a:extLst>
          </p:cNvPr>
          <p:cNvSpPr txBox="1"/>
          <p:nvPr/>
        </p:nvSpPr>
        <p:spPr>
          <a:xfrm>
            <a:off x="4506860" y="535071"/>
            <a:ext cx="3178279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coolSlant"/>
          </a:sp3d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Data Pre-processing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86C98-4809-4660-82CE-63C2EC73A2AC}"/>
              </a:ext>
            </a:extLst>
          </p:cNvPr>
          <p:cNvSpPr txBox="1"/>
          <p:nvPr/>
        </p:nvSpPr>
        <p:spPr>
          <a:xfrm>
            <a:off x="5077895" y="1806278"/>
            <a:ext cx="2036207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Dataset Audit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78CD91-7889-4654-B5A4-20E029136B0E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flipH="1">
            <a:off x="6095999" y="1058291"/>
            <a:ext cx="1" cy="7479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68C66A6-D3F1-4968-990C-288428445B8C}"/>
              </a:ext>
            </a:extLst>
          </p:cNvPr>
          <p:cNvSpPr txBox="1"/>
          <p:nvPr/>
        </p:nvSpPr>
        <p:spPr>
          <a:xfrm>
            <a:off x="5077895" y="3989039"/>
            <a:ext cx="2036207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Data Cleaning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998E5A-38C8-458E-BFA7-66CD23469FCA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6095999" y="2760385"/>
            <a:ext cx="0" cy="12286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6A0712F-1F12-425D-81D2-917C3C8B5044}"/>
              </a:ext>
            </a:extLst>
          </p:cNvPr>
          <p:cNvCxnSpPr>
            <a:cxnSpLocks/>
          </p:cNvCxnSpPr>
          <p:nvPr/>
        </p:nvCxnSpPr>
        <p:spPr>
          <a:xfrm>
            <a:off x="6095998" y="4943146"/>
            <a:ext cx="0" cy="13396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40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141"/>
    </mc:Choice>
    <mc:Fallback xmlns="">
      <p:transition spd="slow" advTm="5014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87CBB316-D6DF-4F24-BB29-8FA8902D820B}"/>
              </a:ext>
            </a:extLst>
          </p:cNvPr>
          <p:cNvSpPr txBox="1"/>
          <p:nvPr/>
        </p:nvSpPr>
        <p:spPr>
          <a:xfrm>
            <a:off x="244404" y="141781"/>
            <a:ext cx="3178279" cy="492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coolSlant"/>
          </a:sp3d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Data Pre-processing</a:t>
            </a:r>
            <a:endParaRPr lang="en-US" sz="26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FC60DDC-081A-4A2C-8183-FECE91EE7F31}"/>
              </a:ext>
            </a:extLst>
          </p:cNvPr>
          <p:cNvGrpSpPr/>
          <p:nvPr/>
        </p:nvGrpSpPr>
        <p:grpSpPr>
          <a:xfrm>
            <a:off x="3216491" y="2087504"/>
            <a:ext cx="2468689" cy="2020919"/>
            <a:chOff x="522451" y="2212258"/>
            <a:chExt cx="2468689" cy="202091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506C1F1-6868-4AC1-9BBD-9E9D9D42713E}"/>
                </a:ext>
              </a:extLst>
            </p:cNvPr>
            <p:cNvGrpSpPr/>
            <p:nvPr/>
          </p:nvGrpSpPr>
          <p:grpSpPr>
            <a:xfrm>
              <a:off x="537821" y="2212258"/>
              <a:ext cx="2453319" cy="2020919"/>
              <a:chOff x="537821" y="2212258"/>
              <a:chExt cx="2453319" cy="2020919"/>
            </a:xfrm>
          </p:grpSpPr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2E86C545-D980-483E-83D2-0A8E809E0A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87627" y="2212258"/>
                <a:ext cx="1322969" cy="1322969"/>
              </a:xfrm>
              <a:prstGeom prst="rect">
                <a:avLst/>
              </a:prstGeom>
            </p:spPr>
          </p:pic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B24F2E2-5FDD-4ED8-857A-57F9AB5DE672}"/>
                  </a:ext>
                </a:extLst>
              </p:cNvPr>
              <p:cNvSpPr txBox="1"/>
              <p:nvPr/>
            </p:nvSpPr>
            <p:spPr>
              <a:xfrm>
                <a:off x="537821" y="3402180"/>
                <a:ext cx="245331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Arial" pitchFamily="34" charset="0"/>
                    <a:cs typeface="Arial" pitchFamily="34" charset="0"/>
                  </a:rPr>
                  <a:t>Image </a:t>
                </a:r>
              </a:p>
              <a:p>
                <a:pPr algn="ctr"/>
                <a:r>
                  <a:rPr lang="en-US" sz="2400" b="1" dirty="0">
                    <a:latin typeface="Arial" pitchFamily="34" charset="0"/>
                    <a:cs typeface="Arial" pitchFamily="34" charset="0"/>
                  </a:rPr>
                  <a:t>Dataset</a:t>
                </a: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5363279-9194-42A0-B105-EF24B66072CB}"/>
                </a:ext>
              </a:extLst>
            </p:cNvPr>
            <p:cNvSpPr txBox="1"/>
            <p:nvPr/>
          </p:nvSpPr>
          <p:spPr>
            <a:xfrm>
              <a:off x="522451" y="2693819"/>
              <a:ext cx="24533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latin typeface="Arial" pitchFamily="34" charset="0"/>
                  <a:cs typeface="Arial" pitchFamily="34" charset="0"/>
                </a:rPr>
                <a:t>650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DD6C31C8-910E-4450-A571-77524D42CF63}"/>
              </a:ext>
            </a:extLst>
          </p:cNvPr>
          <p:cNvGrpSpPr/>
          <p:nvPr/>
        </p:nvGrpSpPr>
        <p:grpSpPr>
          <a:xfrm>
            <a:off x="7607240" y="50757"/>
            <a:ext cx="3593004" cy="6665462"/>
            <a:chOff x="7607240" y="50757"/>
            <a:chExt cx="3593004" cy="6665462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B1E1BFB-A64E-4083-B92A-D9933436C4A5}"/>
                </a:ext>
              </a:extLst>
            </p:cNvPr>
            <p:cNvGrpSpPr/>
            <p:nvPr/>
          </p:nvGrpSpPr>
          <p:grpSpPr>
            <a:xfrm>
              <a:off x="9056141" y="50757"/>
              <a:ext cx="1923437" cy="1072922"/>
              <a:chOff x="4506860" y="1466363"/>
              <a:chExt cx="2485906" cy="1386674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0658F37-1AD0-4E1C-8641-3832FAF6A93A}"/>
                  </a:ext>
                </a:extLst>
              </p:cNvPr>
              <p:cNvSpPr txBox="1"/>
              <p:nvPr/>
            </p:nvSpPr>
            <p:spPr>
              <a:xfrm>
                <a:off x="4506860" y="2335924"/>
                <a:ext cx="2453319" cy="517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latin typeface="Arial" pitchFamily="34" charset="0"/>
                    <a:cs typeface="Arial" pitchFamily="34" charset="0"/>
                  </a:rPr>
                  <a:t>LSD</a:t>
                </a:r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0FFA924A-03B9-4B2A-A4E4-0DECE4DEA039}"/>
                  </a:ext>
                </a:extLst>
              </p:cNvPr>
              <p:cNvGrpSpPr/>
              <p:nvPr/>
            </p:nvGrpSpPr>
            <p:grpSpPr>
              <a:xfrm>
                <a:off x="4539447" y="1466363"/>
                <a:ext cx="2453319" cy="993398"/>
                <a:chOff x="4539447" y="1466363"/>
                <a:chExt cx="2453319" cy="993398"/>
              </a:xfrm>
            </p:grpSpPr>
            <p:pic>
              <p:nvPicPr>
                <p:cNvPr id="58" name="Picture 57">
                  <a:extLst>
                    <a:ext uri="{FF2B5EF4-FFF2-40B4-BE49-F238E27FC236}">
                      <a16:creationId xmlns:a16="http://schemas.microsoft.com/office/drawing/2014/main" id="{6890027F-28D7-46DC-B2D8-66A241A8AD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69409" y="1466363"/>
                  <a:ext cx="993398" cy="993398"/>
                </a:xfrm>
                <a:prstGeom prst="rect">
                  <a:avLst/>
                </a:prstGeom>
              </p:spPr>
            </p:pic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DE528C0-AD74-4085-B99A-A839222B2B84}"/>
                    </a:ext>
                  </a:extLst>
                </p:cNvPr>
                <p:cNvSpPr txBox="1"/>
                <p:nvPr/>
              </p:nvSpPr>
              <p:spPr>
                <a:xfrm>
                  <a:off x="4539447" y="1703613"/>
                  <a:ext cx="2453319" cy="7557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200" b="1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itchFamily="34" charset="0"/>
                      <a:cs typeface="Arial" pitchFamily="34" charset="0"/>
                    </a:rPr>
                    <a:t>49</a:t>
                  </a:r>
                </a:p>
              </p:txBody>
            </p: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67186A1-2B38-499F-BB0F-66D05071FE5F}"/>
                </a:ext>
              </a:extLst>
            </p:cNvPr>
            <p:cNvGrpSpPr/>
            <p:nvPr/>
          </p:nvGrpSpPr>
          <p:grpSpPr>
            <a:xfrm>
              <a:off x="9105275" y="1131826"/>
              <a:ext cx="1923437" cy="1072922"/>
              <a:chOff x="4506860" y="1466363"/>
              <a:chExt cx="2485906" cy="1386674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8DFB686-ECB4-4779-B3D1-83014C31BBA4}"/>
                  </a:ext>
                </a:extLst>
              </p:cNvPr>
              <p:cNvSpPr txBox="1"/>
              <p:nvPr/>
            </p:nvSpPr>
            <p:spPr>
              <a:xfrm>
                <a:off x="4506860" y="2335924"/>
                <a:ext cx="2453319" cy="517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latin typeface="Arial" pitchFamily="34" charset="0"/>
                    <a:cs typeface="Arial" pitchFamily="34" charset="0"/>
                  </a:rPr>
                  <a:t>Healthy</a:t>
                </a:r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1E417FAD-C49A-4565-93DF-854A7903BC71}"/>
                  </a:ext>
                </a:extLst>
              </p:cNvPr>
              <p:cNvGrpSpPr/>
              <p:nvPr/>
            </p:nvGrpSpPr>
            <p:grpSpPr>
              <a:xfrm>
                <a:off x="4539447" y="1466363"/>
                <a:ext cx="2453319" cy="993398"/>
                <a:chOff x="4539447" y="1466363"/>
                <a:chExt cx="2453319" cy="993398"/>
              </a:xfrm>
            </p:grpSpPr>
            <p:pic>
              <p:nvPicPr>
                <p:cNvPr id="63" name="Picture 62">
                  <a:extLst>
                    <a:ext uri="{FF2B5EF4-FFF2-40B4-BE49-F238E27FC236}">
                      <a16:creationId xmlns:a16="http://schemas.microsoft.com/office/drawing/2014/main" id="{EA763321-3139-4EC4-BCB9-D39AA54B60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69409" y="1466363"/>
                  <a:ext cx="993398" cy="993398"/>
                </a:xfrm>
                <a:prstGeom prst="rect">
                  <a:avLst/>
                </a:prstGeom>
              </p:spPr>
            </p:pic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A29A9790-F183-4CEC-9F5D-68947348CC97}"/>
                    </a:ext>
                  </a:extLst>
                </p:cNvPr>
                <p:cNvSpPr txBox="1"/>
                <p:nvPr/>
              </p:nvSpPr>
              <p:spPr>
                <a:xfrm>
                  <a:off x="4539447" y="1703613"/>
                  <a:ext cx="2453319" cy="7557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200" b="1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itchFamily="34" charset="0"/>
                      <a:cs typeface="Arial" pitchFamily="34" charset="0"/>
                    </a:rPr>
                    <a:t>49</a:t>
                  </a:r>
                </a:p>
              </p:txBody>
            </p:sp>
          </p:grp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835A6F43-D974-4D10-A9F7-EDCD22AF9E7D}"/>
                </a:ext>
              </a:extLst>
            </p:cNvPr>
            <p:cNvGrpSpPr/>
            <p:nvPr/>
          </p:nvGrpSpPr>
          <p:grpSpPr>
            <a:xfrm>
              <a:off x="9105275" y="2337530"/>
              <a:ext cx="1965930" cy="1133124"/>
              <a:chOff x="4539447" y="3125998"/>
              <a:chExt cx="2453319" cy="1414045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8EEFE021-F4B3-4D36-8964-80C6889C73E1}"/>
                  </a:ext>
                </a:extLst>
              </p:cNvPr>
              <p:cNvGrpSpPr/>
              <p:nvPr/>
            </p:nvGrpSpPr>
            <p:grpSpPr>
              <a:xfrm>
                <a:off x="4539447" y="3125998"/>
                <a:ext cx="2453319" cy="993397"/>
                <a:chOff x="4539447" y="3125998"/>
                <a:chExt cx="2453319" cy="993397"/>
              </a:xfrm>
            </p:grpSpPr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419927A9-FE3D-48B9-88AD-D1AAA1A783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69410" y="3125998"/>
                  <a:ext cx="993397" cy="993397"/>
                </a:xfrm>
                <a:prstGeom prst="rect">
                  <a:avLst/>
                </a:prstGeom>
              </p:spPr>
            </p:pic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F71B9274-E8E8-41C7-B2AA-9E281BA5BA78}"/>
                    </a:ext>
                  </a:extLst>
                </p:cNvPr>
                <p:cNvSpPr txBox="1"/>
                <p:nvPr/>
              </p:nvSpPr>
              <p:spPr>
                <a:xfrm>
                  <a:off x="4539447" y="3333730"/>
                  <a:ext cx="2453319" cy="7070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b="1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itchFamily="34" charset="0"/>
                      <a:cs typeface="Arial" pitchFamily="34" charset="0"/>
                    </a:rPr>
                    <a:t>227</a:t>
                  </a:r>
                </a:p>
              </p:txBody>
            </p:sp>
          </p:grp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7C44E26-799C-4172-A403-DE036CCFBC5A}"/>
                  </a:ext>
                </a:extLst>
              </p:cNvPr>
              <p:cNvSpPr txBox="1"/>
              <p:nvPr/>
            </p:nvSpPr>
            <p:spPr>
              <a:xfrm>
                <a:off x="4539447" y="4040739"/>
                <a:ext cx="2453319" cy="49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latin typeface="Arial" pitchFamily="34" charset="0"/>
                    <a:cs typeface="Arial" pitchFamily="34" charset="0"/>
                  </a:rPr>
                  <a:t>LSD</a:t>
                </a: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76FED69-2441-42A0-8578-B2D85B8BB8FF}"/>
                </a:ext>
              </a:extLst>
            </p:cNvPr>
            <p:cNvGrpSpPr/>
            <p:nvPr/>
          </p:nvGrpSpPr>
          <p:grpSpPr>
            <a:xfrm>
              <a:off x="9145824" y="3425441"/>
              <a:ext cx="1965930" cy="1133124"/>
              <a:chOff x="4539447" y="3125998"/>
              <a:chExt cx="2453319" cy="1414045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DE1A13A5-B6C7-44E3-BE75-828F513A9984}"/>
                  </a:ext>
                </a:extLst>
              </p:cNvPr>
              <p:cNvGrpSpPr/>
              <p:nvPr/>
            </p:nvGrpSpPr>
            <p:grpSpPr>
              <a:xfrm>
                <a:off x="4539447" y="3125998"/>
                <a:ext cx="2453319" cy="993397"/>
                <a:chOff x="4539447" y="3125998"/>
                <a:chExt cx="2453319" cy="993397"/>
              </a:xfrm>
            </p:grpSpPr>
            <p:pic>
              <p:nvPicPr>
                <p:cNvPr id="73" name="Picture 72">
                  <a:extLst>
                    <a:ext uri="{FF2B5EF4-FFF2-40B4-BE49-F238E27FC236}">
                      <a16:creationId xmlns:a16="http://schemas.microsoft.com/office/drawing/2014/main" id="{800498DC-0C5A-4B78-A66A-6E98BAFC9D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69410" y="3125998"/>
                  <a:ext cx="993397" cy="993397"/>
                </a:xfrm>
                <a:prstGeom prst="rect">
                  <a:avLst/>
                </a:prstGeom>
              </p:spPr>
            </p:pic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C8933E85-92B3-469D-B327-CE3DD70C0E2B}"/>
                    </a:ext>
                  </a:extLst>
                </p:cNvPr>
                <p:cNvSpPr txBox="1"/>
                <p:nvPr/>
              </p:nvSpPr>
              <p:spPr>
                <a:xfrm>
                  <a:off x="4539447" y="3333730"/>
                  <a:ext cx="2453319" cy="7070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b="1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itchFamily="34" charset="0"/>
                      <a:cs typeface="Arial" pitchFamily="34" charset="0"/>
                    </a:rPr>
                    <a:t>227</a:t>
                  </a: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D40D6D2E-2F61-4E64-A475-241AC9E43EDA}"/>
                  </a:ext>
                </a:extLst>
              </p:cNvPr>
              <p:cNvSpPr txBox="1"/>
              <p:nvPr/>
            </p:nvSpPr>
            <p:spPr>
              <a:xfrm>
                <a:off x="4539447" y="4040739"/>
                <a:ext cx="2453319" cy="49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latin typeface="Arial" pitchFamily="34" charset="0"/>
                    <a:cs typeface="Arial" pitchFamily="34" charset="0"/>
                  </a:rPr>
                  <a:t>Healthy</a:t>
                </a: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6352507-BDF2-4202-9B88-0628C5C65FB4}"/>
                </a:ext>
              </a:extLst>
            </p:cNvPr>
            <p:cNvGrpSpPr/>
            <p:nvPr/>
          </p:nvGrpSpPr>
          <p:grpSpPr>
            <a:xfrm>
              <a:off x="9352378" y="4510687"/>
              <a:ext cx="1759376" cy="1155570"/>
              <a:chOff x="4712851" y="4682902"/>
              <a:chExt cx="2512311" cy="1650103"/>
            </a:xfrm>
          </p:grpSpPr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7C6E6054-A3A6-44FF-9089-F8B0CD1A8C91}"/>
                  </a:ext>
                </a:extLst>
              </p:cNvPr>
              <p:cNvGrpSpPr/>
              <p:nvPr/>
            </p:nvGrpSpPr>
            <p:grpSpPr>
              <a:xfrm>
                <a:off x="4771843" y="4682902"/>
                <a:ext cx="2453319" cy="1281211"/>
                <a:chOff x="4742346" y="5020730"/>
                <a:chExt cx="2453319" cy="1281211"/>
              </a:xfrm>
            </p:grpSpPr>
            <p:pic>
              <p:nvPicPr>
                <p:cNvPr id="78" name="Picture 77">
                  <a:extLst>
                    <a:ext uri="{FF2B5EF4-FFF2-40B4-BE49-F238E27FC236}">
                      <a16:creationId xmlns:a16="http://schemas.microsoft.com/office/drawing/2014/main" id="{19035BA4-512A-4393-9CAB-9FA826BE6D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69409" y="5020730"/>
                  <a:ext cx="1281211" cy="1281211"/>
                </a:xfrm>
                <a:prstGeom prst="rect">
                  <a:avLst/>
                </a:prstGeom>
              </p:spPr>
            </p:pic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ECFEB7C-4491-48D2-A210-1DA45E7C5F94}"/>
                    </a:ext>
                  </a:extLst>
                </p:cNvPr>
                <p:cNvSpPr txBox="1"/>
                <p:nvPr/>
              </p:nvSpPr>
              <p:spPr>
                <a:xfrm>
                  <a:off x="4742346" y="5369478"/>
                  <a:ext cx="2453319" cy="8350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200" b="1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itchFamily="34" charset="0"/>
                      <a:cs typeface="Arial" pitchFamily="34" charset="0"/>
                    </a:rPr>
                    <a:t>49</a:t>
                  </a:r>
                </a:p>
              </p:txBody>
            </p:sp>
          </p:grp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AE18212-1ABA-4550-BBF9-8AC6DD9F1EB8}"/>
                  </a:ext>
                </a:extLst>
              </p:cNvPr>
              <p:cNvSpPr txBox="1"/>
              <p:nvPr/>
            </p:nvSpPr>
            <p:spPr>
              <a:xfrm>
                <a:off x="4712851" y="5761666"/>
                <a:ext cx="2453319" cy="571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latin typeface="Arial" pitchFamily="34" charset="0"/>
                    <a:cs typeface="Arial" pitchFamily="34" charset="0"/>
                  </a:rPr>
                  <a:t>LSD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517883F4-BEA4-457F-B6CE-8CC252B00AD8}"/>
                </a:ext>
              </a:extLst>
            </p:cNvPr>
            <p:cNvGrpSpPr/>
            <p:nvPr/>
          </p:nvGrpSpPr>
          <p:grpSpPr>
            <a:xfrm>
              <a:off x="9440868" y="5560649"/>
              <a:ext cx="1759376" cy="1155570"/>
              <a:chOff x="4712851" y="4682902"/>
              <a:chExt cx="2512311" cy="1650103"/>
            </a:xfrm>
          </p:grpSpPr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86AF282E-F14E-4FCF-AF9E-1DAEF8142DFB}"/>
                  </a:ext>
                </a:extLst>
              </p:cNvPr>
              <p:cNvGrpSpPr/>
              <p:nvPr/>
            </p:nvGrpSpPr>
            <p:grpSpPr>
              <a:xfrm>
                <a:off x="4771843" y="4682902"/>
                <a:ext cx="2453319" cy="1281211"/>
                <a:chOff x="4742346" y="5020730"/>
                <a:chExt cx="2453319" cy="1281211"/>
              </a:xfrm>
            </p:grpSpPr>
            <p:pic>
              <p:nvPicPr>
                <p:cNvPr id="83" name="Picture 82">
                  <a:extLst>
                    <a:ext uri="{FF2B5EF4-FFF2-40B4-BE49-F238E27FC236}">
                      <a16:creationId xmlns:a16="http://schemas.microsoft.com/office/drawing/2014/main" id="{FF1980B0-16E1-4FA7-A5A0-25A019D1F1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69409" y="5020730"/>
                  <a:ext cx="1281211" cy="1281211"/>
                </a:xfrm>
                <a:prstGeom prst="rect">
                  <a:avLst/>
                </a:prstGeom>
              </p:spPr>
            </p:pic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A95CA73A-23A1-4468-802D-F853B010D0B9}"/>
                    </a:ext>
                  </a:extLst>
                </p:cNvPr>
                <p:cNvSpPr txBox="1"/>
                <p:nvPr/>
              </p:nvSpPr>
              <p:spPr>
                <a:xfrm>
                  <a:off x="4742346" y="5369478"/>
                  <a:ext cx="2453319" cy="8350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200" b="1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itchFamily="34" charset="0"/>
                      <a:cs typeface="Arial" pitchFamily="34" charset="0"/>
                    </a:rPr>
                    <a:t>49</a:t>
                  </a:r>
                </a:p>
              </p:txBody>
            </p:sp>
          </p:grp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F322336-073C-43D2-B340-90609C402FFD}"/>
                  </a:ext>
                </a:extLst>
              </p:cNvPr>
              <p:cNvSpPr txBox="1"/>
              <p:nvPr/>
            </p:nvSpPr>
            <p:spPr>
              <a:xfrm>
                <a:off x="4712851" y="5761666"/>
                <a:ext cx="2453319" cy="571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latin typeface="Arial" pitchFamily="34" charset="0"/>
                    <a:cs typeface="Arial" pitchFamily="34" charset="0"/>
                  </a:rPr>
                  <a:t>Healthy</a:t>
                </a:r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CD5C1C3B-0870-4705-8CAA-EABCEE47B362}"/>
                </a:ext>
              </a:extLst>
            </p:cNvPr>
            <p:cNvGrpSpPr/>
            <p:nvPr/>
          </p:nvGrpSpPr>
          <p:grpSpPr>
            <a:xfrm>
              <a:off x="7607240" y="430970"/>
              <a:ext cx="2082980" cy="1178640"/>
              <a:chOff x="7607240" y="401697"/>
              <a:chExt cx="2082980" cy="1178640"/>
            </a:xfrm>
          </p:grpSpPr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7832D15C-09C9-46FD-B56D-8EC5DE8F2F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12767" y="401697"/>
                <a:ext cx="2057306" cy="91369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A463AD0C-68C7-4C2A-A3D9-4E7E5F5AB2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07240" y="1294091"/>
                <a:ext cx="2082980" cy="286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A530A931-9812-48BF-9184-96BACBAD37E1}"/>
                </a:ext>
              </a:extLst>
            </p:cNvPr>
            <p:cNvGrpSpPr/>
            <p:nvPr/>
          </p:nvGrpSpPr>
          <p:grpSpPr>
            <a:xfrm>
              <a:off x="7651502" y="2726107"/>
              <a:ext cx="2079267" cy="1210050"/>
              <a:chOff x="7573079" y="401697"/>
              <a:chExt cx="2117141" cy="1178640"/>
            </a:xfrm>
          </p:grpSpPr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E4DE50FB-DDBE-4746-B1BD-3D700F5EA7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85916" y="401697"/>
                <a:ext cx="2084157" cy="49804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B148523E-AC85-4607-BE33-CCFFB279F9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73079" y="907695"/>
                <a:ext cx="2117141" cy="67264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8A598C3F-1DAF-4596-9B6D-2E71494A83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3657" y="4901259"/>
              <a:ext cx="2048634" cy="61614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A6CE530A-C09F-45AE-8C1A-4F61908FA0FA}"/>
                </a:ext>
              </a:extLst>
            </p:cNvPr>
            <p:cNvCxnSpPr>
              <a:cxnSpLocks/>
            </p:cNvCxnSpPr>
            <p:nvPr/>
          </p:nvCxnSpPr>
          <p:spPr>
            <a:xfrm>
              <a:off x="7786578" y="5502160"/>
              <a:ext cx="2085361" cy="6156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B224B2E0-BD0F-4C09-AACB-6FB2B29EF451}"/>
              </a:ext>
            </a:extLst>
          </p:cNvPr>
          <p:cNvCxnSpPr>
            <a:cxnSpLocks/>
          </p:cNvCxnSpPr>
          <p:nvPr/>
        </p:nvCxnSpPr>
        <p:spPr>
          <a:xfrm>
            <a:off x="554622" y="2630620"/>
            <a:ext cx="67607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23413637-0D86-4388-A16F-C5CF27A1ECE8}"/>
              </a:ext>
            </a:extLst>
          </p:cNvPr>
          <p:cNvSpPr txBox="1"/>
          <p:nvPr/>
        </p:nvSpPr>
        <p:spPr>
          <a:xfrm>
            <a:off x="1213258" y="2369010"/>
            <a:ext cx="126776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SPLIT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A13A1F39-0407-4EE2-8109-C95D6443F5E6}"/>
              </a:ext>
            </a:extLst>
          </p:cNvPr>
          <p:cNvCxnSpPr>
            <a:cxnSpLocks/>
          </p:cNvCxnSpPr>
          <p:nvPr/>
        </p:nvCxnSpPr>
        <p:spPr>
          <a:xfrm>
            <a:off x="554622" y="634224"/>
            <a:ext cx="0" cy="199639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E8F7F9D3-3EEE-4147-9213-C8F81F44ADF6}"/>
              </a:ext>
            </a:extLst>
          </p:cNvPr>
          <p:cNvGrpSpPr/>
          <p:nvPr/>
        </p:nvGrpSpPr>
        <p:grpSpPr>
          <a:xfrm>
            <a:off x="4989342" y="784706"/>
            <a:ext cx="3494377" cy="5604947"/>
            <a:chOff x="4989342" y="784706"/>
            <a:chExt cx="3494377" cy="560494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8F01E2A-3CA1-4D5A-80BA-78135FC7D379}"/>
                </a:ext>
              </a:extLst>
            </p:cNvPr>
            <p:cNvGrpSpPr/>
            <p:nvPr/>
          </p:nvGrpSpPr>
          <p:grpSpPr>
            <a:xfrm>
              <a:off x="5856820" y="784706"/>
              <a:ext cx="2485906" cy="1331226"/>
              <a:chOff x="4506860" y="1466363"/>
              <a:chExt cx="2485906" cy="1331226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BCDE2E0-F10D-40FB-B9AE-3B437FC116BB}"/>
                  </a:ext>
                </a:extLst>
              </p:cNvPr>
              <p:cNvSpPr txBox="1"/>
              <p:nvPr/>
            </p:nvSpPr>
            <p:spPr>
              <a:xfrm>
                <a:off x="4506860" y="2335924"/>
                <a:ext cx="24533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Arial" pitchFamily="34" charset="0"/>
                    <a:cs typeface="Arial" pitchFamily="34" charset="0"/>
                  </a:rPr>
                  <a:t>test</a:t>
                </a: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177DB2D4-FA8C-4B1B-991D-8C20823436FC}"/>
                  </a:ext>
                </a:extLst>
              </p:cNvPr>
              <p:cNvGrpSpPr/>
              <p:nvPr/>
            </p:nvGrpSpPr>
            <p:grpSpPr>
              <a:xfrm>
                <a:off x="4539447" y="1466363"/>
                <a:ext cx="2453319" cy="993398"/>
                <a:chOff x="4539447" y="1466363"/>
                <a:chExt cx="2453319" cy="993398"/>
              </a:xfrm>
            </p:grpSpPr>
            <p:pic>
              <p:nvPicPr>
                <p:cNvPr id="43" name="Picture 42">
                  <a:extLst>
                    <a:ext uri="{FF2B5EF4-FFF2-40B4-BE49-F238E27FC236}">
                      <a16:creationId xmlns:a16="http://schemas.microsoft.com/office/drawing/2014/main" id="{2B06F409-4888-49FE-9CE2-ADFFEE2DCB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69409" y="1466363"/>
                  <a:ext cx="993398" cy="993398"/>
                </a:xfrm>
                <a:prstGeom prst="rect">
                  <a:avLst/>
                </a:prstGeom>
              </p:spPr>
            </p:pic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FDC4E6D-F0C6-4316-996B-53E942FB273A}"/>
                    </a:ext>
                  </a:extLst>
                </p:cNvPr>
                <p:cNvSpPr txBox="1"/>
                <p:nvPr/>
              </p:nvSpPr>
              <p:spPr>
                <a:xfrm>
                  <a:off x="4539447" y="1703613"/>
                  <a:ext cx="245331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b="1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itchFamily="34" charset="0"/>
                      <a:cs typeface="Arial" pitchFamily="34" charset="0"/>
                    </a:rPr>
                    <a:t>98</a:t>
                  </a:r>
                </a:p>
              </p:txBody>
            </p:sp>
          </p:grp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CCE8256-6C18-4CE9-BFC6-5832AC138662}"/>
                </a:ext>
              </a:extLst>
            </p:cNvPr>
            <p:cNvGrpSpPr/>
            <p:nvPr/>
          </p:nvGrpSpPr>
          <p:grpSpPr>
            <a:xfrm>
              <a:off x="5967476" y="2722270"/>
              <a:ext cx="2453319" cy="1376406"/>
              <a:chOff x="4539447" y="3125998"/>
              <a:chExt cx="2453319" cy="1376406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AC9F27FB-B4CE-483A-B485-4DBC200283AE}"/>
                  </a:ext>
                </a:extLst>
              </p:cNvPr>
              <p:cNvGrpSpPr/>
              <p:nvPr/>
            </p:nvGrpSpPr>
            <p:grpSpPr>
              <a:xfrm>
                <a:off x="4539447" y="3125998"/>
                <a:ext cx="2453319" cy="993397"/>
                <a:chOff x="4539447" y="3125998"/>
                <a:chExt cx="2453319" cy="993397"/>
              </a:xfrm>
            </p:grpSpPr>
            <p:pic>
              <p:nvPicPr>
                <p:cNvPr id="48" name="Picture 47">
                  <a:extLst>
                    <a:ext uri="{FF2B5EF4-FFF2-40B4-BE49-F238E27FC236}">
                      <a16:creationId xmlns:a16="http://schemas.microsoft.com/office/drawing/2014/main" id="{ABB57F58-ACE7-48D3-A02F-D429DDE379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69410" y="3125998"/>
                  <a:ext cx="993397" cy="993397"/>
                </a:xfrm>
                <a:prstGeom prst="rect">
                  <a:avLst/>
                </a:prstGeom>
              </p:spPr>
            </p:pic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CC07E3E-7364-452A-954E-B859893D534D}"/>
                    </a:ext>
                  </a:extLst>
                </p:cNvPr>
                <p:cNvSpPr txBox="1"/>
                <p:nvPr/>
              </p:nvSpPr>
              <p:spPr>
                <a:xfrm>
                  <a:off x="4539447" y="3417080"/>
                  <a:ext cx="245331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b="1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itchFamily="34" charset="0"/>
                      <a:cs typeface="Arial" pitchFamily="34" charset="0"/>
                    </a:rPr>
                    <a:t>454</a:t>
                  </a:r>
                </a:p>
              </p:txBody>
            </p:sp>
          </p:grp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BA85C74-679B-4FF1-B1CA-516FB3EA3B49}"/>
                  </a:ext>
                </a:extLst>
              </p:cNvPr>
              <p:cNvSpPr txBox="1"/>
              <p:nvPr/>
            </p:nvSpPr>
            <p:spPr>
              <a:xfrm>
                <a:off x="4539447" y="4040739"/>
                <a:ext cx="24533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Arial" pitchFamily="34" charset="0"/>
                    <a:cs typeface="Arial" pitchFamily="34" charset="0"/>
                  </a:rPr>
                  <a:t>train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C357701-2EE6-4736-87E9-CE410C498CDD}"/>
                </a:ext>
              </a:extLst>
            </p:cNvPr>
            <p:cNvGrpSpPr/>
            <p:nvPr/>
          </p:nvGrpSpPr>
          <p:grpSpPr>
            <a:xfrm>
              <a:off x="5971408" y="4849224"/>
              <a:ext cx="2512311" cy="1540429"/>
              <a:chOff x="4712851" y="4682902"/>
              <a:chExt cx="2512311" cy="1540429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E57CD0B-D714-4A23-BEF3-747AC7D354D5}"/>
                  </a:ext>
                </a:extLst>
              </p:cNvPr>
              <p:cNvGrpSpPr/>
              <p:nvPr/>
            </p:nvGrpSpPr>
            <p:grpSpPr>
              <a:xfrm>
                <a:off x="4771843" y="4682902"/>
                <a:ext cx="2453319" cy="1281211"/>
                <a:chOff x="4742346" y="5020730"/>
                <a:chExt cx="2453319" cy="1281211"/>
              </a:xfrm>
            </p:grpSpPr>
            <p:pic>
              <p:nvPicPr>
                <p:cNvPr id="53" name="Picture 52">
                  <a:extLst>
                    <a:ext uri="{FF2B5EF4-FFF2-40B4-BE49-F238E27FC236}">
                      <a16:creationId xmlns:a16="http://schemas.microsoft.com/office/drawing/2014/main" id="{9831ACAE-44CF-4EEE-9285-05B8EEF8A6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69409" y="5020730"/>
                  <a:ext cx="1281211" cy="1281211"/>
                </a:xfrm>
                <a:prstGeom prst="rect">
                  <a:avLst/>
                </a:prstGeom>
              </p:spPr>
            </p:pic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D1DAE7A9-208C-42AA-805F-8C6DD4858AB2}"/>
                    </a:ext>
                  </a:extLst>
                </p:cNvPr>
                <p:cNvSpPr txBox="1"/>
                <p:nvPr/>
              </p:nvSpPr>
              <p:spPr>
                <a:xfrm>
                  <a:off x="4742346" y="5480856"/>
                  <a:ext cx="245331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b="1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itchFamily="34" charset="0"/>
                      <a:cs typeface="Arial" pitchFamily="34" charset="0"/>
                    </a:rPr>
                    <a:t>98</a:t>
                  </a:r>
                </a:p>
              </p:txBody>
            </p: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67D966C-916E-4F71-925D-D4EF777D13C4}"/>
                  </a:ext>
                </a:extLst>
              </p:cNvPr>
              <p:cNvSpPr txBox="1"/>
              <p:nvPr/>
            </p:nvSpPr>
            <p:spPr>
              <a:xfrm>
                <a:off x="4712851" y="5761666"/>
                <a:ext cx="24533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 err="1">
                    <a:latin typeface="Arial" pitchFamily="34" charset="0"/>
                    <a:cs typeface="Arial" pitchFamily="34" charset="0"/>
                  </a:rPr>
                  <a:t>val</a:t>
                </a:r>
                <a:endParaRPr lang="en-US" sz="2400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DFF25249-AD11-4B3B-BC87-F357A94D35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2242" y="1315395"/>
              <a:ext cx="1597127" cy="142790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99202F78-8C6B-4374-A0F3-9FA03FED14E1}"/>
                </a:ext>
              </a:extLst>
            </p:cNvPr>
            <p:cNvCxnSpPr>
              <a:cxnSpLocks/>
            </p:cNvCxnSpPr>
            <p:nvPr/>
          </p:nvCxnSpPr>
          <p:spPr>
            <a:xfrm>
              <a:off x="4989342" y="2733065"/>
              <a:ext cx="1725437" cy="54436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371BA62E-1633-4D9E-B463-490D4B5E9C2D}"/>
                </a:ext>
              </a:extLst>
            </p:cNvPr>
            <p:cNvCxnSpPr>
              <a:cxnSpLocks/>
            </p:cNvCxnSpPr>
            <p:nvPr/>
          </p:nvCxnSpPr>
          <p:spPr>
            <a:xfrm>
              <a:off x="5022242" y="2765034"/>
              <a:ext cx="1519791" cy="257465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77640859-5D6A-4A44-88F3-5F56689081D7}"/>
                </a:ext>
              </a:extLst>
            </p:cNvPr>
            <p:cNvSpPr txBox="1"/>
            <p:nvPr/>
          </p:nvSpPr>
          <p:spPr>
            <a:xfrm rot="18968217">
              <a:off x="5015020" y="1493328"/>
              <a:ext cx="12788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15%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E3B9F593-DE1A-4585-9B63-F5CC4B0D2405}"/>
                </a:ext>
              </a:extLst>
            </p:cNvPr>
            <p:cNvSpPr txBox="1"/>
            <p:nvPr/>
          </p:nvSpPr>
          <p:spPr>
            <a:xfrm rot="3591374">
              <a:off x="4997894" y="4066122"/>
              <a:ext cx="12788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15%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292E1A69-94F6-436D-A688-16C1DC5FD745}"/>
                </a:ext>
              </a:extLst>
            </p:cNvPr>
            <p:cNvSpPr txBox="1"/>
            <p:nvPr/>
          </p:nvSpPr>
          <p:spPr>
            <a:xfrm rot="1072726">
              <a:off x="5320660" y="2496776"/>
              <a:ext cx="12788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70%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143606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5568">
        <p159:morph option="byObject"/>
      </p:transition>
    </mc:Choice>
    <mc:Fallback xmlns="">
      <p:transition spd="slow" advTm="3556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87CBB316-D6DF-4F24-BB29-8FA8902D820B}"/>
              </a:ext>
            </a:extLst>
          </p:cNvPr>
          <p:cNvSpPr txBox="1"/>
          <p:nvPr/>
        </p:nvSpPr>
        <p:spPr>
          <a:xfrm>
            <a:off x="244404" y="141781"/>
            <a:ext cx="3178279" cy="492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coolSlant"/>
          </a:sp3d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Data Pre-processing</a:t>
            </a:r>
            <a:endParaRPr lang="en-US" sz="2600" dirty="0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B224B2E0-BD0F-4C09-AACB-6FB2B29EF451}"/>
              </a:ext>
            </a:extLst>
          </p:cNvPr>
          <p:cNvCxnSpPr>
            <a:cxnSpLocks/>
          </p:cNvCxnSpPr>
          <p:nvPr/>
        </p:nvCxnSpPr>
        <p:spPr>
          <a:xfrm flipV="1">
            <a:off x="367809" y="1453987"/>
            <a:ext cx="602383" cy="62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23413637-0D86-4388-A16F-C5CF27A1ECE8}"/>
              </a:ext>
            </a:extLst>
          </p:cNvPr>
          <p:cNvSpPr txBox="1"/>
          <p:nvPr/>
        </p:nvSpPr>
        <p:spPr>
          <a:xfrm>
            <a:off x="1001231" y="1281535"/>
            <a:ext cx="1390837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itchFamily="34" charset="0"/>
                <a:cs typeface="Arial" pitchFamily="34" charset="0"/>
              </a:rPr>
              <a:t>Resize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A13A1F39-0407-4EE2-8109-C95D6443F5E6}"/>
              </a:ext>
            </a:extLst>
          </p:cNvPr>
          <p:cNvCxnSpPr>
            <a:cxnSpLocks/>
          </p:cNvCxnSpPr>
          <p:nvPr/>
        </p:nvCxnSpPr>
        <p:spPr>
          <a:xfrm>
            <a:off x="367809" y="634224"/>
            <a:ext cx="0" cy="82601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C651D50-3EF8-4F1B-A9AB-F649569C3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422" y="1281535"/>
            <a:ext cx="4051441" cy="2900831"/>
          </a:xfrm>
          <a:prstGeom prst="rect">
            <a:avLst/>
          </a:prstGeom>
          <a:ln w="38100">
            <a:solidFill>
              <a:srgbClr val="03882A"/>
            </a:solidFill>
          </a:ln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441EA1CD-6C9A-4E6C-BECD-D04B993967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760" y="1543145"/>
            <a:ext cx="2530062" cy="2308787"/>
          </a:xfrm>
          <a:prstGeom prst="rect">
            <a:avLst/>
          </a:prstGeom>
          <a:ln w="38100">
            <a:solidFill>
              <a:srgbClr val="03882A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491562-11F1-4108-84FC-8CE2D8EF0D5B}"/>
              </a:ext>
            </a:extLst>
          </p:cNvPr>
          <p:cNvSpPr txBox="1"/>
          <p:nvPr/>
        </p:nvSpPr>
        <p:spPr>
          <a:xfrm>
            <a:off x="3919039" y="758315"/>
            <a:ext cx="2974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itchFamily="34" charset="0"/>
                <a:cs typeface="Arial" pitchFamily="34" charset="0"/>
              </a:rPr>
              <a:t>1000 x 716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A088DE3-DAED-42BE-AA4A-8F6D8A443960}"/>
              </a:ext>
            </a:extLst>
          </p:cNvPr>
          <p:cNvSpPr txBox="1"/>
          <p:nvPr/>
        </p:nvSpPr>
        <p:spPr>
          <a:xfrm>
            <a:off x="8627575" y="1009147"/>
            <a:ext cx="2974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itchFamily="34" charset="0"/>
                <a:cs typeface="Arial" pitchFamily="34" charset="0"/>
              </a:rPr>
              <a:t>224 x 224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93CA627-5F3E-4C02-A9BF-8DD865463DC4}"/>
              </a:ext>
            </a:extLst>
          </p:cNvPr>
          <p:cNvSpPr/>
          <p:nvPr/>
        </p:nvSpPr>
        <p:spPr bwMode="auto">
          <a:xfrm>
            <a:off x="4072357" y="4681701"/>
            <a:ext cx="6871012" cy="180368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tf</a:t>
            </a:r>
            <a:r>
              <a:rPr lang="en-US" sz="2000">
                <a:solidFill>
                  <a:srgbClr val="6666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200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keras</a:t>
            </a:r>
            <a:r>
              <a:rPr lang="en-US" sz="2000">
                <a:solidFill>
                  <a:srgbClr val="6666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200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utils</a:t>
            </a:r>
            <a:r>
              <a:rPr lang="en-US" sz="2000">
                <a:solidFill>
                  <a:srgbClr val="6666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200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image_dataset_from_directory</a:t>
            </a:r>
            <a:r>
              <a:rPr lang="en-US" sz="2000">
                <a:solidFill>
                  <a:srgbClr val="6666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2000">
                <a:solidFill>
                  <a:srgbClr val="6666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...,</a:t>
            </a:r>
            <a:endParaRPr lang="en-US" sz="36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image_size</a:t>
            </a:r>
            <a:r>
              <a:rPr lang="en-US" sz="2000">
                <a:solidFill>
                  <a:srgbClr val="6666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=(</a:t>
            </a:r>
            <a:r>
              <a:rPr lang="en-US" sz="200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224</a:t>
            </a:r>
            <a:r>
              <a:rPr lang="en-US" sz="2000">
                <a:solidFill>
                  <a:srgbClr val="6666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200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224</a:t>
            </a:r>
            <a:r>
              <a:rPr lang="en-US" sz="2000">
                <a:solidFill>
                  <a:srgbClr val="6666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6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>
                <a:solidFill>
                  <a:srgbClr val="6666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6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36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829BB32-4475-42C6-A5A6-8C4973938B81}"/>
              </a:ext>
            </a:extLst>
          </p:cNvPr>
          <p:cNvSpPr txBox="1"/>
          <p:nvPr/>
        </p:nvSpPr>
        <p:spPr>
          <a:xfrm rot="16200000">
            <a:off x="7815018" y="2439562"/>
            <a:ext cx="7275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↓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B281BEC-032F-4D02-9118-D9617B8FED94}"/>
              </a:ext>
            </a:extLst>
          </p:cNvPr>
          <p:cNvSpPr txBox="1"/>
          <p:nvPr/>
        </p:nvSpPr>
        <p:spPr>
          <a:xfrm>
            <a:off x="970192" y="5224890"/>
            <a:ext cx="221144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TensorFlow</a:t>
            </a:r>
          </a:p>
        </p:txBody>
      </p:sp>
    </p:spTree>
    <p:extLst>
      <p:ext uri="{BB962C8B-B14F-4D97-AF65-F5344CB8AC3E}">
        <p14:creationId xmlns:p14="http://schemas.microsoft.com/office/powerpoint/2010/main" val="3904889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9594">
        <p159:morph option="byObject"/>
      </p:transition>
    </mc:Choice>
    <mc:Fallback xmlns="">
      <p:transition spd="slow" advTm="29594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87CBB316-D6DF-4F24-BB29-8FA8902D820B}"/>
              </a:ext>
            </a:extLst>
          </p:cNvPr>
          <p:cNvSpPr txBox="1"/>
          <p:nvPr/>
        </p:nvSpPr>
        <p:spPr>
          <a:xfrm>
            <a:off x="244404" y="141781"/>
            <a:ext cx="3178279" cy="492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coolSlant"/>
          </a:sp3d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Data Pre-processing</a:t>
            </a:r>
            <a:endParaRPr lang="en-US" sz="2600" dirty="0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B224B2E0-BD0F-4C09-AACB-6FB2B29EF451}"/>
              </a:ext>
            </a:extLst>
          </p:cNvPr>
          <p:cNvCxnSpPr>
            <a:cxnSpLocks/>
          </p:cNvCxnSpPr>
          <p:nvPr/>
        </p:nvCxnSpPr>
        <p:spPr>
          <a:xfrm flipV="1">
            <a:off x="367809" y="1453987"/>
            <a:ext cx="602383" cy="62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23413637-0D86-4388-A16F-C5CF27A1ECE8}"/>
              </a:ext>
            </a:extLst>
          </p:cNvPr>
          <p:cNvSpPr txBox="1"/>
          <p:nvPr/>
        </p:nvSpPr>
        <p:spPr>
          <a:xfrm>
            <a:off x="970192" y="1192377"/>
            <a:ext cx="242145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Normalization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A13A1F39-0407-4EE2-8109-C95D6443F5E6}"/>
              </a:ext>
            </a:extLst>
          </p:cNvPr>
          <p:cNvCxnSpPr>
            <a:cxnSpLocks/>
          </p:cNvCxnSpPr>
          <p:nvPr/>
        </p:nvCxnSpPr>
        <p:spPr>
          <a:xfrm>
            <a:off x="367809" y="634224"/>
            <a:ext cx="0" cy="82601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93CA627-5F3E-4C02-A9BF-8DD865463DC4}"/>
              </a:ext>
            </a:extLst>
          </p:cNvPr>
          <p:cNvSpPr/>
          <p:nvPr/>
        </p:nvSpPr>
        <p:spPr bwMode="auto">
          <a:xfrm>
            <a:off x="3738060" y="4842491"/>
            <a:ext cx="7746017" cy="13273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  <a:p>
            <a:r>
              <a:rPr lang="en-US" sz="2400" dirty="0" err="1"/>
              <a:t>tf.keras.applications.efficientnet.preprocess_input</a:t>
            </a:r>
            <a:r>
              <a:rPr lang="en-US" sz="2400" dirty="0"/>
              <a:t>(images)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B281BEC-032F-4D02-9118-D9617B8FED94}"/>
              </a:ext>
            </a:extLst>
          </p:cNvPr>
          <p:cNvSpPr txBox="1"/>
          <p:nvPr/>
        </p:nvSpPr>
        <p:spPr>
          <a:xfrm>
            <a:off x="970192" y="5244553"/>
            <a:ext cx="221144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TensorFlow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E23BB32-0E77-4A01-A763-89B202282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068020"/>
              </p:ext>
            </p:extLst>
          </p:nvPr>
        </p:nvGraphicFramePr>
        <p:xfrm>
          <a:off x="5437238" y="1352367"/>
          <a:ext cx="4683432" cy="2738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3432">
                  <a:extLst>
                    <a:ext uri="{9D8B030D-6E8A-4147-A177-3AD203B41FA5}">
                      <a16:colId xmlns:a16="http://schemas.microsoft.com/office/drawing/2014/main" val="186008822"/>
                    </a:ext>
                  </a:extLst>
                </a:gridCol>
              </a:tblGrid>
              <a:tr h="606927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PIXEL 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0648975"/>
                  </a:ext>
                </a:extLst>
              </a:tr>
              <a:tr h="2131250">
                <a:tc>
                  <a:txBody>
                    <a:bodyPr/>
                    <a:lstStyle/>
                    <a:p>
                      <a:pPr algn="ctr"/>
                      <a:endParaRPr lang="en-US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Before:</a:t>
                      </a:r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0.0 to 255.0 </a:t>
                      </a:r>
                    </a:p>
                    <a:p>
                      <a:pPr algn="ctr"/>
                      <a:r>
                        <a:rPr lang="en-US" sz="2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After :</a:t>
                      </a:r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0.0 to 1.0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412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028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2278">
        <p159:morph option="byObject"/>
      </p:transition>
    </mc:Choice>
    <mc:Fallback xmlns="">
      <p:transition spd="slow" advTm="22278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87CBB316-D6DF-4F24-BB29-8FA8902D820B}"/>
              </a:ext>
            </a:extLst>
          </p:cNvPr>
          <p:cNvSpPr txBox="1"/>
          <p:nvPr/>
        </p:nvSpPr>
        <p:spPr>
          <a:xfrm>
            <a:off x="244404" y="141781"/>
            <a:ext cx="3178279" cy="492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coolSlant"/>
          </a:sp3d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Data Pre-processing</a:t>
            </a:r>
            <a:endParaRPr lang="en-US" sz="2600" dirty="0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B224B2E0-BD0F-4C09-AACB-6FB2B29EF451}"/>
              </a:ext>
            </a:extLst>
          </p:cNvPr>
          <p:cNvCxnSpPr>
            <a:cxnSpLocks/>
          </p:cNvCxnSpPr>
          <p:nvPr/>
        </p:nvCxnSpPr>
        <p:spPr>
          <a:xfrm flipV="1">
            <a:off x="367809" y="1453987"/>
            <a:ext cx="602383" cy="62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23413637-0D86-4388-A16F-C5CF27A1ECE8}"/>
              </a:ext>
            </a:extLst>
          </p:cNvPr>
          <p:cNvSpPr txBox="1"/>
          <p:nvPr/>
        </p:nvSpPr>
        <p:spPr>
          <a:xfrm>
            <a:off x="970192" y="1192377"/>
            <a:ext cx="242145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Augmentation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A13A1F39-0407-4EE2-8109-C95D6443F5E6}"/>
              </a:ext>
            </a:extLst>
          </p:cNvPr>
          <p:cNvCxnSpPr>
            <a:cxnSpLocks/>
          </p:cNvCxnSpPr>
          <p:nvPr/>
        </p:nvCxnSpPr>
        <p:spPr>
          <a:xfrm>
            <a:off x="367809" y="634224"/>
            <a:ext cx="0" cy="82601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93CA627-5F3E-4C02-A9BF-8DD865463DC4}"/>
              </a:ext>
            </a:extLst>
          </p:cNvPr>
          <p:cNvSpPr/>
          <p:nvPr/>
        </p:nvSpPr>
        <p:spPr bwMode="auto">
          <a:xfrm>
            <a:off x="4142830" y="4838386"/>
            <a:ext cx="6343515" cy="187699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200" dirty="0" err="1"/>
              <a:t>tf.keras.Sequential</a:t>
            </a:r>
            <a:r>
              <a:rPr lang="en-US" sz="2200" dirty="0"/>
              <a:t>([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tf.keras.layers.RandomFlip</a:t>
            </a:r>
            <a:r>
              <a:rPr lang="en-US" sz="2200" dirty="0"/>
              <a:t>("horizontal"),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tf.keras.layers.RandomRotation</a:t>
            </a:r>
            <a:r>
              <a:rPr lang="en-US" sz="2200" dirty="0"/>
              <a:t>(0.2),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tf.keras.layers.RandomZoom</a:t>
            </a:r>
            <a:r>
              <a:rPr lang="en-US" sz="2200" dirty="0"/>
              <a:t>(0.2)</a:t>
            </a:r>
          </a:p>
          <a:p>
            <a:r>
              <a:rPr lang="en-US" sz="2200" dirty="0"/>
              <a:t>])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B281BEC-032F-4D02-9118-D9617B8FED94}"/>
              </a:ext>
            </a:extLst>
          </p:cNvPr>
          <p:cNvSpPr txBox="1"/>
          <p:nvPr/>
        </p:nvSpPr>
        <p:spPr>
          <a:xfrm>
            <a:off x="1217867" y="5515271"/>
            <a:ext cx="221144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TensorFlow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5F319A-ABB2-4BC4-80F6-EEA2E4868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369" y="388002"/>
            <a:ext cx="4150436" cy="415510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41896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931">
        <p159:morph option="byObject"/>
      </p:transition>
    </mc:Choice>
    <mc:Fallback xmlns="">
      <p:transition spd="slow" advTm="20931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87CBB316-D6DF-4F24-BB29-8FA8902D820B}"/>
              </a:ext>
            </a:extLst>
          </p:cNvPr>
          <p:cNvSpPr txBox="1"/>
          <p:nvPr/>
        </p:nvSpPr>
        <p:spPr>
          <a:xfrm>
            <a:off x="244404" y="141781"/>
            <a:ext cx="3178279" cy="492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coolSlant"/>
          </a:sp3d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Data Pre-processing</a:t>
            </a:r>
            <a:endParaRPr lang="en-US" sz="2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D3E937-EA02-49B8-AC07-CEDB3208445A}"/>
              </a:ext>
            </a:extLst>
          </p:cNvPr>
          <p:cNvSpPr txBox="1"/>
          <p:nvPr/>
        </p:nvSpPr>
        <p:spPr>
          <a:xfrm>
            <a:off x="4595045" y="95614"/>
            <a:ext cx="3001909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coolSlant"/>
          </a:sp3d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Deep Learning </a:t>
            </a:r>
          </a:p>
          <a:p>
            <a:pPr algn="ctr"/>
            <a:r>
              <a:rPr lang="en-US" sz="2800" b="1" dirty="0"/>
              <a:t>Model Training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AE35FE-E475-49DD-AA8C-4250B68F119D}"/>
              </a:ext>
            </a:extLst>
          </p:cNvPr>
          <p:cNvSpPr txBox="1"/>
          <p:nvPr/>
        </p:nvSpPr>
        <p:spPr>
          <a:xfrm rot="16200000">
            <a:off x="3645070" y="167020"/>
            <a:ext cx="7275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↓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B73AC11-8D77-480E-A6D9-24A2E01C74EE}"/>
              </a:ext>
            </a:extLst>
          </p:cNvPr>
          <p:cNvCxnSpPr>
            <a:cxnSpLocks/>
            <a:stCxn id="9" idx="2"/>
            <a:endCxn id="30" idx="0"/>
          </p:cNvCxnSpPr>
          <p:nvPr/>
        </p:nvCxnSpPr>
        <p:spPr>
          <a:xfrm flipH="1">
            <a:off x="2147572" y="1049721"/>
            <a:ext cx="3948428" cy="2086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CA0B9E-0D43-4265-89B8-23B12EBD2216}"/>
              </a:ext>
            </a:extLst>
          </p:cNvPr>
          <p:cNvCxnSpPr/>
          <p:nvPr/>
        </p:nvCxnSpPr>
        <p:spPr>
          <a:xfrm>
            <a:off x="-1592826" y="634224"/>
            <a:ext cx="0" cy="63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F5AE354-77DE-424D-B1C7-6CD90F989671}"/>
              </a:ext>
            </a:extLst>
          </p:cNvPr>
          <p:cNvCxnSpPr>
            <a:cxnSpLocks/>
            <a:stCxn id="9" idx="2"/>
            <a:endCxn id="35" idx="0"/>
          </p:cNvCxnSpPr>
          <p:nvPr/>
        </p:nvCxnSpPr>
        <p:spPr>
          <a:xfrm flipH="1">
            <a:off x="3716476" y="1049721"/>
            <a:ext cx="2379524" cy="35890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E1D5C8-8839-4CA7-AB7E-6D6573663057}"/>
              </a:ext>
            </a:extLst>
          </p:cNvPr>
          <p:cNvCxnSpPr>
            <a:cxnSpLocks/>
            <a:stCxn id="9" idx="2"/>
            <a:endCxn id="44" idx="0"/>
          </p:cNvCxnSpPr>
          <p:nvPr/>
        </p:nvCxnSpPr>
        <p:spPr>
          <a:xfrm>
            <a:off x="6096000" y="1049721"/>
            <a:ext cx="2207341" cy="35896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32CF7E2-1B33-4E5C-8644-2887E338825D}"/>
              </a:ext>
            </a:extLst>
          </p:cNvPr>
          <p:cNvCxnSpPr>
            <a:cxnSpLocks/>
            <a:stCxn id="9" idx="2"/>
            <a:endCxn id="53" idx="0"/>
          </p:cNvCxnSpPr>
          <p:nvPr/>
        </p:nvCxnSpPr>
        <p:spPr>
          <a:xfrm>
            <a:off x="6096000" y="1049721"/>
            <a:ext cx="3875444" cy="20673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9189FF5-2AAE-4A1F-B973-16CF351B8A9E}"/>
              </a:ext>
            </a:extLst>
          </p:cNvPr>
          <p:cNvSpPr txBox="1"/>
          <p:nvPr/>
        </p:nvSpPr>
        <p:spPr>
          <a:xfrm>
            <a:off x="739332" y="3136612"/>
            <a:ext cx="2816479" cy="584775"/>
          </a:xfrm>
          <a:prstGeom prst="rect">
            <a:avLst/>
          </a:prstGeom>
          <a:noFill/>
          <a:ln w="19050">
            <a:solidFill>
              <a:srgbClr val="03882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effectLst/>
                <a:latin typeface="+mj-lt"/>
              </a:rPr>
              <a:t>EfficientNetB0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415F4-032E-4842-A207-E99AF30DE635}"/>
              </a:ext>
            </a:extLst>
          </p:cNvPr>
          <p:cNvSpPr txBox="1"/>
          <p:nvPr/>
        </p:nvSpPr>
        <p:spPr>
          <a:xfrm>
            <a:off x="2308236" y="4638728"/>
            <a:ext cx="2816479" cy="584775"/>
          </a:xfrm>
          <a:prstGeom prst="rect">
            <a:avLst/>
          </a:prstGeom>
          <a:noFill/>
          <a:ln w="19050">
            <a:solidFill>
              <a:srgbClr val="03882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5892B"/>
                </a:solidFill>
                <a:effectLst/>
                <a:latin typeface="+mj-lt"/>
              </a:rPr>
              <a:t>MobileNetV2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567036-B734-4960-A55E-3690B172B476}"/>
              </a:ext>
            </a:extLst>
          </p:cNvPr>
          <p:cNvSpPr txBox="1"/>
          <p:nvPr/>
        </p:nvSpPr>
        <p:spPr>
          <a:xfrm>
            <a:off x="6983130" y="4639370"/>
            <a:ext cx="2640422" cy="584775"/>
          </a:xfrm>
          <a:prstGeom prst="rect">
            <a:avLst/>
          </a:prstGeom>
          <a:noFill/>
          <a:ln w="19050">
            <a:solidFill>
              <a:srgbClr val="03882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+mj-lt"/>
              </a:rPr>
              <a:t>ResNet50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A133C2-533F-44FF-8569-A018152E37AF}"/>
              </a:ext>
            </a:extLst>
          </p:cNvPr>
          <p:cNvSpPr txBox="1"/>
          <p:nvPr/>
        </p:nvSpPr>
        <p:spPr>
          <a:xfrm>
            <a:off x="8651233" y="3117069"/>
            <a:ext cx="2640422" cy="584775"/>
          </a:xfrm>
          <a:prstGeom prst="rect">
            <a:avLst/>
          </a:prstGeom>
          <a:noFill/>
          <a:ln w="19050">
            <a:solidFill>
              <a:srgbClr val="03882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effectLst/>
                <a:latin typeface="+mj-lt"/>
              </a:rPr>
              <a:t>VGG16</a:t>
            </a:r>
          </a:p>
        </p:txBody>
      </p:sp>
    </p:spTree>
    <p:extLst>
      <p:ext uri="{BB962C8B-B14F-4D97-AF65-F5344CB8AC3E}">
        <p14:creationId xmlns:p14="http://schemas.microsoft.com/office/powerpoint/2010/main" val="1313109598"/>
      </p:ext>
    </p:extLst>
  </p:cSld>
  <p:clrMapOvr>
    <a:masterClrMapping/>
  </p:clrMapOvr>
  <p:transition spd="med" advTm="26550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F54ACF-598D-40F5-A899-CA3267ADC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75" y="1225574"/>
            <a:ext cx="6592220" cy="527377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E8AC0CAB-2F4D-4022-9F0C-80E8A6B11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0320" y="25298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35 (True Negative, TN):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Healthy images 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(False Positive, FP):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Healthy images incorrectly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LSD Affected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(False Negative, FN):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LSD-affected images incorrectly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36 (True Positive, TP):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LSD-affected images 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LSD Affected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8F789E-175A-4E9A-A01A-EAE40D51CEE2}"/>
              </a:ext>
            </a:extLst>
          </p:cNvPr>
          <p:cNvSpPr txBox="1"/>
          <p:nvPr/>
        </p:nvSpPr>
        <p:spPr>
          <a:xfrm>
            <a:off x="7679414" y="2396475"/>
            <a:ext cx="388004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Negative,TN</a:t>
            </a:r>
            <a:r>
              <a:rPr lang="en-US" altLang="en-US" sz="2200" b="1" dirty="0">
                <a:latin typeface="Arial" panose="020B0604020202020204" pitchFamily="34" charset="0"/>
              </a:rPr>
              <a:t> = 35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 Positive, FP = 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 Negative, FN</a:t>
            </a:r>
            <a:r>
              <a:rPr lang="en-US" altLang="en-US" sz="2200" b="1" dirty="0">
                <a:latin typeface="Arial" panose="020B0604020202020204" pitchFamily="34" charset="0"/>
              </a:rPr>
              <a:t> = 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Positive, TP = 36</a:t>
            </a:r>
            <a:endParaRPr lang="en-US" altLang="en-US" sz="2200" b="1" dirty="0">
              <a:latin typeface="Arial" panose="020B0604020202020204" pitchFamily="34" charset="0"/>
            </a:endParaRPr>
          </a:p>
          <a:p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en-US" sz="2200" b="1" dirty="0">
              <a:latin typeface="Arial" panose="020B0604020202020204" pitchFamily="34" charset="0"/>
            </a:endParaRPr>
          </a:p>
          <a:p>
            <a:endParaRPr lang="en-U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9CBB84-4E0E-422D-9A57-ABFBCAB2F78A}"/>
              </a:ext>
            </a:extLst>
          </p:cNvPr>
          <p:cNvSpPr txBox="1"/>
          <p:nvPr/>
        </p:nvSpPr>
        <p:spPr>
          <a:xfrm>
            <a:off x="4687760" y="164893"/>
            <a:ext cx="2816479" cy="584775"/>
          </a:xfrm>
          <a:prstGeom prst="rect">
            <a:avLst/>
          </a:prstGeom>
          <a:noFill/>
          <a:ln w="19050">
            <a:solidFill>
              <a:srgbClr val="03882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effectLst/>
                <a:latin typeface="+mj-lt"/>
              </a:rPr>
              <a:t>EfficientNetB0</a:t>
            </a:r>
          </a:p>
        </p:txBody>
      </p:sp>
    </p:spTree>
    <p:extLst>
      <p:ext uri="{BB962C8B-B14F-4D97-AF65-F5344CB8AC3E}">
        <p14:creationId xmlns:p14="http://schemas.microsoft.com/office/powerpoint/2010/main" val="86789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180"/>
    </mc:Choice>
    <mc:Fallback xmlns="">
      <p:transition spd="slow" advTm="4018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F54ACF-598D-40F5-A899-CA3267ADC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50" y="1021415"/>
            <a:ext cx="5117659" cy="409412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E8AC0CAB-2F4D-4022-9F0C-80E8A6B11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0320" y="25298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35 (True Negative, TN):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Healthy images 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(False Positive, FP):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Healthy images incorrectly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LSD Affected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(False Negative, FN):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LSD-affected images incorrectly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36 (True Positive, TP):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LSD-affected images 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LSD Affected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8F789E-175A-4E9A-A01A-EAE40D51CEE2}"/>
              </a:ext>
            </a:extLst>
          </p:cNvPr>
          <p:cNvSpPr txBox="1"/>
          <p:nvPr/>
        </p:nvSpPr>
        <p:spPr>
          <a:xfrm>
            <a:off x="1318185" y="5115542"/>
            <a:ext cx="3880041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Negative,TN</a:t>
            </a:r>
            <a:r>
              <a:rPr lang="en-US" altLang="en-US" b="1" dirty="0">
                <a:latin typeface="Arial" panose="020B0604020202020204" pitchFamily="34" charset="0"/>
              </a:rPr>
              <a:t> = 35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 Positive, FP = 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 Negative, FN</a:t>
            </a:r>
            <a:r>
              <a:rPr lang="en-US" altLang="en-US" b="1" dirty="0">
                <a:latin typeface="Arial" panose="020B0604020202020204" pitchFamily="34" charset="0"/>
              </a:rPr>
              <a:t> = 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Positive, TP = 36</a:t>
            </a:r>
            <a:endParaRPr lang="en-US" altLang="en-US" b="1" dirty="0">
              <a:latin typeface="Arial" panose="020B0604020202020204" pitchFamily="34" charset="0"/>
            </a:endParaRPr>
          </a:p>
          <a:p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en-US" sz="2200" b="1" dirty="0">
              <a:latin typeface="Arial" panose="020B0604020202020204" pitchFamily="34" charset="0"/>
            </a:endParaRPr>
          </a:p>
          <a:p>
            <a:endParaRPr lang="en-US" sz="22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5A3A2B2-4F7A-4E09-9806-EAD3EBACA607}"/>
              </a:ext>
            </a:extLst>
          </p:cNvPr>
          <p:cNvCxnSpPr>
            <a:cxnSpLocks/>
          </p:cNvCxnSpPr>
          <p:nvPr/>
        </p:nvCxnSpPr>
        <p:spPr>
          <a:xfrm>
            <a:off x="5824697" y="1105319"/>
            <a:ext cx="0" cy="545716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743553-3F2C-43AE-81D0-8E93C6091A08}"/>
              </a:ext>
            </a:extLst>
          </p:cNvPr>
          <p:cNvSpPr txBox="1"/>
          <p:nvPr/>
        </p:nvSpPr>
        <p:spPr>
          <a:xfrm>
            <a:off x="4687760" y="164893"/>
            <a:ext cx="2816479" cy="584775"/>
          </a:xfrm>
          <a:prstGeom prst="rect">
            <a:avLst/>
          </a:prstGeom>
          <a:noFill/>
          <a:ln w="19050">
            <a:solidFill>
              <a:srgbClr val="03882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effectLst/>
                <a:latin typeface="+mj-lt"/>
              </a:rPr>
              <a:t>EfficientNetB0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5F01BC-8C11-47D7-9DA1-D9CE5C5CBAFE}"/>
              </a:ext>
            </a:extLst>
          </p:cNvPr>
          <p:cNvCxnSpPr>
            <a:cxnSpLocks/>
          </p:cNvCxnSpPr>
          <p:nvPr/>
        </p:nvCxnSpPr>
        <p:spPr>
          <a:xfrm>
            <a:off x="7994244" y="3421918"/>
            <a:ext cx="298145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12082A-13C5-4143-82DA-31AC3FBABA49}"/>
              </a:ext>
            </a:extLst>
          </p:cNvPr>
          <p:cNvCxnSpPr>
            <a:cxnSpLocks/>
          </p:cNvCxnSpPr>
          <p:nvPr/>
        </p:nvCxnSpPr>
        <p:spPr>
          <a:xfrm>
            <a:off x="7840617" y="2039887"/>
            <a:ext cx="3135085" cy="30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585772E-B94D-425F-B6B9-E8DDC8A19576}"/>
              </a:ext>
            </a:extLst>
          </p:cNvPr>
          <p:cNvSpPr txBox="1"/>
          <p:nvPr/>
        </p:nvSpPr>
        <p:spPr>
          <a:xfrm>
            <a:off x="7734134" y="2070032"/>
            <a:ext cx="3348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TP + TN + FP + FN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A53159-A5B6-4A6E-9A0A-C3D576491402}"/>
              </a:ext>
            </a:extLst>
          </p:cNvPr>
          <p:cNvSpPr txBox="1"/>
          <p:nvPr/>
        </p:nvSpPr>
        <p:spPr>
          <a:xfrm>
            <a:off x="8066038" y="1496499"/>
            <a:ext cx="23669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TP + TN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84AF74-2B2C-4ECD-A0DC-D555F2B53250}"/>
              </a:ext>
            </a:extLst>
          </p:cNvPr>
          <p:cNvSpPr txBox="1"/>
          <p:nvPr/>
        </p:nvSpPr>
        <p:spPr>
          <a:xfrm>
            <a:off x="10615074" y="1788008"/>
            <a:ext cx="18420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="1" dirty="0"/>
              <a:t> 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25E3F2-A2B3-46CF-B282-D2BD65D36967}"/>
              </a:ext>
            </a:extLst>
          </p:cNvPr>
          <p:cNvSpPr txBox="1"/>
          <p:nvPr/>
        </p:nvSpPr>
        <p:spPr>
          <a:xfrm>
            <a:off x="9791142" y="3170355"/>
            <a:ext cx="3348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="1" dirty="0"/>
              <a:t> 100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A2E52A-AF68-4630-BBCE-EBF6D1509EA8}"/>
              </a:ext>
            </a:extLst>
          </p:cNvPr>
          <p:cNvSpPr txBox="1"/>
          <p:nvPr/>
        </p:nvSpPr>
        <p:spPr>
          <a:xfrm>
            <a:off x="8224690" y="2913481"/>
            <a:ext cx="23669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36 + 35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A4E545-63E4-4223-9370-07960F0D8AE0}"/>
              </a:ext>
            </a:extLst>
          </p:cNvPr>
          <p:cNvSpPr txBox="1"/>
          <p:nvPr/>
        </p:nvSpPr>
        <p:spPr>
          <a:xfrm>
            <a:off x="5718814" y="1768193"/>
            <a:ext cx="24019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Accuracy =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6433C1-61C2-424E-9A72-449FD4C00513}"/>
              </a:ext>
            </a:extLst>
          </p:cNvPr>
          <p:cNvSpPr txBox="1"/>
          <p:nvPr/>
        </p:nvSpPr>
        <p:spPr>
          <a:xfrm>
            <a:off x="7653356" y="5615576"/>
            <a:ext cx="3509605" cy="5232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Accuracy = 85.54%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C90D81-1095-47E5-A275-BC0C6C49297E}"/>
              </a:ext>
            </a:extLst>
          </p:cNvPr>
          <p:cNvSpPr txBox="1"/>
          <p:nvPr/>
        </p:nvSpPr>
        <p:spPr>
          <a:xfrm>
            <a:off x="7119127" y="3151656"/>
            <a:ext cx="999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4A9887-2BF6-439A-9023-21516AC6CD83}"/>
              </a:ext>
            </a:extLst>
          </p:cNvPr>
          <p:cNvSpPr txBox="1"/>
          <p:nvPr/>
        </p:nvSpPr>
        <p:spPr>
          <a:xfrm>
            <a:off x="8002376" y="3442954"/>
            <a:ext cx="30717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36 + 35 + 8 + 4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654E6D-C808-4BFB-9E6A-A72EAEE379D1}"/>
              </a:ext>
            </a:extLst>
          </p:cNvPr>
          <p:cNvSpPr txBox="1"/>
          <p:nvPr/>
        </p:nvSpPr>
        <p:spPr>
          <a:xfrm>
            <a:off x="7119127" y="4330138"/>
            <a:ext cx="999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FDE375-61CD-4828-A109-B73307CF6737}"/>
              </a:ext>
            </a:extLst>
          </p:cNvPr>
          <p:cNvSpPr txBox="1"/>
          <p:nvPr/>
        </p:nvSpPr>
        <p:spPr>
          <a:xfrm>
            <a:off x="7994244" y="4304364"/>
            <a:ext cx="3348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="1" dirty="0"/>
              <a:t> 100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0A2435F-E0B2-4C4F-A717-6FAECE4C344F}"/>
              </a:ext>
            </a:extLst>
          </p:cNvPr>
          <p:cNvCxnSpPr>
            <a:cxnSpLocks/>
          </p:cNvCxnSpPr>
          <p:nvPr/>
        </p:nvCxnSpPr>
        <p:spPr>
          <a:xfrm>
            <a:off x="7944003" y="4606166"/>
            <a:ext cx="96888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272E8B9-3704-4D16-B8A6-41CEAF7E442D}"/>
              </a:ext>
            </a:extLst>
          </p:cNvPr>
          <p:cNvSpPr txBox="1"/>
          <p:nvPr/>
        </p:nvSpPr>
        <p:spPr>
          <a:xfrm>
            <a:off x="7994244" y="4082946"/>
            <a:ext cx="836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71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6CEE83-3522-4CEB-95C6-23C70DD19772}"/>
              </a:ext>
            </a:extLst>
          </p:cNvPr>
          <p:cNvSpPr txBox="1"/>
          <p:nvPr/>
        </p:nvSpPr>
        <p:spPr>
          <a:xfrm>
            <a:off x="7979286" y="4584558"/>
            <a:ext cx="836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3370000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4890">
        <p159:morph option="byObject"/>
      </p:transition>
    </mc:Choice>
    <mc:Fallback xmlns="">
      <p:transition spd="slow" advTm="3489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F54ACF-598D-40F5-A899-CA3267ADC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351" y="1496499"/>
            <a:ext cx="6332477" cy="506598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E8AC0CAB-2F4D-4022-9F0C-80E8A6B11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0320" y="25298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35 (True Negative, TN):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Healthy images 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(False Positive, FP):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Healthy images incorrectly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LSD Affected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(False Negative, FN):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LSD-affected images incorrectly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36 (True Positive, TP):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LSD-affected images 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LSD Affected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5A3A2B2-4F7A-4E09-9806-EAD3EBACA607}"/>
              </a:ext>
            </a:extLst>
          </p:cNvPr>
          <p:cNvCxnSpPr>
            <a:cxnSpLocks/>
          </p:cNvCxnSpPr>
          <p:nvPr/>
        </p:nvCxnSpPr>
        <p:spPr>
          <a:xfrm>
            <a:off x="6909919" y="1105319"/>
            <a:ext cx="0" cy="545716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743553-3F2C-43AE-81D0-8E93C6091A08}"/>
              </a:ext>
            </a:extLst>
          </p:cNvPr>
          <p:cNvSpPr txBox="1"/>
          <p:nvPr/>
        </p:nvSpPr>
        <p:spPr>
          <a:xfrm>
            <a:off x="4687760" y="164893"/>
            <a:ext cx="2816479" cy="584775"/>
          </a:xfrm>
          <a:prstGeom prst="rect">
            <a:avLst/>
          </a:prstGeom>
          <a:noFill/>
          <a:ln w="19050">
            <a:solidFill>
              <a:srgbClr val="03882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5892B"/>
                </a:solidFill>
                <a:effectLst/>
                <a:latin typeface="+mj-lt"/>
              </a:rPr>
              <a:t>MobileNetV2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5F01BC-8C11-47D7-9DA1-D9CE5C5CBAFE}"/>
              </a:ext>
            </a:extLst>
          </p:cNvPr>
          <p:cNvCxnSpPr>
            <a:cxnSpLocks/>
          </p:cNvCxnSpPr>
          <p:nvPr/>
        </p:nvCxnSpPr>
        <p:spPr>
          <a:xfrm>
            <a:off x="7994244" y="2999891"/>
            <a:ext cx="298145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B25E3F2-A2B3-46CF-B282-D2BD65D36967}"/>
              </a:ext>
            </a:extLst>
          </p:cNvPr>
          <p:cNvSpPr txBox="1"/>
          <p:nvPr/>
        </p:nvSpPr>
        <p:spPr>
          <a:xfrm>
            <a:off x="9791142" y="2758372"/>
            <a:ext cx="3348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="1" dirty="0"/>
              <a:t> 100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A2E52A-AF68-4630-BBCE-EBF6D1509EA8}"/>
              </a:ext>
            </a:extLst>
          </p:cNvPr>
          <p:cNvSpPr txBox="1"/>
          <p:nvPr/>
        </p:nvSpPr>
        <p:spPr>
          <a:xfrm>
            <a:off x="8224690" y="2491454"/>
            <a:ext cx="23669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34 + 38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6433C1-61C2-424E-9A72-449FD4C00513}"/>
              </a:ext>
            </a:extLst>
          </p:cNvPr>
          <p:cNvSpPr txBox="1"/>
          <p:nvPr/>
        </p:nvSpPr>
        <p:spPr>
          <a:xfrm>
            <a:off x="7653356" y="5615576"/>
            <a:ext cx="3509605" cy="5232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Accuracy = 86.75%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C90D81-1095-47E5-A275-BC0C6C49297E}"/>
              </a:ext>
            </a:extLst>
          </p:cNvPr>
          <p:cNvSpPr txBox="1"/>
          <p:nvPr/>
        </p:nvSpPr>
        <p:spPr>
          <a:xfrm>
            <a:off x="7119127" y="2739676"/>
            <a:ext cx="999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4A9887-2BF6-439A-9023-21516AC6CD83}"/>
              </a:ext>
            </a:extLst>
          </p:cNvPr>
          <p:cNvSpPr txBox="1"/>
          <p:nvPr/>
        </p:nvSpPr>
        <p:spPr>
          <a:xfrm>
            <a:off x="8002376" y="3020927"/>
            <a:ext cx="30717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34 + 38 + 5 + 6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654E6D-C808-4BFB-9E6A-A72EAEE379D1}"/>
              </a:ext>
            </a:extLst>
          </p:cNvPr>
          <p:cNvSpPr txBox="1"/>
          <p:nvPr/>
        </p:nvSpPr>
        <p:spPr>
          <a:xfrm>
            <a:off x="7119127" y="3918159"/>
            <a:ext cx="999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FDE375-61CD-4828-A109-B73307CF6737}"/>
              </a:ext>
            </a:extLst>
          </p:cNvPr>
          <p:cNvSpPr txBox="1"/>
          <p:nvPr/>
        </p:nvSpPr>
        <p:spPr>
          <a:xfrm>
            <a:off x="7994244" y="3882337"/>
            <a:ext cx="3348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="1" dirty="0"/>
              <a:t> 100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0A2435F-E0B2-4C4F-A717-6FAECE4C344F}"/>
              </a:ext>
            </a:extLst>
          </p:cNvPr>
          <p:cNvCxnSpPr>
            <a:cxnSpLocks/>
          </p:cNvCxnSpPr>
          <p:nvPr/>
        </p:nvCxnSpPr>
        <p:spPr>
          <a:xfrm>
            <a:off x="7944003" y="4184139"/>
            <a:ext cx="96888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272E8B9-3704-4D16-B8A6-41CEAF7E442D}"/>
              </a:ext>
            </a:extLst>
          </p:cNvPr>
          <p:cNvSpPr txBox="1"/>
          <p:nvPr/>
        </p:nvSpPr>
        <p:spPr>
          <a:xfrm>
            <a:off x="7994244" y="3660919"/>
            <a:ext cx="836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72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6CEE83-3522-4CEB-95C6-23C70DD19772}"/>
              </a:ext>
            </a:extLst>
          </p:cNvPr>
          <p:cNvSpPr txBox="1"/>
          <p:nvPr/>
        </p:nvSpPr>
        <p:spPr>
          <a:xfrm>
            <a:off x="7979286" y="4162531"/>
            <a:ext cx="836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83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899691-BB2B-469C-89E3-2359251AF230}"/>
              </a:ext>
            </a:extLst>
          </p:cNvPr>
          <p:cNvSpPr txBox="1"/>
          <p:nvPr/>
        </p:nvSpPr>
        <p:spPr>
          <a:xfrm>
            <a:off x="7559156" y="1378993"/>
            <a:ext cx="39581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/>
              <a:t>Accuracy </a:t>
            </a: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504671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5760">
        <p159:morph option="byObject"/>
      </p:transition>
    </mc:Choice>
    <mc:Fallback xmlns="">
      <p:transition spd="slow" advTm="2576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F54ACF-598D-40F5-A899-CA3267ADC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352" y="1496499"/>
            <a:ext cx="6332475" cy="506598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E8AC0CAB-2F4D-4022-9F0C-80E8A6B11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0320" y="25298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35 (True Negative, TN):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Healthy images 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(False Positive, FP):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Healthy images incorrectly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LSD Affected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(False Negative, FN):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LSD-affected images incorrectly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36 (True Positive, TP):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LSD-affected images 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LSD Affected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5A3A2B2-4F7A-4E09-9806-EAD3EBACA607}"/>
              </a:ext>
            </a:extLst>
          </p:cNvPr>
          <p:cNvCxnSpPr>
            <a:cxnSpLocks/>
          </p:cNvCxnSpPr>
          <p:nvPr/>
        </p:nvCxnSpPr>
        <p:spPr>
          <a:xfrm>
            <a:off x="6909919" y="1105319"/>
            <a:ext cx="0" cy="545716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743553-3F2C-43AE-81D0-8E93C6091A08}"/>
              </a:ext>
            </a:extLst>
          </p:cNvPr>
          <p:cNvSpPr txBox="1"/>
          <p:nvPr/>
        </p:nvSpPr>
        <p:spPr>
          <a:xfrm>
            <a:off x="4687760" y="164893"/>
            <a:ext cx="2816479" cy="584775"/>
          </a:xfrm>
          <a:prstGeom prst="rect">
            <a:avLst/>
          </a:prstGeom>
          <a:noFill/>
          <a:ln w="19050">
            <a:solidFill>
              <a:srgbClr val="03882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+mj-lt"/>
              </a:rPr>
              <a:t>ResNet50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5F01BC-8C11-47D7-9DA1-D9CE5C5CBAFE}"/>
              </a:ext>
            </a:extLst>
          </p:cNvPr>
          <p:cNvCxnSpPr>
            <a:cxnSpLocks/>
          </p:cNvCxnSpPr>
          <p:nvPr/>
        </p:nvCxnSpPr>
        <p:spPr>
          <a:xfrm>
            <a:off x="7994244" y="2999891"/>
            <a:ext cx="298145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B25E3F2-A2B3-46CF-B282-D2BD65D36967}"/>
              </a:ext>
            </a:extLst>
          </p:cNvPr>
          <p:cNvSpPr txBox="1"/>
          <p:nvPr/>
        </p:nvSpPr>
        <p:spPr>
          <a:xfrm>
            <a:off x="9791142" y="2758372"/>
            <a:ext cx="3348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="1" dirty="0"/>
              <a:t> 100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A2E52A-AF68-4630-BBCE-EBF6D1509EA8}"/>
              </a:ext>
            </a:extLst>
          </p:cNvPr>
          <p:cNvSpPr txBox="1"/>
          <p:nvPr/>
        </p:nvSpPr>
        <p:spPr>
          <a:xfrm>
            <a:off x="8224690" y="2491454"/>
            <a:ext cx="23669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33 + 40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6433C1-61C2-424E-9A72-449FD4C00513}"/>
              </a:ext>
            </a:extLst>
          </p:cNvPr>
          <p:cNvSpPr txBox="1"/>
          <p:nvPr/>
        </p:nvSpPr>
        <p:spPr>
          <a:xfrm>
            <a:off x="7653356" y="5615576"/>
            <a:ext cx="3509605" cy="5232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Accuracy = 87.95%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C90D81-1095-47E5-A275-BC0C6C49297E}"/>
              </a:ext>
            </a:extLst>
          </p:cNvPr>
          <p:cNvSpPr txBox="1"/>
          <p:nvPr/>
        </p:nvSpPr>
        <p:spPr>
          <a:xfrm>
            <a:off x="7119127" y="2739676"/>
            <a:ext cx="999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4A9887-2BF6-439A-9023-21516AC6CD83}"/>
              </a:ext>
            </a:extLst>
          </p:cNvPr>
          <p:cNvSpPr txBox="1"/>
          <p:nvPr/>
        </p:nvSpPr>
        <p:spPr>
          <a:xfrm>
            <a:off x="8002376" y="3020927"/>
            <a:ext cx="30717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33 + 40 + 3 + 7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654E6D-C808-4BFB-9E6A-A72EAEE379D1}"/>
              </a:ext>
            </a:extLst>
          </p:cNvPr>
          <p:cNvSpPr txBox="1"/>
          <p:nvPr/>
        </p:nvSpPr>
        <p:spPr>
          <a:xfrm>
            <a:off x="7119127" y="3918159"/>
            <a:ext cx="999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FDE375-61CD-4828-A109-B73307CF6737}"/>
              </a:ext>
            </a:extLst>
          </p:cNvPr>
          <p:cNvSpPr txBox="1"/>
          <p:nvPr/>
        </p:nvSpPr>
        <p:spPr>
          <a:xfrm>
            <a:off x="7994244" y="3882337"/>
            <a:ext cx="3348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="1" dirty="0"/>
              <a:t> 100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0A2435F-E0B2-4C4F-A717-6FAECE4C344F}"/>
              </a:ext>
            </a:extLst>
          </p:cNvPr>
          <p:cNvCxnSpPr>
            <a:cxnSpLocks/>
          </p:cNvCxnSpPr>
          <p:nvPr/>
        </p:nvCxnSpPr>
        <p:spPr>
          <a:xfrm>
            <a:off x="7944003" y="4184139"/>
            <a:ext cx="96888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272E8B9-3704-4D16-B8A6-41CEAF7E442D}"/>
              </a:ext>
            </a:extLst>
          </p:cNvPr>
          <p:cNvSpPr txBox="1"/>
          <p:nvPr/>
        </p:nvSpPr>
        <p:spPr>
          <a:xfrm>
            <a:off x="7994244" y="3660919"/>
            <a:ext cx="836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73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6CEE83-3522-4CEB-95C6-23C70DD19772}"/>
              </a:ext>
            </a:extLst>
          </p:cNvPr>
          <p:cNvSpPr txBox="1"/>
          <p:nvPr/>
        </p:nvSpPr>
        <p:spPr>
          <a:xfrm>
            <a:off x="7979286" y="4162531"/>
            <a:ext cx="836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83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899691-BB2B-469C-89E3-2359251AF230}"/>
              </a:ext>
            </a:extLst>
          </p:cNvPr>
          <p:cNvSpPr txBox="1"/>
          <p:nvPr/>
        </p:nvSpPr>
        <p:spPr>
          <a:xfrm>
            <a:off x="7559156" y="1378993"/>
            <a:ext cx="39581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/>
              <a:t>Accuracy </a:t>
            </a: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3655132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1818">
        <p159:morph option="byObject"/>
      </p:transition>
    </mc:Choice>
    <mc:Fallback xmlns="">
      <p:transition spd="slow" advTm="21818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F54ACF-598D-40F5-A899-CA3267ADC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352" y="1496499"/>
            <a:ext cx="6332475" cy="506597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E8AC0CAB-2F4D-4022-9F0C-80E8A6B11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0320" y="25298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35 (True Negative, TN):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Healthy images 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(False Positive, FP):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Healthy images incorrectly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LSD Affected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(False Negative, FN):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LSD-affected images incorrectly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36 (True Positive, TP):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LSD-affected images correctly predicted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LSD Affected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5A3A2B2-4F7A-4E09-9806-EAD3EBACA607}"/>
              </a:ext>
            </a:extLst>
          </p:cNvPr>
          <p:cNvCxnSpPr>
            <a:cxnSpLocks/>
          </p:cNvCxnSpPr>
          <p:nvPr/>
        </p:nvCxnSpPr>
        <p:spPr>
          <a:xfrm>
            <a:off x="6909919" y="1105319"/>
            <a:ext cx="0" cy="545716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743553-3F2C-43AE-81D0-8E93C6091A08}"/>
              </a:ext>
            </a:extLst>
          </p:cNvPr>
          <p:cNvSpPr txBox="1"/>
          <p:nvPr/>
        </p:nvSpPr>
        <p:spPr>
          <a:xfrm>
            <a:off x="4687760" y="164893"/>
            <a:ext cx="2816479" cy="584775"/>
          </a:xfrm>
          <a:prstGeom prst="rect">
            <a:avLst/>
          </a:prstGeom>
          <a:noFill/>
          <a:ln w="19050">
            <a:solidFill>
              <a:srgbClr val="03882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effectLst/>
                <a:latin typeface="+mj-lt"/>
              </a:rPr>
              <a:t>VGG16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5F01BC-8C11-47D7-9DA1-D9CE5C5CBAFE}"/>
              </a:ext>
            </a:extLst>
          </p:cNvPr>
          <p:cNvCxnSpPr>
            <a:cxnSpLocks/>
          </p:cNvCxnSpPr>
          <p:nvPr/>
        </p:nvCxnSpPr>
        <p:spPr>
          <a:xfrm>
            <a:off x="7994244" y="2999891"/>
            <a:ext cx="298145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B25E3F2-A2B3-46CF-B282-D2BD65D36967}"/>
              </a:ext>
            </a:extLst>
          </p:cNvPr>
          <p:cNvSpPr txBox="1"/>
          <p:nvPr/>
        </p:nvSpPr>
        <p:spPr>
          <a:xfrm>
            <a:off x="9791142" y="2758372"/>
            <a:ext cx="3348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="1" dirty="0"/>
              <a:t> 100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A2E52A-AF68-4630-BBCE-EBF6D1509EA8}"/>
              </a:ext>
            </a:extLst>
          </p:cNvPr>
          <p:cNvSpPr txBox="1"/>
          <p:nvPr/>
        </p:nvSpPr>
        <p:spPr>
          <a:xfrm>
            <a:off x="8224690" y="2491454"/>
            <a:ext cx="23669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29 + 41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6433C1-61C2-424E-9A72-449FD4C00513}"/>
              </a:ext>
            </a:extLst>
          </p:cNvPr>
          <p:cNvSpPr txBox="1"/>
          <p:nvPr/>
        </p:nvSpPr>
        <p:spPr>
          <a:xfrm>
            <a:off x="7653356" y="5615576"/>
            <a:ext cx="3509605" cy="5232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Accuracy = 84.34%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C90D81-1095-47E5-A275-BC0C6C49297E}"/>
              </a:ext>
            </a:extLst>
          </p:cNvPr>
          <p:cNvSpPr txBox="1"/>
          <p:nvPr/>
        </p:nvSpPr>
        <p:spPr>
          <a:xfrm>
            <a:off x="7119127" y="2739676"/>
            <a:ext cx="999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4A9887-2BF6-439A-9023-21516AC6CD83}"/>
              </a:ext>
            </a:extLst>
          </p:cNvPr>
          <p:cNvSpPr txBox="1"/>
          <p:nvPr/>
        </p:nvSpPr>
        <p:spPr>
          <a:xfrm>
            <a:off x="8002376" y="3020927"/>
            <a:ext cx="30717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29 + 41 + 2 + 11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654E6D-C808-4BFB-9E6A-A72EAEE379D1}"/>
              </a:ext>
            </a:extLst>
          </p:cNvPr>
          <p:cNvSpPr txBox="1"/>
          <p:nvPr/>
        </p:nvSpPr>
        <p:spPr>
          <a:xfrm>
            <a:off x="7119127" y="3918159"/>
            <a:ext cx="999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FDE375-61CD-4828-A109-B73307CF6737}"/>
              </a:ext>
            </a:extLst>
          </p:cNvPr>
          <p:cNvSpPr txBox="1"/>
          <p:nvPr/>
        </p:nvSpPr>
        <p:spPr>
          <a:xfrm>
            <a:off x="7994244" y="3882337"/>
            <a:ext cx="3348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="1" dirty="0"/>
              <a:t> 100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0A2435F-E0B2-4C4F-A717-6FAECE4C344F}"/>
              </a:ext>
            </a:extLst>
          </p:cNvPr>
          <p:cNvCxnSpPr>
            <a:cxnSpLocks/>
          </p:cNvCxnSpPr>
          <p:nvPr/>
        </p:nvCxnSpPr>
        <p:spPr>
          <a:xfrm>
            <a:off x="7944003" y="4184139"/>
            <a:ext cx="96888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272E8B9-3704-4D16-B8A6-41CEAF7E442D}"/>
              </a:ext>
            </a:extLst>
          </p:cNvPr>
          <p:cNvSpPr txBox="1"/>
          <p:nvPr/>
        </p:nvSpPr>
        <p:spPr>
          <a:xfrm>
            <a:off x="7994244" y="3660919"/>
            <a:ext cx="836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70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6CEE83-3522-4CEB-95C6-23C70DD19772}"/>
              </a:ext>
            </a:extLst>
          </p:cNvPr>
          <p:cNvSpPr txBox="1"/>
          <p:nvPr/>
        </p:nvSpPr>
        <p:spPr>
          <a:xfrm>
            <a:off x="7979286" y="4162531"/>
            <a:ext cx="836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83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899691-BB2B-469C-89E3-2359251AF230}"/>
              </a:ext>
            </a:extLst>
          </p:cNvPr>
          <p:cNvSpPr txBox="1"/>
          <p:nvPr/>
        </p:nvSpPr>
        <p:spPr>
          <a:xfrm>
            <a:off x="7559156" y="1378993"/>
            <a:ext cx="39581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/>
              <a:t>Accuracy </a:t>
            </a: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2594527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7480">
        <p159:morph option="byObject"/>
      </p:transition>
    </mc:Choice>
    <mc:Fallback xmlns="">
      <p:transition spd="slow" advTm="1748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43C27A-DDB7-4669-A6BA-2F1D2C8F8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079082"/>
              </p:ext>
            </p:extLst>
          </p:nvPr>
        </p:nvGraphicFramePr>
        <p:xfrm>
          <a:off x="2676831" y="1759330"/>
          <a:ext cx="7007942" cy="333934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782962">
                  <a:extLst>
                    <a:ext uri="{9D8B030D-6E8A-4147-A177-3AD203B41FA5}">
                      <a16:colId xmlns:a16="http://schemas.microsoft.com/office/drawing/2014/main" val="2386706150"/>
                    </a:ext>
                  </a:extLst>
                </a:gridCol>
                <a:gridCol w="3224980">
                  <a:extLst>
                    <a:ext uri="{9D8B030D-6E8A-4147-A177-3AD203B41FA5}">
                      <a16:colId xmlns:a16="http://schemas.microsoft.com/office/drawing/2014/main" val="14780023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983364"/>
                  </a:ext>
                </a:extLst>
              </a:tr>
              <a:tr h="187248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400" b="0" dirty="0"/>
                        <a:t>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400" b="0" dirty="0"/>
                        <a:t>87.95%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7353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400" b="0"/>
                        <a:t>MobileNetV2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400" b="0" dirty="0"/>
                        <a:t>86.75%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669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400" b="0"/>
                        <a:t>EfficientNetB0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400" b="0" dirty="0"/>
                        <a:t>85.54%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4373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400" b="0" dirty="0"/>
                        <a:t>VGG16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400" b="0" dirty="0"/>
                        <a:t>84.34%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72218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C98A60F-E0A4-4704-8150-BFAD59CD5B7B}"/>
              </a:ext>
            </a:extLst>
          </p:cNvPr>
          <p:cNvSpPr txBox="1"/>
          <p:nvPr/>
        </p:nvSpPr>
        <p:spPr>
          <a:xfrm>
            <a:off x="4178824" y="302545"/>
            <a:ext cx="4003956" cy="584775"/>
          </a:xfrm>
          <a:prstGeom prst="rect">
            <a:avLst/>
          </a:prstGeom>
          <a:noFill/>
          <a:ln w="19050">
            <a:solidFill>
              <a:srgbClr val="03882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Accuracy Comparison</a:t>
            </a:r>
            <a:endParaRPr lang="en-US" sz="3200" b="1" dirty="0">
              <a:solidFill>
                <a:srgbClr val="C000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7535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397"/>
    </mc:Choice>
    <mc:Fallback xmlns="">
      <p:transition spd="slow" advTm="50397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A7185-5209-7CA7-1E7E-8447FC80D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EA178A-A16C-F7BA-81D1-1D625B8626A7}"/>
              </a:ext>
            </a:extLst>
          </p:cNvPr>
          <p:cNvSpPr txBox="1"/>
          <p:nvPr/>
        </p:nvSpPr>
        <p:spPr>
          <a:xfrm>
            <a:off x="1719016" y="1552027"/>
            <a:ext cx="28340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600" normalizeH="0" baseline="0" noProof="0" dirty="0">
                <a:ln>
                  <a:noFill/>
                </a:ln>
                <a:solidFill>
                  <a:srgbClr val="667448"/>
                </a:solidFill>
                <a:effectLst/>
                <a:uLnTx/>
                <a:uFillTx/>
                <a:latin typeface="Questrial" pitchFamily="2" charset="0"/>
                <a:ea typeface="+mn-ea"/>
                <a:cs typeface="+mn-cs"/>
              </a:rPr>
              <a:t>Output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7595989-5A0D-748E-6023-7DA2A4EE9A5A}"/>
              </a:ext>
            </a:extLst>
          </p:cNvPr>
          <p:cNvGrpSpPr/>
          <p:nvPr/>
        </p:nvGrpSpPr>
        <p:grpSpPr>
          <a:xfrm>
            <a:off x="6750295" y="1085472"/>
            <a:ext cx="6195228" cy="5373996"/>
            <a:chOff x="5996772" y="1135714"/>
            <a:chExt cx="6195228" cy="5373996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25CA828-C39C-1376-A9F9-3C93E5D3E76F}"/>
                </a:ext>
              </a:extLst>
            </p:cNvPr>
            <p:cNvGrpSpPr/>
            <p:nvPr/>
          </p:nvGrpSpPr>
          <p:grpSpPr>
            <a:xfrm>
              <a:off x="10910304" y="3611315"/>
              <a:ext cx="1281696" cy="1160239"/>
              <a:chOff x="10910304" y="3611315"/>
              <a:chExt cx="1281696" cy="1160239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C56D2F2D-C1CA-57A7-74B1-8F65B600946F}"/>
                  </a:ext>
                </a:extLst>
              </p:cNvPr>
              <p:cNvSpPr/>
              <p:nvPr/>
            </p:nvSpPr>
            <p:spPr>
              <a:xfrm>
                <a:off x="10910304" y="3991254"/>
                <a:ext cx="1110666" cy="766061"/>
              </a:xfrm>
              <a:custGeom>
                <a:avLst/>
                <a:gdLst>
                  <a:gd name="connsiteX0" fmla="*/ 327826 w 1266857"/>
                  <a:gd name="connsiteY0" fmla="*/ 310416 h 873791"/>
                  <a:gd name="connsiteX1" fmla="*/ 423468 w 1266857"/>
                  <a:gd name="connsiteY1" fmla="*/ 348062 h 873791"/>
                  <a:gd name="connsiteX2" fmla="*/ 603562 w 1266857"/>
                  <a:gd name="connsiteY2" fmla="*/ 461002 h 873791"/>
                  <a:gd name="connsiteX3" fmla="*/ 673768 w 1266857"/>
                  <a:gd name="connsiteY3" fmla="*/ 531208 h 873791"/>
                  <a:gd name="connsiteX4" fmla="*/ 688013 w 1266857"/>
                  <a:gd name="connsiteY4" fmla="*/ 804910 h 873791"/>
                  <a:gd name="connsiteX5" fmla="*/ 712432 w 1266857"/>
                  <a:gd name="connsiteY5" fmla="*/ 842556 h 873791"/>
                  <a:gd name="connsiteX6" fmla="*/ 766359 w 1266857"/>
                  <a:gd name="connsiteY6" fmla="*/ 830347 h 873791"/>
                  <a:gd name="connsiteX7" fmla="*/ 852845 w 1266857"/>
                  <a:gd name="connsiteY7" fmla="*/ 653305 h 873791"/>
                  <a:gd name="connsiteX8" fmla="*/ 1007501 w 1266857"/>
                  <a:gd name="connsiteY8" fmla="*/ 587170 h 873791"/>
                  <a:gd name="connsiteX9" fmla="*/ 1131634 w 1266857"/>
                  <a:gd name="connsiteY9" fmla="*/ 659410 h 873791"/>
                  <a:gd name="connsiteX10" fmla="*/ 1132651 w 1266857"/>
                  <a:gd name="connsiteY10" fmla="*/ 815084 h 873791"/>
                  <a:gd name="connsiteX11" fmla="*/ 1154018 w 1266857"/>
                  <a:gd name="connsiteY11" fmla="*/ 871046 h 873791"/>
                  <a:gd name="connsiteX12" fmla="*/ 1210997 w 1266857"/>
                  <a:gd name="connsiteY12" fmla="*/ 847644 h 873791"/>
                  <a:gd name="connsiteX13" fmla="*/ 1229311 w 1266857"/>
                  <a:gd name="connsiteY13" fmla="*/ 525103 h 873791"/>
                  <a:gd name="connsiteX14" fmla="*/ 1002414 w 1266857"/>
                  <a:gd name="connsiteY14" fmla="*/ 272769 h 873791"/>
                  <a:gd name="connsiteX15" fmla="*/ 653418 w 1266857"/>
                  <a:gd name="connsiteY15" fmla="*/ 45872 h 873791"/>
                  <a:gd name="connsiteX16" fmla="*/ 246427 w 1266857"/>
                  <a:gd name="connsiteY16" fmla="*/ 36714 h 873791"/>
                  <a:gd name="connsiteX17" fmla="*/ 6302 w 1266857"/>
                  <a:gd name="connsiteY17" fmla="*/ 320590 h 873791"/>
                  <a:gd name="connsiteX18" fmla="*/ 20547 w 1266857"/>
                  <a:gd name="connsiteY18" fmla="*/ 403006 h 873791"/>
                  <a:gd name="connsiteX19" fmla="*/ 112120 w 1266857"/>
                  <a:gd name="connsiteY19" fmla="*/ 358237 h 873791"/>
                  <a:gd name="connsiteX20" fmla="*/ 325791 w 1266857"/>
                  <a:gd name="connsiteY20" fmla="*/ 310416 h 873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66857" h="873791">
                    <a:moveTo>
                      <a:pt x="327826" y="310416"/>
                    </a:moveTo>
                    <a:cubicBezTo>
                      <a:pt x="361402" y="317538"/>
                      <a:pt x="392944" y="332800"/>
                      <a:pt x="423468" y="348062"/>
                    </a:cubicBezTo>
                    <a:cubicBezTo>
                      <a:pt x="486552" y="381639"/>
                      <a:pt x="546583" y="419286"/>
                      <a:pt x="603562" y="461002"/>
                    </a:cubicBezTo>
                    <a:cubicBezTo>
                      <a:pt x="631034" y="480335"/>
                      <a:pt x="657488" y="501701"/>
                      <a:pt x="673768" y="531208"/>
                    </a:cubicBezTo>
                    <a:cubicBezTo>
                      <a:pt x="718537" y="611589"/>
                      <a:pt x="665628" y="715372"/>
                      <a:pt x="688013" y="804910"/>
                    </a:cubicBezTo>
                    <a:cubicBezTo>
                      <a:pt x="692083" y="820172"/>
                      <a:pt x="698188" y="835434"/>
                      <a:pt x="712432" y="842556"/>
                    </a:cubicBezTo>
                    <a:cubicBezTo>
                      <a:pt x="729729" y="851714"/>
                      <a:pt x="752114" y="842556"/>
                      <a:pt x="766359" y="830347"/>
                    </a:cubicBezTo>
                    <a:cubicBezTo>
                      <a:pt x="816215" y="786595"/>
                      <a:pt x="815198" y="708249"/>
                      <a:pt x="852845" y="653305"/>
                    </a:cubicBezTo>
                    <a:cubicBezTo>
                      <a:pt x="886421" y="605484"/>
                      <a:pt x="949505" y="583100"/>
                      <a:pt x="1007501" y="587170"/>
                    </a:cubicBezTo>
                    <a:cubicBezTo>
                      <a:pt x="1057358" y="590222"/>
                      <a:pt x="1110267" y="613624"/>
                      <a:pt x="1131634" y="659410"/>
                    </a:cubicBezTo>
                    <a:cubicBezTo>
                      <a:pt x="1154018" y="707232"/>
                      <a:pt x="1136721" y="762175"/>
                      <a:pt x="1132651" y="815084"/>
                    </a:cubicBezTo>
                    <a:cubicBezTo>
                      <a:pt x="1131634" y="836452"/>
                      <a:pt x="1134686" y="861889"/>
                      <a:pt x="1154018" y="871046"/>
                    </a:cubicBezTo>
                    <a:cubicBezTo>
                      <a:pt x="1174367" y="880203"/>
                      <a:pt x="1196752" y="864941"/>
                      <a:pt x="1210997" y="847644"/>
                    </a:cubicBezTo>
                    <a:cubicBezTo>
                      <a:pt x="1284255" y="760141"/>
                      <a:pt x="1280185" y="626851"/>
                      <a:pt x="1229311" y="525103"/>
                    </a:cubicBezTo>
                    <a:cubicBezTo>
                      <a:pt x="1178437" y="423356"/>
                      <a:pt x="1089917" y="346027"/>
                      <a:pt x="1002414" y="272769"/>
                    </a:cubicBezTo>
                    <a:cubicBezTo>
                      <a:pt x="894561" y="184249"/>
                      <a:pt x="782638" y="97763"/>
                      <a:pt x="653418" y="45872"/>
                    </a:cubicBezTo>
                    <a:cubicBezTo>
                      <a:pt x="524199" y="-6020"/>
                      <a:pt x="373612" y="-20265"/>
                      <a:pt x="246427" y="36714"/>
                    </a:cubicBezTo>
                    <a:cubicBezTo>
                      <a:pt x="129417" y="88605"/>
                      <a:pt x="41914" y="197476"/>
                      <a:pt x="6302" y="320590"/>
                    </a:cubicBezTo>
                    <a:cubicBezTo>
                      <a:pt x="197" y="340940"/>
                      <a:pt x="-8960" y="393849"/>
                      <a:pt x="20547" y="403006"/>
                    </a:cubicBezTo>
                    <a:cubicBezTo>
                      <a:pt x="40897" y="409111"/>
                      <a:pt x="92788" y="368412"/>
                      <a:pt x="112120" y="358237"/>
                    </a:cubicBezTo>
                    <a:cubicBezTo>
                      <a:pt x="178256" y="324660"/>
                      <a:pt x="250497" y="296171"/>
                      <a:pt x="325791" y="310416"/>
                    </a:cubicBezTo>
                    <a:close/>
                  </a:path>
                </a:pathLst>
              </a:custGeom>
              <a:solidFill>
                <a:srgbClr val="694520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FFE0381A-3EF1-E618-13B1-BD333C3F052C}"/>
                  </a:ext>
                </a:extLst>
              </p:cNvPr>
              <p:cNvSpPr/>
              <p:nvPr/>
            </p:nvSpPr>
            <p:spPr>
              <a:xfrm>
                <a:off x="11217814" y="3611315"/>
                <a:ext cx="974186" cy="1160239"/>
              </a:xfrm>
              <a:custGeom>
                <a:avLst/>
                <a:gdLst>
                  <a:gd name="connsiteX0" fmla="*/ 717833 w 974186"/>
                  <a:gd name="connsiteY0" fmla="*/ 8 h 1160239"/>
                  <a:gd name="connsiteX1" fmla="*/ 931053 w 974186"/>
                  <a:gd name="connsiteY1" fmla="*/ 37703 h 1160239"/>
                  <a:gd name="connsiteX2" fmla="*/ 974186 w 974186"/>
                  <a:gd name="connsiteY2" fmla="*/ 58030 h 1160239"/>
                  <a:gd name="connsiteX3" fmla="*/ 974186 w 974186"/>
                  <a:gd name="connsiteY3" fmla="*/ 999291 h 1160239"/>
                  <a:gd name="connsiteX4" fmla="*/ 955782 w 974186"/>
                  <a:gd name="connsiteY4" fmla="*/ 1000867 h 1160239"/>
                  <a:gd name="connsiteX5" fmla="*/ 890664 w 974186"/>
                  <a:gd name="connsiteY5" fmla="*/ 1001760 h 1160239"/>
                  <a:gd name="connsiteX6" fmla="*/ 753291 w 974186"/>
                  <a:gd name="connsiteY6" fmla="*/ 1152514 h 1160239"/>
                  <a:gd name="connsiteX7" fmla="*/ 706013 w 974186"/>
                  <a:gd name="connsiteY7" fmla="*/ 1152514 h 1160239"/>
                  <a:gd name="connsiteX8" fmla="*/ 699768 w 974186"/>
                  <a:gd name="connsiteY8" fmla="*/ 1100775 h 1160239"/>
                  <a:gd name="connsiteX9" fmla="*/ 744370 w 974186"/>
                  <a:gd name="connsiteY9" fmla="*/ 973215 h 1160239"/>
                  <a:gd name="connsiteX10" fmla="*/ 703336 w 974186"/>
                  <a:gd name="connsiteY10" fmla="*/ 881335 h 1160239"/>
                  <a:gd name="connsiteX11" fmla="*/ 602537 w 974186"/>
                  <a:gd name="connsiteY11" fmla="*/ 864387 h 1160239"/>
                  <a:gd name="connsiteX12" fmla="*/ 552583 w 974186"/>
                  <a:gd name="connsiteY12" fmla="*/ 894716 h 1160239"/>
                  <a:gd name="connsiteX13" fmla="*/ 536526 w 974186"/>
                  <a:gd name="connsiteY13" fmla="*/ 933073 h 1160239"/>
                  <a:gd name="connsiteX14" fmla="*/ 509766 w 974186"/>
                  <a:gd name="connsiteY14" fmla="*/ 1025845 h 1160239"/>
                  <a:gd name="connsiteX15" fmla="*/ 472300 w 974186"/>
                  <a:gd name="connsiteY15" fmla="*/ 1074015 h 1160239"/>
                  <a:gd name="connsiteX16" fmla="*/ 430374 w 974186"/>
                  <a:gd name="connsiteY16" fmla="*/ 1038334 h 1160239"/>
                  <a:gd name="connsiteX17" fmla="*/ 429483 w 974186"/>
                  <a:gd name="connsiteY17" fmla="*/ 977675 h 1160239"/>
                  <a:gd name="connsiteX18" fmla="*/ 372392 w 974186"/>
                  <a:gd name="connsiteY18" fmla="*/ 828705 h 1160239"/>
                  <a:gd name="connsiteX19" fmla="*/ 326899 w 974186"/>
                  <a:gd name="connsiteY19" fmla="*/ 723446 h 1160239"/>
                  <a:gd name="connsiteX20" fmla="*/ 183281 w 974186"/>
                  <a:gd name="connsiteY20" fmla="*/ 623538 h 1160239"/>
                  <a:gd name="connsiteX21" fmla="*/ 6659 w 974186"/>
                  <a:gd name="connsiteY21" fmla="*/ 601238 h 1160239"/>
                  <a:gd name="connsiteX22" fmla="*/ 9334 w 974186"/>
                  <a:gd name="connsiteY22" fmla="*/ 601238 h 1160239"/>
                  <a:gd name="connsiteX23" fmla="*/ 104782 w 974186"/>
                  <a:gd name="connsiteY23" fmla="*/ 239964 h 1160239"/>
                  <a:gd name="connsiteX24" fmla="*/ 426806 w 974186"/>
                  <a:gd name="connsiteY24" fmla="*/ 49070 h 1160239"/>
                  <a:gd name="connsiteX25" fmla="*/ 717833 w 974186"/>
                  <a:gd name="connsiteY25" fmla="*/ 8 h 1160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974186" h="1160239">
                    <a:moveTo>
                      <a:pt x="717833" y="8"/>
                    </a:moveTo>
                    <a:cubicBezTo>
                      <a:pt x="791258" y="342"/>
                      <a:pt x="863555" y="11716"/>
                      <a:pt x="931053" y="37703"/>
                    </a:cubicBezTo>
                    <a:lnTo>
                      <a:pt x="974186" y="58030"/>
                    </a:lnTo>
                    <a:lnTo>
                      <a:pt x="974186" y="999291"/>
                    </a:lnTo>
                    <a:lnTo>
                      <a:pt x="955782" y="1000867"/>
                    </a:lnTo>
                    <a:cubicBezTo>
                      <a:pt x="933481" y="999083"/>
                      <a:pt x="911180" y="995515"/>
                      <a:pt x="890664" y="1001760"/>
                    </a:cubicBezTo>
                    <a:cubicBezTo>
                      <a:pt x="823761" y="1020493"/>
                      <a:pt x="814840" y="1119508"/>
                      <a:pt x="753291" y="1152514"/>
                    </a:cubicBezTo>
                    <a:cubicBezTo>
                      <a:pt x="738126" y="1161433"/>
                      <a:pt x="718500" y="1164110"/>
                      <a:pt x="706013" y="1152514"/>
                    </a:cubicBezTo>
                    <a:cubicBezTo>
                      <a:pt x="692632" y="1140025"/>
                      <a:pt x="695309" y="1118616"/>
                      <a:pt x="699768" y="1100775"/>
                    </a:cubicBezTo>
                    <a:cubicBezTo>
                      <a:pt x="710472" y="1057066"/>
                      <a:pt x="737234" y="1017816"/>
                      <a:pt x="744370" y="973215"/>
                    </a:cubicBezTo>
                    <a:cubicBezTo>
                      <a:pt x="749723" y="938426"/>
                      <a:pt x="731882" y="901852"/>
                      <a:pt x="703336" y="881335"/>
                    </a:cubicBezTo>
                    <a:cubicBezTo>
                      <a:pt x="674791" y="860818"/>
                      <a:pt x="636434" y="856359"/>
                      <a:pt x="602537" y="864387"/>
                    </a:cubicBezTo>
                    <a:cubicBezTo>
                      <a:pt x="582912" y="869739"/>
                      <a:pt x="564179" y="878659"/>
                      <a:pt x="552583" y="894716"/>
                    </a:cubicBezTo>
                    <a:cubicBezTo>
                      <a:pt x="544554" y="905420"/>
                      <a:pt x="540094" y="919693"/>
                      <a:pt x="536526" y="933073"/>
                    </a:cubicBezTo>
                    <a:cubicBezTo>
                      <a:pt x="527606" y="964295"/>
                      <a:pt x="518685" y="994624"/>
                      <a:pt x="509766" y="1025845"/>
                    </a:cubicBezTo>
                    <a:cubicBezTo>
                      <a:pt x="503521" y="1046362"/>
                      <a:pt x="493709" y="1071338"/>
                      <a:pt x="472300" y="1074015"/>
                    </a:cubicBezTo>
                    <a:cubicBezTo>
                      <a:pt x="451783" y="1077583"/>
                      <a:pt x="434835" y="1057958"/>
                      <a:pt x="430374" y="1038334"/>
                    </a:cubicBezTo>
                    <a:cubicBezTo>
                      <a:pt x="425914" y="1018709"/>
                      <a:pt x="429483" y="998192"/>
                      <a:pt x="429483" y="977675"/>
                    </a:cubicBezTo>
                    <a:cubicBezTo>
                      <a:pt x="427698" y="924153"/>
                      <a:pt x="393801" y="877767"/>
                      <a:pt x="372392" y="828705"/>
                    </a:cubicBezTo>
                    <a:cubicBezTo>
                      <a:pt x="357228" y="793024"/>
                      <a:pt x="347416" y="755559"/>
                      <a:pt x="326899" y="723446"/>
                    </a:cubicBezTo>
                    <a:cubicBezTo>
                      <a:pt x="294785" y="672600"/>
                      <a:pt x="240371" y="640486"/>
                      <a:pt x="183281" y="623538"/>
                    </a:cubicBezTo>
                    <a:cubicBezTo>
                      <a:pt x="126191" y="606590"/>
                      <a:pt x="66425" y="603914"/>
                      <a:pt x="6659" y="601238"/>
                    </a:cubicBezTo>
                    <a:lnTo>
                      <a:pt x="9334" y="601238"/>
                    </a:lnTo>
                    <a:cubicBezTo>
                      <a:pt x="-19210" y="478137"/>
                      <a:pt x="19147" y="333628"/>
                      <a:pt x="104782" y="239964"/>
                    </a:cubicBezTo>
                    <a:cubicBezTo>
                      <a:pt x="189525" y="147193"/>
                      <a:pt x="306382" y="88319"/>
                      <a:pt x="426806" y="49070"/>
                    </a:cubicBezTo>
                    <a:cubicBezTo>
                      <a:pt x="520024" y="18740"/>
                      <a:pt x="619932" y="-439"/>
                      <a:pt x="717833" y="8"/>
                    </a:cubicBezTo>
                    <a:close/>
                  </a:path>
                </a:pathLst>
              </a:custGeom>
              <a:solidFill>
                <a:srgbClr val="E5AC9C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9C492287-D552-E165-9387-850E68481843}"/>
                  </a:ext>
                </a:extLst>
              </p:cNvPr>
              <p:cNvSpPr/>
              <p:nvPr/>
            </p:nvSpPr>
            <p:spPr>
              <a:xfrm>
                <a:off x="12008128" y="4049792"/>
                <a:ext cx="183872" cy="486141"/>
              </a:xfrm>
              <a:custGeom>
                <a:avLst/>
                <a:gdLst>
                  <a:gd name="connsiteX0" fmla="*/ 183872 w 183872"/>
                  <a:gd name="connsiteY0" fmla="*/ 0 h 486141"/>
                  <a:gd name="connsiteX1" fmla="*/ 183872 w 183872"/>
                  <a:gd name="connsiteY1" fmla="*/ 476393 h 486141"/>
                  <a:gd name="connsiteX2" fmla="*/ 177288 w 183872"/>
                  <a:gd name="connsiteY2" fmla="*/ 478652 h 486141"/>
                  <a:gd name="connsiteX3" fmla="*/ 126219 w 183872"/>
                  <a:gd name="connsiteY3" fmla="*/ 485677 h 486141"/>
                  <a:gd name="connsiteX4" fmla="*/ 37016 w 183872"/>
                  <a:gd name="connsiteY4" fmla="*/ 423235 h 486141"/>
                  <a:gd name="connsiteX5" fmla="*/ 5795 w 183872"/>
                  <a:gd name="connsiteY5" fmla="*/ 357225 h 486141"/>
                  <a:gd name="connsiteX6" fmla="*/ 37016 w 183872"/>
                  <a:gd name="connsiteY6" fmla="*/ 183278 h 486141"/>
                  <a:gd name="connsiteX7" fmla="*/ 137816 w 183872"/>
                  <a:gd name="connsiteY7" fmla="*/ 57501 h 486141"/>
                  <a:gd name="connsiteX8" fmla="*/ 174278 w 183872"/>
                  <a:gd name="connsiteY8" fmla="*/ 5874 h 486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3872" h="486141">
                    <a:moveTo>
                      <a:pt x="183872" y="0"/>
                    </a:moveTo>
                    <a:lnTo>
                      <a:pt x="183872" y="476393"/>
                    </a:lnTo>
                    <a:lnTo>
                      <a:pt x="177288" y="478652"/>
                    </a:lnTo>
                    <a:cubicBezTo>
                      <a:pt x="160562" y="483893"/>
                      <a:pt x="143613" y="487461"/>
                      <a:pt x="126219" y="485677"/>
                    </a:cubicBezTo>
                    <a:cubicBezTo>
                      <a:pt x="88754" y="482109"/>
                      <a:pt x="58425" y="454456"/>
                      <a:pt x="37016" y="423235"/>
                    </a:cubicBezTo>
                    <a:cubicBezTo>
                      <a:pt x="22744" y="402718"/>
                      <a:pt x="12039" y="380417"/>
                      <a:pt x="5795" y="357225"/>
                    </a:cubicBezTo>
                    <a:cubicBezTo>
                      <a:pt x="-9369" y="299242"/>
                      <a:pt x="6687" y="235908"/>
                      <a:pt x="37016" y="183278"/>
                    </a:cubicBezTo>
                    <a:cubicBezTo>
                      <a:pt x="64670" y="136000"/>
                      <a:pt x="109270" y="102995"/>
                      <a:pt x="137816" y="57501"/>
                    </a:cubicBezTo>
                    <a:cubicBezTo>
                      <a:pt x="149858" y="37876"/>
                      <a:pt x="160117" y="19143"/>
                      <a:pt x="174278" y="5874"/>
                    </a:cubicBezTo>
                    <a:close/>
                  </a:path>
                </a:pathLst>
              </a:custGeom>
              <a:solidFill>
                <a:srgbClr val="EFCDC4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C647ACA3-DD7E-B090-4CDF-1D6A14BB8399}"/>
                  </a:ext>
                </a:extLst>
              </p:cNvPr>
              <p:cNvSpPr/>
              <p:nvPr/>
            </p:nvSpPr>
            <p:spPr>
              <a:xfrm>
                <a:off x="11518341" y="3778578"/>
                <a:ext cx="638807" cy="569064"/>
              </a:xfrm>
              <a:custGeom>
                <a:avLst/>
                <a:gdLst>
                  <a:gd name="connsiteX0" fmla="*/ 711792 w 728642"/>
                  <a:gd name="connsiteY0" fmla="*/ 149061 h 649091"/>
                  <a:gd name="connsiteX1" fmla="*/ 719932 w 728642"/>
                  <a:gd name="connsiteY1" fmla="*/ 275228 h 649091"/>
                  <a:gd name="connsiteX2" fmla="*/ 686355 w 728642"/>
                  <a:gd name="connsiteY2" fmla="*/ 345434 h 649091"/>
                  <a:gd name="connsiteX3" fmla="*/ 671092 w 728642"/>
                  <a:gd name="connsiteY3" fmla="*/ 417675 h 649091"/>
                  <a:gd name="connsiteX4" fmla="*/ 591729 w 728642"/>
                  <a:gd name="connsiteY4" fmla="*/ 589629 h 649091"/>
                  <a:gd name="connsiteX5" fmla="*/ 585625 w 728642"/>
                  <a:gd name="connsiteY5" fmla="*/ 631346 h 649091"/>
                  <a:gd name="connsiteX6" fmla="*/ 552048 w 728642"/>
                  <a:gd name="connsiteY6" fmla="*/ 646608 h 649091"/>
                  <a:gd name="connsiteX7" fmla="*/ 542890 w 728642"/>
                  <a:gd name="connsiteY7" fmla="*/ 636433 h 649091"/>
                  <a:gd name="connsiteX8" fmla="*/ 357709 w 728642"/>
                  <a:gd name="connsiteY8" fmla="*/ 590646 h 649091"/>
                  <a:gd name="connsiteX9" fmla="*/ 159301 w 728642"/>
                  <a:gd name="connsiteY9" fmla="*/ 617101 h 649091"/>
                  <a:gd name="connsiteX10" fmla="*/ 37203 w 728642"/>
                  <a:gd name="connsiteY10" fmla="*/ 539772 h 649091"/>
                  <a:gd name="connsiteX11" fmla="*/ 8714 w 728642"/>
                  <a:gd name="connsiteY11" fmla="*/ 327120 h 649091"/>
                  <a:gd name="connsiteX12" fmla="*/ 195930 w 728642"/>
                  <a:gd name="connsiteY12" fmla="*/ 49349 h 649091"/>
                  <a:gd name="connsiteX13" fmla="*/ 499138 w 728642"/>
                  <a:gd name="connsiteY13" fmla="*/ 6614 h 649091"/>
                  <a:gd name="connsiteX14" fmla="*/ 712809 w 728642"/>
                  <a:gd name="connsiteY14" fmla="*/ 150079 h 649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28642" h="649091">
                    <a:moveTo>
                      <a:pt x="711792" y="149061"/>
                    </a:moveTo>
                    <a:cubicBezTo>
                      <a:pt x="729089" y="188743"/>
                      <a:pt x="735193" y="234529"/>
                      <a:pt x="719932" y="275228"/>
                    </a:cubicBezTo>
                    <a:cubicBezTo>
                      <a:pt x="710774" y="299648"/>
                      <a:pt x="694495" y="321015"/>
                      <a:pt x="686355" y="345434"/>
                    </a:cubicBezTo>
                    <a:cubicBezTo>
                      <a:pt x="678215" y="368836"/>
                      <a:pt x="678215" y="393256"/>
                      <a:pt x="671092" y="417675"/>
                    </a:cubicBezTo>
                    <a:cubicBezTo>
                      <a:pt x="653796" y="478724"/>
                      <a:pt x="596816" y="526546"/>
                      <a:pt x="591729" y="589629"/>
                    </a:cubicBezTo>
                    <a:cubicBezTo>
                      <a:pt x="590712" y="603874"/>
                      <a:pt x="591729" y="618118"/>
                      <a:pt x="585625" y="631346"/>
                    </a:cubicBezTo>
                    <a:cubicBezTo>
                      <a:pt x="579519" y="644573"/>
                      <a:pt x="563240" y="653730"/>
                      <a:pt x="552048" y="646608"/>
                    </a:cubicBezTo>
                    <a:cubicBezTo>
                      <a:pt x="547978" y="643555"/>
                      <a:pt x="544925" y="639485"/>
                      <a:pt x="542890" y="636433"/>
                    </a:cubicBezTo>
                    <a:cubicBezTo>
                      <a:pt x="502191" y="582507"/>
                      <a:pt x="423845" y="578437"/>
                      <a:pt x="357709" y="590646"/>
                    </a:cubicBezTo>
                    <a:cubicBezTo>
                      <a:pt x="291573" y="602856"/>
                      <a:pt x="225437" y="628293"/>
                      <a:pt x="159301" y="617101"/>
                    </a:cubicBezTo>
                    <a:cubicBezTo>
                      <a:pt x="110462" y="608961"/>
                      <a:pt x="64675" y="580472"/>
                      <a:pt x="37203" y="539772"/>
                    </a:cubicBezTo>
                    <a:cubicBezTo>
                      <a:pt x="-4513" y="479741"/>
                      <a:pt x="-6548" y="399361"/>
                      <a:pt x="8714" y="327120"/>
                    </a:cubicBezTo>
                    <a:cubicBezTo>
                      <a:pt x="33133" y="215197"/>
                      <a:pt x="99270" y="110397"/>
                      <a:pt x="195930" y="49349"/>
                    </a:cubicBezTo>
                    <a:cubicBezTo>
                      <a:pt x="292590" y="-11700"/>
                      <a:pt x="388234" y="-2543"/>
                      <a:pt x="499138" y="6614"/>
                    </a:cubicBezTo>
                    <a:cubicBezTo>
                      <a:pt x="593764" y="14754"/>
                      <a:pt x="673127" y="57488"/>
                      <a:pt x="712809" y="150079"/>
                    </a:cubicBezTo>
                    <a:close/>
                  </a:path>
                </a:pathLst>
              </a:custGeom>
              <a:solidFill>
                <a:srgbClr val="EFCDC4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28EA7CAA-A62F-6FE4-D30B-E287479798A2}"/>
                  </a:ext>
                </a:extLst>
              </p:cNvPr>
              <p:cNvSpPr/>
              <p:nvPr/>
            </p:nvSpPr>
            <p:spPr>
              <a:xfrm>
                <a:off x="11779318" y="4395582"/>
                <a:ext cx="242633" cy="163970"/>
              </a:xfrm>
              <a:custGeom>
                <a:avLst/>
                <a:gdLst>
                  <a:gd name="connsiteX0" fmla="*/ 153639 w 276754"/>
                  <a:gd name="connsiteY0" fmla="*/ 54757 h 187029"/>
                  <a:gd name="connsiteX1" fmla="*/ 35612 w 276754"/>
                  <a:gd name="connsiteY1" fmla="*/ 39495 h 187029"/>
                  <a:gd name="connsiteX2" fmla="*/ 0 w 276754"/>
                  <a:gd name="connsiteY2" fmla="*/ 27286 h 187029"/>
                  <a:gd name="connsiteX3" fmla="*/ 27472 w 276754"/>
                  <a:gd name="connsiteY3" fmla="*/ 13041 h 187029"/>
                  <a:gd name="connsiteX4" fmla="*/ 175006 w 276754"/>
                  <a:gd name="connsiteY4" fmla="*/ 15076 h 187029"/>
                  <a:gd name="connsiteX5" fmla="*/ 258440 w 276754"/>
                  <a:gd name="connsiteY5" fmla="*/ 87317 h 187029"/>
                  <a:gd name="connsiteX6" fmla="*/ 276754 w 276754"/>
                  <a:gd name="connsiteY6" fmla="*/ 149383 h 187029"/>
                  <a:gd name="connsiteX7" fmla="*/ 265562 w 276754"/>
                  <a:gd name="connsiteY7" fmla="*/ 187029 h 187029"/>
                  <a:gd name="connsiteX8" fmla="*/ 259457 w 276754"/>
                  <a:gd name="connsiteY8" fmla="*/ 150400 h 187029"/>
                  <a:gd name="connsiteX9" fmla="*/ 154656 w 276754"/>
                  <a:gd name="connsiteY9" fmla="*/ 55775 h 18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6754" h="187029">
                    <a:moveTo>
                      <a:pt x="153639" y="54757"/>
                    </a:moveTo>
                    <a:cubicBezTo>
                      <a:pt x="92590" y="41530"/>
                      <a:pt x="60031" y="45600"/>
                      <a:pt x="35612" y="39495"/>
                    </a:cubicBezTo>
                    <a:cubicBezTo>
                      <a:pt x="12209" y="35426"/>
                      <a:pt x="0" y="27286"/>
                      <a:pt x="0" y="27286"/>
                    </a:cubicBezTo>
                    <a:cubicBezTo>
                      <a:pt x="0" y="27286"/>
                      <a:pt x="4070" y="22198"/>
                      <a:pt x="27472" y="13041"/>
                    </a:cubicBezTo>
                    <a:cubicBezTo>
                      <a:pt x="49856" y="5919"/>
                      <a:pt x="96660" y="-13414"/>
                      <a:pt x="175006" y="15076"/>
                    </a:cubicBezTo>
                    <a:cubicBezTo>
                      <a:pt x="217740" y="33391"/>
                      <a:pt x="244195" y="62897"/>
                      <a:pt x="258440" y="87317"/>
                    </a:cubicBezTo>
                    <a:cubicBezTo>
                      <a:pt x="272684" y="112754"/>
                      <a:pt x="276754" y="134121"/>
                      <a:pt x="276754" y="149383"/>
                    </a:cubicBezTo>
                    <a:cubicBezTo>
                      <a:pt x="276754" y="179907"/>
                      <a:pt x="265562" y="187029"/>
                      <a:pt x="265562" y="187029"/>
                    </a:cubicBezTo>
                    <a:cubicBezTo>
                      <a:pt x="265562" y="187029"/>
                      <a:pt x="268614" y="176855"/>
                      <a:pt x="259457" y="150400"/>
                    </a:cubicBezTo>
                    <a:cubicBezTo>
                      <a:pt x="250300" y="125981"/>
                      <a:pt x="223845" y="75107"/>
                      <a:pt x="154656" y="55775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7423A37-9F82-54D4-4900-D690C789F59A}"/>
                </a:ext>
              </a:extLst>
            </p:cNvPr>
            <p:cNvSpPr/>
            <p:nvPr/>
          </p:nvSpPr>
          <p:spPr>
            <a:xfrm>
              <a:off x="7063915" y="3126948"/>
              <a:ext cx="5128085" cy="3168498"/>
            </a:xfrm>
            <a:custGeom>
              <a:avLst/>
              <a:gdLst>
                <a:gd name="connsiteX0" fmla="*/ 5128085 w 5128085"/>
                <a:gd name="connsiteY0" fmla="*/ 1400482 h 3168498"/>
                <a:gd name="connsiteX1" fmla="*/ 5128085 w 5128085"/>
                <a:gd name="connsiteY1" fmla="*/ 1630015 h 3168498"/>
                <a:gd name="connsiteX2" fmla="*/ 5123842 w 5128085"/>
                <a:gd name="connsiteY2" fmla="*/ 1621379 h 3168498"/>
                <a:gd name="connsiteX3" fmla="*/ 5024937 w 5128085"/>
                <a:gd name="connsiteY3" fmla="*/ 1470960 h 3168498"/>
                <a:gd name="connsiteX4" fmla="*/ 5101234 w 5128085"/>
                <a:gd name="connsiteY4" fmla="*/ 1416477 h 3168498"/>
                <a:gd name="connsiteX5" fmla="*/ 3913062 w 5128085"/>
                <a:gd name="connsiteY5" fmla="*/ 103 h 3168498"/>
                <a:gd name="connsiteX6" fmla="*/ 3986527 w 5128085"/>
                <a:gd name="connsiteY6" fmla="*/ 15402 h 3168498"/>
                <a:gd name="connsiteX7" fmla="*/ 4214079 w 5128085"/>
                <a:gd name="connsiteY7" fmla="*/ 22301 h 3168498"/>
                <a:gd name="connsiteX8" fmla="*/ 4627982 w 5128085"/>
                <a:gd name="connsiteY8" fmla="*/ 115072 h 3168498"/>
                <a:gd name="connsiteX9" fmla="*/ 4985415 w 5128085"/>
                <a:gd name="connsiteY9" fmla="*/ 235773 h 3168498"/>
                <a:gd name="connsiteX10" fmla="*/ 5028740 w 5128085"/>
                <a:gd name="connsiteY10" fmla="*/ 231164 h 3168498"/>
                <a:gd name="connsiteX11" fmla="*/ 5028505 w 5128085"/>
                <a:gd name="connsiteY11" fmla="*/ 230144 h 3168498"/>
                <a:gd name="connsiteX12" fmla="*/ 5126629 w 5128085"/>
                <a:gd name="connsiteY12" fmla="*/ 159673 h 3168498"/>
                <a:gd name="connsiteX13" fmla="*/ 5128085 w 5128085"/>
                <a:gd name="connsiteY13" fmla="*/ 159329 h 3168498"/>
                <a:gd name="connsiteX14" fmla="*/ 5128085 w 5128085"/>
                <a:gd name="connsiteY14" fmla="*/ 327058 h 3168498"/>
                <a:gd name="connsiteX15" fmla="*/ 5102463 w 5128085"/>
                <a:gd name="connsiteY15" fmla="*/ 309872 h 3168498"/>
                <a:gd name="connsiteX16" fmla="*/ 5084703 w 5128085"/>
                <a:gd name="connsiteY16" fmla="*/ 310427 h 3168498"/>
                <a:gd name="connsiteX17" fmla="*/ 4936625 w 5128085"/>
                <a:gd name="connsiteY17" fmla="*/ 331836 h 3168498"/>
                <a:gd name="connsiteX18" fmla="*/ 4835826 w 5128085"/>
                <a:gd name="connsiteY18" fmla="*/ 435312 h 3168498"/>
                <a:gd name="connsiteX19" fmla="*/ 4845638 w 5128085"/>
                <a:gd name="connsiteY19" fmla="*/ 487050 h 3168498"/>
                <a:gd name="connsiteX20" fmla="*/ 4883103 w 5128085"/>
                <a:gd name="connsiteY20" fmla="*/ 503106 h 3168498"/>
                <a:gd name="connsiteX21" fmla="*/ 5028505 w 5128085"/>
                <a:gd name="connsiteY21" fmla="*/ 645831 h 3168498"/>
                <a:gd name="connsiteX22" fmla="*/ 4615493 w 5128085"/>
                <a:gd name="connsiteY22" fmla="*/ 615502 h 3168498"/>
                <a:gd name="connsiteX23" fmla="*/ 4351452 w 5128085"/>
                <a:gd name="connsiteY23" fmla="*/ 933066 h 3168498"/>
                <a:gd name="connsiteX24" fmla="*/ 4289901 w 5128085"/>
                <a:gd name="connsiteY24" fmla="*/ 1045462 h 3168498"/>
                <a:gd name="connsiteX25" fmla="*/ 4118631 w 5128085"/>
                <a:gd name="connsiteY25" fmla="*/ 1116824 h 3168498"/>
                <a:gd name="connsiteX26" fmla="*/ 3867078 w 5128085"/>
                <a:gd name="connsiteY26" fmla="*/ 1254197 h 3168498"/>
                <a:gd name="connsiteX27" fmla="*/ 3380920 w 5128085"/>
                <a:gd name="connsiteY27" fmla="*/ 1320208 h 3168498"/>
                <a:gd name="connsiteX28" fmla="*/ 2889409 w 5128085"/>
                <a:gd name="connsiteY28" fmla="*/ 1244384 h 3168498"/>
                <a:gd name="connsiteX29" fmla="*/ 2449637 w 5128085"/>
                <a:gd name="connsiteY29" fmla="*/ 1196215 h 3168498"/>
                <a:gd name="connsiteX30" fmla="*/ 2112449 w 5128085"/>
                <a:gd name="connsiteY30" fmla="*/ 1118608 h 3168498"/>
                <a:gd name="connsiteX31" fmla="*/ 1824322 w 5128085"/>
                <a:gd name="connsiteY31" fmla="*/ 1268469 h 3168498"/>
                <a:gd name="connsiteX32" fmla="*/ 1825496 w 5128085"/>
                <a:gd name="connsiteY32" fmla="*/ 1233538 h 3168498"/>
                <a:gd name="connsiteX33" fmla="*/ 1819904 w 5128085"/>
                <a:gd name="connsiteY33" fmla="*/ 1242308 h 3168498"/>
                <a:gd name="connsiteX34" fmla="*/ 1758312 w 5128085"/>
                <a:gd name="connsiteY34" fmla="*/ 1432603 h 3168498"/>
                <a:gd name="connsiteX35" fmla="*/ 1646808 w 5128085"/>
                <a:gd name="connsiteY35" fmla="*/ 2191723 h 3168498"/>
                <a:gd name="connsiteX36" fmla="*/ 1608450 w 5128085"/>
                <a:gd name="connsiteY36" fmla="*/ 2379050 h 3168498"/>
                <a:gd name="connsiteX37" fmla="*/ 1664649 w 5128085"/>
                <a:gd name="connsiteY37" fmla="*/ 2744783 h 3168498"/>
                <a:gd name="connsiteX38" fmla="*/ 1629859 w 5128085"/>
                <a:gd name="connsiteY38" fmla="*/ 3168498 h 3168498"/>
                <a:gd name="connsiteX39" fmla="*/ 1568309 w 5128085"/>
                <a:gd name="connsiteY39" fmla="*/ 2639523 h 3168498"/>
                <a:gd name="connsiteX40" fmla="*/ 1530843 w 5128085"/>
                <a:gd name="connsiteY40" fmla="*/ 2811686 h 3168498"/>
                <a:gd name="connsiteX41" fmla="*/ 1408635 w 5128085"/>
                <a:gd name="connsiteY41" fmla="*/ 2756379 h 3168498"/>
                <a:gd name="connsiteX42" fmla="*/ 1415771 w 5128085"/>
                <a:gd name="connsiteY42" fmla="*/ 2577081 h 3168498"/>
                <a:gd name="connsiteX43" fmla="*/ 1369385 w 5128085"/>
                <a:gd name="connsiteY43" fmla="*/ 2384402 h 3168498"/>
                <a:gd name="connsiteX44" fmla="*/ 1265017 w 5128085"/>
                <a:gd name="connsiteY44" fmla="*/ 2262193 h 3168498"/>
                <a:gd name="connsiteX45" fmla="*/ 1286427 w 5128085"/>
                <a:gd name="connsiteY45" fmla="*/ 2120361 h 3168498"/>
                <a:gd name="connsiteX46" fmla="*/ 1263233 w 5128085"/>
                <a:gd name="connsiteY46" fmla="*/ 1857211 h 3168498"/>
                <a:gd name="connsiteX47" fmla="*/ 1283750 w 5128085"/>
                <a:gd name="connsiteY47" fmla="*/ 1769792 h 3168498"/>
                <a:gd name="connsiteX48" fmla="*/ 1257881 w 5128085"/>
                <a:gd name="connsiteY48" fmla="*/ 1687725 h 3168498"/>
                <a:gd name="connsiteX49" fmla="*/ 1232013 w 5128085"/>
                <a:gd name="connsiteY49" fmla="*/ 1667208 h 3168498"/>
                <a:gd name="connsiteX50" fmla="*/ 1225690 w 5128085"/>
                <a:gd name="connsiteY50" fmla="*/ 1645078 h 3168498"/>
                <a:gd name="connsiteX51" fmla="*/ 1214284 w 5128085"/>
                <a:gd name="connsiteY51" fmla="*/ 1642677 h 3168498"/>
                <a:gd name="connsiteX52" fmla="*/ 1112481 w 5128085"/>
                <a:gd name="connsiteY52" fmla="*/ 1651151 h 3168498"/>
                <a:gd name="connsiteX53" fmla="*/ 914449 w 5128085"/>
                <a:gd name="connsiteY53" fmla="*/ 1678804 h 3168498"/>
                <a:gd name="connsiteX54" fmla="*/ 740502 w 5128085"/>
                <a:gd name="connsiteY54" fmla="*/ 1576221 h 3168498"/>
                <a:gd name="connsiteX55" fmla="*/ 624538 w 5128085"/>
                <a:gd name="connsiteY55" fmla="*/ 1405842 h 3168498"/>
                <a:gd name="connsiteX56" fmla="*/ 312326 w 5128085"/>
                <a:gd name="connsiteY56" fmla="*/ 1012456 h 3168498"/>
                <a:gd name="connsiteX57" fmla="*/ 216879 w 5128085"/>
                <a:gd name="connsiteY57" fmla="*/ 862595 h 3168498"/>
                <a:gd name="connsiteX58" fmla="*/ 229368 w 5128085"/>
                <a:gd name="connsiteY58" fmla="*/ 706489 h 3168498"/>
                <a:gd name="connsiteX59" fmla="*/ 216879 w 5128085"/>
                <a:gd name="connsiteY59" fmla="*/ 683297 h 3168498"/>
                <a:gd name="connsiteX60" fmla="*/ 125891 w 5128085"/>
                <a:gd name="connsiteY60" fmla="*/ 709166 h 3168498"/>
                <a:gd name="connsiteX61" fmla="*/ 12603 w 5128085"/>
                <a:gd name="connsiteY61" fmla="*/ 649400 h 3168498"/>
                <a:gd name="connsiteX62" fmla="*/ 5467 w 5128085"/>
                <a:gd name="connsiteY62" fmla="*/ 508458 h 3168498"/>
                <a:gd name="connsiteX63" fmla="*/ 4575 w 5128085"/>
                <a:gd name="connsiteY63" fmla="*/ 509351 h 3168498"/>
                <a:gd name="connsiteX64" fmla="*/ 48285 w 5128085"/>
                <a:gd name="connsiteY64" fmla="*/ 227467 h 3168498"/>
                <a:gd name="connsiteX65" fmla="*/ 283781 w 5128085"/>
                <a:gd name="connsiteY65" fmla="*/ 129344 h 3168498"/>
                <a:gd name="connsiteX66" fmla="*/ 459512 w 5128085"/>
                <a:gd name="connsiteY66" fmla="*/ 91879 h 3168498"/>
                <a:gd name="connsiteX67" fmla="*/ 681629 w 5128085"/>
                <a:gd name="connsiteY67" fmla="*/ 108828 h 3168498"/>
                <a:gd name="connsiteX68" fmla="*/ 1038442 w 5128085"/>
                <a:gd name="connsiteY68" fmla="*/ 155213 h 3168498"/>
                <a:gd name="connsiteX69" fmla="*/ 1458589 w 5128085"/>
                <a:gd name="connsiteY69" fmla="*/ 363949 h 3168498"/>
                <a:gd name="connsiteX70" fmla="*/ 1472223 w 5128085"/>
                <a:gd name="connsiteY70" fmla="*/ 373447 h 3168498"/>
                <a:gd name="connsiteX71" fmla="*/ 1479105 w 5128085"/>
                <a:gd name="connsiteY71" fmla="*/ 359489 h 3168498"/>
                <a:gd name="connsiteX72" fmla="*/ 1821646 w 5128085"/>
                <a:gd name="connsiteY72" fmla="*/ 59767 h 3168498"/>
                <a:gd name="connsiteX73" fmla="*/ 1906389 w 5128085"/>
                <a:gd name="connsiteY73" fmla="*/ 40142 h 3168498"/>
                <a:gd name="connsiteX74" fmla="*/ 1938503 w 5128085"/>
                <a:gd name="connsiteY74" fmla="*/ 107044 h 3168498"/>
                <a:gd name="connsiteX75" fmla="*/ 1959020 w 5128085"/>
                <a:gd name="connsiteY75" fmla="*/ 111504 h 3168498"/>
                <a:gd name="connsiteX76" fmla="*/ 1959020 w 5128085"/>
                <a:gd name="connsiteY76" fmla="*/ 109720 h 3168498"/>
                <a:gd name="connsiteX77" fmla="*/ 1994656 w 5128085"/>
                <a:gd name="connsiteY77" fmla="*/ 168651 h 3168498"/>
                <a:gd name="connsiteX78" fmla="*/ 1996484 w 5128085"/>
                <a:gd name="connsiteY78" fmla="*/ 145401 h 3168498"/>
                <a:gd name="connsiteX79" fmla="*/ 2050898 w 5128085"/>
                <a:gd name="connsiteY79" fmla="*/ 107936 h 3168498"/>
                <a:gd name="connsiteX80" fmla="*/ 2097284 w 5128085"/>
                <a:gd name="connsiteY80" fmla="*/ 164134 h 3168498"/>
                <a:gd name="connsiteX81" fmla="*/ 2223061 w 5128085"/>
                <a:gd name="connsiteY81" fmla="*/ 507566 h 3168498"/>
                <a:gd name="connsiteX82" fmla="*/ 2293531 w 5128085"/>
                <a:gd name="connsiteY82" fmla="*/ 642263 h 3168498"/>
                <a:gd name="connsiteX83" fmla="*/ 2430904 w 5128085"/>
                <a:gd name="connsiteY83" fmla="*/ 686865 h 3168498"/>
                <a:gd name="connsiteX84" fmla="*/ 2461234 w 5128085"/>
                <a:gd name="connsiteY84" fmla="*/ 676160 h 3168498"/>
                <a:gd name="connsiteX85" fmla="*/ 2549545 w 5128085"/>
                <a:gd name="connsiteY85" fmla="*/ 718085 h 3168498"/>
                <a:gd name="connsiteX86" fmla="*/ 2847484 w 5128085"/>
                <a:gd name="connsiteY86" fmla="*/ 789449 h 3168498"/>
                <a:gd name="connsiteX87" fmla="*/ 3140071 w 5128085"/>
                <a:gd name="connsiteY87" fmla="*/ 678836 h 3168498"/>
                <a:gd name="connsiteX88" fmla="*/ 3637825 w 5128085"/>
                <a:gd name="connsiteY88" fmla="*/ 226576 h 3168498"/>
                <a:gd name="connsiteX89" fmla="*/ 3869241 w 5128085"/>
                <a:gd name="connsiteY89" fmla="*/ 11236 h 3168498"/>
                <a:gd name="connsiteX90" fmla="*/ 3912572 w 5128085"/>
                <a:gd name="connsiteY90" fmla="*/ 0 h 3168498"/>
                <a:gd name="connsiteX91" fmla="*/ 3913464 w 5128085"/>
                <a:gd name="connsiteY91" fmla="*/ 0 h 3168498"/>
                <a:gd name="connsiteX92" fmla="*/ 3913062 w 5128085"/>
                <a:gd name="connsiteY92" fmla="*/ 103 h 3168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128085" h="3168498">
                  <a:moveTo>
                    <a:pt x="5128085" y="1400482"/>
                  </a:moveTo>
                  <a:lnTo>
                    <a:pt x="5128085" y="1630015"/>
                  </a:lnTo>
                  <a:lnTo>
                    <a:pt x="5123842" y="1621379"/>
                  </a:lnTo>
                  <a:cubicBezTo>
                    <a:pt x="5094516" y="1568861"/>
                    <a:pt x="5061956" y="1518238"/>
                    <a:pt x="5024937" y="1470960"/>
                  </a:cubicBezTo>
                  <a:cubicBezTo>
                    <a:pt x="5049691" y="1451336"/>
                    <a:pt x="5075170" y="1433328"/>
                    <a:pt x="5101234" y="1416477"/>
                  </a:cubicBezTo>
                  <a:close/>
                  <a:moveTo>
                    <a:pt x="3913062" y="103"/>
                  </a:moveTo>
                  <a:lnTo>
                    <a:pt x="3986527" y="15402"/>
                  </a:lnTo>
                  <a:cubicBezTo>
                    <a:pt x="4061373" y="24977"/>
                    <a:pt x="4138479" y="19625"/>
                    <a:pt x="4214079" y="22301"/>
                  </a:cubicBezTo>
                  <a:cubicBezTo>
                    <a:pt x="4355911" y="26761"/>
                    <a:pt x="4497745" y="58875"/>
                    <a:pt x="4627982" y="115072"/>
                  </a:cubicBezTo>
                  <a:cubicBezTo>
                    <a:pt x="4744281" y="165807"/>
                    <a:pt x="4862629" y="237713"/>
                    <a:pt x="4985415" y="235773"/>
                  </a:cubicBezTo>
                  <a:lnTo>
                    <a:pt x="5028740" y="231164"/>
                  </a:lnTo>
                  <a:lnTo>
                    <a:pt x="5028505" y="230144"/>
                  </a:lnTo>
                  <a:cubicBezTo>
                    <a:pt x="5027613" y="186434"/>
                    <a:pt x="5082919" y="167701"/>
                    <a:pt x="5126629" y="159673"/>
                  </a:cubicBezTo>
                  <a:lnTo>
                    <a:pt x="5128085" y="159329"/>
                  </a:lnTo>
                  <a:lnTo>
                    <a:pt x="5128085" y="327058"/>
                  </a:lnTo>
                  <a:lnTo>
                    <a:pt x="5102463" y="309872"/>
                  </a:lnTo>
                  <a:lnTo>
                    <a:pt x="5084703" y="310427"/>
                  </a:lnTo>
                  <a:cubicBezTo>
                    <a:pt x="5034749" y="312211"/>
                    <a:pt x="4983011" y="313995"/>
                    <a:pt x="4936625" y="331836"/>
                  </a:cubicBezTo>
                  <a:cubicBezTo>
                    <a:pt x="4889347" y="349676"/>
                    <a:pt x="4846531" y="386250"/>
                    <a:pt x="4835826" y="435312"/>
                  </a:cubicBezTo>
                  <a:cubicBezTo>
                    <a:pt x="4831365" y="453153"/>
                    <a:pt x="4832258" y="474561"/>
                    <a:pt x="4845638" y="487050"/>
                  </a:cubicBezTo>
                  <a:cubicBezTo>
                    <a:pt x="4855451" y="496862"/>
                    <a:pt x="4869723" y="499538"/>
                    <a:pt x="4883103" y="503106"/>
                  </a:cubicBezTo>
                  <a:cubicBezTo>
                    <a:pt x="4938410" y="517379"/>
                    <a:pt x="4998176" y="596770"/>
                    <a:pt x="5028505" y="645831"/>
                  </a:cubicBezTo>
                  <a:cubicBezTo>
                    <a:pt x="4906297" y="577145"/>
                    <a:pt x="4737702" y="546816"/>
                    <a:pt x="4615493" y="615502"/>
                  </a:cubicBezTo>
                  <a:cubicBezTo>
                    <a:pt x="4493285" y="684188"/>
                    <a:pt x="4404973" y="803721"/>
                    <a:pt x="4351452" y="933066"/>
                  </a:cubicBezTo>
                  <a:cubicBezTo>
                    <a:pt x="4335395" y="973207"/>
                    <a:pt x="4320231" y="1015132"/>
                    <a:pt x="4289901" y="1045462"/>
                  </a:cubicBezTo>
                  <a:cubicBezTo>
                    <a:pt x="4245300" y="1089171"/>
                    <a:pt x="4177505" y="1096307"/>
                    <a:pt x="4118631" y="1116824"/>
                  </a:cubicBezTo>
                  <a:cubicBezTo>
                    <a:pt x="4027644" y="1148046"/>
                    <a:pt x="3952713" y="1211379"/>
                    <a:pt x="3867078" y="1254197"/>
                  </a:cubicBezTo>
                  <a:cubicBezTo>
                    <a:pt x="3719001" y="1328236"/>
                    <a:pt x="3545946" y="1337156"/>
                    <a:pt x="3380920" y="1320208"/>
                  </a:cubicBezTo>
                  <a:cubicBezTo>
                    <a:pt x="3215894" y="1303259"/>
                    <a:pt x="3054436" y="1263117"/>
                    <a:pt x="2889409" y="1244384"/>
                  </a:cubicBezTo>
                  <a:cubicBezTo>
                    <a:pt x="2742224" y="1228328"/>
                    <a:pt x="2593255" y="1229220"/>
                    <a:pt x="2449637" y="1196215"/>
                  </a:cubicBezTo>
                  <a:cubicBezTo>
                    <a:pt x="2337241" y="1170346"/>
                    <a:pt x="2227521" y="1124852"/>
                    <a:pt x="2112449" y="1118608"/>
                  </a:cubicBezTo>
                  <a:cubicBezTo>
                    <a:pt x="1997377" y="1112363"/>
                    <a:pt x="1867140" y="1160533"/>
                    <a:pt x="1824322" y="1268469"/>
                  </a:cubicBezTo>
                  <a:lnTo>
                    <a:pt x="1825496" y="1233538"/>
                  </a:lnTo>
                  <a:lnTo>
                    <a:pt x="1819904" y="1242308"/>
                  </a:lnTo>
                  <a:cubicBezTo>
                    <a:pt x="1789087" y="1300973"/>
                    <a:pt x="1771692" y="1367040"/>
                    <a:pt x="1758312" y="1432603"/>
                  </a:cubicBezTo>
                  <a:cubicBezTo>
                    <a:pt x="1706574" y="1683265"/>
                    <a:pt x="1707466" y="1942846"/>
                    <a:pt x="1646808" y="2191723"/>
                  </a:cubicBezTo>
                  <a:cubicBezTo>
                    <a:pt x="1631643" y="2253273"/>
                    <a:pt x="1612911" y="2315715"/>
                    <a:pt x="1608450" y="2379050"/>
                  </a:cubicBezTo>
                  <a:cubicBezTo>
                    <a:pt x="1599530" y="2502150"/>
                    <a:pt x="1645023" y="2622574"/>
                    <a:pt x="1664649" y="2744783"/>
                  </a:cubicBezTo>
                  <a:cubicBezTo>
                    <a:pt x="1687841" y="2885724"/>
                    <a:pt x="1675352" y="3032909"/>
                    <a:pt x="1629859" y="3168498"/>
                  </a:cubicBezTo>
                  <a:cubicBezTo>
                    <a:pt x="1640564" y="2990091"/>
                    <a:pt x="1619154" y="2809901"/>
                    <a:pt x="1568309" y="2639523"/>
                  </a:cubicBezTo>
                  <a:cubicBezTo>
                    <a:pt x="1529059" y="2686801"/>
                    <a:pt x="1514787" y="2752811"/>
                    <a:pt x="1530843" y="2811686"/>
                  </a:cubicBezTo>
                  <a:cubicBezTo>
                    <a:pt x="1518355" y="2761731"/>
                    <a:pt x="1454129" y="2732294"/>
                    <a:pt x="1408635" y="2756379"/>
                  </a:cubicBezTo>
                  <a:cubicBezTo>
                    <a:pt x="1411311" y="2696613"/>
                    <a:pt x="1413987" y="2636847"/>
                    <a:pt x="1415771" y="2577081"/>
                  </a:cubicBezTo>
                  <a:cubicBezTo>
                    <a:pt x="1418447" y="2509287"/>
                    <a:pt x="1418447" y="2431679"/>
                    <a:pt x="1369385" y="2384402"/>
                  </a:cubicBezTo>
                  <a:cubicBezTo>
                    <a:pt x="1329244" y="2345153"/>
                    <a:pt x="1254314" y="2318392"/>
                    <a:pt x="1265017" y="2262193"/>
                  </a:cubicBezTo>
                  <a:cubicBezTo>
                    <a:pt x="1274830" y="2211347"/>
                    <a:pt x="1281074" y="2171206"/>
                    <a:pt x="1286427" y="2120361"/>
                  </a:cubicBezTo>
                  <a:cubicBezTo>
                    <a:pt x="1297130" y="2032049"/>
                    <a:pt x="1248961" y="1944631"/>
                    <a:pt x="1263233" y="1857211"/>
                  </a:cubicBezTo>
                  <a:cubicBezTo>
                    <a:pt x="1267694" y="1827774"/>
                    <a:pt x="1279290" y="1799229"/>
                    <a:pt x="1283750" y="1769792"/>
                  </a:cubicBezTo>
                  <a:cubicBezTo>
                    <a:pt x="1287318" y="1740355"/>
                    <a:pt x="1281966" y="1706458"/>
                    <a:pt x="1257881" y="1687725"/>
                  </a:cubicBezTo>
                  <a:cubicBezTo>
                    <a:pt x="1248961" y="1680589"/>
                    <a:pt x="1238257" y="1676129"/>
                    <a:pt x="1232013" y="1667208"/>
                  </a:cubicBezTo>
                  <a:lnTo>
                    <a:pt x="1225690" y="1645078"/>
                  </a:lnTo>
                  <a:lnTo>
                    <a:pt x="1214284" y="1642677"/>
                  </a:lnTo>
                  <a:cubicBezTo>
                    <a:pt x="1180721" y="1639778"/>
                    <a:pt x="1145485" y="1644015"/>
                    <a:pt x="1112481" y="1651151"/>
                  </a:cubicBezTo>
                  <a:cubicBezTo>
                    <a:pt x="1047362" y="1664532"/>
                    <a:pt x="981351" y="1687724"/>
                    <a:pt x="914449" y="1678804"/>
                  </a:cubicBezTo>
                  <a:cubicBezTo>
                    <a:pt x="846654" y="1669884"/>
                    <a:pt x="785997" y="1627066"/>
                    <a:pt x="740502" y="1576221"/>
                  </a:cubicBezTo>
                  <a:cubicBezTo>
                    <a:pt x="695009" y="1524483"/>
                    <a:pt x="661111" y="1463825"/>
                    <a:pt x="624538" y="1405842"/>
                  </a:cubicBezTo>
                  <a:cubicBezTo>
                    <a:pt x="536226" y="1264009"/>
                    <a:pt x="430967" y="1131096"/>
                    <a:pt x="312326" y="1012456"/>
                  </a:cubicBezTo>
                  <a:cubicBezTo>
                    <a:pt x="269509" y="969639"/>
                    <a:pt x="221339" y="923253"/>
                    <a:pt x="216879" y="862595"/>
                  </a:cubicBezTo>
                  <a:cubicBezTo>
                    <a:pt x="212419" y="810857"/>
                    <a:pt x="242748" y="757335"/>
                    <a:pt x="229368" y="706489"/>
                  </a:cubicBezTo>
                  <a:cubicBezTo>
                    <a:pt x="226691" y="697569"/>
                    <a:pt x="223123" y="688648"/>
                    <a:pt x="216879" y="683297"/>
                  </a:cubicBezTo>
                  <a:cubicBezTo>
                    <a:pt x="191902" y="661887"/>
                    <a:pt x="157113" y="696677"/>
                    <a:pt x="125891" y="709166"/>
                  </a:cubicBezTo>
                  <a:cubicBezTo>
                    <a:pt x="82182" y="727006"/>
                    <a:pt x="31336" y="693109"/>
                    <a:pt x="12603" y="649400"/>
                  </a:cubicBezTo>
                  <a:cubicBezTo>
                    <a:pt x="-6130" y="605690"/>
                    <a:pt x="115" y="555735"/>
                    <a:pt x="5467" y="508458"/>
                  </a:cubicBezTo>
                  <a:lnTo>
                    <a:pt x="4575" y="509351"/>
                  </a:lnTo>
                  <a:cubicBezTo>
                    <a:pt x="13495" y="439771"/>
                    <a:pt x="2791" y="281882"/>
                    <a:pt x="48285" y="227467"/>
                  </a:cubicBezTo>
                  <a:cubicBezTo>
                    <a:pt x="91994" y="175730"/>
                    <a:pt x="221339" y="148970"/>
                    <a:pt x="283781" y="129344"/>
                  </a:cubicBezTo>
                  <a:cubicBezTo>
                    <a:pt x="340872" y="110612"/>
                    <a:pt x="399746" y="95447"/>
                    <a:pt x="459512" y="91879"/>
                  </a:cubicBezTo>
                  <a:cubicBezTo>
                    <a:pt x="533551" y="87419"/>
                    <a:pt x="607590" y="99907"/>
                    <a:pt x="681629" y="108828"/>
                  </a:cubicBezTo>
                  <a:cubicBezTo>
                    <a:pt x="800269" y="123100"/>
                    <a:pt x="922477" y="124885"/>
                    <a:pt x="1038442" y="155213"/>
                  </a:cubicBezTo>
                  <a:cubicBezTo>
                    <a:pt x="1190979" y="194463"/>
                    <a:pt x="1325676" y="280098"/>
                    <a:pt x="1458589" y="363949"/>
                  </a:cubicBezTo>
                  <a:lnTo>
                    <a:pt x="1472223" y="373447"/>
                  </a:lnTo>
                  <a:lnTo>
                    <a:pt x="1479105" y="359489"/>
                  </a:lnTo>
                  <a:cubicBezTo>
                    <a:pt x="1559388" y="228361"/>
                    <a:pt x="1685165" y="131129"/>
                    <a:pt x="1821646" y="59767"/>
                  </a:cubicBezTo>
                  <a:cubicBezTo>
                    <a:pt x="1847515" y="46386"/>
                    <a:pt x="1876952" y="33005"/>
                    <a:pt x="1906389" y="40142"/>
                  </a:cubicBezTo>
                  <a:cubicBezTo>
                    <a:pt x="1934935" y="47278"/>
                    <a:pt x="1957235" y="83851"/>
                    <a:pt x="1938503" y="107044"/>
                  </a:cubicBezTo>
                  <a:cubicBezTo>
                    <a:pt x="1931366" y="109720"/>
                    <a:pt x="1966155" y="108829"/>
                    <a:pt x="1959020" y="111504"/>
                  </a:cubicBezTo>
                  <a:lnTo>
                    <a:pt x="1959020" y="109720"/>
                  </a:lnTo>
                  <a:lnTo>
                    <a:pt x="1994656" y="168651"/>
                  </a:lnTo>
                  <a:lnTo>
                    <a:pt x="1996484" y="145401"/>
                  </a:lnTo>
                  <a:cubicBezTo>
                    <a:pt x="2004512" y="123100"/>
                    <a:pt x="2027705" y="103475"/>
                    <a:pt x="2050898" y="107936"/>
                  </a:cubicBezTo>
                  <a:cubicBezTo>
                    <a:pt x="2075875" y="113288"/>
                    <a:pt x="2088364" y="140049"/>
                    <a:pt x="2097284" y="164134"/>
                  </a:cubicBezTo>
                  <a:cubicBezTo>
                    <a:pt x="2139210" y="278314"/>
                    <a:pt x="2181135" y="392494"/>
                    <a:pt x="2223061" y="507566"/>
                  </a:cubicBezTo>
                  <a:cubicBezTo>
                    <a:pt x="2240901" y="555735"/>
                    <a:pt x="2258742" y="604798"/>
                    <a:pt x="2293531" y="642263"/>
                  </a:cubicBezTo>
                  <a:cubicBezTo>
                    <a:pt x="2328320" y="679728"/>
                    <a:pt x="2382735" y="703813"/>
                    <a:pt x="2430904" y="686865"/>
                  </a:cubicBezTo>
                  <a:cubicBezTo>
                    <a:pt x="2440717" y="683297"/>
                    <a:pt x="2450529" y="677944"/>
                    <a:pt x="2461234" y="676160"/>
                  </a:cubicBezTo>
                  <a:cubicBezTo>
                    <a:pt x="2494239" y="669916"/>
                    <a:pt x="2522784" y="696677"/>
                    <a:pt x="2549545" y="718085"/>
                  </a:cubicBezTo>
                  <a:cubicBezTo>
                    <a:pt x="2631612" y="783204"/>
                    <a:pt x="2743116" y="803721"/>
                    <a:pt x="2847484" y="789449"/>
                  </a:cubicBezTo>
                  <a:cubicBezTo>
                    <a:pt x="2951852" y="776068"/>
                    <a:pt x="3049083" y="731467"/>
                    <a:pt x="3140071" y="678836"/>
                  </a:cubicBezTo>
                  <a:cubicBezTo>
                    <a:pt x="3335426" y="565548"/>
                    <a:pt x="3505804" y="409443"/>
                    <a:pt x="3637825" y="226576"/>
                  </a:cubicBezTo>
                  <a:cubicBezTo>
                    <a:pt x="3701048" y="138376"/>
                    <a:pt x="3770418" y="46079"/>
                    <a:pt x="3869241" y="11236"/>
                  </a:cubicBezTo>
                  <a:close/>
                  <a:moveTo>
                    <a:pt x="3912572" y="0"/>
                  </a:moveTo>
                  <a:lnTo>
                    <a:pt x="3913464" y="0"/>
                  </a:lnTo>
                  <a:lnTo>
                    <a:pt x="3913062" y="103"/>
                  </a:lnTo>
                  <a:close/>
                </a:path>
              </a:pathLst>
            </a:custGeom>
            <a:solidFill>
              <a:srgbClr val="D5BC90"/>
            </a:solidFill>
            <a:ln w="1017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8784268-2195-71B7-9A85-773BEAADF4EB}"/>
                </a:ext>
              </a:extLst>
            </p:cNvPr>
            <p:cNvSpPr/>
            <p:nvPr/>
          </p:nvSpPr>
          <p:spPr>
            <a:xfrm>
              <a:off x="7566301" y="1511546"/>
              <a:ext cx="4625699" cy="4998164"/>
            </a:xfrm>
            <a:custGeom>
              <a:avLst/>
              <a:gdLst>
                <a:gd name="connsiteX0" fmla="*/ 715354 w 4625699"/>
                <a:gd name="connsiteY0" fmla="*/ 2874953 h 4998164"/>
                <a:gd name="connsiteX1" fmla="*/ 715329 w 4625699"/>
                <a:gd name="connsiteY1" fmla="*/ 2875548 h 4998164"/>
                <a:gd name="connsiteX2" fmla="*/ 714462 w 4625699"/>
                <a:gd name="connsiteY2" fmla="*/ 2876737 h 4998164"/>
                <a:gd name="connsiteX3" fmla="*/ 732861 w 4625699"/>
                <a:gd name="connsiteY3" fmla="*/ 2866145 h 4998164"/>
                <a:gd name="connsiteX4" fmla="*/ 759956 w 4625699"/>
                <a:gd name="connsiteY4" fmla="*/ 2869601 h 4998164"/>
                <a:gd name="connsiteX5" fmla="*/ 989208 w 4625699"/>
                <a:gd name="connsiteY5" fmla="*/ 3213926 h 4998164"/>
                <a:gd name="connsiteX6" fmla="*/ 1010617 w 4625699"/>
                <a:gd name="connsiteY6" fmla="*/ 3642101 h 4998164"/>
                <a:gd name="connsiteX7" fmla="*/ 1140853 w 4625699"/>
                <a:gd name="connsiteY7" fmla="*/ 4732164 h 4998164"/>
                <a:gd name="connsiteX8" fmla="*/ 1078411 w 4625699"/>
                <a:gd name="connsiteY8" fmla="*/ 4842775 h 4998164"/>
                <a:gd name="connsiteX9" fmla="*/ 1016861 w 4625699"/>
                <a:gd name="connsiteY9" fmla="*/ 4849020 h 4998164"/>
                <a:gd name="connsiteX10" fmla="*/ 934794 w 4625699"/>
                <a:gd name="connsiteY10" fmla="*/ 4904327 h 4998164"/>
                <a:gd name="connsiteX11" fmla="*/ 602958 w 4625699"/>
                <a:gd name="connsiteY11" fmla="*/ 4977473 h 4998164"/>
                <a:gd name="connsiteX12" fmla="*/ 610987 w 4625699"/>
                <a:gd name="connsiteY12" fmla="*/ 4858832 h 4998164"/>
                <a:gd name="connsiteX13" fmla="*/ 669861 w 4625699"/>
                <a:gd name="connsiteY13" fmla="*/ 4749112 h 4998164"/>
                <a:gd name="connsiteX14" fmla="*/ 677889 w 4625699"/>
                <a:gd name="connsiteY14" fmla="*/ 4683102 h 4998164"/>
                <a:gd name="connsiteX15" fmla="*/ 743007 w 4625699"/>
                <a:gd name="connsiteY15" fmla="*/ 4411032 h 4998164"/>
                <a:gd name="connsiteX16" fmla="*/ 704649 w 4625699"/>
                <a:gd name="connsiteY16" fmla="*/ 3981965 h 4998164"/>
                <a:gd name="connsiteX17" fmla="*/ 653804 w 4625699"/>
                <a:gd name="connsiteY17" fmla="*/ 3851728 h 4998164"/>
                <a:gd name="connsiteX18" fmla="*/ 659156 w 4625699"/>
                <a:gd name="connsiteY18" fmla="*/ 3616232 h 4998164"/>
                <a:gd name="connsiteX19" fmla="*/ 699967 w 4625699"/>
                <a:gd name="connsiteY19" fmla="*/ 3246596 h 4998164"/>
                <a:gd name="connsiteX20" fmla="*/ 715329 w 4625699"/>
                <a:gd name="connsiteY20" fmla="*/ 2875548 h 4998164"/>
                <a:gd name="connsiteX21" fmla="*/ 719940 w 4625699"/>
                <a:gd name="connsiteY21" fmla="*/ 2869224 h 4998164"/>
                <a:gd name="connsiteX22" fmla="*/ 732861 w 4625699"/>
                <a:gd name="connsiteY22" fmla="*/ 2866145 h 4998164"/>
                <a:gd name="connsiteX23" fmla="*/ 873536 w 4625699"/>
                <a:gd name="connsiteY23" fmla="*/ 157056 h 4998164"/>
                <a:gd name="connsiteX24" fmla="*/ 993668 w 4625699"/>
                <a:gd name="connsiteY24" fmla="*/ 164068 h 4998164"/>
                <a:gd name="connsiteX25" fmla="*/ 2245190 w 4625699"/>
                <a:gd name="connsiteY25" fmla="*/ 780462 h 4998164"/>
                <a:gd name="connsiteX26" fmla="*/ 3114030 w 4625699"/>
                <a:gd name="connsiteY26" fmla="*/ 1899070 h 4998164"/>
                <a:gd name="connsiteX27" fmla="*/ 3240699 w 4625699"/>
                <a:gd name="connsiteY27" fmla="*/ 2124754 h 4998164"/>
                <a:gd name="connsiteX28" fmla="*/ 3277273 w 4625699"/>
                <a:gd name="connsiteY28" fmla="*/ 2317433 h 4998164"/>
                <a:gd name="connsiteX29" fmla="*/ 3178257 w 4625699"/>
                <a:gd name="connsiteY29" fmla="*/ 2480675 h 4998164"/>
                <a:gd name="connsiteX30" fmla="*/ 3000743 w 4625699"/>
                <a:gd name="connsiteY30" fmla="*/ 2511004 h 4998164"/>
                <a:gd name="connsiteX31" fmla="*/ 2494959 w 4625699"/>
                <a:gd name="connsiteY31" fmla="*/ 2602884 h 4998164"/>
                <a:gd name="connsiteX32" fmla="*/ 1755463 w 4625699"/>
                <a:gd name="connsiteY32" fmla="*/ 2507436 h 4998164"/>
                <a:gd name="connsiteX33" fmla="*/ 1037377 w 4625699"/>
                <a:gd name="connsiteY33" fmla="*/ 2263911 h 4998164"/>
                <a:gd name="connsiteX34" fmla="*/ 206895 w 4625699"/>
                <a:gd name="connsiteY34" fmla="*/ 1356715 h 4998164"/>
                <a:gd name="connsiteX35" fmla="*/ 17783 w 4625699"/>
                <a:gd name="connsiteY35" fmla="*/ 622572 h 4998164"/>
                <a:gd name="connsiteX36" fmla="*/ 7971 w 4625699"/>
                <a:gd name="connsiteY36" fmla="*/ 240782 h 4998164"/>
                <a:gd name="connsiteX37" fmla="*/ 242576 w 4625699"/>
                <a:gd name="connsiteY37" fmla="*/ 228294 h 4998164"/>
                <a:gd name="connsiteX38" fmla="*/ 243468 w 4625699"/>
                <a:gd name="connsiteY38" fmla="*/ 228294 h 4998164"/>
                <a:gd name="connsiteX39" fmla="*/ 514646 w 4625699"/>
                <a:gd name="connsiteY39" fmla="*/ 189044 h 4998164"/>
                <a:gd name="connsiteX40" fmla="*/ 873536 w 4625699"/>
                <a:gd name="connsiteY40" fmla="*/ 157056 h 4998164"/>
                <a:gd name="connsiteX41" fmla="*/ 4541731 w 4625699"/>
                <a:gd name="connsiteY41" fmla="*/ 156 h 4998164"/>
                <a:gd name="connsiteX42" fmla="*/ 4625699 w 4625699"/>
                <a:gd name="connsiteY42" fmla="*/ 3136 h 4998164"/>
                <a:gd name="connsiteX43" fmla="*/ 4625699 w 4625699"/>
                <a:gd name="connsiteY43" fmla="*/ 2336672 h 4998164"/>
                <a:gd name="connsiteX44" fmla="*/ 4548019 w 4625699"/>
                <a:gd name="connsiteY44" fmla="*/ 2276403 h 4998164"/>
                <a:gd name="connsiteX45" fmla="*/ 4207663 w 4625699"/>
                <a:gd name="connsiteY45" fmla="*/ 2106021 h 4998164"/>
                <a:gd name="connsiteX46" fmla="*/ 4157710 w 4625699"/>
                <a:gd name="connsiteY46" fmla="*/ 1980245 h 4998164"/>
                <a:gd name="connsiteX47" fmla="*/ 4120245 w 4625699"/>
                <a:gd name="connsiteY47" fmla="*/ 1490520 h 4998164"/>
                <a:gd name="connsiteX48" fmla="*/ 3992683 w 4625699"/>
                <a:gd name="connsiteY48" fmla="*/ 1140843 h 4998164"/>
                <a:gd name="connsiteX49" fmla="*/ 3894559 w 4625699"/>
                <a:gd name="connsiteY49" fmla="*/ 774217 h 4998164"/>
                <a:gd name="connsiteX50" fmla="*/ 3751835 w 4625699"/>
                <a:gd name="connsiteY50" fmla="*/ 86460 h 4998164"/>
                <a:gd name="connsiteX51" fmla="*/ 4541731 w 4625699"/>
                <a:gd name="connsiteY51" fmla="*/ 156 h 4998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625699" h="4998164">
                  <a:moveTo>
                    <a:pt x="715354" y="2874953"/>
                  </a:moveTo>
                  <a:lnTo>
                    <a:pt x="715329" y="2875548"/>
                  </a:lnTo>
                  <a:lnTo>
                    <a:pt x="714462" y="2876737"/>
                  </a:lnTo>
                  <a:close/>
                  <a:moveTo>
                    <a:pt x="732861" y="2866145"/>
                  </a:moveTo>
                  <a:cubicBezTo>
                    <a:pt x="742784" y="2865363"/>
                    <a:pt x="754158" y="2866925"/>
                    <a:pt x="759956" y="2869601"/>
                  </a:cubicBezTo>
                  <a:cubicBezTo>
                    <a:pt x="890192" y="2931151"/>
                    <a:pt x="963339" y="3072984"/>
                    <a:pt x="989208" y="3213926"/>
                  </a:cubicBezTo>
                  <a:cubicBezTo>
                    <a:pt x="1015077" y="3354866"/>
                    <a:pt x="1002588" y="3499375"/>
                    <a:pt x="1010617" y="3642101"/>
                  </a:cubicBezTo>
                  <a:cubicBezTo>
                    <a:pt x="1030242" y="4008726"/>
                    <a:pt x="1181888" y="4367323"/>
                    <a:pt x="1140853" y="4732164"/>
                  </a:cubicBezTo>
                  <a:cubicBezTo>
                    <a:pt x="1135502" y="4776765"/>
                    <a:pt x="1121229" y="4829395"/>
                    <a:pt x="1078411" y="4842775"/>
                  </a:cubicBezTo>
                  <a:cubicBezTo>
                    <a:pt x="1058786" y="4849020"/>
                    <a:pt x="1037378" y="4844560"/>
                    <a:pt x="1016861" y="4849020"/>
                  </a:cubicBezTo>
                  <a:cubicBezTo>
                    <a:pt x="983856" y="4855264"/>
                    <a:pt x="959771" y="4882026"/>
                    <a:pt x="934794" y="4904327"/>
                  </a:cubicBezTo>
                  <a:cubicBezTo>
                    <a:pt x="848267" y="4982825"/>
                    <a:pt x="710002" y="5026535"/>
                    <a:pt x="602958" y="4977473"/>
                  </a:cubicBezTo>
                  <a:cubicBezTo>
                    <a:pt x="579765" y="4942683"/>
                    <a:pt x="590469" y="4895406"/>
                    <a:pt x="610987" y="4858832"/>
                  </a:cubicBezTo>
                  <a:cubicBezTo>
                    <a:pt x="630611" y="4822259"/>
                    <a:pt x="659156" y="4789254"/>
                    <a:pt x="669861" y="4749112"/>
                  </a:cubicBezTo>
                  <a:cubicBezTo>
                    <a:pt x="675213" y="4727704"/>
                    <a:pt x="676105" y="4705403"/>
                    <a:pt x="677889" y="4683102"/>
                  </a:cubicBezTo>
                  <a:cubicBezTo>
                    <a:pt x="685918" y="4590330"/>
                    <a:pt x="723382" y="4502020"/>
                    <a:pt x="743007" y="4411032"/>
                  </a:cubicBezTo>
                  <a:cubicBezTo>
                    <a:pt x="774229" y="4268307"/>
                    <a:pt x="759956" y="4116662"/>
                    <a:pt x="704649" y="3981965"/>
                  </a:cubicBezTo>
                  <a:cubicBezTo>
                    <a:pt x="686809" y="3938255"/>
                    <a:pt x="665400" y="3897221"/>
                    <a:pt x="653804" y="3851728"/>
                  </a:cubicBezTo>
                  <a:cubicBezTo>
                    <a:pt x="635071" y="3775013"/>
                    <a:pt x="647560" y="3694731"/>
                    <a:pt x="659156" y="3616232"/>
                  </a:cubicBezTo>
                  <a:cubicBezTo>
                    <a:pt x="676997" y="3493577"/>
                    <a:pt x="690600" y="3370253"/>
                    <a:pt x="699967" y="3246596"/>
                  </a:cubicBezTo>
                  <a:lnTo>
                    <a:pt x="715329" y="2875548"/>
                  </a:lnTo>
                  <a:lnTo>
                    <a:pt x="719940" y="2869224"/>
                  </a:lnTo>
                  <a:cubicBezTo>
                    <a:pt x="723300" y="2867511"/>
                    <a:pt x="727899" y="2866535"/>
                    <a:pt x="732861" y="2866145"/>
                  </a:cubicBezTo>
                  <a:close/>
                  <a:moveTo>
                    <a:pt x="873536" y="157056"/>
                  </a:moveTo>
                  <a:cubicBezTo>
                    <a:pt x="913664" y="157935"/>
                    <a:pt x="953749" y="160277"/>
                    <a:pt x="993668" y="164068"/>
                  </a:cubicBezTo>
                  <a:cubicBezTo>
                    <a:pt x="1464662" y="208669"/>
                    <a:pt x="1899082" y="456654"/>
                    <a:pt x="2245190" y="780462"/>
                  </a:cubicBezTo>
                  <a:cubicBezTo>
                    <a:pt x="2591299" y="1104270"/>
                    <a:pt x="2858017" y="1501224"/>
                    <a:pt x="3114030" y="1899070"/>
                  </a:cubicBezTo>
                  <a:cubicBezTo>
                    <a:pt x="3160416" y="1971324"/>
                    <a:pt x="3206802" y="2045363"/>
                    <a:pt x="3240699" y="2124754"/>
                  </a:cubicBezTo>
                  <a:cubicBezTo>
                    <a:pt x="3266568" y="2185412"/>
                    <a:pt x="3284409" y="2252315"/>
                    <a:pt x="3277273" y="2317433"/>
                  </a:cubicBezTo>
                  <a:cubicBezTo>
                    <a:pt x="3271029" y="2383443"/>
                    <a:pt x="3236239" y="2448562"/>
                    <a:pt x="3178257" y="2480675"/>
                  </a:cubicBezTo>
                  <a:cubicBezTo>
                    <a:pt x="3124735" y="2510112"/>
                    <a:pt x="3061401" y="2507436"/>
                    <a:pt x="3000743" y="2511004"/>
                  </a:cubicBezTo>
                  <a:cubicBezTo>
                    <a:pt x="2829472" y="2520817"/>
                    <a:pt x="2665338" y="2583259"/>
                    <a:pt x="2494959" y="2602884"/>
                  </a:cubicBezTo>
                  <a:cubicBezTo>
                    <a:pt x="2246974" y="2631428"/>
                    <a:pt x="1998097" y="2568987"/>
                    <a:pt x="1755463" y="2507436"/>
                  </a:cubicBezTo>
                  <a:cubicBezTo>
                    <a:pt x="1510155" y="2444102"/>
                    <a:pt x="1262170" y="2380768"/>
                    <a:pt x="1037377" y="2263911"/>
                  </a:cubicBezTo>
                  <a:cubicBezTo>
                    <a:pt x="667184" y="2071232"/>
                    <a:pt x="377273" y="1738504"/>
                    <a:pt x="206895" y="1356715"/>
                  </a:cubicBezTo>
                  <a:cubicBezTo>
                    <a:pt x="103419" y="1124786"/>
                    <a:pt x="41868" y="875017"/>
                    <a:pt x="17783" y="622572"/>
                  </a:cubicBezTo>
                  <a:cubicBezTo>
                    <a:pt x="6187" y="500364"/>
                    <a:pt x="-9870" y="362991"/>
                    <a:pt x="7971" y="240782"/>
                  </a:cubicBezTo>
                  <a:cubicBezTo>
                    <a:pt x="28488" y="101626"/>
                    <a:pt x="147128" y="223834"/>
                    <a:pt x="242576" y="228294"/>
                  </a:cubicBezTo>
                  <a:lnTo>
                    <a:pt x="243468" y="228294"/>
                  </a:lnTo>
                  <a:cubicBezTo>
                    <a:pt x="335348" y="232754"/>
                    <a:pt x="424550" y="206885"/>
                    <a:pt x="514646" y="189044"/>
                  </a:cubicBezTo>
                  <a:cubicBezTo>
                    <a:pt x="632394" y="164959"/>
                    <a:pt x="753153" y="154423"/>
                    <a:pt x="873536" y="157056"/>
                  </a:cubicBezTo>
                  <a:close/>
                  <a:moveTo>
                    <a:pt x="4541731" y="156"/>
                  </a:moveTo>
                  <a:lnTo>
                    <a:pt x="4625699" y="3136"/>
                  </a:lnTo>
                  <a:lnTo>
                    <a:pt x="4625699" y="2336672"/>
                  </a:lnTo>
                  <a:lnTo>
                    <a:pt x="4548019" y="2276403"/>
                  </a:lnTo>
                  <a:cubicBezTo>
                    <a:pt x="4443536" y="2203615"/>
                    <a:pt x="4327419" y="2146163"/>
                    <a:pt x="4207663" y="2106021"/>
                  </a:cubicBezTo>
                  <a:cubicBezTo>
                    <a:pt x="4161278" y="2090857"/>
                    <a:pt x="4155926" y="2029306"/>
                    <a:pt x="4157710" y="1980245"/>
                  </a:cubicBezTo>
                  <a:cubicBezTo>
                    <a:pt x="4163954" y="1816111"/>
                    <a:pt x="4163061" y="1649301"/>
                    <a:pt x="4120245" y="1490520"/>
                  </a:cubicBezTo>
                  <a:cubicBezTo>
                    <a:pt x="4088131" y="1370094"/>
                    <a:pt x="4033717" y="1257699"/>
                    <a:pt x="3992683" y="1140843"/>
                  </a:cubicBezTo>
                  <a:cubicBezTo>
                    <a:pt x="3950758" y="1021310"/>
                    <a:pt x="3922213" y="897317"/>
                    <a:pt x="3894559" y="774217"/>
                  </a:cubicBezTo>
                  <a:cubicBezTo>
                    <a:pt x="3845498" y="558346"/>
                    <a:pt x="3800896" y="302333"/>
                    <a:pt x="3751835" y="86460"/>
                  </a:cubicBezTo>
                  <a:cubicBezTo>
                    <a:pt x="4006956" y="24019"/>
                    <a:pt x="4274121" y="-2297"/>
                    <a:pt x="4541731" y="156"/>
                  </a:cubicBezTo>
                  <a:close/>
                </a:path>
              </a:pathLst>
            </a:custGeom>
            <a:solidFill>
              <a:srgbClr val="F1D9BF"/>
            </a:solidFill>
            <a:ln w="1017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55D778A-CC23-B621-E9EC-B41F686EE281}"/>
                </a:ext>
              </a:extLst>
            </p:cNvPr>
            <p:cNvSpPr/>
            <p:nvPr/>
          </p:nvSpPr>
          <p:spPr>
            <a:xfrm>
              <a:off x="7661691" y="1541368"/>
              <a:ext cx="4530309" cy="2450711"/>
            </a:xfrm>
            <a:custGeom>
              <a:avLst/>
              <a:gdLst>
                <a:gd name="connsiteX0" fmla="*/ 3853 w 4530309"/>
                <a:gd name="connsiteY0" fmla="*/ 90781 h 2450711"/>
                <a:gd name="connsiteX1" fmla="*/ 36100 w 4530309"/>
                <a:gd name="connsiteY1" fmla="*/ 137620 h 2450711"/>
                <a:gd name="connsiteX2" fmla="*/ 206952 w 4530309"/>
                <a:gd name="connsiteY2" fmla="*/ 213638 h 2450711"/>
                <a:gd name="connsiteX3" fmla="*/ 381791 w 4530309"/>
                <a:gd name="connsiteY3" fmla="*/ 175280 h 2450711"/>
                <a:gd name="connsiteX4" fmla="*/ 553953 w 4530309"/>
                <a:gd name="connsiteY4" fmla="*/ 197581 h 2450711"/>
                <a:gd name="connsiteX5" fmla="*/ 619071 w 4530309"/>
                <a:gd name="connsiteY5" fmla="*/ 305517 h 2450711"/>
                <a:gd name="connsiteX6" fmla="*/ 698462 w 4530309"/>
                <a:gd name="connsiteY6" fmla="*/ 510684 h 2450711"/>
                <a:gd name="connsiteX7" fmla="*/ 854568 w 4530309"/>
                <a:gd name="connsiteY7" fmla="*/ 805947 h 2450711"/>
                <a:gd name="connsiteX8" fmla="*/ 889357 w 4530309"/>
                <a:gd name="connsiteY8" fmla="*/ 928155 h 2450711"/>
                <a:gd name="connsiteX9" fmla="*/ 895601 w 4530309"/>
                <a:gd name="connsiteY9" fmla="*/ 1020926 h 2450711"/>
                <a:gd name="connsiteX10" fmla="*/ 927715 w 4530309"/>
                <a:gd name="connsiteY10" fmla="*/ 1033415 h 2450711"/>
                <a:gd name="connsiteX11" fmla="*/ 975885 w 4530309"/>
                <a:gd name="connsiteY11" fmla="*/ 1163651 h 2450711"/>
                <a:gd name="connsiteX12" fmla="*/ 964287 w 4530309"/>
                <a:gd name="connsiteY12" fmla="*/ 1360791 h 2450711"/>
                <a:gd name="connsiteX13" fmla="*/ 999077 w 4530309"/>
                <a:gd name="connsiteY13" fmla="*/ 1428585 h 2450711"/>
                <a:gd name="connsiteX14" fmla="*/ 1035651 w 4530309"/>
                <a:gd name="connsiteY14" fmla="*/ 1386660 h 2450711"/>
                <a:gd name="connsiteX15" fmla="*/ 1046355 w 4530309"/>
                <a:gd name="connsiteY15" fmla="*/ 1327785 h 2450711"/>
                <a:gd name="connsiteX16" fmla="*/ 1095417 w 4530309"/>
                <a:gd name="connsiteY16" fmla="*/ 1317973 h 2450711"/>
                <a:gd name="connsiteX17" fmla="*/ 1115041 w 4530309"/>
                <a:gd name="connsiteY17" fmla="*/ 1210037 h 2450711"/>
                <a:gd name="connsiteX18" fmla="*/ 1172132 w 4530309"/>
                <a:gd name="connsiteY18" fmla="*/ 1218065 h 2450711"/>
                <a:gd name="connsiteX19" fmla="*/ 1208705 w 4530309"/>
                <a:gd name="connsiteY19" fmla="*/ 1269803 h 2450711"/>
                <a:gd name="connsiteX20" fmla="*/ 1348754 w 4530309"/>
                <a:gd name="connsiteY20" fmla="*/ 1385767 h 2450711"/>
                <a:gd name="connsiteX21" fmla="*/ 1390679 w 4530309"/>
                <a:gd name="connsiteY21" fmla="*/ 1478539 h 2450711"/>
                <a:gd name="connsiteX22" fmla="*/ 1433497 w 4530309"/>
                <a:gd name="connsiteY22" fmla="*/ 1515113 h 2450711"/>
                <a:gd name="connsiteX23" fmla="*/ 1527161 w 4530309"/>
                <a:gd name="connsiteY23" fmla="*/ 1688166 h 2450711"/>
                <a:gd name="connsiteX24" fmla="*/ 1514673 w 4530309"/>
                <a:gd name="connsiteY24" fmla="*/ 1742580 h 2450711"/>
                <a:gd name="connsiteX25" fmla="*/ 1487019 w 4530309"/>
                <a:gd name="connsiteY25" fmla="*/ 1763989 h 2450711"/>
                <a:gd name="connsiteX26" fmla="*/ 1476315 w 4530309"/>
                <a:gd name="connsiteY26" fmla="*/ 1872817 h 2450711"/>
                <a:gd name="connsiteX27" fmla="*/ 1432605 w 4530309"/>
                <a:gd name="connsiteY27" fmla="*/ 1963805 h 2450711"/>
                <a:gd name="connsiteX28" fmla="*/ 1388004 w 4530309"/>
                <a:gd name="connsiteY28" fmla="*/ 1956668 h 2450711"/>
                <a:gd name="connsiteX29" fmla="*/ 1339834 w 4530309"/>
                <a:gd name="connsiteY29" fmla="*/ 1986105 h 2450711"/>
                <a:gd name="connsiteX30" fmla="*/ 1092740 w 4530309"/>
                <a:gd name="connsiteY30" fmla="*/ 2167188 h 2450711"/>
                <a:gd name="connsiteX31" fmla="*/ 879545 w 4530309"/>
                <a:gd name="connsiteY31" fmla="*/ 2030706 h 2450711"/>
                <a:gd name="connsiteX32" fmla="*/ 152538 w 4530309"/>
                <a:gd name="connsiteY32" fmla="*/ 892474 h 2450711"/>
                <a:gd name="connsiteX33" fmla="*/ 41925 w 4530309"/>
                <a:gd name="connsiteY33" fmla="*/ 342982 h 2450711"/>
                <a:gd name="connsiteX34" fmla="*/ 24740 w 4530309"/>
                <a:gd name="connsiteY34" fmla="*/ 147293 h 2450711"/>
                <a:gd name="connsiteX35" fmla="*/ 0 w 4530309"/>
                <a:gd name="connsiteY35" fmla="*/ 85185 h 2450711"/>
                <a:gd name="connsiteX36" fmla="*/ 1784 w 4530309"/>
                <a:gd name="connsiteY36" fmla="*/ 85185 h 2450711"/>
                <a:gd name="connsiteX37" fmla="*/ 3853 w 4530309"/>
                <a:gd name="connsiteY37" fmla="*/ 90781 h 2450711"/>
                <a:gd name="connsiteX38" fmla="*/ 4063677 w 4530309"/>
                <a:gd name="connsiteY38" fmla="*/ 1255 h 2450711"/>
                <a:gd name="connsiteX39" fmla="*/ 4381668 w 4530309"/>
                <a:gd name="connsiteY39" fmla="*/ 68235 h 2450711"/>
                <a:gd name="connsiteX40" fmla="*/ 4496962 w 4530309"/>
                <a:gd name="connsiteY40" fmla="*/ 97114 h 2450711"/>
                <a:gd name="connsiteX41" fmla="*/ 4530309 w 4530309"/>
                <a:gd name="connsiteY41" fmla="*/ 106086 h 2450711"/>
                <a:gd name="connsiteX42" fmla="*/ 4530309 w 4530309"/>
                <a:gd name="connsiteY42" fmla="*/ 912229 h 2450711"/>
                <a:gd name="connsiteX43" fmla="*/ 4525508 w 4530309"/>
                <a:gd name="connsiteY43" fmla="*/ 908306 h 2450711"/>
                <a:gd name="connsiteX44" fmla="*/ 4457490 w 4530309"/>
                <a:gd name="connsiteY44" fmla="*/ 784537 h 2450711"/>
                <a:gd name="connsiteX45" fmla="*/ 4383451 w 4530309"/>
                <a:gd name="connsiteY45" fmla="*/ 868388 h 2450711"/>
                <a:gd name="connsiteX46" fmla="*/ 4352231 w 4530309"/>
                <a:gd name="connsiteY46" fmla="*/ 926370 h 2450711"/>
                <a:gd name="connsiteX47" fmla="*/ 4401292 w 4530309"/>
                <a:gd name="connsiteY47" fmla="*/ 1043226 h 2450711"/>
                <a:gd name="connsiteX48" fmla="*/ 4365611 w 4530309"/>
                <a:gd name="connsiteY48" fmla="*/ 1104777 h 2450711"/>
                <a:gd name="connsiteX49" fmla="*/ 4311197 w 4530309"/>
                <a:gd name="connsiteY49" fmla="*/ 1203792 h 2450711"/>
                <a:gd name="connsiteX50" fmla="*/ 4226453 w 4530309"/>
                <a:gd name="connsiteY50" fmla="*/ 1161866 h 2450711"/>
                <a:gd name="connsiteX51" fmla="*/ 4233590 w 4530309"/>
                <a:gd name="connsiteY51" fmla="*/ 1337597 h 2450711"/>
                <a:gd name="connsiteX52" fmla="*/ 4182743 w 4530309"/>
                <a:gd name="connsiteY52" fmla="*/ 1405392 h 2450711"/>
                <a:gd name="connsiteX53" fmla="*/ 4154199 w 4530309"/>
                <a:gd name="connsiteY53" fmla="*/ 1466049 h 2450711"/>
                <a:gd name="connsiteX54" fmla="*/ 4121194 w 4530309"/>
                <a:gd name="connsiteY54" fmla="*/ 1438396 h 2450711"/>
                <a:gd name="connsiteX55" fmla="*/ 4118066 w 4530309"/>
                <a:gd name="connsiteY55" fmla="*/ 1435609 h 2450711"/>
                <a:gd name="connsiteX56" fmla="*/ 4118517 w 4530309"/>
                <a:gd name="connsiteY56" fmla="*/ 1455345 h 2450711"/>
                <a:gd name="connsiteX57" fmla="*/ 4150630 w 4530309"/>
                <a:gd name="connsiteY57" fmla="*/ 1599854 h 2450711"/>
                <a:gd name="connsiteX58" fmla="*/ 4202367 w 4530309"/>
                <a:gd name="connsiteY58" fmla="*/ 1643563 h 2450711"/>
                <a:gd name="connsiteX59" fmla="*/ 4269270 w 4530309"/>
                <a:gd name="connsiteY59" fmla="*/ 1615911 h 2450711"/>
                <a:gd name="connsiteX60" fmla="*/ 4288003 w 4530309"/>
                <a:gd name="connsiteY60" fmla="*/ 1652483 h 2450711"/>
                <a:gd name="connsiteX61" fmla="*/ 4275515 w 4530309"/>
                <a:gd name="connsiteY61" fmla="*/ 1695301 h 2450711"/>
                <a:gd name="connsiteX62" fmla="*/ 4377206 w 4530309"/>
                <a:gd name="connsiteY62" fmla="*/ 1823754 h 2450711"/>
                <a:gd name="connsiteX63" fmla="*/ 4422701 w 4530309"/>
                <a:gd name="connsiteY63" fmla="*/ 1838918 h 2450711"/>
                <a:gd name="connsiteX64" fmla="*/ 4397724 w 4530309"/>
                <a:gd name="connsiteY64" fmla="*/ 1867463 h 2450711"/>
                <a:gd name="connsiteX65" fmla="*/ 4354905 w 4530309"/>
                <a:gd name="connsiteY65" fmla="*/ 1871031 h 2450711"/>
                <a:gd name="connsiteX66" fmla="*/ 4314765 w 4530309"/>
                <a:gd name="connsiteY66" fmla="*/ 1898684 h 2450711"/>
                <a:gd name="connsiteX67" fmla="*/ 4269270 w 4530309"/>
                <a:gd name="connsiteY67" fmla="*/ 1904928 h 2450711"/>
                <a:gd name="connsiteX68" fmla="*/ 4255890 w 4530309"/>
                <a:gd name="connsiteY68" fmla="*/ 1880843 h 2450711"/>
                <a:gd name="connsiteX69" fmla="*/ 4216641 w 4530309"/>
                <a:gd name="connsiteY69" fmla="*/ 1821970 h 2450711"/>
                <a:gd name="connsiteX70" fmla="*/ 4155090 w 4530309"/>
                <a:gd name="connsiteY70" fmla="*/ 1834458 h 2450711"/>
                <a:gd name="connsiteX71" fmla="*/ 4142602 w 4530309"/>
                <a:gd name="connsiteY71" fmla="*/ 1894225 h 2450711"/>
                <a:gd name="connsiteX72" fmla="*/ 4060535 w 4530309"/>
                <a:gd name="connsiteY72" fmla="*/ 1917417 h 2450711"/>
                <a:gd name="connsiteX73" fmla="*/ 4055182 w 4530309"/>
                <a:gd name="connsiteY73" fmla="*/ 1943286 h 2450711"/>
                <a:gd name="connsiteX74" fmla="*/ 4014149 w 4530309"/>
                <a:gd name="connsiteY74" fmla="*/ 1970047 h 2450711"/>
                <a:gd name="connsiteX75" fmla="*/ 3964195 w 4530309"/>
                <a:gd name="connsiteY75" fmla="*/ 1954882 h 2450711"/>
                <a:gd name="connsiteX76" fmla="*/ 3909781 w 4530309"/>
                <a:gd name="connsiteY76" fmla="*/ 2014648 h 2450711"/>
                <a:gd name="connsiteX77" fmla="*/ 3727807 w 4530309"/>
                <a:gd name="connsiteY77" fmla="*/ 2078875 h 2450711"/>
                <a:gd name="connsiteX78" fmla="*/ 3679637 w 4530309"/>
                <a:gd name="connsiteY78" fmla="*/ 2069955 h 2450711"/>
                <a:gd name="connsiteX79" fmla="*/ 3652876 w 4530309"/>
                <a:gd name="connsiteY79" fmla="*/ 2117232 h 2450711"/>
                <a:gd name="connsiteX80" fmla="*/ 3566349 w 4530309"/>
                <a:gd name="connsiteY80" fmla="*/ 2260849 h 2450711"/>
                <a:gd name="connsiteX81" fmla="*/ 3412919 w 4530309"/>
                <a:gd name="connsiteY81" fmla="*/ 2239440 h 2450711"/>
                <a:gd name="connsiteX82" fmla="*/ 3368317 w 4530309"/>
                <a:gd name="connsiteY82" fmla="*/ 2198408 h 2450711"/>
                <a:gd name="connsiteX83" fmla="*/ 3332636 w 4530309"/>
                <a:gd name="connsiteY83" fmla="*/ 2235873 h 2450711"/>
                <a:gd name="connsiteX84" fmla="*/ 3189019 w 4530309"/>
                <a:gd name="connsiteY84" fmla="*/ 2250145 h 2450711"/>
                <a:gd name="connsiteX85" fmla="*/ 3165825 w 4530309"/>
                <a:gd name="connsiteY85" fmla="*/ 2228736 h 2450711"/>
                <a:gd name="connsiteX86" fmla="*/ 3117655 w 4530309"/>
                <a:gd name="connsiteY86" fmla="*/ 2274230 h 2450711"/>
                <a:gd name="connsiteX87" fmla="*/ 3131037 w 4530309"/>
                <a:gd name="connsiteY87" fmla="*/ 2350944 h 2450711"/>
                <a:gd name="connsiteX88" fmla="*/ 3075730 w 4530309"/>
                <a:gd name="connsiteY88" fmla="*/ 2436580 h 2450711"/>
                <a:gd name="connsiteX89" fmla="*/ 2971362 w 4530309"/>
                <a:gd name="connsiteY89" fmla="*/ 2445500 h 2450711"/>
                <a:gd name="connsiteX90" fmla="*/ 2890187 w 4530309"/>
                <a:gd name="connsiteY90" fmla="*/ 2368786 h 2450711"/>
                <a:gd name="connsiteX91" fmla="*/ 2886619 w 4530309"/>
                <a:gd name="connsiteY91" fmla="*/ 2328644 h 2450711"/>
                <a:gd name="connsiteX92" fmla="*/ 2833989 w 4530309"/>
                <a:gd name="connsiteY92" fmla="*/ 2307235 h 2450711"/>
                <a:gd name="connsiteX93" fmla="*/ 2627037 w 4530309"/>
                <a:gd name="connsiteY93" fmla="*/ 2279582 h 2450711"/>
                <a:gd name="connsiteX94" fmla="*/ 2585112 w 4530309"/>
                <a:gd name="connsiteY94" fmla="*/ 2239440 h 2450711"/>
                <a:gd name="connsiteX95" fmla="*/ 2537834 w 4530309"/>
                <a:gd name="connsiteY95" fmla="*/ 2225168 h 2450711"/>
                <a:gd name="connsiteX96" fmla="*/ 2450527 w 4530309"/>
                <a:gd name="connsiteY96" fmla="*/ 2133219 h 2450711"/>
                <a:gd name="connsiteX97" fmla="*/ 2449395 w 4530309"/>
                <a:gd name="connsiteY97" fmla="*/ 2127752 h 2450711"/>
                <a:gd name="connsiteX98" fmla="*/ 2430456 w 4530309"/>
                <a:gd name="connsiteY98" fmla="*/ 2100396 h 2450711"/>
                <a:gd name="connsiteX99" fmla="*/ 2398677 w 4530309"/>
                <a:gd name="connsiteY99" fmla="*/ 2047654 h 2450711"/>
                <a:gd name="connsiteX100" fmla="*/ 2361212 w 4530309"/>
                <a:gd name="connsiteY100" fmla="*/ 2011081 h 2450711"/>
                <a:gd name="connsiteX101" fmla="*/ 2318394 w 4530309"/>
                <a:gd name="connsiteY101" fmla="*/ 2029814 h 2450711"/>
                <a:gd name="connsiteX102" fmla="*/ 2321071 w 4530309"/>
                <a:gd name="connsiteY102" fmla="*/ 2062819 h 2450711"/>
                <a:gd name="connsiteX103" fmla="*/ 2281821 w 4530309"/>
                <a:gd name="connsiteY103" fmla="*/ 2075307 h 2450711"/>
                <a:gd name="connsiteX104" fmla="*/ 2222947 w 4530309"/>
                <a:gd name="connsiteY104" fmla="*/ 2018218 h 2450711"/>
                <a:gd name="connsiteX105" fmla="*/ 2219379 w 4530309"/>
                <a:gd name="connsiteY105" fmla="*/ 1968264 h 2450711"/>
                <a:gd name="connsiteX106" fmla="*/ 2182805 w 4530309"/>
                <a:gd name="connsiteY106" fmla="*/ 1984320 h 2450711"/>
                <a:gd name="connsiteX107" fmla="*/ 2159613 w 4530309"/>
                <a:gd name="connsiteY107" fmla="*/ 2022677 h 2450711"/>
                <a:gd name="connsiteX108" fmla="*/ 2085573 w 4530309"/>
                <a:gd name="connsiteY108" fmla="*/ 1993240 h 2450711"/>
                <a:gd name="connsiteX109" fmla="*/ 1955337 w 4530309"/>
                <a:gd name="connsiteY109" fmla="*/ 1814834 h 2450711"/>
                <a:gd name="connsiteX110" fmla="*/ 1910736 w 4530309"/>
                <a:gd name="connsiteY110" fmla="*/ 1791641 h 2450711"/>
                <a:gd name="connsiteX111" fmla="*/ 1887542 w 4530309"/>
                <a:gd name="connsiteY111" fmla="*/ 1747932 h 2450711"/>
                <a:gd name="connsiteX112" fmla="*/ 1863457 w 4530309"/>
                <a:gd name="connsiteY112" fmla="*/ 1554360 h 2450711"/>
                <a:gd name="connsiteX113" fmla="*/ 1889327 w 4530309"/>
                <a:gd name="connsiteY113" fmla="*/ 1516003 h 2450711"/>
                <a:gd name="connsiteX114" fmla="*/ 1908952 w 4530309"/>
                <a:gd name="connsiteY114" fmla="*/ 1527600 h 2450711"/>
                <a:gd name="connsiteX115" fmla="*/ 1995479 w 4530309"/>
                <a:gd name="connsiteY115" fmla="*/ 1611451 h 2450711"/>
                <a:gd name="connsiteX116" fmla="*/ 2004399 w 4530309"/>
                <a:gd name="connsiteY116" fmla="*/ 1551685 h 2450711"/>
                <a:gd name="connsiteX117" fmla="*/ 2054353 w 4530309"/>
                <a:gd name="connsiteY117" fmla="*/ 1527600 h 2450711"/>
                <a:gd name="connsiteX118" fmla="*/ 2108767 w 4530309"/>
                <a:gd name="connsiteY118" fmla="*/ 1546332 h 2450711"/>
                <a:gd name="connsiteX119" fmla="*/ 2131959 w 4530309"/>
                <a:gd name="connsiteY119" fmla="*/ 1518679 h 2450711"/>
                <a:gd name="connsiteX120" fmla="*/ 2170317 w 4530309"/>
                <a:gd name="connsiteY120" fmla="*/ 1506191 h 2450711"/>
                <a:gd name="connsiteX121" fmla="*/ 2181913 w 4530309"/>
                <a:gd name="connsiteY121" fmla="*/ 1478538 h 2450711"/>
                <a:gd name="connsiteX122" fmla="*/ 2124824 w 4530309"/>
                <a:gd name="connsiteY122" fmla="*/ 1342057 h 2450711"/>
                <a:gd name="connsiteX123" fmla="*/ 2069517 w 4530309"/>
                <a:gd name="connsiteY123" fmla="*/ 1296563 h 2450711"/>
                <a:gd name="connsiteX124" fmla="*/ 2055133 w 4530309"/>
                <a:gd name="connsiteY124" fmla="*/ 1252630 h 2450711"/>
                <a:gd name="connsiteX125" fmla="*/ 2046203 w 4530309"/>
                <a:gd name="connsiteY125" fmla="*/ 1219970 h 2450711"/>
                <a:gd name="connsiteX126" fmla="*/ 2040972 w 4530309"/>
                <a:gd name="connsiteY126" fmla="*/ 1216280 h 2450711"/>
                <a:gd name="connsiteX127" fmla="*/ 2033168 w 4530309"/>
                <a:gd name="connsiteY127" fmla="*/ 1197464 h 2450711"/>
                <a:gd name="connsiteX128" fmla="*/ 2008079 w 4530309"/>
                <a:gd name="connsiteY128" fmla="*/ 1171567 h 2450711"/>
                <a:gd name="connsiteX129" fmla="*/ 1975653 w 4530309"/>
                <a:gd name="connsiteY129" fmla="*/ 1152888 h 2450711"/>
                <a:gd name="connsiteX130" fmla="*/ 1968160 w 4530309"/>
                <a:gd name="connsiteY130" fmla="*/ 1151162 h 2450711"/>
                <a:gd name="connsiteX131" fmla="*/ 1906275 w 4530309"/>
                <a:gd name="connsiteY131" fmla="*/ 1130645 h 2450711"/>
                <a:gd name="connsiteX132" fmla="*/ 1886651 w 4530309"/>
                <a:gd name="connsiteY132" fmla="*/ 1032522 h 2450711"/>
                <a:gd name="connsiteX133" fmla="*/ 1834020 w 4530309"/>
                <a:gd name="connsiteY133" fmla="*/ 957591 h 2450711"/>
                <a:gd name="connsiteX134" fmla="*/ 1768903 w 4530309"/>
                <a:gd name="connsiteY134" fmla="*/ 1001301 h 2450711"/>
                <a:gd name="connsiteX135" fmla="*/ 1739465 w 4530309"/>
                <a:gd name="connsiteY135" fmla="*/ 1011113 h 2450711"/>
                <a:gd name="connsiteX136" fmla="*/ 1710920 w 4530309"/>
                <a:gd name="connsiteY136" fmla="*/ 1081583 h 2450711"/>
                <a:gd name="connsiteX137" fmla="*/ 1619933 w 4530309"/>
                <a:gd name="connsiteY137" fmla="*/ 1188627 h 2450711"/>
                <a:gd name="connsiteX138" fmla="*/ 1562843 w 4530309"/>
                <a:gd name="connsiteY138" fmla="*/ 1193088 h 2450711"/>
                <a:gd name="connsiteX139" fmla="*/ 1544110 w 4530309"/>
                <a:gd name="connsiteY139" fmla="*/ 1235905 h 2450711"/>
                <a:gd name="connsiteX140" fmla="*/ 1477207 w 4530309"/>
                <a:gd name="connsiteY140" fmla="*/ 1218957 h 2450711"/>
                <a:gd name="connsiteX141" fmla="*/ 1264903 w 4530309"/>
                <a:gd name="connsiteY141" fmla="*/ 929938 h 2450711"/>
                <a:gd name="connsiteX142" fmla="*/ 1234574 w 4530309"/>
                <a:gd name="connsiteY142" fmla="*/ 886228 h 2450711"/>
                <a:gd name="connsiteX143" fmla="*/ 1205137 w 4530309"/>
                <a:gd name="connsiteY143" fmla="*/ 865711 h 2450711"/>
                <a:gd name="connsiteX144" fmla="*/ 1164995 w 4530309"/>
                <a:gd name="connsiteY144" fmla="*/ 811298 h 2450711"/>
                <a:gd name="connsiteX145" fmla="*/ 1051708 w 4530309"/>
                <a:gd name="connsiteY145" fmla="*/ 554393 h 2450711"/>
                <a:gd name="connsiteX146" fmla="*/ 1078468 w 4530309"/>
                <a:gd name="connsiteY146" fmla="*/ 329600 h 2450711"/>
                <a:gd name="connsiteX147" fmla="*/ 1106122 w 4530309"/>
                <a:gd name="connsiteY147" fmla="*/ 239505 h 2450711"/>
                <a:gd name="connsiteX148" fmla="*/ 1067764 w 4530309"/>
                <a:gd name="connsiteY148" fmla="*/ 210960 h 2450711"/>
                <a:gd name="connsiteX149" fmla="*/ 1029407 w 4530309"/>
                <a:gd name="connsiteY149" fmla="*/ 198471 h 2450711"/>
                <a:gd name="connsiteX150" fmla="*/ 1036543 w 4530309"/>
                <a:gd name="connsiteY150" fmla="*/ 165467 h 2450711"/>
                <a:gd name="connsiteX151" fmla="*/ 1354107 w 4530309"/>
                <a:gd name="connsiteY151" fmla="*/ 159222 h 2450711"/>
                <a:gd name="connsiteX152" fmla="*/ 2152476 w 4530309"/>
                <a:gd name="connsiteY152" fmla="*/ 151194 h 2450711"/>
                <a:gd name="connsiteX153" fmla="*/ 2503937 w 4530309"/>
                <a:gd name="connsiteY153" fmla="*/ 109269 h 2450711"/>
                <a:gd name="connsiteX154" fmla="*/ 2897324 w 4530309"/>
                <a:gd name="connsiteY154" fmla="*/ 57531 h 2450711"/>
                <a:gd name="connsiteX155" fmla="*/ 3210428 w 4530309"/>
                <a:gd name="connsiteY155" fmla="*/ 38798 h 2450711"/>
                <a:gd name="connsiteX156" fmla="*/ 3526208 w 4530309"/>
                <a:gd name="connsiteY156" fmla="*/ 76263 h 2450711"/>
                <a:gd name="connsiteX157" fmla="*/ 3810766 w 4530309"/>
                <a:gd name="connsiteY157" fmla="*/ 20065 h 2450711"/>
                <a:gd name="connsiteX158" fmla="*/ 3954787 w 4530309"/>
                <a:gd name="connsiteY158" fmla="*/ 1626 h 2450711"/>
                <a:gd name="connsiteX159" fmla="*/ 4063677 w 4530309"/>
                <a:gd name="connsiteY159" fmla="*/ 1255 h 245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4530309" h="2450711">
                  <a:moveTo>
                    <a:pt x="3853" y="90781"/>
                  </a:moveTo>
                  <a:lnTo>
                    <a:pt x="36100" y="137620"/>
                  </a:lnTo>
                  <a:cubicBezTo>
                    <a:pt x="79503" y="184535"/>
                    <a:pt x="142726" y="213638"/>
                    <a:pt x="206952" y="213638"/>
                  </a:cubicBezTo>
                  <a:cubicBezTo>
                    <a:pt x="266718" y="213638"/>
                    <a:pt x="323808" y="189553"/>
                    <a:pt x="381791" y="175280"/>
                  </a:cubicBezTo>
                  <a:cubicBezTo>
                    <a:pt x="439773" y="161008"/>
                    <a:pt x="506675" y="160115"/>
                    <a:pt x="553953" y="197581"/>
                  </a:cubicBezTo>
                  <a:cubicBezTo>
                    <a:pt x="586958" y="224341"/>
                    <a:pt x="603907" y="265375"/>
                    <a:pt x="619071" y="305517"/>
                  </a:cubicBezTo>
                  <a:cubicBezTo>
                    <a:pt x="645833" y="374203"/>
                    <a:pt x="671702" y="441998"/>
                    <a:pt x="698462" y="510684"/>
                  </a:cubicBezTo>
                  <a:cubicBezTo>
                    <a:pt x="740387" y="618620"/>
                    <a:pt x="801938" y="703363"/>
                    <a:pt x="854568" y="805947"/>
                  </a:cubicBezTo>
                  <a:cubicBezTo>
                    <a:pt x="874192" y="844304"/>
                    <a:pt x="894709" y="885337"/>
                    <a:pt x="889357" y="928155"/>
                  </a:cubicBezTo>
                  <a:cubicBezTo>
                    <a:pt x="884897" y="961160"/>
                    <a:pt x="868840" y="1001301"/>
                    <a:pt x="895601" y="1020926"/>
                  </a:cubicBezTo>
                  <a:cubicBezTo>
                    <a:pt x="904521" y="1028063"/>
                    <a:pt x="917010" y="1028954"/>
                    <a:pt x="927715" y="1033415"/>
                  </a:cubicBezTo>
                  <a:cubicBezTo>
                    <a:pt x="974101" y="1052148"/>
                    <a:pt x="978560" y="1114590"/>
                    <a:pt x="975885" y="1163651"/>
                  </a:cubicBezTo>
                  <a:cubicBezTo>
                    <a:pt x="972316" y="1229662"/>
                    <a:pt x="967856" y="1295672"/>
                    <a:pt x="964287" y="1360791"/>
                  </a:cubicBezTo>
                  <a:cubicBezTo>
                    <a:pt x="962503" y="1389336"/>
                    <a:pt x="970532" y="1428585"/>
                    <a:pt x="999077" y="1428585"/>
                  </a:cubicBezTo>
                  <a:cubicBezTo>
                    <a:pt x="1019594" y="1428585"/>
                    <a:pt x="1032083" y="1406284"/>
                    <a:pt x="1035651" y="1386660"/>
                  </a:cubicBezTo>
                  <a:cubicBezTo>
                    <a:pt x="1038327" y="1367035"/>
                    <a:pt x="1035651" y="1345626"/>
                    <a:pt x="1046355" y="1327785"/>
                  </a:cubicBezTo>
                  <a:cubicBezTo>
                    <a:pt x="1056167" y="1309945"/>
                    <a:pt x="1084712" y="1301025"/>
                    <a:pt x="1095417" y="1317973"/>
                  </a:cubicBezTo>
                  <a:cubicBezTo>
                    <a:pt x="1123962" y="1292104"/>
                    <a:pt x="1086496" y="1235906"/>
                    <a:pt x="1115041" y="1210037"/>
                  </a:cubicBezTo>
                  <a:cubicBezTo>
                    <a:pt x="1131098" y="1195764"/>
                    <a:pt x="1156967" y="1203793"/>
                    <a:pt x="1172132" y="1218065"/>
                  </a:cubicBezTo>
                  <a:cubicBezTo>
                    <a:pt x="1187296" y="1233230"/>
                    <a:pt x="1195324" y="1253747"/>
                    <a:pt x="1208705" y="1269803"/>
                  </a:cubicBezTo>
                  <a:cubicBezTo>
                    <a:pt x="1246171" y="1317973"/>
                    <a:pt x="1316641" y="1333138"/>
                    <a:pt x="1348754" y="1385767"/>
                  </a:cubicBezTo>
                  <a:cubicBezTo>
                    <a:pt x="1366595" y="1414312"/>
                    <a:pt x="1369271" y="1451778"/>
                    <a:pt x="1390679" y="1478539"/>
                  </a:cubicBezTo>
                  <a:cubicBezTo>
                    <a:pt x="1402276" y="1492812"/>
                    <a:pt x="1418333" y="1503516"/>
                    <a:pt x="1433497" y="1515113"/>
                  </a:cubicBezTo>
                  <a:cubicBezTo>
                    <a:pt x="1486128" y="1557038"/>
                    <a:pt x="1520917" y="1621264"/>
                    <a:pt x="1527161" y="1688166"/>
                  </a:cubicBezTo>
                  <a:cubicBezTo>
                    <a:pt x="1528945" y="1706899"/>
                    <a:pt x="1527161" y="1728308"/>
                    <a:pt x="1514673" y="1742580"/>
                  </a:cubicBezTo>
                  <a:cubicBezTo>
                    <a:pt x="1506645" y="1751501"/>
                    <a:pt x="1495047" y="1755960"/>
                    <a:pt x="1487019" y="1763989"/>
                  </a:cubicBezTo>
                  <a:cubicBezTo>
                    <a:pt x="1459366" y="1789858"/>
                    <a:pt x="1470071" y="1835352"/>
                    <a:pt x="1476315" y="1872817"/>
                  </a:cubicBezTo>
                  <a:cubicBezTo>
                    <a:pt x="1482560" y="1910282"/>
                    <a:pt x="1470963" y="1962021"/>
                    <a:pt x="1432605" y="1963805"/>
                  </a:cubicBezTo>
                  <a:cubicBezTo>
                    <a:pt x="1417441" y="1963805"/>
                    <a:pt x="1403168" y="1955776"/>
                    <a:pt x="1388004" y="1956668"/>
                  </a:cubicBezTo>
                  <a:cubicBezTo>
                    <a:pt x="1368379" y="1956668"/>
                    <a:pt x="1353214" y="1971833"/>
                    <a:pt x="1339834" y="1986105"/>
                  </a:cubicBezTo>
                  <a:cubicBezTo>
                    <a:pt x="1268471" y="2063712"/>
                    <a:pt x="1198001" y="2166295"/>
                    <a:pt x="1092740" y="2167188"/>
                  </a:cubicBezTo>
                  <a:cubicBezTo>
                    <a:pt x="1005322" y="2167188"/>
                    <a:pt x="936635" y="2096717"/>
                    <a:pt x="879545" y="2030706"/>
                  </a:cubicBezTo>
                  <a:cubicBezTo>
                    <a:pt x="584282" y="1686382"/>
                    <a:pt x="294371" y="1322433"/>
                    <a:pt x="152538" y="892474"/>
                  </a:cubicBezTo>
                  <a:cubicBezTo>
                    <a:pt x="93664" y="714959"/>
                    <a:pt x="61551" y="529417"/>
                    <a:pt x="41925" y="342982"/>
                  </a:cubicBezTo>
                  <a:cubicBezTo>
                    <a:pt x="34566" y="274742"/>
                    <a:pt x="39752" y="210013"/>
                    <a:pt x="24740" y="147293"/>
                  </a:cubicBezTo>
                  <a:close/>
                  <a:moveTo>
                    <a:pt x="0" y="85185"/>
                  </a:moveTo>
                  <a:lnTo>
                    <a:pt x="1784" y="85185"/>
                  </a:lnTo>
                  <a:lnTo>
                    <a:pt x="3853" y="90781"/>
                  </a:lnTo>
                  <a:close/>
                  <a:moveTo>
                    <a:pt x="4063677" y="1255"/>
                  </a:moveTo>
                  <a:cubicBezTo>
                    <a:pt x="4172460" y="6611"/>
                    <a:pt x="4280309" y="29097"/>
                    <a:pt x="4381668" y="68235"/>
                  </a:cubicBezTo>
                  <a:cubicBezTo>
                    <a:pt x="4419132" y="82953"/>
                    <a:pt x="4458605" y="88975"/>
                    <a:pt x="4496962" y="97114"/>
                  </a:cubicBezTo>
                  <a:lnTo>
                    <a:pt x="4530309" y="106086"/>
                  </a:lnTo>
                  <a:lnTo>
                    <a:pt x="4530309" y="912229"/>
                  </a:lnTo>
                  <a:lnTo>
                    <a:pt x="4525508" y="908306"/>
                  </a:lnTo>
                  <a:cubicBezTo>
                    <a:pt x="4492725" y="873740"/>
                    <a:pt x="4468640" y="830922"/>
                    <a:pt x="4457490" y="784537"/>
                  </a:cubicBezTo>
                  <a:lnTo>
                    <a:pt x="4383451" y="868388"/>
                  </a:lnTo>
                  <a:cubicBezTo>
                    <a:pt x="4368287" y="885336"/>
                    <a:pt x="4352231" y="904069"/>
                    <a:pt x="4352231" y="926370"/>
                  </a:cubicBezTo>
                  <a:cubicBezTo>
                    <a:pt x="4352231" y="970080"/>
                    <a:pt x="4407536" y="1000409"/>
                    <a:pt x="4401292" y="1043226"/>
                  </a:cubicBezTo>
                  <a:cubicBezTo>
                    <a:pt x="4397724" y="1066419"/>
                    <a:pt x="4376315" y="1083367"/>
                    <a:pt x="4365611" y="1104777"/>
                  </a:cubicBezTo>
                  <a:cubicBezTo>
                    <a:pt x="4347771" y="1141350"/>
                    <a:pt x="4351338" y="1202008"/>
                    <a:pt x="4311197" y="1203792"/>
                  </a:cubicBezTo>
                  <a:cubicBezTo>
                    <a:pt x="4275515" y="1204684"/>
                    <a:pt x="4255891" y="1141350"/>
                    <a:pt x="4226453" y="1161866"/>
                  </a:cubicBezTo>
                  <a:cubicBezTo>
                    <a:pt x="4247863" y="1218957"/>
                    <a:pt x="4268379" y="1287643"/>
                    <a:pt x="4233590" y="1337597"/>
                  </a:cubicBezTo>
                  <a:cubicBezTo>
                    <a:pt x="4217533" y="1360790"/>
                    <a:pt x="4189880" y="1377739"/>
                    <a:pt x="4182743" y="1405392"/>
                  </a:cubicBezTo>
                  <a:cubicBezTo>
                    <a:pt x="4176499" y="1428584"/>
                    <a:pt x="4178284" y="1465158"/>
                    <a:pt x="4154199" y="1466049"/>
                  </a:cubicBezTo>
                  <a:cubicBezTo>
                    <a:pt x="4139034" y="1466049"/>
                    <a:pt x="4130115" y="1450885"/>
                    <a:pt x="4121194" y="1438396"/>
                  </a:cubicBezTo>
                  <a:lnTo>
                    <a:pt x="4118066" y="1435609"/>
                  </a:lnTo>
                  <a:lnTo>
                    <a:pt x="4118517" y="1455345"/>
                  </a:lnTo>
                  <a:cubicBezTo>
                    <a:pt x="4119409" y="1505298"/>
                    <a:pt x="4131006" y="1554360"/>
                    <a:pt x="4150630" y="1599854"/>
                  </a:cubicBezTo>
                  <a:cubicBezTo>
                    <a:pt x="4160443" y="1622154"/>
                    <a:pt x="4178283" y="1647131"/>
                    <a:pt x="4202367" y="1643563"/>
                  </a:cubicBezTo>
                  <a:cubicBezTo>
                    <a:pt x="4227345" y="1639995"/>
                    <a:pt x="4245186" y="1608774"/>
                    <a:pt x="4269270" y="1615911"/>
                  </a:cubicBezTo>
                  <a:cubicBezTo>
                    <a:pt x="4283543" y="1620370"/>
                    <a:pt x="4289787" y="1637319"/>
                    <a:pt x="4288003" y="1652483"/>
                  </a:cubicBezTo>
                  <a:cubicBezTo>
                    <a:pt x="4286219" y="1667648"/>
                    <a:pt x="4279083" y="1681028"/>
                    <a:pt x="4275515" y="1695301"/>
                  </a:cubicBezTo>
                  <a:cubicBezTo>
                    <a:pt x="4259458" y="1755960"/>
                    <a:pt x="4313872" y="1825538"/>
                    <a:pt x="4377206" y="1823754"/>
                  </a:cubicBezTo>
                  <a:cubicBezTo>
                    <a:pt x="4395047" y="1823754"/>
                    <a:pt x="4418239" y="1821970"/>
                    <a:pt x="4422701" y="1838918"/>
                  </a:cubicBezTo>
                  <a:cubicBezTo>
                    <a:pt x="4427161" y="1853191"/>
                    <a:pt x="4411996" y="1865679"/>
                    <a:pt x="4397724" y="1867463"/>
                  </a:cubicBezTo>
                  <a:cubicBezTo>
                    <a:pt x="4383451" y="1870140"/>
                    <a:pt x="4368287" y="1867463"/>
                    <a:pt x="4354905" y="1871031"/>
                  </a:cubicBezTo>
                  <a:cubicBezTo>
                    <a:pt x="4338849" y="1875492"/>
                    <a:pt x="4327253" y="1888872"/>
                    <a:pt x="4314765" y="1898684"/>
                  </a:cubicBezTo>
                  <a:cubicBezTo>
                    <a:pt x="4301384" y="1908496"/>
                    <a:pt x="4282651" y="1914741"/>
                    <a:pt x="4269270" y="1904928"/>
                  </a:cubicBezTo>
                  <a:cubicBezTo>
                    <a:pt x="4262133" y="1899577"/>
                    <a:pt x="4258567" y="1889764"/>
                    <a:pt x="4255890" y="1880843"/>
                  </a:cubicBezTo>
                  <a:cubicBezTo>
                    <a:pt x="4247861" y="1858542"/>
                    <a:pt x="4237157" y="1834458"/>
                    <a:pt x="4216641" y="1821970"/>
                  </a:cubicBezTo>
                  <a:cubicBezTo>
                    <a:pt x="4196123" y="1809481"/>
                    <a:pt x="4164011" y="1812158"/>
                    <a:pt x="4155090" y="1834458"/>
                  </a:cubicBezTo>
                  <a:cubicBezTo>
                    <a:pt x="4147062" y="1853191"/>
                    <a:pt x="4156874" y="1879060"/>
                    <a:pt x="4142602" y="1894225"/>
                  </a:cubicBezTo>
                  <a:cubicBezTo>
                    <a:pt x="4122085" y="1915633"/>
                    <a:pt x="4074807" y="1890656"/>
                    <a:pt x="4060535" y="1917417"/>
                  </a:cubicBezTo>
                  <a:cubicBezTo>
                    <a:pt x="4056075" y="1925445"/>
                    <a:pt x="4057859" y="1935258"/>
                    <a:pt x="4055182" y="1943286"/>
                  </a:cubicBezTo>
                  <a:cubicBezTo>
                    <a:pt x="4049831" y="1960235"/>
                    <a:pt x="4031098" y="1970047"/>
                    <a:pt x="4014149" y="1970047"/>
                  </a:cubicBezTo>
                  <a:cubicBezTo>
                    <a:pt x="3996308" y="1970047"/>
                    <a:pt x="3980252" y="1962019"/>
                    <a:pt x="3964195" y="1954882"/>
                  </a:cubicBezTo>
                  <a:cubicBezTo>
                    <a:pt x="3935651" y="1961127"/>
                    <a:pt x="3924053" y="1989672"/>
                    <a:pt x="3909781" y="2014648"/>
                  </a:cubicBezTo>
                  <a:cubicBezTo>
                    <a:pt x="3874992" y="2075307"/>
                    <a:pt x="3792925" y="2104743"/>
                    <a:pt x="3727807" y="2078875"/>
                  </a:cubicBezTo>
                  <a:cubicBezTo>
                    <a:pt x="3712642" y="2072631"/>
                    <a:pt x="3695693" y="2063710"/>
                    <a:pt x="3679637" y="2069955"/>
                  </a:cubicBezTo>
                  <a:cubicBezTo>
                    <a:pt x="3661796" y="2077091"/>
                    <a:pt x="3657336" y="2099391"/>
                    <a:pt x="3652876" y="2117232"/>
                  </a:cubicBezTo>
                  <a:cubicBezTo>
                    <a:pt x="3641279" y="2173430"/>
                    <a:pt x="3615411" y="2229628"/>
                    <a:pt x="3566349" y="2260849"/>
                  </a:cubicBezTo>
                  <a:cubicBezTo>
                    <a:pt x="3518179" y="2292071"/>
                    <a:pt x="3445032" y="2286718"/>
                    <a:pt x="3412919" y="2239440"/>
                  </a:cubicBezTo>
                  <a:cubicBezTo>
                    <a:pt x="3401323" y="2221600"/>
                    <a:pt x="3389725" y="2196623"/>
                    <a:pt x="3368317" y="2198408"/>
                  </a:cubicBezTo>
                  <a:cubicBezTo>
                    <a:pt x="3350476" y="2200191"/>
                    <a:pt x="3342448" y="2220708"/>
                    <a:pt x="3332636" y="2235873"/>
                  </a:cubicBezTo>
                  <a:cubicBezTo>
                    <a:pt x="3303199" y="2283150"/>
                    <a:pt x="3226484" y="2291178"/>
                    <a:pt x="3189019" y="2250145"/>
                  </a:cubicBezTo>
                  <a:cubicBezTo>
                    <a:pt x="3181882" y="2242117"/>
                    <a:pt x="3175638" y="2232305"/>
                    <a:pt x="3165825" y="2228736"/>
                  </a:cubicBezTo>
                  <a:cubicBezTo>
                    <a:pt x="3141740" y="2218923"/>
                    <a:pt x="3117655" y="2248361"/>
                    <a:pt x="3117655" y="2274230"/>
                  </a:cubicBezTo>
                  <a:cubicBezTo>
                    <a:pt x="3117655" y="2300099"/>
                    <a:pt x="3130144" y="2325075"/>
                    <a:pt x="3131037" y="2350944"/>
                  </a:cubicBezTo>
                  <a:cubicBezTo>
                    <a:pt x="3131037" y="2386626"/>
                    <a:pt x="3107843" y="2419631"/>
                    <a:pt x="3075730" y="2436580"/>
                  </a:cubicBezTo>
                  <a:cubicBezTo>
                    <a:pt x="3043617" y="2453528"/>
                    <a:pt x="3006152" y="2453528"/>
                    <a:pt x="2971362" y="2445500"/>
                  </a:cubicBezTo>
                  <a:cubicBezTo>
                    <a:pt x="2933005" y="2435688"/>
                    <a:pt x="2892863" y="2408035"/>
                    <a:pt x="2890187" y="2368786"/>
                  </a:cubicBezTo>
                  <a:cubicBezTo>
                    <a:pt x="2890187" y="2355404"/>
                    <a:pt x="2892863" y="2341132"/>
                    <a:pt x="2886619" y="2328644"/>
                  </a:cubicBezTo>
                  <a:cubicBezTo>
                    <a:pt x="2877699" y="2310803"/>
                    <a:pt x="2853614" y="2306343"/>
                    <a:pt x="2833989" y="2307235"/>
                  </a:cubicBezTo>
                  <a:cubicBezTo>
                    <a:pt x="2762627" y="2308127"/>
                    <a:pt x="2679667" y="2328644"/>
                    <a:pt x="2627037" y="2279582"/>
                  </a:cubicBezTo>
                  <a:cubicBezTo>
                    <a:pt x="2612765" y="2266202"/>
                    <a:pt x="2602061" y="2249253"/>
                    <a:pt x="2585112" y="2239440"/>
                  </a:cubicBezTo>
                  <a:cubicBezTo>
                    <a:pt x="2570839" y="2231412"/>
                    <a:pt x="2552999" y="2229628"/>
                    <a:pt x="2537834" y="2225168"/>
                  </a:cubicBezTo>
                  <a:cubicBezTo>
                    <a:pt x="2495685" y="2212457"/>
                    <a:pt x="2465077" y="2175660"/>
                    <a:pt x="2450527" y="2133219"/>
                  </a:cubicBezTo>
                  <a:lnTo>
                    <a:pt x="2449395" y="2127752"/>
                  </a:lnTo>
                  <a:lnTo>
                    <a:pt x="2430456" y="2100396"/>
                  </a:lnTo>
                  <a:cubicBezTo>
                    <a:pt x="2419863" y="2082890"/>
                    <a:pt x="2409828" y="2065049"/>
                    <a:pt x="2398677" y="2047654"/>
                  </a:cubicBezTo>
                  <a:cubicBezTo>
                    <a:pt x="2388865" y="2032490"/>
                    <a:pt x="2378161" y="2017325"/>
                    <a:pt x="2361212" y="2011081"/>
                  </a:cubicBezTo>
                  <a:cubicBezTo>
                    <a:pt x="2345156" y="2004837"/>
                    <a:pt x="2321963" y="2011973"/>
                    <a:pt x="2318394" y="2029814"/>
                  </a:cubicBezTo>
                  <a:cubicBezTo>
                    <a:pt x="2316610" y="2040518"/>
                    <a:pt x="2321071" y="2052115"/>
                    <a:pt x="2321071" y="2062819"/>
                  </a:cubicBezTo>
                  <a:cubicBezTo>
                    <a:pt x="2320178" y="2073523"/>
                    <a:pt x="2288958" y="2084228"/>
                    <a:pt x="2281821" y="2075307"/>
                  </a:cubicBezTo>
                  <a:cubicBezTo>
                    <a:pt x="2250600" y="2079768"/>
                    <a:pt x="2219379" y="2049438"/>
                    <a:pt x="2222947" y="2018218"/>
                  </a:cubicBezTo>
                  <a:cubicBezTo>
                    <a:pt x="2224731" y="2000377"/>
                    <a:pt x="2233651" y="1978076"/>
                    <a:pt x="2219379" y="1968264"/>
                  </a:cubicBezTo>
                  <a:cubicBezTo>
                    <a:pt x="2207783" y="1960236"/>
                    <a:pt x="2189941" y="1970939"/>
                    <a:pt x="2182805" y="1984320"/>
                  </a:cubicBezTo>
                  <a:cubicBezTo>
                    <a:pt x="2175669" y="1997701"/>
                    <a:pt x="2172101" y="2013757"/>
                    <a:pt x="2159613" y="2022677"/>
                  </a:cubicBezTo>
                  <a:cubicBezTo>
                    <a:pt x="2135527" y="2040518"/>
                    <a:pt x="2102523" y="2017325"/>
                    <a:pt x="2085573" y="1993240"/>
                  </a:cubicBezTo>
                  <a:cubicBezTo>
                    <a:pt x="2042756" y="1931690"/>
                    <a:pt x="2022239" y="1847839"/>
                    <a:pt x="1955337" y="1814834"/>
                  </a:cubicBezTo>
                  <a:cubicBezTo>
                    <a:pt x="1940172" y="1807698"/>
                    <a:pt x="1923224" y="1803238"/>
                    <a:pt x="1910736" y="1791641"/>
                  </a:cubicBezTo>
                  <a:cubicBezTo>
                    <a:pt x="1898247" y="1780937"/>
                    <a:pt x="1892895" y="1763988"/>
                    <a:pt x="1887542" y="1747932"/>
                  </a:cubicBezTo>
                  <a:cubicBezTo>
                    <a:pt x="1868810" y="1685490"/>
                    <a:pt x="1859889" y="1619479"/>
                    <a:pt x="1863457" y="1554360"/>
                  </a:cubicBezTo>
                  <a:cubicBezTo>
                    <a:pt x="1864350" y="1537412"/>
                    <a:pt x="1872378" y="1515111"/>
                    <a:pt x="1889327" y="1516003"/>
                  </a:cubicBezTo>
                  <a:cubicBezTo>
                    <a:pt x="1897355" y="1516895"/>
                    <a:pt x="1903599" y="1522247"/>
                    <a:pt x="1908952" y="1527600"/>
                  </a:cubicBezTo>
                  <a:cubicBezTo>
                    <a:pt x="1938389" y="1556144"/>
                    <a:pt x="1966934" y="1583798"/>
                    <a:pt x="1995479" y="1611451"/>
                  </a:cubicBezTo>
                  <a:cubicBezTo>
                    <a:pt x="1995479" y="1590934"/>
                    <a:pt x="1995479" y="1569525"/>
                    <a:pt x="2004399" y="1551685"/>
                  </a:cubicBezTo>
                  <a:cubicBezTo>
                    <a:pt x="2013319" y="1533844"/>
                    <a:pt x="2035620" y="1520463"/>
                    <a:pt x="2054353" y="1527600"/>
                  </a:cubicBezTo>
                  <a:cubicBezTo>
                    <a:pt x="2073977" y="1534736"/>
                    <a:pt x="2093602" y="1560605"/>
                    <a:pt x="2108767" y="1546332"/>
                  </a:cubicBezTo>
                  <a:cubicBezTo>
                    <a:pt x="2104306" y="1532952"/>
                    <a:pt x="2118579" y="1521356"/>
                    <a:pt x="2131959" y="1518679"/>
                  </a:cubicBezTo>
                  <a:cubicBezTo>
                    <a:pt x="2145341" y="1515111"/>
                    <a:pt x="2160504" y="1515111"/>
                    <a:pt x="2170317" y="1506191"/>
                  </a:cubicBezTo>
                  <a:cubicBezTo>
                    <a:pt x="2178345" y="1499055"/>
                    <a:pt x="2181021" y="1488350"/>
                    <a:pt x="2181913" y="1478538"/>
                  </a:cubicBezTo>
                  <a:cubicBezTo>
                    <a:pt x="2188157" y="1426800"/>
                    <a:pt x="2165857" y="1373278"/>
                    <a:pt x="2124824" y="1342057"/>
                  </a:cubicBezTo>
                  <a:cubicBezTo>
                    <a:pt x="2106090" y="1327784"/>
                    <a:pt x="2082898" y="1317080"/>
                    <a:pt x="2069517" y="1296563"/>
                  </a:cubicBezTo>
                  <a:cubicBezTo>
                    <a:pt x="2061043" y="1283629"/>
                    <a:pt x="2057921" y="1268241"/>
                    <a:pt x="2055133" y="1252630"/>
                  </a:cubicBezTo>
                  <a:lnTo>
                    <a:pt x="2046203" y="1219970"/>
                  </a:lnTo>
                  <a:lnTo>
                    <a:pt x="2040972" y="1216280"/>
                  </a:lnTo>
                  <a:lnTo>
                    <a:pt x="2033168" y="1197464"/>
                  </a:lnTo>
                  <a:lnTo>
                    <a:pt x="2008079" y="1171567"/>
                  </a:lnTo>
                  <a:lnTo>
                    <a:pt x="1975653" y="1152888"/>
                  </a:lnTo>
                  <a:lnTo>
                    <a:pt x="1968160" y="1151162"/>
                  </a:lnTo>
                  <a:cubicBezTo>
                    <a:pt x="1945748" y="1147817"/>
                    <a:pt x="1922332" y="1145364"/>
                    <a:pt x="1906275" y="1130645"/>
                  </a:cubicBezTo>
                  <a:cubicBezTo>
                    <a:pt x="1880406" y="1107452"/>
                    <a:pt x="1886651" y="1067311"/>
                    <a:pt x="1886651" y="1032522"/>
                  </a:cubicBezTo>
                  <a:cubicBezTo>
                    <a:pt x="1887542" y="997732"/>
                    <a:pt x="1868810" y="953131"/>
                    <a:pt x="1834020" y="957591"/>
                  </a:cubicBezTo>
                  <a:cubicBezTo>
                    <a:pt x="1807259" y="960267"/>
                    <a:pt x="1792987" y="990596"/>
                    <a:pt x="1768903" y="1001301"/>
                  </a:cubicBezTo>
                  <a:cubicBezTo>
                    <a:pt x="1759089" y="1005760"/>
                    <a:pt x="1748386" y="1006653"/>
                    <a:pt x="1739465" y="1011113"/>
                  </a:cubicBezTo>
                  <a:cubicBezTo>
                    <a:pt x="1716272" y="1023601"/>
                    <a:pt x="1714488" y="1054823"/>
                    <a:pt x="1710920" y="1081583"/>
                  </a:cubicBezTo>
                  <a:cubicBezTo>
                    <a:pt x="1704676" y="1133321"/>
                    <a:pt x="1671670" y="1190411"/>
                    <a:pt x="1619933" y="1188627"/>
                  </a:cubicBezTo>
                  <a:cubicBezTo>
                    <a:pt x="1600308" y="1187735"/>
                    <a:pt x="1576223" y="1178815"/>
                    <a:pt x="1562843" y="1193088"/>
                  </a:cubicBezTo>
                  <a:cubicBezTo>
                    <a:pt x="1551246" y="1204684"/>
                    <a:pt x="1554815" y="1224309"/>
                    <a:pt x="1544110" y="1235905"/>
                  </a:cubicBezTo>
                  <a:cubicBezTo>
                    <a:pt x="1527161" y="1255530"/>
                    <a:pt x="1495048" y="1237689"/>
                    <a:pt x="1477207" y="1218957"/>
                  </a:cubicBezTo>
                  <a:cubicBezTo>
                    <a:pt x="1393356" y="1133321"/>
                    <a:pt x="1321101" y="1036090"/>
                    <a:pt x="1264903" y="929938"/>
                  </a:cubicBezTo>
                  <a:cubicBezTo>
                    <a:pt x="1256875" y="914774"/>
                    <a:pt x="1247955" y="897825"/>
                    <a:pt x="1234574" y="886228"/>
                  </a:cubicBezTo>
                  <a:cubicBezTo>
                    <a:pt x="1225654" y="879092"/>
                    <a:pt x="1214949" y="872848"/>
                    <a:pt x="1205137" y="865711"/>
                  </a:cubicBezTo>
                  <a:cubicBezTo>
                    <a:pt x="1187296" y="852331"/>
                    <a:pt x="1175700" y="831814"/>
                    <a:pt x="1164995" y="811298"/>
                  </a:cubicBezTo>
                  <a:cubicBezTo>
                    <a:pt x="1120394" y="730123"/>
                    <a:pt x="1060627" y="647164"/>
                    <a:pt x="1051708" y="554393"/>
                  </a:cubicBezTo>
                  <a:cubicBezTo>
                    <a:pt x="1044571" y="477678"/>
                    <a:pt x="1039219" y="395611"/>
                    <a:pt x="1078468" y="329600"/>
                  </a:cubicBezTo>
                  <a:cubicBezTo>
                    <a:pt x="1094525" y="301948"/>
                    <a:pt x="1120394" y="269834"/>
                    <a:pt x="1106122" y="239505"/>
                  </a:cubicBezTo>
                  <a:cubicBezTo>
                    <a:pt x="1099878" y="224340"/>
                    <a:pt x="1083821" y="215420"/>
                    <a:pt x="1067764" y="210960"/>
                  </a:cubicBezTo>
                  <a:cubicBezTo>
                    <a:pt x="1054383" y="208284"/>
                    <a:pt x="1040111" y="206500"/>
                    <a:pt x="1029407" y="198471"/>
                  </a:cubicBezTo>
                  <a:cubicBezTo>
                    <a:pt x="1019595" y="190443"/>
                    <a:pt x="1023162" y="169035"/>
                    <a:pt x="1036543" y="165467"/>
                  </a:cubicBezTo>
                  <a:cubicBezTo>
                    <a:pt x="1139127" y="139598"/>
                    <a:pt x="1247955" y="151194"/>
                    <a:pt x="1354107" y="159222"/>
                  </a:cubicBezTo>
                  <a:cubicBezTo>
                    <a:pt x="1619933" y="178847"/>
                    <a:pt x="1887542" y="176171"/>
                    <a:pt x="2152476" y="151194"/>
                  </a:cubicBezTo>
                  <a:cubicBezTo>
                    <a:pt x="2270224" y="140489"/>
                    <a:pt x="2387081" y="124433"/>
                    <a:pt x="2503937" y="109269"/>
                  </a:cubicBezTo>
                  <a:cubicBezTo>
                    <a:pt x="2635066" y="92319"/>
                    <a:pt x="2766195" y="74479"/>
                    <a:pt x="2897324" y="57531"/>
                  </a:cubicBezTo>
                  <a:cubicBezTo>
                    <a:pt x="3000800" y="44150"/>
                    <a:pt x="3106060" y="29878"/>
                    <a:pt x="3210428" y="38798"/>
                  </a:cubicBezTo>
                  <a:cubicBezTo>
                    <a:pt x="3316580" y="47719"/>
                    <a:pt x="3420055" y="79831"/>
                    <a:pt x="3526208" y="76263"/>
                  </a:cubicBezTo>
                  <a:cubicBezTo>
                    <a:pt x="3622547" y="72695"/>
                    <a:pt x="3716211" y="39690"/>
                    <a:pt x="3810766" y="20065"/>
                  </a:cubicBezTo>
                  <a:cubicBezTo>
                    <a:pt x="3858267" y="10476"/>
                    <a:pt x="3906437" y="4343"/>
                    <a:pt x="3954787" y="1626"/>
                  </a:cubicBezTo>
                  <a:cubicBezTo>
                    <a:pt x="3991051" y="-414"/>
                    <a:pt x="4027416" y="-531"/>
                    <a:pt x="4063677" y="1255"/>
                  </a:cubicBezTo>
                  <a:close/>
                </a:path>
              </a:pathLst>
            </a:custGeom>
            <a:solidFill>
              <a:srgbClr val="C17C40"/>
            </a:solidFill>
            <a:ln w="1017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C4BA8F2-81B7-02E3-6195-87BE751C9D1F}"/>
                </a:ext>
              </a:extLst>
            </p:cNvPr>
            <p:cNvSpPr/>
            <p:nvPr/>
          </p:nvSpPr>
          <p:spPr>
            <a:xfrm>
              <a:off x="7134355" y="1964389"/>
              <a:ext cx="1917764" cy="3604466"/>
            </a:xfrm>
            <a:custGeom>
              <a:avLst/>
              <a:gdLst>
                <a:gd name="connsiteX0" fmla="*/ 1150561 w 1917764"/>
                <a:gd name="connsiteY0" fmla="*/ 3262928 h 3604466"/>
                <a:gd name="connsiteX1" fmla="*/ 1162464 w 1917764"/>
                <a:gd name="connsiteY1" fmla="*/ 3268648 h 3604466"/>
                <a:gd name="connsiteX2" fmla="*/ 1184765 w 1917764"/>
                <a:gd name="connsiteY2" fmla="*/ 3290949 h 3604466"/>
                <a:gd name="connsiteX3" fmla="*/ 1265048 w 1917764"/>
                <a:gd name="connsiteY3" fmla="*/ 3273108 h 3604466"/>
                <a:gd name="connsiteX4" fmla="*/ 1276644 w 1917764"/>
                <a:gd name="connsiteY4" fmla="*/ 3289165 h 3604466"/>
                <a:gd name="connsiteX5" fmla="*/ 1320354 w 1917764"/>
                <a:gd name="connsiteY5" fmla="*/ 3387288 h 3604466"/>
                <a:gd name="connsiteX6" fmla="*/ 1407774 w 1917764"/>
                <a:gd name="connsiteY6" fmla="*/ 3441702 h 3604466"/>
                <a:gd name="connsiteX7" fmla="*/ 1421154 w 1917764"/>
                <a:gd name="connsiteY7" fmla="*/ 3442594 h 3604466"/>
                <a:gd name="connsiteX8" fmla="*/ 1424722 w 1917764"/>
                <a:gd name="connsiteY8" fmla="*/ 3483628 h 3604466"/>
                <a:gd name="connsiteX9" fmla="*/ 1330167 w 1917764"/>
                <a:gd name="connsiteY9" fmla="*/ 3561234 h 3604466"/>
                <a:gd name="connsiteX10" fmla="*/ 1229367 w 1917764"/>
                <a:gd name="connsiteY10" fmla="*/ 3593348 h 3604466"/>
                <a:gd name="connsiteX11" fmla="*/ 1209742 w 1917764"/>
                <a:gd name="connsiteY11" fmla="*/ 3604051 h 3604466"/>
                <a:gd name="connsiteX12" fmla="*/ 1178521 w 1917764"/>
                <a:gd name="connsiteY12" fmla="*/ 3584427 h 3604466"/>
                <a:gd name="connsiteX13" fmla="*/ 1169601 w 1917764"/>
                <a:gd name="connsiteY13" fmla="*/ 3546069 h 3604466"/>
                <a:gd name="connsiteX14" fmla="*/ 1121431 w 1917764"/>
                <a:gd name="connsiteY14" fmla="*/ 3436349 h 3604466"/>
                <a:gd name="connsiteX15" fmla="*/ 1121431 w 1917764"/>
                <a:gd name="connsiteY15" fmla="*/ 3435458 h 3604466"/>
                <a:gd name="connsiteX16" fmla="*/ 1100022 w 1917764"/>
                <a:gd name="connsiteY16" fmla="*/ 3318601 h 3604466"/>
                <a:gd name="connsiteX17" fmla="*/ 1139662 w 1917764"/>
                <a:gd name="connsiteY17" fmla="*/ 3263031 h 3604466"/>
                <a:gd name="connsiteX18" fmla="*/ 1150561 w 1917764"/>
                <a:gd name="connsiteY18" fmla="*/ 3262928 h 3604466"/>
                <a:gd name="connsiteX19" fmla="*/ 645642 w 1917764"/>
                <a:gd name="connsiteY19" fmla="*/ 131 h 3604466"/>
                <a:gd name="connsiteX20" fmla="*/ 682550 w 1917764"/>
                <a:gd name="connsiteY20" fmla="*/ 11839 h 3604466"/>
                <a:gd name="connsiteX21" fmla="*/ 756589 w 1917764"/>
                <a:gd name="connsiteY21" fmla="*/ 93014 h 3604466"/>
                <a:gd name="connsiteX22" fmla="*/ 754805 w 1917764"/>
                <a:gd name="connsiteY22" fmla="*/ 91230 h 3604466"/>
                <a:gd name="connsiteX23" fmla="*/ 910911 w 1917764"/>
                <a:gd name="connsiteY23" fmla="*/ 396304 h 3604466"/>
                <a:gd name="connsiteX24" fmla="*/ 958189 w 1917764"/>
                <a:gd name="connsiteY24" fmla="*/ 560438 h 3604466"/>
                <a:gd name="connsiteX25" fmla="*/ 1055421 w 1917764"/>
                <a:gd name="connsiteY25" fmla="*/ 716544 h 3604466"/>
                <a:gd name="connsiteX26" fmla="*/ 1541579 w 1917764"/>
                <a:gd name="connsiteY26" fmla="*/ 1316882 h 3604466"/>
                <a:gd name="connsiteX27" fmla="*/ 1650407 w 1917764"/>
                <a:gd name="connsiteY27" fmla="*/ 1367727 h 3604466"/>
                <a:gd name="connsiteX28" fmla="*/ 1659327 w 1917764"/>
                <a:gd name="connsiteY28" fmla="*/ 1293689 h 3604466"/>
                <a:gd name="connsiteX29" fmla="*/ 1652191 w 1917764"/>
                <a:gd name="connsiteY29" fmla="*/ 1249979 h 3604466"/>
                <a:gd name="connsiteX30" fmla="*/ 1686088 w 1917764"/>
                <a:gd name="connsiteY30" fmla="*/ 1223218 h 3604466"/>
                <a:gd name="connsiteX31" fmla="*/ 1706605 w 1917764"/>
                <a:gd name="connsiteY31" fmla="*/ 1225895 h 3604466"/>
                <a:gd name="connsiteX32" fmla="*/ 1759234 w 1917764"/>
                <a:gd name="connsiteY32" fmla="*/ 1184861 h 3604466"/>
                <a:gd name="connsiteX33" fmla="*/ 1776183 w 1917764"/>
                <a:gd name="connsiteY33" fmla="*/ 1207161 h 3604466"/>
                <a:gd name="connsiteX34" fmla="*/ 1874307 w 1917764"/>
                <a:gd name="connsiteY34" fmla="*/ 1554162 h 3604466"/>
                <a:gd name="connsiteX35" fmla="*/ 1911772 w 1917764"/>
                <a:gd name="connsiteY35" fmla="*/ 1610360 h 3604466"/>
                <a:gd name="connsiteX36" fmla="*/ 1904636 w 1917764"/>
                <a:gd name="connsiteY36" fmla="*/ 1673694 h 3604466"/>
                <a:gd name="connsiteX37" fmla="*/ 1868955 w 1917764"/>
                <a:gd name="connsiteY37" fmla="*/ 1695104 h 3604466"/>
                <a:gd name="connsiteX38" fmla="*/ 1858250 w 1917764"/>
                <a:gd name="connsiteY38" fmla="*/ 1780739 h 3604466"/>
                <a:gd name="connsiteX39" fmla="*/ 1907312 w 1917764"/>
                <a:gd name="connsiteY39" fmla="*/ 1824448 h 3604466"/>
                <a:gd name="connsiteX40" fmla="*/ 1897499 w 1917764"/>
                <a:gd name="connsiteY40" fmla="*/ 1877970 h 3604466"/>
                <a:gd name="connsiteX41" fmla="*/ 1843085 w 1917764"/>
                <a:gd name="connsiteY41" fmla="*/ 1877970 h 3604466"/>
                <a:gd name="connsiteX42" fmla="*/ 1833273 w 1917764"/>
                <a:gd name="connsiteY42" fmla="*/ 2087598 h 3604466"/>
                <a:gd name="connsiteX43" fmla="*/ 1790456 w 1917764"/>
                <a:gd name="connsiteY43" fmla="*/ 2085814 h 3604466"/>
                <a:gd name="connsiteX44" fmla="*/ 1749422 w 1917764"/>
                <a:gd name="connsiteY44" fmla="*/ 2056376 h 3604466"/>
                <a:gd name="connsiteX45" fmla="*/ 1734258 w 1917764"/>
                <a:gd name="connsiteY45" fmla="*/ 2065297 h 3604466"/>
                <a:gd name="connsiteX46" fmla="*/ 1731581 w 1917764"/>
                <a:gd name="connsiteY46" fmla="*/ 2218726 h 3604466"/>
                <a:gd name="connsiteX47" fmla="*/ 1687872 w 1917764"/>
                <a:gd name="connsiteY47" fmla="*/ 2266896 h 3604466"/>
                <a:gd name="connsiteX48" fmla="*/ 1671815 w 1917764"/>
                <a:gd name="connsiteY48" fmla="*/ 2249055 h 3604466"/>
                <a:gd name="connsiteX49" fmla="*/ 1609373 w 1917764"/>
                <a:gd name="connsiteY49" fmla="*/ 2269572 h 3604466"/>
                <a:gd name="connsiteX50" fmla="*/ 1613833 w 1917764"/>
                <a:gd name="connsiteY50" fmla="*/ 2345395 h 3604466"/>
                <a:gd name="connsiteX51" fmla="*/ 1654867 w 1917764"/>
                <a:gd name="connsiteY51" fmla="*/ 2381076 h 3604466"/>
                <a:gd name="connsiteX52" fmla="*/ 1673599 w 1917764"/>
                <a:gd name="connsiteY52" fmla="*/ 2364128 h 3604466"/>
                <a:gd name="connsiteX53" fmla="*/ 1753882 w 1917764"/>
                <a:gd name="connsiteY53" fmla="*/ 2406945 h 3604466"/>
                <a:gd name="connsiteX54" fmla="*/ 1728014 w 1917764"/>
                <a:gd name="connsiteY54" fmla="*/ 2513097 h 3604466"/>
                <a:gd name="connsiteX55" fmla="*/ 1638809 w 1917764"/>
                <a:gd name="connsiteY55" fmla="*/ 2882398 h 3604466"/>
                <a:gd name="connsiteX56" fmla="*/ 1604021 w 1917764"/>
                <a:gd name="connsiteY56" fmla="*/ 2827092 h 3604466"/>
                <a:gd name="connsiteX57" fmla="*/ 1537118 w 1917764"/>
                <a:gd name="connsiteY57" fmla="*/ 2795871 h 3604466"/>
                <a:gd name="connsiteX58" fmla="*/ 1556743 w 1917764"/>
                <a:gd name="connsiteY58" fmla="*/ 2695964 h 3604466"/>
                <a:gd name="connsiteX59" fmla="*/ 1549607 w 1917764"/>
                <a:gd name="connsiteY59" fmla="*/ 2600516 h 3604466"/>
                <a:gd name="connsiteX60" fmla="*/ 1488057 w 1917764"/>
                <a:gd name="connsiteY60" fmla="*/ 2603192 h 3604466"/>
                <a:gd name="connsiteX61" fmla="*/ 1429182 w 1917764"/>
                <a:gd name="connsiteY61" fmla="*/ 2531830 h 3604466"/>
                <a:gd name="connsiteX62" fmla="*/ 1462188 w 1917764"/>
                <a:gd name="connsiteY62" fmla="*/ 2470280 h 3604466"/>
                <a:gd name="connsiteX63" fmla="*/ 1461295 w 1917764"/>
                <a:gd name="connsiteY63" fmla="*/ 2405161 h 3604466"/>
                <a:gd name="connsiteX64" fmla="*/ 1386365 w 1917764"/>
                <a:gd name="connsiteY64" fmla="*/ 2394456 h 3604466"/>
                <a:gd name="connsiteX65" fmla="*/ 1351575 w 1917764"/>
                <a:gd name="connsiteY65" fmla="*/ 2320418 h 3604466"/>
                <a:gd name="connsiteX66" fmla="*/ 1317678 w 1917764"/>
                <a:gd name="connsiteY66" fmla="*/ 2200886 h 3604466"/>
                <a:gd name="connsiteX67" fmla="*/ 1315002 w 1917764"/>
                <a:gd name="connsiteY67" fmla="*/ 1966281 h 3604466"/>
                <a:gd name="connsiteX68" fmla="*/ 1356927 w 1917764"/>
                <a:gd name="connsiteY68" fmla="*/ 1901163 h 3604466"/>
                <a:gd name="connsiteX69" fmla="*/ 1348008 w 1917764"/>
                <a:gd name="connsiteY69" fmla="*/ 1828908 h 3604466"/>
                <a:gd name="connsiteX70" fmla="*/ 1237395 w 1917764"/>
                <a:gd name="connsiteY70" fmla="*/ 1771818 h 3604466"/>
                <a:gd name="connsiteX71" fmla="*/ 1201714 w 1917764"/>
                <a:gd name="connsiteY71" fmla="*/ 1789659 h 3604466"/>
                <a:gd name="connsiteX72" fmla="*/ 1097346 w 1917764"/>
                <a:gd name="connsiteY72" fmla="*/ 1785199 h 3604466"/>
                <a:gd name="connsiteX73" fmla="*/ 1042040 w 1917764"/>
                <a:gd name="connsiteY73" fmla="*/ 1753086 h 3604466"/>
                <a:gd name="connsiteX74" fmla="*/ 948376 w 1917764"/>
                <a:gd name="connsiteY74" fmla="*/ 1813744 h 3604466"/>
                <a:gd name="connsiteX75" fmla="*/ 878798 w 1917764"/>
                <a:gd name="connsiteY75" fmla="*/ 1890458 h 3604466"/>
                <a:gd name="connsiteX76" fmla="*/ 781567 w 1917764"/>
                <a:gd name="connsiteY76" fmla="*/ 1886890 h 3604466"/>
                <a:gd name="connsiteX77" fmla="*/ 758373 w 1917764"/>
                <a:gd name="connsiteY77" fmla="*/ 1867266 h 3604466"/>
                <a:gd name="connsiteX78" fmla="*/ 721800 w 1917764"/>
                <a:gd name="connsiteY78" fmla="*/ 1870834 h 3604466"/>
                <a:gd name="connsiteX79" fmla="*/ 635273 w 1917764"/>
                <a:gd name="connsiteY79" fmla="*/ 1807500 h 3604466"/>
                <a:gd name="connsiteX80" fmla="*/ 612080 w 1917764"/>
                <a:gd name="connsiteY80" fmla="*/ 1861022 h 3604466"/>
                <a:gd name="connsiteX81" fmla="*/ 582643 w 1917764"/>
                <a:gd name="connsiteY81" fmla="*/ 1908299 h 3604466"/>
                <a:gd name="connsiteX82" fmla="*/ 551422 w 1917764"/>
                <a:gd name="connsiteY82" fmla="*/ 1897595 h 3604466"/>
                <a:gd name="connsiteX83" fmla="*/ 493440 w 1917764"/>
                <a:gd name="connsiteY83" fmla="*/ 1945765 h 3604466"/>
                <a:gd name="connsiteX84" fmla="*/ 473814 w 1917764"/>
                <a:gd name="connsiteY84" fmla="*/ 1971634 h 3604466"/>
                <a:gd name="connsiteX85" fmla="*/ 428321 w 1917764"/>
                <a:gd name="connsiteY85" fmla="*/ 1941304 h 3604466"/>
                <a:gd name="connsiteX86" fmla="*/ 427429 w 1917764"/>
                <a:gd name="connsiteY86" fmla="*/ 1878862 h 3604466"/>
                <a:gd name="connsiteX87" fmla="*/ 390856 w 1917764"/>
                <a:gd name="connsiteY87" fmla="*/ 1835153 h 3604466"/>
                <a:gd name="connsiteX88" fmla="*/ 354282 w 1917764"/>
                <a:gd name="connsiteY88" fmla="*/ 1863698 h 3604466"/>
                <a:gd name="connsiteX89" fmla="*/ 321277 w 1917764"/>
                <a:gd name="connsiteY89" fmla="*/ 1951117 h 3604466"/>
                <a:gd name="connsiteX90" fmla="*/ 289164 w 1917764"/>
                <a:gd name="connsiteY90" fmla="*/ 2011775 h 3604466"/>
                <a:gd name="connsiteX91" fmla="*/ 236534 w 1917764"/>
                <a:gd name="connsiteY91" fmla="*/ 2018911 h 3604466"/>
                <a:gd name="connsiteX92" fmla="*/ 221369 w 1917764"/>
                <a:gd name="connsiteY92" fmla="*/ 1981446 h 3604466"/>
                <a:gd name="connsiteX93" fmla="*/ 168740 w 1917764"/>
                <a:gd name="connsiteY93" fmla="*/ 1804823 h 3604466"/>
                <a:gd name="connsiteX94" fmla="*/ 143762 w 1917764"/>
                <a:gd name="connsiteY94" fmla="*/ 1770926 h 3604466"/>
                <a:gd name="connsiteX95" fmla="*/ 100945 w 1917764"/>
                <a:gd name="connsiteY95" fmla="*/ 1763789 h 3604466"/>
                <a:gd name="connsiteX96" fmla="*/ 9958 w 1917764"/>
                <a:gd name="connsiteY96" fmla="*/ 1711160 h 3604466"/>
                <a:gd name="connsiteX97" fmla="*/ 27798 w 1917764"/>
                <a:gd name="connsiteY97" fmla="*/ 1613037 h 3604466"/>
                <a:gd name="connsiteX98" fmla="*/ 96485 w 1917764"/>
                <a:gd name="connsiteY98" fmla="*/ 1585384 h 3604466"/>
                <a:gd name="connsiteX99" fmla="*/ 155359 w 1917764"/>
                <a:gd name="connsiteY99" fmla="*/ 1505992 h 3604466"/>
                <a:gd name="connsiteX100" fmla="*/ 249914 w 1917764"/>
                <a:gd name="connsiteY100" fmla="*/ 1286553 h 3604466"/>
                <a:gd name="connsiteX101" fmla="*/ 346254 w 1917764"/>
                <a:gd name="connsiteY101" fmla="*/ 981478 h 3604466"/>
                <a:gd name="connsiteX102" fmla="*/ 365879 w 1917764"/>
                <a:gd name="connsiteY102" fmla="*/ 568467 h 3604466"/>
                <a:gd name="connsiteX103" fmla="*/ 579966 w 1917764"/>
                <a:gd name="connsiteY103" fmla="*/ 46628 h 3604466"/>
                <a:gd name="connsiteX104" fmla="*/ 609404 w 1917764"/>
                <a:gd name="connsiteY104" fmla="*/ 9163 h 3604466"/>
                <a:gd name="connsiteX105" fmla="*/ 645642 w 1917764"/>
                <a:gd name="connsiteY105" fmla="*/ 131 h 360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1917764" h="3604466">
                  <a:moveTo>
                    <a:pt x="1150561" y="3262928"/>
                  </a:moveTo>
                  <a:cubicBezTo>
                    <a:pt x="1154366" y="3263798"/>
                    <a:pt x="1158339" y="3265637"/>
                    <a:pt x="1162464" y="3268648"/>
                  </a:cubicBezTo>
                  <a:cubicBezTo>
                    <a:pt x="1171385" y="3274892"/>
                    <a:pt x="1175845" y="3286488"/>
                    <a:pt x="1184765" y="3290949"/>
                  </a:cubicBezTo>
                  <a:cubicBezTo>
                    <a:pt x="1210634" y="3304329"/>
                    <a:pt x="1240963" y="3257052"/>
                    <a:pt x="1265048" y="3273108"/>
                  </a:cubicBezTo>
                  <a:cubicBezTo>
                    <a:pt x="1271292" y="3276676"/>
                    <a:pt x="1273969" y="3282920"/>
                    <a:pt x="1276644" y="3289165"/>
                  </a:cubicBezTo>
                  <a:cubicBezTo>
                    <a:pt x="1290917" y="3322169"/>
                    <a:pt x="1300729" y="3356959"/>
                    <a:pt x="1320354" y="3387288"/>
                  </a:cubicBezTo>
                  <a:cubicBezTo>
                    <a:pt x="1339979" y="3417617"/>
                    <a:pt x="1372092" y="3442594"/>
                    <a:pt x="1407774" y="3441702"/>
                  </a:cubicBezTo>
                  <a:cubicBezTo>
                    <a:pt x="1412234" y="3441702"/>
                    <a:pt x="1416693" y="3440810"/>
                    <a:pt x="1421154" y="3442594"/>
                  </a:cubicBezTo>
                  <a:cubicBezTo>
                    <a:pt x="1435426" y="3447946"/>
                    <a:pt x="1432750" y="3470247"/>
                    <a:pt x="1424722" y="3483628"/>
                  </a:cubicBezTo>
                  <a:cubicBezTo>
                    <a:pt x="1404206" y="3520200"/>
                    <a:pt x="1369416" y="3547853"/>
                    <a:pt x="1330167" y="3561234"/>
                  </a:cubicBezTo>
                  <a:cubicBezTo>
                    <a:pt x="1296269" y="3571938"/>
                    <a:pt x="1258804" y="3573723"/>
                    <a:pt x="1229367" y="3593348"/>
                  </a:cubicBezTo>
                  <a:cubicBezTo>
                    <a:pt x="1223122" y="3597808"/>
                    <a:pt x="1216878" y="3602267"/>
                    <a:pt x="1209742" y="3604051"/>
                  </a:cubicBezTo>
                  <a:cubicBezTo>
                    <a:pt x="1197254" y="3606728"/>
                    <a:pt x="1183873" y="3596023"/>
                    <a:pt x="1178521" y="3584427"/>
                  </a:cubicBezTo>
                  <a:cubicBezTo>
                    <a:pt x="1173169" y="3572830"/>
                    <a:pt x="1172277" y="3559450"/>
                    <a:pt x="1169601" y="3546069"/>
                  </a:cubicBezTo>
                  <a:cubicBezTo>
                    <a:pt x="1161573" y="3506820"/>
                    <a:pt x="1139272" y="3472031"/>
                    <a:pt x="1121431" y="3436349"/>
                  </a:cubicBezTo>
                  <a:lnTo>
                    <a:pt x="1121431" y="3435458"/>
                  </a:lnTo>
                  <a:cubicBezTo>
                    <a:pt x="1102698" y="3397992"/>
                    <a:pt x="1089318" y="3359635"/>
                    <a:pt x="1100022" y="3318601"/>
                  </a:cubicBezTo>
                  <a:cubicBezTo>
                    <a:pt x="1104705" y="3301207"/>
                    <a:pt x="1118922" y="3268258"/>
                    <a:pt x="1139662" y="3263031"/>
                  </a:cubicBezTo>
                  <a:cubicBezTo>
                    <a:pt x="1143119" y="3262160"/>
                    <a:pt x="1146756" y="3262059"/>
                    <a:pt x="1150561" y="3262928"/>
                  </a:cubicBezTo>
                  <a:close/>
                  <a:moveTo>
                    <a:pt x="645642" y="131"/>
                  </a:moveTo>
                  <a:cubicBezTo>
                    <a:pt x="658465" y="911"/>
                    <a:pt x="671400" y="5149"/>
                    <a:pt x="682550" y="11839"/>
                  </a:cubicBezTo>
                  <a:cubicBezTo>
                    <a:pt x="704851" y="24327"/>
                    <a:pt x="743209" y="70713"/>
                    <a:pt x="756589" y="93014"/>
                  </a:cubicBezTo>
                  <a:lnTo>
                    <a:pt x="754805" y="91230"/>
                  </a:lnTo>
                  <a:cubicBezTo>
                    <a:pt x="816355" y="188461"/>
                    <a:pt x="877906" y="286585"/>
                    <a:pt x="910911" y="396304"/>
                  </a:cubicBezTo>
                  <a:cubicBezTo>
                    <a:pt x="926968" y="450719"/>
                    <a:pt x="935888" y="507809"/>
                    <a:pt x="958189" y="560438"/>
                  </a:cubicBezTo>
                  <a:cubicBezTo>
                    <a:pt x="981382" y="617529"/>
                    <a:pt x="1018847" y="667483"/>
                    <a:pt x="1055421" y="716544"/>
                  </a:cubicBezTo>
                  <a:cubicBezTo>
                    <a:pt x="1209742" y="922603"/>
                    <a:pt x="1364956" y="1129555"/>
                    <a:pt x="1541579" y="1316882"/>
                  </a:cubicBezTo>
                  <a:cubicBezTo>
                    <a:pt x="1571015" y="1348103"/>
                    <a:pt x="1610265" y="1381108"/>
                    <a:pt x="1650407" y="1367727"/>
                  </a:cubicBezTo>
                  <a:cubicBezTo>
                    <a:pt x="1658435" y="1343643"/>
                    <a:pt x="1661110" y="1318666"/>
                    <a:pt x="1659327" y="1293689"/>
                  </a:cubicBezTo>
                  <a:cubicBezTo>
                    <a:pt x="1658435" y="1278525"/>
                    <a:pt x="1646839" y="1265144"/>
                    <a:pt x="1652191" y="1249979"/>
                  </a:cubicBezTo>
                  <a:cubicBezTo>
                    <a:pt x="1657543" y="1234815"/>
                    <a:pt x="1670923" y="1222327"/>
                    <a:pt x="1686088" y="1223218"/>
                  </a:cubicBezTo>
                  <a:cubicBezTo>
                    <a:pt x="1693224" y="1223218"/>
                    <a:pt x="1699468" y="1226787"/>
                    <a:pt x="1706605" y="1225895"/>
                  </a:cubicBezTo>
                  <a:cubicBezTo>
                    <a:pt x="1729798" y="1223218"/>
                    <a:pt x="1736933" y="1178617"/>
                    <a:pt x="1759234" y="1184861"/>
                  </a:cubicBezTo>
                  <a:cubicBezTo>
                    <a:pt x="1768155" y="1187537"/>
                    <a:pt x="1772615" y="1198242"/>
                    <a:pt x="1776183" y="1207161"/>
                  </a:cubicBezTo>
                  <a:cubicBezTo>
                    <a:pt x="1811864" y="1323126"/>
                    <a:pt x="1803836" y="1456039"/>
                    <a:pt x="1874307" y="1554162"/>
                  </a:cubicBezTo>
                  <a:cubicBezTo>
                    <a:pt x="1887687" y="1572895"/>
                    <a:pt x="1902852" y="1588952"/>
                    <a:pt x="1911772" y="1610360"/>
                  </a:cubicBezTo>
                  <a:cubicBezTo>
                    <a:pt x="1920693" y="1630877"/>
                    <a:pt x="1920693" y="1657638"/>
                    <a:pt x="1904636" y="1673694"/>
                  </a:cubicBezTo>
                  <a:cubicBezTo>
                    <a:pt x="1894824" y="1683507"/>
                    <a:pt x="1880551" y="1687075"/>
                    <a:pt x="1868955" y="1695104"/>
                  </a:cubicBezTo>
                  <a:cubicBezTo>
                    <a:pt x="1842194" y="1713836"/>
                    <a:pt x="1836842" y="1756654"/>
                    <a:pt x="1858250" y="1780739"/>
                  </a:cubicBezTo>
                  <a:cubicBezTo>
                    <a:pt x="1872523" y="1797687"/>
                    <a:pt x="1896608" y="1805715"/>
                    <a:pt x="1907312" y="1824448"/>
                  </a:cubicBezTo>
                  <a:cubicBezTo>
                    <a:pt x="1917125" y="1841397"/>
                    <a:pt x="1912665" y="1865482"/>
                    <a:pt x="1897499" y="1877970"/>
                  </a:cubicBezTo>
                  <a:cubicBezTo>
                    <a:pt x="1882335" y="1890458"/>
                    <a:pt x="1857358" y="1890458"/>
                    <a:pt x="1843085" y="1877970"/>
                  </a:cubicBezTo>
                  <a:cubicBezTo>
                    <a:pt x="1811864" y="1942196"/>
                    <a:pt x="1805620" y="2021587"/>
                    <a:pt x="1833273" y="2087598"/>
                  </a:cubicBezTo>
                  <a:cubicBezTo>
                    <a:pt x="1829705" y="2104546"/>
                    <a:pt x="1802052" y="2099194"/>
                    <a:pt x="1790456" y="2085814"/>
                  </a:cubicBezTo>
                  <a:cubicBezTo>
                    <a:pt x="1778859" y="2072433"/>
                    <a:pt x="1767262" y="2053701"/>
                    <a:pt x="1749422" y="2056376"/>
                  </a:cubicBezTo>
                  <a:cubicBezTo>
                    <a:pt x="1743178" y="2057269"/>
                    <a:pt x="1738718" y="2060837"/>
                    <a:pt x="1734258" y="2065297"/>
                  </a:cubicBezTo>
                  <a:cubicBezTo>
                    <a:pt x="1695900" y="2102762"/>
                    <a:pt x="1728014" y="2165204"/>
                    <a:pt x="1731581" y="2218726"/>
                  </a:cubicBezTo>
                  <a:cubicBezTo>
                    <a:pt x="1733365" y="2245487"/>
                    <a:pt x="1710173" y="2282061"/>
                    <a:pt x="1687872" y="2266896"/>
                  </a:cubicBezTo>
                  <a:cubicBezTo>
                    <a:pt x="1680735" y="2262435"/>
                    <a:pt x="1677167" y="2254407"/>
                    <a:pt x="1671815" y="2249055"/>
                  </a:cubicBezTo>
                  <a:cubicBezTo>
                    <a:pt x="1653082" y="2231215"/>
                    <a:pt x="1619185" y="2245487"/>
                    <a:pt x="1609373" y="2269572"/>
                  </a:cubicBezTo>
                  <a:cubicBezTo>
                    <a:pt x="1599561" y="2293657"/>
                    <a:pt x="1605805" y="2320418"/>
                    <a:pt x="1613833" y="2345395"/>
                  </a:cubicBezTo>
                  <a:cubicBezTo>
                    <a:pt x="1620078" y="2365019"/>
                    <a:pt x="1636134" y="2389104"/>
                    <a:pt x="1654867" y="2381076"/>
                  </a:cubicBezTo>
                  <a:cubicBezTo>
                    <a:pt x="1662895" y="2377508"/>
                    <a:pt x="1667355" y="2369480"/>
                    <a:pt x="1673599" y="2364128"/>
                  </a:cubicBezTo>
                  <a:cubicBezTo>
                    <a:pt x="1701252" y="2339151"/>
                    <a:pt x="1748531" y="2370371"/>
                    <a:pt x="1753882" y="2406945"/>
                  </a:cubicBezTo>
                  <a:cubicBezTo>
                    <a:pt x="1760127" y="2443518"/>
                    <a:pt x="1741393" y="2479199"/>
                    <a:pt x="1728014" y="2513097"/>
                  </a:cubicBezTo>
                  <a:cubicBezTo>
                    <a:pt x="1682520" y="2631737"/>
                    <a:pt x="1695900" y="2769110"/>
                    <a:pt x="1638809" y="2882398"/>
                  </a:cubicBezTo>
                  <a:cubicBezTo>
                    <a:pt x="1651298" y="2860989"/>
                    <a:pt x="1627213" y="2835120"/>
                    <a:pt x="1604021" y="2827092"/>
                  </a:cubicBezTo>
                  <a:cubicBezTo>
                    <a:pt x="1580827" y="2819064"/>
                    <a:pt x="1552283" y="2816388"/>
                    <a:pt x="1537118" y="2795871"/>
                  </a:cubicBezTo>
                  <a:cubicBezTo>
                    <a:pt x="1515710" y="2766434"/>
                    <a:pt x="1538010" y="2727184"/>
                    <a:pt x="1556743" y="2695964"/>
                  </a:cubicBezTo>
                  <a:cubicBezTo>
                    <a:pt x="1574583" y="2664742"/>
                    <a:pt x="1582612" y="2614788"/>
                    <a:pt x="1549607" y="2600516"/>
                  </a:cubicBezTo>
                  <a:cubicBezTo>
                    <a:pt x="1529982" y="2592488"/>
                    <a:pt x="1508573" y="2603192"/>
                    <a:pt x="1488057" y="2603192"/>
                  </a:cubicBezTo>
                  <a:cubicBezTo>
                    <a:pt x="1453267" y="2603192"/>
                    <a:pt x="1422938" y="2566618"/>
                    <a:pt x="1429182" y="2531830"/>
                  </a:cubicBezTo>
                  <a:cubicBezTo>
                    <a:pt x="1433642" y="2508636"/>
                    <a:pt x="1450591" y="2490796"/>
                    <a:pt x="1462188" y="2470280"/>
                  </a:cubicBezTo>
                  <a:cubicBezTo>
                    <a:pt x="1473784" y="2449763"/>
                    <a:pt x="1478244" y="2421217"/>
                    <a:pt x="1461295" y="2405161"/>
                  </a:cubicBezTo>
                  <a:cubicBezTo>
                    <a:pt x="1439887" y="2423001"/>
                    <a:pt x="1405990" y="2414082"/>
                    <a:pt x="1386365" y="2394456"/>
                  </a:cubicBezTo>
                  <a:cubicBezTo>
                    <a:pt x="1366740" y="2374831"/>
                    <a:pt x="1358711" y="2346287"/>
                    <a:pt x="1351575" y="2320418"/>
                  </a:cubicBezTo>
                  <a:lnTo>
                    <a:pt x="1317678" y="2200886"/>
                  </a:lnTo>
                  <a:cubicBezTo>
                    <a:pt x="1296269" y="2123279"/>
                    <a:pt x="1274860" y="2035860"/>
                    <a:pt x="1315002" y="1966281"/>
                  </a:cubicBezTo>
                  <a:cubicBezTo>
                    <a:pt x="1327490" y="1943980"/>
                    <a:pt x="1346223" y="1924356"/>
                    <a:pt x="1356927" y="1901163"/>
                  </a:cubicBezTo>
                  <a:cubicBezTo>
                    <a:pt x="1367632" y="1877078"/>
                    <a:pt x="1367632" y="1845856"/>
                    <a:pt x="1348008" y="1828908"/>
                  </a:cubicBezTo>
                  <a:cubicBezTo>
                    <a:pt x="1317678" y="1803931"/>
                    <a:pt x="1275753" y="1762005"/>
                    <a:pt x="1237395" y="1771818"/>
                  </a:cubicBezTo>
                  <a:cubicBezTo>
                    <a:pt x="1224015" y="1775387"/>
                    <a:pt x="1213310" y="1783415"/>
                    <a:pt x="1201714" y="1789659"/>
                  </a:cubicBezTo>
                  <a:cubicBezTo>
                    <a:pt x="1168708" y="1805715"/>
                    <a:pt x="1128567" y="1803931"/>
                    <a:pt x="1097346" y="1785199"/>
                  </a:cubicBezTo>
                  <a:cubicBezTo>
                    <a:pt x="1078613" y="1774494"/>
                    <a:pt x="1063449" y="1757546"/>
                    <a:pt x="1042040" y="1753086"/>
                  </a:cubicBezTo>
                  <a:cubicBezTo>
                    <a:pt x="1003683" y="1745057"/>
                    <a:pt x="970677" y="1780739"/>
                    <a:pt x="948376" y="1813744"/>
                  </a:cubicBezTo>
                  <a:cubicBezTo>
                    <a:pt x="928752" y="1842289"/>
                    <a:pt x="908235" y="1872618"/>
                    <a:pt x="878798" y="1890458"/>
                  </a:cubicBezTo>
                  <a:cubicBezTo>
                    <a:pt x="849361" y="1908299"/>
                    <a:pt x="806543" y="1910975"/>
                    <a:pt x="781567" y="1886890"/>
                  </a:cubicBezTo>
                  <a:cubicBezTo>
                    <a:pt x="774430" y="1879754"/>
                    <a:pt x="768186" y="1870834"/>
                    <a:pt x="758373" y="1867266"/>
                  </a:cubicBezTo>
                  <a:cubicBezTo>
                    <a:pt x="746777" y="1863698"/>
                    <a:pt x="734288" y="1871726"/>
                    <a:pt x="721800" y="1870834"/>
                  </a:cubicBezTo>
                  <a:cubicBezTo>
                    <a:pt x="683443" y="1869050"/>
                    <a:pt x="671846" y="1795903"/>
                    <a:pt x="635273" y="1807500"/>
                  </a:cubicBezTo>
                  <a:cubicBezTo>
                    <a:pt x="615648" y="1813744"/>
                    <a:pt x="612972" y="1839613"/>
                    <a:pt x="612080" y="1861022"/>
                  </a:cubicBezTo>
                  <a:cubicBezTo>
                    <a:pt x="612080" y="1881538"/>
                    <a:pt x="603160" y="1908299"/>
                    <a:pt x="582643" y="1908299"/>
                  </a:cubicBezTo>
                  <a:cubicBezTo>
                    <a:pt x="571938" y="1908299"/>
                    <a:pt x="562126" y="1900271"/>
                    <a:pt x="551422" y="1897595"/>
                  </a:cubicBezTo>
                  <a:cubicBezTo>
                    <a:pt x="524661" y="1891351"/>
                    <a:pt x="505036" y="1920788"/>
                    <a:pt x="493440" y="1945765"/>
                  </a:cubicBezTo>
                  <a:cubicBezTo>
                    <a:pt x="488980" y="1955577"/>
                    <a:pt x="483627" y="1966281"/>
                    <a:pt x="473814" y="1971634"/>
                  </a:cubicBezTo>
                  <a:cubicBezTo>
                    <a:pt x="455082" y="1980554"/>
                    <a:pt x="433673" y="1961821"/>
                    <a:pt x="428321" y="1941304"/>
                  </a:cubicBezTo>
                  <a:cubicBezTo>
                    <a:pt x="422969" y="1920788"/>
                    <a:pt x="428321" y="1899379"/>
                    <a:pt x="427429" y="1878862"/>
                  </a:cubicBezTo>
                  <a:cubicBezTo>
                    <a:pt x="425645" y="1858345"/>
                    <a:pt x="412264" y="1835153"/>
                    <a:pt x="390856" y="1835153"/>
                  </a:cubicBezTo>
                  <a:cubicBezTo>
                    <a:pt x="374799" y="1835153"/>
                    <a:pt x="362311" y="1850317"/>
                    <a:pt x="354282" y="1863698"/>
                  </a:cubicBezTo>
                  <a:cubicBezTo>
                    <a:pt x="338226" y="1890458"/>
                    <a:pt x="326629" y="1919895"/>
                    <a:pt x="321277" y="1951117"/>
                  </a:cubicBezTo>
                  <a:cubicBezTo>
                    <a:pt x="317709" y="1970741"/>
                    <a:pt x="302545" y="1997503"/>
                    <a:pt x="289164" y="2011775"/>
                  </a:cubicBezTo>
                  <a:cubicBezTo>
                    <a:pt x="275783" y="2026047"/>
                    <a:pt x="250807" y="2031400"/>
                    <a:pt x="236534" y="2018911"/>
                  </a:cubicBezTo>
                  <a:cubicBezTo>
                    <a:pt x="226722" y="2009991"/>
                    <a:pt x="224045" y="1994826"/>
                    <a:pt x="221369" y="1981446"/>
                  </a:cubicBezTo>
                  <a:cubicBezTo>
                    <a:pt x="211557" y="1920788"/>
                    <a:pt x="193716" y="1861022"/>
                    <a:pt x="168740" y="1804823"/>
                  </a:cubicBezTo>
                  <a:cubicBezTo>
                    <a:pt x="163387" y="1791443"/>
                    <a:pt x="156251" y="1778062"/>
                    <a:pt x="143762" y="1770926"/>
                  </a:cubicBezTo>
                  <a:cubicBezTo>
                    <a:pt x="131274" y="1763789"/>
                    <a:pt x="115217" y="1764682"/>
                    <a:pt x="100945" y="1763789"/>
                  </a:cubicBezTo>
                  <a:cubicBezTo>
                    <a:pt x="64372" y="1761114"/>
                    <a:pt x="27798" y="1743273"/>
                    <a:pt x="9958" y="1711160"/>
                  </a:cubicBezTo>
                  <a:cubicBezTo>
                    <a:pt x="-7884" y="1679047"/>
                    <a:pt x="-1640" y="1633553"/>
                    <a:pt x="27798" y="1613037"/>
                  </a:cubicBezTo>
                  <a:cubicBezTo>
                    <a:pt x="48315" y="1598764"/>
                    <a:pt x="74184" y="1596980"/>
                    <a:pt x="96485" y="1585384"/>
                  </a:cubicBezTo>
                  <a:cubicBezTo>
                    <a:pt x="125922" y="1569327"/>
                    <a:pt x="141086" y="1536322"/>
                    <a:pt x="155359" y="1505992"/>
                  </a:cubicBezTo>
                  <a:cubicBezTo>
                    <a:pt x="188364" y="1433738"/>
                    <a:pt x="219585" y="1360592"/>
                    <a:pt x="249914" y="1286553"/>
                  </a:cubicBezTo>
                  <a:cubicBezTo>
                    <a:pt x="290948" y="1187537"/>
                    <a:pt x="330197" y="1086738"/>
                    <a:pt x="346254" y="981478"/>
                  </a:cubicBezTo>
                  <a:cubicBezTo>
                    <a:pt x="366771" y="844997"/>
                    <a:pt x="347146" y="704948"/>
                    <a:pt x="365879" y="568467"/>
                  </a:cubicBezTo>
                  <a:cubicBezTo>
                    <a:pt x="391747" y="381140"/>
                    <a:pt x="486303" y="211654"/>
                    <a:pt x="579966" y="46628"/>
                  </a:cubicBezTo>
                  <a:cubicBezTo>
                    <a:pt x="587995" y="32356"/>
                    <a:pt x="596023" y="18083"/>
                    <a:pt x="609404" y="9163"/>
                  </a:cubicBezTo>
                  <a:cubicBezTo>
                    <a:pt x="620108" y="2026"/>
                    <a:pt x="632820" y="-650"/>
                    <a:pt x="645642" y="131"/>
                  </a:cubicBezTo>
                  <a:close/>
                </a:path>
              </a:pathLst>
            </a:custGeom>
            <a:solidFill>
              <a:srgbClr val="694520"/>
            </a:solidFill>
            <a:ln w="1017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586" name="Group 585">
              <a:extLst>
                <a:ext uri="{FF2B5EF4-FFF2-40B4-BE49-F238E27FC236}">
                  <a16:creationId xmlns:a16="http://schemas.microsoft.com/office/drawing/2014/main" id="{E7E035CF-BA62-CC1C-5A34-D7FBF63B3067}"/>
                </a:ext>
              </a:extLst>
            </p:cNvPr>
            <p:cNvGrpSpPr/>
            <p:nvPr/>
          </p:nvGrpSpPr>
          <p:grpSpPr>
            <a:xfrm>
              <a:off x="5996772" y="1135714"/>
              <a:ext cx="2721086" cy="2380291"/>
              <a:chOff x="1340604" y="606562"/>
              <a:chExt cx="3103749" cy="2715029"/>
            </a:xfrm>
          </p:grpSpPr>
          <p:grpSp>
            <p:nvGrpSpPr>
              <p:cNvPr id="574" name="Group 573">
                <a:extLst>
                  <a:ext uri="{FF2B5EF4-FFF2-40B4-BE49-F238E27FC236}">
                    <a16:creationId xmlns:a16="http://schemas.microsoft.com/office/drawing/2014/main" id="{54D89870-EB92-2E9B-5EDA-5947C095E686}"/>
                  </a:ext>
                </a:extLst>
              </p:cNvPr>
              <p:cNvGrpSpPr/>
              <p:nvPr/>
            </p:nvGrpSpPr>
            <p:grpSpPr>
              <a:xfrm>
                <a:off x="1813233" y="606562"/>
                <a:ext cx="1960522" cy="662628"/>
                <a:chOff x="1813233" y="606562"/>
                <a:chExt cx="1960522" cy="662628"/>
              </a:xfrm>
            </p:grpSpPr>
            <p:sp>
              <p:nvSpPr>
                <p:cNvPr id="571" name="Freeform: Shape 570">
                  <a:extLst>
                    <a:ext uri="{FF2B5EF4-FFF2-40B4-BE49-F238E27FC236}">
                      <a16:creationId xmlns:a16="http://schemas.microsoft.com/office/drawing/2014/main" id="{EDE3130E-9853-41E2-CCB0-47EA10BF0CFA}"/>
                    </a:ext>
                  </a:extLst>
                </p:cNvPr>
                <p:cNvSpPr/>
                <p:nvPr/>
              </p:nvSpPr>
              <p:spPr>
                <a:xfrm>
                  <a:off x="1813233" y="606562"/>
                  <a:ext cx="1960522" cy="662628"/>
                </a:xfrm>
                <a:custGeom>
                  <a:avLst/>
                  <a:gdLst>
                    <a:gd name="connsiteX0" fmla="*/ 1873099 w 1960522"/>
                    <a:gd name="connsiteY0" fmla="*/ 1267 h 662628"/>
                    <a:gd name="connsiteX1" fmla="*/ 1941270 w 1960522"/>
                    <a:gd name="connsiteY1" fmla="*/ 56211 h 662628"/>
                    <a:gd name="connsiteX2" fmla="*/ 1926008 w 1960522"/>
                    <a:gd name="connsiteY2" fmla="*/ 349245 h 662628"/>
                    <a:gd name="connsiteX3" fmla="*/ 1859872 w 1960522"/>
                    <a:gd name="connsiteY3" fmla="*/ 475412 h 662628"/>
                    <a:gd name="connsiteX4" fmla="*/ 1630939 w 1960522"/>
                    <a:gd name="connsiteY4" fmla="*/ 636173 h 662628"/>
                    <a:gd name="connsiteX5" fmla="*/ 1546488 w 1960522"/>
                    <a:gd name="connsiteY5" fmla="*/ 662628 h 662628"/>
                    <a:gd name="connsiteX6" fmla="*/ 1472212 w 1960522"/>
                    <a:gd name="connsiteY6" fmla="*/ 639226 h 662628"/>
                    <a:gd name="connsiteX7" fmla="*/ 1383691 w 1960522"/>
                    <a:gd name="connsiteY7" fmla="*/ 560880 h 662628"/>
                    <a:gd name="connsiteX8" fmla="*/ 1382674 w 1960522"/>
                    <a:gd name="connsiteY8" fmla="*/ 561898 h 662628"/>
                    <a:gd name="connsiteX9" fmla="*/ 1390814 w 1960522"/>
                    <a:gd name="connsiteY9" fmla="*/ 468290 h 662628"/>
                    <a:gd name="connsiteX10" fmla="*/ 1478317 w 1960522"/>
                    <a:gd name="connsiteY10" fmla="*/ 457097 h 662628"/>
                    <a:gd name="connsiteX11" fmla="*/ 1676725 w 1960522"/>
                    <a:gd name="connsiteY11" fmla="*/ 360437 h 662628"/>
                    <a:gd name="connsiteX12" fmla="*/ 1819172 w 1960522"/>
                    <a:gd name="connsiteY12" fmla="*/ 203746 h 662628"/>
                    <a:gd name="connsiteX13" fmla="*/ 1873099 w 1960522"/>
                    <a:gd name="connsiteY13" fmla="*/ 1267 h 662628"/>
                    <a:gd name="connsiteX14" fmla="*/ 87423 w 1960522"/>
                    <a:gd name="connsiteY14" fmla="*/ 1267 h 662628"/>
                    <a:gd name="connsiteX15" fmla="*/ 141350 w 1960522"/>
                    <a:gd name="connsiteY15" fmla="*/ 203746 h 662628"/>
                    <a:gd name="connsiteX16" fmla="*/ 283797 w 1960522"/>
                    <a:gd name="connsiteY16" fmla="*/ 360437 h 662628"/>
                    <a:gd name="connsiteX17" fmla="*/ 482205 w 1960522"/>
                    <a:gd name="connsiteY17" fmla="*/ 457097 h 662628"/>
                    <a:gd name="connsiteX18" fmla="*/ 569708 w 1960522"/>
                    <a:gd name="connsiteY18" fmla="*/ 468290 h 662628"/>
                    <a:gd name="connsiteX19" fmla="*/ 577848 w 1960522"/>
                    <a:gd name="connsiteY19" fmla="*/ 561898 h 662628"/>
                    <a:gd name="connsiteX20" fmla="*/ 576831 w 1960522"/>
                    <a:gd name="connsiteY20" fmla="*/ 560880 h 662628"/>
                    <a:gd name="connsiteX21" fmla="*/ 488310 w 1960522"/>
                    <a:gd name="connsiteY21" fmla="*/ 639226 h 662628"/>
                    <a:gd name="connsiteX22" fmla="*/ 414034 w 1960522"/>
                    <a:gd name="connsiteY22" fmla="*/ 662628 h 662628"/>
                    <a:gd name="connsiteX23" fmla="*/ 329583 w 1960522"/>
                    <a:gd name="connsiteY23" fmla="*/ 636173 h 662628"/>
                    <a:gd name="connsiteX24" fmla="*/ 100651 w 1960522"/>
                    <a:gd name="connsiteY24" fmla="*/ 475412 h 662628"/>
                    <a:gd name="connsiteX25" fmla="*/ 34514 w 1960522"/>
                    <a:gd name="connsiteY25" fmla="*/ 349245 h 662628"/>
                    <a:gd name="connsiteX26" fmla="*/ 19252 w 1960522"/>
                    <a:gd name="connsiteY26" fmla="*/ 56211 h 662628"/>
                    <a:gd name="connsiteX27" fmla="*/ 87423 w 1960522"/>
                    <a:gd name="connsiteY27" fmla="*/ 1267 h 662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1960522" h="662628">
                      <a:moveTo>
                        <a:pt x="1873099" y="1267"/>
                      </a:moveTo>
                      <a:cubicBezTo>
                        <a:pt x="1903623" y="-6872"/>
                        <a:pt x="1930078" y="25687"/>
                        <a:pt x="1941270" y="56211"/>
                      </a:cubicBezTo>
                      <a:cubicBezTo>
                        <a:pt x="1975864" y="149819"/>
                        <a:pt x="1959584" y="255637"/>
                        <a:pt x="1926008" y="349245"/>
                      </a:cubicBezTo>
                      <a:cubicBezTo>
                        <a:pt x="1909728" y="394014"/>
                        <a:pt x="1889378" y="437765"/>
                        <a:pt x="1859872" y="475412"/>
                      </a:cubicBezTo>
                      <a:cubicBezTo>
                        <a:pt x="1801875" y="549688"/>
                        <a:pt x="1715390" y="594457"/>
                        <a:pt x="1630939" y="636173"/>
                      </a:cubicBezTo>
                      <a:cubicBezTo>
                        <a:pt x="1604484" y="649401"/>
                        <a:pt x="1575995" y="662628"/>
                        <a:pt x="1546488" y="662628"/>
                      </a:cubicBezTo>
                      <a:cubicBezTo>
                        <a:pt x="1521051" y="662628"/>
                        <a:pt x="1495614" y="651436"/>
                        <a:pt x="1472212" y="639226"/>
                      </a:cubicBezTo>
                      <a:cubicBezTo>
                        <a:pt x="1436600" y="619894"/>
                        <a:pt x="1400989" y="596492"/>
                        <a:pt x="1383691" y="560880"/>
                      </a:cubicBezTo>
                      <a:lnTo>
                        <a:pt x="1382674" y="561898"/>
                      </a:lnTo>
                      <a:cubicBezTo>
                        <a:pt x="1370464" y="537478"/>
                        <a:pt x="1365377" y="487622"/>
                        <a:pt x="1390814" y="468290"/>
                      </a:cubicBezTo>
                      <a:cubicBezTo>
                        <a:pt x="1411163" y="453028"/>
                        <a:pt x="1452880" y="462185"/>
                        <a:pt x="1478317" y="457097"/>
                      </a:cubicBezTo>
                      <a:cubicBezTo>
                        <a:pt x="1551575" y="442853"/>
                        <a:pt x="1618729" y="405206"/>
                        <a:pt x="1676725" y="360437"/>
                      </a:cubicBezTo>
                      <a:cubicBezTo>
                        <a:pt x="1732687" y="316686"/>
                        <a:pt x="1783561" y="264794"/>
                        <a:pt x="1819172" y="203746"/>
                      </a:cubicBezTo>
                      <a:cubicBezTo>
                        <a:pt x="1854784" y="142697"/>
                        <a:pt x="1876151" y="72491"/>
                        <a:pt x="1873099" y="1267"/>
                      </a:cubicBezTo>
                      <a:close/>
                      <a:moveTo>
                        <a:pt x="87423" y="1267"/>
                      </a:moveTo>
                      <a:cubicBezTo>
                        <a:pt x="84371" y="72491"/>
                        <a:pt x="105738" y="142697"/>
                        <a:pt x="141350" y="203746"/>
                      </a:cubicBezTo>
                      <a:cubicBezTo>
                        <a:pt x="176961" y="264794"/>
                        <a:pt x="227835" y="316686"/>
                        <a:pt x="283797" y="360437"/>
                      </a:cubicBezTo>
                      <a:cubicBezTo>
                        <a:pt x="341793" y="405206"/>
                        <a:pt x="408947" y="442853"/>
                        <a:pt x="482205" y="457097"/>
                      </a:cubicBezTo>
                      <a:cubicBezTo>
                        <a:pt x="507642" y="462185"/>
                        <a:pt x="549359" y="453028"/>
                        <a:pt x="569708" y="468290"/>
                      </a:cubicBezTo>
                      <a:cubicBezTo>
                        <a:pt x="595145" y="487622"/>
                        <a:pt x="590058" y="537478"/>
                        <a:pt x="577848" y="561898"/>
                      </a:cubicBezTo>
                      <a:lnTo>
                        <a:pt x="576831" y="560880"/>
                      </a:lnTo>
                      <a:cubicBezTo>
                        <a:pt x="559533" y="596492"/>
                        <a:pt x="523922" y="619894"/>
                        <a:pt x="488310" y="639226"/>
                      </a:cubicBezTo>
                      <a:cubicBezTo>
                        <a:pt x="464908" y="651436"/>
                        <a:pt x="439471" y="662628"/>
                        <a:pt x="414034" y="662628"/>
                      </a:cubicBezTo>
                      <a:cubicBezTo>
                        <a:pt x="384527" y="662628"/>
                        <a:pt x="356038" y="649401"/>
                        <a:pt x="329583" y="636173"/>
                      </a:cubicBezTo>
                      <a:cubicBezTo>
                        <a:pt x="245133" y="594457"/>
                        <a:pt x="158647" y="549688"/>
                        <a:pt x="100651" y="475412"/>
                      </a:cubicBezTo>
                      <a:cubicBezTo>
                        <a:pt x="71144" y="437765"/>
                        <a:pt x="50794" y="394014"/>
                        <a:pt x="34514" y="349245"/>
                      </a:cubicBezTo>
                      <a:cubicBezTo>
                        <a:pt x="938" y="255637"/>
                        <a:pt x="-15342" y="149819"/>
                        <a:pt x="19252" y="56211"/>
                      </a:cubicBezTo>
                      <a:cubicBezTo>
                        <a:pt x="30445" y="25687"/>
                        <a:pt x="56899" y="-6872"/>
                        <a:pt x="87423" y="1267"/>
                      </a:cubicBezTo>
                      <a:close/>
                    </a:path>
                  </a:pathLst>
                </a:custGeom>
                <a:solidFill>
                  <a:srgbClr val="694520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72" name="Freeform: Shape 571">
                  <a:extLst>
                    <a:ext uri="{FF2B5EF4-FFF2-40B4-BE49-F238E27FC236}">
                      <a16:creationId xmlns:a16="http://schemas.microsoft.com/office/drawing/2014/main" id="{9BFFA4C7-FAE2-D6B0-F378-09550D501C31}"/>
                    </a:ext>
                  </a:extLst>
                </p:cNvPr>
                <p:cNvSpPr/>
                <p:nvPr/>
              </p:nvSpPr>
              <p:spPr>
                <a:xfrm>
                  <a:off x="1843226" y="608429"/>
                  <a:ext cx="593915" cy="624133"/>
                </a:xfrm>
                <a:custGeom>
                  <a:avLst/>
                  <a:gdLst>
                    <a:gd name="connsiteX0" fmla="*/ 37081 w 593915"/>
                    <a:gd name="connsiteY0" fmla="*/ 49258 h 624133"/>
                    <a:gd name="connsiteX1" fmla="*/ 37590 w 593915"/>
                    <a:gd name="connsiteY1" fmla="*/ 52946 h 624133"/>
                    <a:gd name="connsiteX2" fmla="*/ 39385 w 593915"/>
                    <a:gd name="connsiteY2" fmla="*/ 56730 h 624133"/>
                    <a:gd name="connsiteX3" fmla="*/ 39681 w 593915"/>
                    <a:gd name="connsiteY3" fmla="*/ 50890 h 624133"/>
                    <a:gd name="connsiteX4" fmla="*/ 60484 w 593915"/>
                    <a:gd name="connsiteY4" fmla="*/ 419 h 624133"/>
                    <a:gd name="connsiteX5" fmla="*/ 71676 w 593915"/>
                    <a:gd name="connsiteY5" fmla="*/ 18734 h 624133"/>
                    <a:gd name="connsiteX6" fmla="*/ 327063 w 593915"/>
                    <a:gd name="connsiteY6" fmla="*/ 350431 h 624133"/>
                    <a:gd name="connsiteX7" fmla="*/ 555996 w 593915"/>
                    <a:gd name="connsiteY7" fmla="*/ 413515 h 624133"/>
                    <a:gd name="connsiteX8" fmla="*/ 585503 w 593915"/>
                    <a:gd name="connsiteY8" fmla="*/ 537647 h 624133"/>
                    <a:gd name="connsiteX9" fmla="*/ 483755 w 593915"/>
                    <a:gd name="connsiteY9" fmla="*/ 624133 h 624133"/>
                    <a:gd name="connsiteX10" fmla="*/ 521402 w 593915"/>
                    <a:gd name="connsiteY10" fmla="*/ 584451 h 624133"/>
                    <a:gd name="connsiteX11" fmla="*/ 529542 w 593915"/>
                    <a:gd name="connsiteY11" fmla="*/ 532560 h 624133"/>
                    <a:gd name="connsiteX12" fmla="*/ 481720 w 593915"/>
                    <a:gd name="connsiteY12" fmla="*/ 536630 h 624133"/>
                    <a:gd name="connsiteX13" fmla="*/ 146970 w 593915"/>
                    <a:gd name="connsiteY13" fmla="*/ 374851 h 624133"/>
                    <a:gd name="connsiteX14" fmla="*/ 36366 w 593915"/>
                    <a:gd name="connsiteY14" fmla="*/ 116443 h 624133"/>
                    <a:gd name="connsiteX15" fmla="*/ 38208 w 593915"/>
                    <a:gd name="connsiteY15" fmla="*/ 80011 h 624133"/>
                    <a:gd name="connsiteX16" fmla="*/ 27924 w 593915"/>
                    <a:gd name="connsiteY16" fmla="*/ 87922 h 624133"/>
                    <a:gd name="connsiteX17" fmla="*/ 3505 w 593915"/>
                    <a:gd name="connsiteY17" fmla="*/ 93009 h 624133"/>
                    <a:gd name="connsiteX18" fmla="*/ 452 w 593915"/>
                    <a:gd name="connsiteY18" fmla="*/ 81817 h 624133"/>
                    <a:gd name="connsiteX19" fmla="*/ 452 w 593915"/>
                    <a:gd name="connsiteY19" fmla="*/ 61468 h 624133"/>
                    <a:gd name="connsiteX20" fmla="*/ 15714 w 593915"/>
                    <a:gd name="connsiteY20" fmla="*/ 21786 h 624133"/>
                    <a:gd name="connsiteX21" fmla="*/ 27543 w 593915"/>
                    <a:gd name="connsiteY21" fmla="*/ 14537 h 624133"/>
                    <a:gd name="connsiteX22" fmla="*/ 44968 w 593915"/>
                    <a:gd name="connsiteY22" fmla="*/ 12759 h 624133"/>
                    <a:gd name="connsiteX23" fmla="*/ 47765 w 593915"/>
                    <a:gd name="connsiteY23" fmla="*/ 6142 h 624133"/>
                    <a:gd name="connsiteX24" fmla="*/ 60484 w 593915"/>
                    <a:gd name="connsiteY24" fmla="*/ 419 h 6241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593915" h="624133">
                      <a:moveTo>
                        <a:pt x="37081" y="49258"/>
                      </a:moveTo>
                      <a:cubicBezTo>
                        <a:pt x="37081" y="49258"/>
                        <a:pt x="37081" y="50784"/>
                        <a:pt x="37590" y="52946"/>
                      </a:cubicBezTo>
                      <a:lnTo>
                        <a:pt x="39385" y="56730"/>
                      </a:lnTo>
                      <a:lnTo>
                        <a:pt x="39681" y="50890"/>
                      </a:lnTo>
                      <a:close/>
                      <a:moveTo>
                        <a:pt x="60484" y="419"/>
                      </a:moveTo>
                      <a:cubicBezTo>
                        <a:pt x="67606" y="2454"/>
                        <a:pt x="69641" y="11611"/>
                        <a:pt x="71676" y="18734"/>
                      </a:cubicBezTo>
                      <a:cubicBezTo>
                        <a:pt x="95078" y="162198"/>
                        <a:pt x="194791" y="291418"/>
                        <a:pt x="327063" y="350431"/>
                      </a:cubicBezTo>
                      <a:cubicBezTo>
                        <a:pt x="397270" y="381973"/>
                        <a:pt x="492912" y="368746"/>
                        <a:pt x="555996" y="413515"/>
                      </a:cubicBezTo>
                      <a:cubicBezTo>
                        <a:pt x="593643" y="439969"/>
                        <a:pt x="602800" y="494913"/>
                        <a:pt x="585503" y="537647"/>
                      </a:cubicBezTo>
                      <a:cubicBezTo>
                        <a:pt x="568206" y="580381"/>
                        <a:pt x="527507" y="608871"/>
                        <a:pt x="483755" y="624133"/>
                      </a:cubicBezTo>
                      <a:cubicBezTo>
                        <a:pt x="498000" y="611923"/>
                        <a:pt x="511227" y="599713"/>
                        <a:pt x="521402" y="584451"/>
                      </a:cubicBezTo>
                      <a:cubicBezTo>
                        <a:pt x="531577" y="569189"/>
                        <a:pt x="535647" y="548839"/>
                        <a:pt x="529542" y="532560"/>
                      </a:cubicBezTo>
                      <a:cubicBezTo>
                        <a:pt x="519367" y="545787"/>
                        <a:pt x="499017" y="538665"/>
                        <a:pt x="481720" y="536630"/>
                      </a:cubicBezTo>
                      <a:cubicBezTo>
                        <a:pt x="355553" y="526455"/>
                        <a:pt x="231420" y="469476"/>
                        <a:pt x="146970" y="374851"/>
                      </a:cubicBezTo>
                      <a:cubicBezTo>
                        <a:pt x="83632" y="303882"/>
                        <a:pt x="43187" y="211164"/>
                        <a:pt x="36366" y="116443"/>
                      </a:cubicBezTo>
                      <a:lnTo>
                        <a:pt x="38208" y="80011"/>
                      </a:lnTo>
                      <a:lnTo>
                        <a:pt x="27924" y="87922"/>
                      </a:lnTo>
                      <a:cubicBezTo>
                        <a:pt x="16732" y="91992"/>
                        <a:pt x="3505" y="93009"/>
                        <a:pt x="3505" y="93009"/>
                      </a:cubicBezTo>
                      <a:cubicBezTo>
                        <a:pt x="3505" y="93009"/>
                        <a:pt x="2487" y="90974"/>
                        <a:pt x="452" y="81817"/>
                      </a:cubicBezTo>
                      <a:cubicBezTo>
                        <a:pt x="452" y="76730"/>
                        <a:pt x="-565" y="70625"/>
                        <a:pt x="452" y="61468"/>
                      </a:cubicBezTo>
                      <a:cubicBezTo>
                        <a:pt x="2487" y="52310"/>
                        <a:pt x="-1583" y="42135"/>
                        <a:pt x="15714" y="21786"/>
                      </a:cubicBezTo>
                      <a:cubicBezTo>
                        <a:pt x="18258" y="19242"/>
                        <a:pt x="22328" y="16444"/>
                        <a:pt x="27543" y="14537"/>
                      </a:cubicBezTo>
                      <a:lnTo>
                        <a:pt x="44968" y="12759"/>
                      </a:lnTo>
                      <a:lnTo>
                        <a:pt x="47765" y="6142"/>
                      </a:lnTo>
                      <a:cubicBezTo>
                        <a:pt x="51072" y="1691"/>
                        <a:pt x="55396" y="-1107"/>
                        <a:pt x="60484" y="419"/>
                      </a:cubicBezTo>
                      <a:close/>
                    </a:path>
                  </a:pathLst>
                </a:custGeom>
                <a:solidFill>
                  <a:srgbClr val="C17C40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73" name="Freeform: Shape 572">
                  <a:extLst>
                    <a:ext uri="{FF2B5EF4-FFF2-40B4-BE49-F238E27FC236}">
                      <a16:creationId xmlns:a16="http://schemas.microsoft.com/office/drawing/2014/main" id="{9FB027CD-CEEA-A7B7-4E23-841A0FB34BA8}"/>
                    </a:ext>
                  </a:extLst>
                </p:cNvPr>
                <p:cNvSpPr/>
                <p:nvPr/>
              </p:nvSpPr>
              <p:spPr>
                <a:xfrm>
                  <a:off x="3149848" y="608429"/>
                  <a:ext cx="557641" cy="624133"/>
                </a:xfrm>
                <a:custGeom>
                  <a:avLst/>
                  <a:gdLst>
                    <a:gd name="connsiteX0" fmla="*/ 532414 w 557641"/>
                    <a:gd name="connsiteY0" fmla="*/ 419 h 624133"/>
                    <a:gd name="connsiteX1" fmla="*/ 551746 w 557641"/>
                    <a:gd name="connsiteY1" fmla="*/ 21786 h 624133"/>
                    <a:gd name="connsiteX2" fmla="*/ 446946 w 557641"/>
                    <a:gd name="connsiteY2" fmla="*/ 374851 h 624133"/>
                    <a:gd name="connsiteX3" fmla="*/ 112195 w 557641"/>
                    <a:gd name="connsiteY3" fmla="*/ 536630 h 624133"/>
                    <a:gd name="connsiteX4" fmla="*/ 64374 w 557641"/>
                    <a:gd name="connsiteY4" fmla="*/ 532560 h 624133"/>
                    <a:gd name="connsiteX5" fmla="*/ 72514 w 557641"/>
                    <a:gd name="connsiteY5" fmla="*/ 584451 h 624133"/>
                    <a:gd name="connsiteX6" fmla="*/ 110160 w 557641"/>
                    <a:gd name="connsiteY6" fmla="*/ 624133 h 624133"/>
                    <a:gd name="connsiteX7" fmla="*/ 8412 w 557641"/>
                    <a:gd name="connsiteY7" fmla="*/ 537647 h 624133"/>
                    <a:gd name="connsiteX8" fmla="*/ 37919 w 557641"/>
                    <a:gd name="connsiteY8" fmla="*/ 413515 h 624133"/>
                    <a:gd name="connsiteX9" fmla="*/ 36902 w 557641"/>
                    <a:gd name="connsiteY9" fmla="*/ 413515 h 624133"/>
                    <a:gd name="connsiteX10" fmla="*/ 76092 w 557641"/>
                    <a:gd name="connsiteY10" fmla="*/ 395373 h 624133"/>
                    <a:gd name="connsiteX11" fmla="*/ 64756 w 557641"/>
                    <a:gd name="connsiteY11" fmla="*/ 392275 h 624133"/>
                    <a:gd name="connsiteX12" fmla="*/ 52164 w 557641"/>
                    <a:gd name="connsiteY12" fmla="*/ 386043 h 624133"/>
                    <a:gd name="connsiteX13" fmla="*/ 89079 w 557641"/>
                    <a:gd name="connsiteY13" fmla="*/ 386901 h 624133"/>
                    <a:gd name="connsiteX14" fmla="*/ 104980 w 557641"/>
                    <a:gd name="connsiteY14" fmla="*/ 386005 h 624133"/>
                    <a:gd name="connsiteX15" fmla="*/ 148697 w 557641"/>
                    <a:gd name="connsiteY15" fmla="*/ 377013 h 624133"/>
                    <a:gd name="connsiteX16" fmla="*/ 193252 w 557641"/>
                    <a:gd name="connsiteY16" fmla="*/ 369873 h 624133"/>
                    <a:gd name="connsiteX17" fmla="*/ 228188 w 557641"/>
                    <a:gd name="connsiteY17" fmla="*/ 357808 h 624133"/>
                    <a:gd name="connsiteX18" fmla="*/ 370635 w 557641"/>
                    <a:gd name="connsiteY18" fmla="*/ 258858 h 624133"/>
                    <a:gd name="connsiteX19" fmla="*/ 369617 w 557641"/>
                    <a:gd name="connsiteY19" fmla="*/ 259875 h 624133"/>
                    <a:gd name="connsiteX20" fmla="*/ 454068 w 557641"/>
                    <a:gd name="connsiteY20" fmla="*/ 138795 h 624133"/>
                    <a:gd name="connsiteX21" fmla="*/ 494767 w 557641"/>
                    <a:gd name="connsiteY21" fmla="*/ 53327 h 624133"/>
                    <a:gd name="connsiteX22" fmla="*/ 522494 w 557641"/>
                    <a:gd name="connsiteY22" fmla="*/ 11738 h 624133"/>
                    <a:gd name="connsiteX23" fmla="*/ 524039 w 557641"/>
                    <a:gd name="connsiteY23" fmla="*/ 10283 h 624133"/>
                    <a:gd name="connsiteX24" fmla="*/ 524911 w 557641"/>
                    <a:gd name="connsiteY24" fmla="*/ 7669 h 624133"/>
                    <a:gd name="connsiteX25" fmla="*/ 532414 w 557641"/>
                    <a:gd name="connsiteY25" fmla="*/ 419 h 6241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557641" h="624133">
                      <a:moveTo>
                        <a:pt x="532414" y="419"/>
                      </a:moveTo>
                      <a:cubicBezTo>
                        <a:pt x="542589" y="-2633"/>
                        <a:pt x="549711" y="11611"/>
                        <a:pt x="551746" y="21786"/>
                      </a:cubicBezTo>
                      <a:cubicBezTo>
                        <a:pt x="574131" y="146936"/>
                        <a:pt x="531396" y="280225"/>
                        <a:pt x="446946" y="374851"/>
                      </a:cubicBezTo>
                      <a:cubicBezTo>
                        <a:pt x="362495" y="469476"/>
                        <a:pt x="238362" y="526455"/>
                        <a:pt x="112195" y="536630"/>
                      </a:cubicBezTo>
                      <a:cubicBezTo>
                        <a:pt x="94898" y="538665"/>
                        <a:pt x="74549" y="545787"/>
                        <a:pt x="64374" y="532560"/>
                      </a:cubicBezTo>
                      <a:cubicBezTo>
                        <a:pt x="58269" y="548839"/>
                        <a:pt x="62339" y="569189"/>
                        <a:pt x="72514" y="584451"/>
                      </a:cubicBezTo>
                      <a:cubicBezTo>
                        <a:pt x="82688" y="599713"/>
                        <a:pt x="95915" y="611923"/>
                        <a:pt x="110160" y="624133"/>
                      </a:cubicBezTo>
                      <a:cubicBezTo>
                        <a:pt x="66409" y="608871"/>
                        <a:pt x="25710" y="580381"/>
                        <a:pt x="8412" y="537647"/>
                      </a:cubicBezTo>
                      <a:cubicBezTo>
                        <a:pt x="-8885" y="494913"/>
                        <a:pt x="273" y="439969"/>
                        <a:pt x="37919" y="413515"/>
                      </a:cubicBezTo>
                      <a:lnTo>
                        <a:pt x="36902" y="413515"/>
                      </a:lnTo>
                      <a:lnTo>
                        <a:pt x="76092" y="395373"/>
                      </a:lnTo>
                      <a:lnTo>
                        <a:pt x="64756" y="392275"/>
                      </a:lnTo>
                      <a:cubicBezTo>
                        <a:pt x="55217" y="388841"/>
                        <a:pt x="52164" y="386043"/>
                        <a:pt x="52164" y="386043"/>
                      </a:cubicBezTo>
                      <a:cubicBezTo>
                        <a:pt x="52164" y="386043"/>
                        <a:pt x="61894" y="387760"/>
                        <a:pt x="89079" y="386901"/>
                      </a:cubicBezTo>
                      <a:lnTo>
                        <a:pt x="104980" y="386005"/>
                      </a:lnTo>
                      <a:lnTo>
                        <a:pt x="148697" y="377013"/>
                      </a:lnTo>
                      <a:lnTo>
                        <a:pt x="193252" y="369873"/>
                      </a:lnTo>
                      <a:lnTo>
                        <a:pt x="228188" y="357808"/>
                      </a:lnTo>
                      <a:cubicBezTo>
                        <a:pt x="270922" y="338730"/>
                        <a:pt x="319761" y="307697"/>
                        <a:pt x="370635" y="258858"/>
                      </a:cubicBezTo>
                      <a:lnTo>
                        <a:pt x="369617" y="259875"/>
                      </a:lnTo>
                      <a:cubicBezTo>
                        <a:pt x="418456" y="220194"/>
                        <a:pt x="434736" y="173390"/>
                        <a:pt x="454068" y="138795"/>
                      </a:cubicBezTo>
                      <a:cubicBezTo>
                        <a:pt x="471365" y="103184"/>
                        <a:pt x="483575" y="74694"/>
                        <a:pt x="494767" y="53327"/>
                      </a:cubicBezTo>
                      <a:cubicBezTo>
                        <a:pt x="505960" y="32469"/>
                        <a:pt x="515626" y="19496"/>
                        <a:pt x="522494" y="11738"/>
                      </a:cubicBezTo>
                      <a:lnTo>
                        <a:pt x="524039" y="10283"/>
                      </a:lnTo>
                      <a:lnTo>
                        <a:pt x="524911" y="7669"/>
                      </a:lnTo>
                      <a:cubicBezTo>
                        <a:pt x="526564" y="4235"/>
                        <a:pt x="528853" y="1437"/>
                        <a:pt x="532414" y="419"/>
                      </a:cubicBezTo>
                      <a:close/>
                    </a:path>
                  </a:pathLst>
                </a:custGeom>
                <a:solidFill>
                  <a:srgbClr val="C17C40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BB53124-7902-8306-F342-C56DDCB5C2D1}"/>
                  </a:ext>
                </a:extLst>
              </p:cNvPr>
              <p:cNvSpPr/>
              <p:nvPr/>
            </p:nvSpPr>
            <p:spPr>
              <a:xfrm>
                <a:off x="2167131" y="936654"/>
                <a:ext cx="1249485" cy="2261553"/>
              </a:xfrm>
              <a:custGeom>
                <a:avLst/>
                <a:gdLst>
                  <a:gd name="connsiteX0" fmla="*/ 1049126 w 1249485"/>
                  <a:gd name="connsiteY0" fmla="*/ 154478 h 2261553"/>
                  <a:gd name="connsiteX1" fmla="*/ 1244482 w 1249485"/>
                  <a:gd name="connsiteY1" fmla="*/ 760894 h 2261553"/>
                  <a:gd name="connsiteX2" fmla="*/ 1152909 w 1249485"/>
                  <a:gd name="connsiteY2" fmla="*/ 1112942 h 2261553"/>
                  <a:gd name="connsiteX3" fmla="*/ 1119332 w 1249485"/>
                  <a:gd name="connsiteY3" fmla="*/ 1552492 h 2261553"/>
                  <a:gd name="connsiteX4" fmla="*/ 1040987 w 1249485"/>
                  <a:gd name="connsiteY4" fmla="*/ 1983902 h 2261553"/>
                  <a:gd name="connsiteX5" fmla="*/ 717428 w 1249485"/>
                  <a:gd name="connsiteY5" fmla="*/ 2257604 h 2261553"/>
                  <a:gd name="connsiteX6" fmla="*/ 620768 w 1249485"/>
                  <a:gd name="connsiteY6" fmla="*/ 2255569 h 2261553"/>
                  <a:gd name="connsiteX7" fmla="*/ 555649 w 1249485"/>
                  <a:gd name="connsiteY7" fmla="*/ 2236237 h 2261553"/>
                  <a:gd name="connsiteX8" fmla="*/ 368433 w 1249485"/>
                  <a:gd name="connsiteY8" fmla="*/ 2249464 h 2261553"/>
                  <a:gd name="connsiteX9" fmla="*/ 347066 w 1249485"/>
                  <a:gd name="connsiteY9" fmla="*/ 2241324 h 2261553"/>
                  <a:gd name="connsiteX10" fmla="*/ 337909 w 1249485"/>
                  <a:gd name="connsiteY10" fmla="*/ 2214870 h 2261553"/>
                  <a:gd name="connsiteX11" fmla="*/ 342996 w 1249485"/>
                  <a:gd name="connsiteY11" fmla="*/ 2076493 h 2261553"/>
                  <a:gd name="connsiteX12" fmla="*/ 235143 w 1249485"/>
                  <a:gd name="connsiteY12" fmla="*/ 1846543 h 2261553"/>
                  <a:gd name="connsiteX13" fmla="*/ 92696 w 1249485"/>
                  <a:gd name="connsiteY13" fmla="*/ 970495 h 2261553"/>
                  <a:gd name="connsiteX14" fmla="*/ 102871 w 1249485"/>
                  <a:gd name="connsiteY14" fmla="*/ 885027 h 2261553"/>
                  <a:gd name="connsiteX15" fmla="*/ 54032 w 1249485"/>
                  <a:gd name="connsiteY15" fmla="*/ 796506 h 2261553"/>
                  <a:gd name="connsiteX16" fmla="*/ 11298 w 1249485"/>
                  <a:gd name="connsiteY16" fmla="*/ 595046 h 2261553"/>
                  <a:gd name="connsiteX17" fmla="*/ 56067 w 1249485"/>
                  <a:gd name="connsiteY17" fmla="*/ 523822 h 2261553"/>
                  <a:gd name="connsiteX18" fmla="*/ 125256 w 1249485"/>
                  <a:gd name="connsiteY18" fmla="*/ 305065 h 2261553"/>
                  <a:gd name="connsiteX19" fmla="*/ 247353 w 1249485"/>
                  <a:gd name="connsiteY19" fmla="*/ 149390 h 2261553"/>
                  <a:gd name="connsiteX20" fmla="*/ 462041 w 1249485"/>
                  <a:gd name="connsiteY20" fmla="*/ 5926 h 2261553"/>
                  <a:gd name="connsiteX21" fmla="*/ 785599 w 1249485"/>
                  <a:gd name="connsiteY21" fmla="*/ 43573 h 2261553"/>
                  <a:gd name="connsiteX22" fmla="*/ 965693 w 1249485"/>
                  <a:gd name="connsiteY22" fmla="*/ 56800 h 2261553"/>
                  <a:gd name="connsiteX23" fmla="*/ 1048109 w 1249485"/>
                  <a:gd name="connsiteY23" fmla="*/ 194159 h 2261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249485" h="2261553">
                    <a:moveTo>
                      <a:pt x="1049126" y="154478"/>
                    </a:moveTo>
                    <a:cubicBezTo>
                      <a:pt x="1183434" y="326432"/>
                      <a:pt x="1271954" y="544172"/>
                      <a:pt x="1244482" y="760894"/>
                    </a:cubicBezTo>
                    <a:cubicBezTo>
                      <a:pt x="1229220" y="880957"/>
                      <a:pt x="1179364" y="994914"/>
                      <a:pt x="1152909" y="1112942"/>
                    </a:cubicBezTo>
                    <a:cubicBezTo>
                      <a:pt x="1121367" y="1256406"/>
                      <a:pt x="1124420" y="1404958"/>
                      <a:pt x="1119332" y="1552492"/>
                    </a:cubicBezTo>
                    <a:cubicBezTo>
                      <a:pt x="1114245" y="1700026"/>
                      <a:pt x="1102035" y="1849595"/>
                      <a:pt x="1040987" y="1983902"/>
                    </a:cubicBezTo>
                    <a:cubicBezTo>
                      <a:pt x="979938" y="2118209"/>
                      <a:pt x="862928" y="2234202"/>
                      <a:pt x="717428" y="2257604"/>
                    </a:cubicBezTo>
                    <a:cubicBezTo>
                      <a:pt x="684869" y="2262691"/>
                      <a:pt x="652310" y="2263709"/>
                      <a:pt x="620768" y="2255569"/>
                    </a:cubicBezTo>
                    <a:cubicBezTo>
                      <a:pt x="598383" y="2249464"/>
                      <a:pt x="578034" y="2240307"/>
                      <a:pt x="555649" y="2236237"/>
                    </a:cubicBezTo>
                    <a:cubicBezTo>
                      <a:pt x="493583" y="2225045"/>
                      <a:pt x="430499" y="2258621"/>
                      <a:pt x="368433" y="2249464"/>
                    </a:cubicBezTo>
                    <a:cubicBezTo>
                      <a:pt x="361311" y="2248447"/>
                      <a:pt x="353171" y="2246412"/>
                      <a:pt x="347066" y="2241324"/>
                    </a:cubicBezTo>
                    <a:cubicBezTo>
                      <a:pt x="339944" y="2235219"/>
                      <a:pt x="337909" y="2225045"/>
                      <a:pt x="337909" y="2214870"/>
                    </a:cubicBezTo>
                    <a:cubicBezTo>
                      <a:pt x="333839" y="2169083"/>
                      <a:pt x="346049" y="2122279"/>
                      <a:pt x="342996" y="2076493"/>
                    </a:cubicBezTo>
                    <a:cubicBezTo>
                      <a:pt x="336891" y="1991025"/>
                      <a:pt x="280930" y="1918784"/>
                      <a:pt x="235143" y="1846543"/>
                    </a:cubicBezTo>
                    <a:cubicBezTo>
                      <a:pt x="72347" y="1590139"/>
                      <a:pt x="19438" y="1265563"/>
                      <a:pt x="92696" y="970495"/>
                    </a:cubicBezTo>
                    <a:cubicBezTo>
                      <a:pt x="99819" y="942005"/>
                      <a:pt x="107959" y="913516"/>
                      <a:pt x="102871" y="885027"/>
                    </a:cubicBezTo>
                    <a:cubicBezTo>
                      <a:pt x="96766" y="851450"/>
                      <a:pt x="73364" y="823978"/>
                      <a:pt x="54032" y="796506"/>
                    </a:cubicBezTo>
                    <a:cubicBezTo>
                      <a:pt x="12316" y="737492"/>
                      <a:pt x="-17191" y="660164"/>
                      <a:pt x="11298" y="595046"/>
                    </a:cubicBezTo>
                    <a:cubicBezTo>
                      <a:pt x="22490" y="569609"/>
                      <a:pt x="41822" y="548242"/>
                      <a:pt x="56067" y="523822"/>
                    </a:cubicBezTo>
                    <a:cubicBezTo>
                      <a:pt x="94731" y="457686"/>
                      <a:pt x="94731" y="375270"/>
                      <a:pt x="125256" y="305065"/>
                    </a:cubicBezTo>
                    <a:cubicBezTo>
                      <a:pt x="151710" y="244016"/>
                      <a:pt x="200549" y="196194"/>
                      <a:pt x="247353" y="149390"/>
                    </a:cubicBezTo>
                    <a:cubicBezTo>
                      <a:pt x="309419" y="88342"/>
                      <a:pt x="376573" y="24241"/>
                      <a:pt x="462041" y="5926"/>
                    </a:cubicBezTo>
                    <a:cubicBezTo>
                      <a:pt x="568876" y="-17476"/>
                      <a:pt x="676729" y="35433"/>
                      <a:pt x="785599" y="43573"/>
                    </a:cubicBezTo>
                    <a:cubicBezTo>
                      <a:pt x="845631" y="47643"/>
                      <a:pt x="907697" y="37468"/>
                      <a:pt x="965693" y="56800"/>
                    </a:cubicBezTo>
                    <a:cubicBezTo>
                      <a:pt x="1022672" y="75115"/>
                      <a:pt x="1072528" y="139216"/>
                      <a:pt x="1048109" y="194159"/>
                    </a:cubicBezTo>
                  </a:path>
                </a:pathLst>
              </a:custGeom>
              <a:solidFill>
                <a:srgbClr val="FEF4DE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603FE4E-1BB5-5CE0-6893-A84A0313EA05}"/>
                  </a:ext>
                </a:extLst>
              </p:cNvPr>
              <p:cNvSpPr/>
              <p:nvPr/>
            </p:nvSpPr>
            <p:spPr>
              <a:xfrm>
                <a:off x="1369148" y="1453354"/>
                <a:ext cx="916342" cy="532632"/>
              </a:xfrm>
              <a:custGeom>
                <a:avLst/>
                <a:gdLst>
                  <a:gd name="connsiteX0" fmla="*/ 755355 w 916342"/>
                  <a:gd name="connsiteY0" fmla="*/ 484319 h 532632"/>
                  <a:gd name="connsiteX1" fmla="*/ 751285 w 916342"/>
                  <a:gd name="connsiteY1" fmla="*/ 437515 h 532632"/>
                  <a:gd name="connsiteX2" fmla="*/ 596628 w 916342"/>
                  <a:gd name="connsiteY2" fmla="*/ 518914 h 532632"/>
                  <a:gd name="connsiteX3" fmla="*/ 627153 w 916342"/>
                  <a:gd name="connsiteY3" fmla="*/ 499581 h 532632"/>
                  <a:gd name="connsiteX4" fmla="*/ 412465 w 916342"/>
                  <a:gd name="connsiteY4" fmla="*/ 532141 h 532632"/>
                  <a:gd name="connsiteX5" fmla="*/ 449094 w 916342"/>
                  <a:gd name="connsiteY5" fmla="*/ 517896 h 532632"/>
                  <a:gd name="connsiteX6" fmla="*/ 320891 w 916342"/>
                  <a:gd name="connsiteY6" fmla="*/ 510774 h 532632"/>
                  <a:gd name="connsiteX7" fmla="*/ 145885 w 916342"/>
                  <a:gd name="connsiteY7" fmla="*/ 442603 h 532632"/>
                  <a:gd name="connsiteX8" fmla="*/ 168270 w 916342"/>
                  <a:gd name="connsiteY8" fmla="*/ 434463 h 532632"/>
                  <a:gd name="connsiteX9" fmla="*/ 80767 w 916342"/>
                  <a:gd name="connsiteY9" fmla="*/ 399869 h 532632"/>
                  <a:gd name="connsiteX10" fmla="*/ 89924 w 916342"/>
                  <a:gd name="connsiteY10" fmla="*/ 390711 h 532632"/>
                  <a:gd name="connsiteX11" fmla="*/ 76697 w 916342"/>
                  <a:gd name="connsiteY11" fmla="*/ 379519 h 532632"/>
                  <a:gd name="connsiteX12" fmla="*/ 8526 w 916342"/>
                  <a:gd name="connsiteY12" fmla="*/ 183146 h 532632"/>
                  <a:gd name="connsiteX13" fmla="*/ 166235 w 916342"/>
                  <a:gd name="connsiteY13" fmla="*/ 32559 h 532632"/>
                  <a:gd name="connsiteX14" fmla="*/ 389063 w 916342"/>
                  <a:gd name="connsiteY14" fmla="*/ 0 h 532632"/>
                  <a:gd name="connsiteX15" fmla="*/ 715673 w 916342"/>
                  <a:gd name="connsiteY15" fmla="*/ 20350 h 532632"/>
                  <a:gd name="connsiteX16" fmla="*/ 807246 w 916342"/>
                  <a:gd name="connsiteY16" fmla="*/ 46804 h 532632"/>
                  <a:gd name="connsiteX17" fmla="*/ 884575 w 916342"/>
                  <a:gd name="connsiteY17" fmla="*/ 138377 h 532632"/>
                  <a:gd name="connsiteX18" fmla="*/ 910012 w 916342"/>
                  <a:gd name="connsiteY18" fmla="*/ 254369 h 532632"/>
                  <a:gd name="connsiteX19" fmla="*/ 840823 w 916342"/>
                  <a:gd name="connsiteY19" fmla="*/ 356117 h 532632"/>
                  <a:gd name="connsiteX20" fmla="*/ 754337 w 916342"/>
                  <a:gd name="connsiteY20" fmla="*/ 485337 h 532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16342" h="532632">
                    <a:moveTo>
                      <a:pt x="755355" y="484319"/>
                    </a:moveTo>
                    <a:cubicBezTo>
                      <a:pt x="754337" y="469057"/>
                      <a:pt x="753320" y="453795"/>
                      <a:pt x="751285" y="437515"/>
                    </a:cubicBezTo>
                    <a:cubicBezTo>
                      <a:pt x="707533" y="477197"/>
                      <a:pt x="653607" y="505686"/>
                      <a:pt x="596628" y="518914"/>
                    </a:cubicBezTo>
                    <a:cubicBezTo>
                      <a:pt x="605785" y="510774"/>
                      <a:pt x="615960" y="503651"/>
                      <a:pt x="627153" y="499581"/>
                    </a:cubicBezTo>
                    <a:cubicBezTo>
                      <a:pt x="557964" y="524001"/>
                      <a:pt x="484706" y="535193"/>
                      <a:pt x="412465" y="532141"/>
                    </a:cubicBezTo>
                    <a:cubicBezTo>
                      <a:pt x="424674" y="527053"/>
                      <a:pt x="436884" y="522983"/>
                      <a:pt x="449094" y="517896"/>
                    </a:cubicBezTo>
                    <a:cubicBezTo>
                      <a:pt x="407377" y="508739"/>
                      <a:pt x="362608" y="519931"/>
                      <a:pt x="320891" y="510774"/>
                    </a:cubicBezTo>
                    <a:cubicBezTo>
                      <a:pt x="258825" y="497547"/>
                      <a:pt x="208969" y="443620"/>
                      <a:pt x="145885" y="442603"/>
                    </a:cubicBezTo>
                    <a:lnTo>
                      <a:pt x="168270" y="434463"/>
                    </a:lnTo>
                    <a:cubicBezTo>
                      <a:pt x="139780" y="421236"/>
                      <a:pt x="111291" y="409026"/>
                      <a:pt x="80767" y="399869"/>
                    </a:cubicBezTo>
                    <a:cubicBezTo>
                      <a:pt x="85854" y="402921"/>
                      <a:pt x="91959" y="395799"/>
                      <a:pt x="89924" y="390711"/>
                    </a:cubicBezTo>
                    <a:cubicBezTo>
                      <a:pt x="87889" y="385624"/>
                      <a:pt x="81784" y="382572"/>
                      <a:pt x="76697" y="379519"/>
                    </a:cubicBezTo>
                    <a:cubicBezTo>
                      <a:pt x="10560" y="343907"/>
                      <a:pt x="-14876" y="254369"/>
                      <a:pt x="8526" y="183146"/>
                    </a:cubicBezTo>
                    <a:cubicBezTo>
                      <a:pt x="31928" y="111923"/>
                      <a:pt x="96029" y="59014"/>
                      <a:pt x="166235" y="32559"/>
                    </a:cubicBezTo>
                    <a:cubicBezTo>
                      <a:pt x="236441" y="5087"/>
                      <a:pt x="313769" y="1018"/>
                      <a:pt x="389063" y="0"/>
                    </a:cubicBezTo>
                    <a:cubicBezTo>
                      <a:pt x="497933" y="0"/>
                      <a:pt x="607820" y="6105"/>
                      <a:pt x="715673" y="20350"/>
                    </a:cubicBezTo>
                    <a:cubicBezTo>
                      <a:pt x="747215" y="24419"/>
                      <a:pt x="779774" y="29507"/>
                      <a:pt x="807246" y="46804"/>
                    </a:cubicBezTo>
                    <a:cubicBezTo>
                      <a:pt x="841841" y="67154"/>
                      <a:pt x="864225" y="103783"/>
                      <a:pt x="884575" y="138377"/>
                    </a:cubicBezTo>
                    <a:cubicBezTo>
                      <a:pt x="905942" y="173989"/>
                      <a:pt x="927309" y="216723"/>
                      <a:pt x="910012" y="254369"/>
                    </a:cubicBezTo>
                    <a:cubicBezTo>
                      <a:pt x="893732" y="288964"/>
                      <a:pt x="863208" y="323558"/>
                      <a:pt x="840823" y="356117"/>
                    </a:cubicBezTo>
                    <a:cubicBezTo>
                      <a:pt x="824543" y="380537"/>
                      <a:pt x="752302" y="457865"/>
                      <a:pt x="754337" y="485337"/>
                    </a:cubicBezTo>
                    <a:close/>
                  </a:path>
                </a:pathLst>
              </a:custGeom>
              <a:solidFill>
                <a:srgbClr val="694520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585" name="Group 584">
                <a:extLst>
                  <a:ext uri="{FF2B5EF4-FFF2-40B4-BE49-F238E27FC236}">
                    <a16:creationId xmlns:a16="http://schemas.microsoft.com/office/drawing/2014/main" id="{2D1ADAC6-7B25-31D2-6EB9-30771ED532CA}"/>
                  </a:ext>
                </a:extLst>
              </p:cNvPr>
              <p:cNvGrpSpPr/>
              <p:nvPr/>
            </p:nvGrpSpPr>
            <p:grpSpPr>
              <a:xfrm>
                <a:off x="3267131" y="1301115"/>
                <a:ext cx="1177222" cy="742375"/>
                <a:chOff x="3267131" y="1301115"/>
                <a:chExt cx="1177222" cy="742375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78BCC2E5-7174-8F11-0DD3-502F4476F1F4}"/>
                    </a:ext>
                  </a:extLst>
                </p:cNvPr>
                <p:cNvSpPr/>
                <p:nvPr/>
              </p:nvSpPr>
              <p:spPr>
                <a:xfrm>
                  <a:off x="3335770" y="1390181"/>
                  <a:ext cx="1102478" cy="653309"/>
                </a:xfrm>
                <a:custGeom>
                  <a:avLst/>
                  <a:gdLst>
                    <a:gd name="connsiteX0" fmla="*/ 83982 w 1102478"/>
                    <a:gd name="connsiteY0" fmla="*/ 270738 h 653309"/>
                    <a:gd name="connsiteX1" fmla="*/ 229482 w 1102478"/>
                    <a:gd name="connsiteY1" fmla="*/ 519003 h 653309"/>
                    <a:gd name="connsiteX2" fmla="*/ 476729 w 1102478"/>
                    <a:gd name="connsiteY2" fmla="*/ 653310 h 653309"/>
                    <a:gd name="connsiteX3" fmla="*/ 461467 w 1102478"/>
                    <a:gd name="connsiteY3" fmla="*/ 617698 h 653309"/>
                    <a:gd name="connsiteX4" fmla="*/ 718889 w 1102478"/>
                    <a:gd name="connsiteY4" fmla="*/ 561737 h 653309"/>
                    <a:gd name="connsiteX5" fmla="*/ 693452 w 1102478"/>
                    <a:gd name="connsiteY5" fmla="*/ 558684 h 653309"/>
                    <a:gd name="connsiteX6" fmla="*/ 908140 w 1102478"/>
                    <a:gd name="connsiteY6" fmla="*/ 447779 h 653309"/>
                    <a:gd name="connsiteX7" fmla="*/ 875581 w 1102478"/>
                    <a:gd name="connsiteY7" fmla="*/ 445744 h 653309"/>
                    <a:gd name="connsiteX8" fmla="*/ 1102479 w 1102478"/>
                    <a:gd name="connsiteY8" fmla="*/ 281930 h 653309"/>
                    <a:gd name="connsiteX9" fmla="*/ 1077042 w 1102478"/>
                    <a:gd name="connsiteY9" fmla="*/ 279896 h 653309"/>
                    <a:gd name="connsiteX10" fmla="*/ 1100444 w 1102478"/>
                    <a:gd name="connsiteY10" fmla="*/ 233092 h 653309"/>
                    <a:gd name="connsiteX11" fmla="*/ 1068902 w 1102478"/>
                    <a:gd name="connsiteY11" fmla="*/ 185270 h 653309"/>
                    <a:gd name="connsiteX12" fmla="*/ 422803 w 1102478"/>
                    <a:gd name="connsiteY12" fmla="*/ 29596 h 653309"/>
                    <a:gd name="connsiteX13" fmla="*/ 298670 w 1102478"/>
                    <a:gd name="connsiteY13" fmla="*/ 68260 h 653309"/>
                    <a:gd name="connsiteX14" fmla="*/ 39213 w 1102478"/>
                    <a:gd name="connsiteY14" fmla="*/ 29596 h 653309"/>
                    <a:gd name="connsiteX15" fmla="*/ 7672 w 1102478"/>
                    <a:gd name="connsiteY15" fmla="*/ 31631 h 653309"/>
                    <a:gd name="connsiteX16" fmla="*/ 1566 w 1102478"/>
                    <a:gd name="connsiteY16" fmla="*/ 47911 h 653309"/>
                    <a:gd name="connsiteX17" fmla="*/ 87035 w 1102478"/>
                    <a:gd name="connsiteY17" fmla="*/ 270738 h 653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102478" h="653309">
                      <a:moveTo>
                        <a:pt x="83982" y="270738"/>
                      </a:moveTo>
                      <a:cubicBezTo>
                        <a:pt x="124682" y="358241"/>
                        <a:pt x="166398" y="445744"/>
                        <a:pt x="229482" y="519003"/>
                      </a:cubicBezTo>
                      <a:cubicBezTo>
                        <a:pt x="292565" y="592261"/>
                        <a:pt x="380069" y="649240"/>
                        <a:pt x="476729" y="653310"/>
                      </a:cubicBezTo>
                      <a:cubicBezTo>
                        <a:pt x="471642" y="641100"/>
                        <a:pt x="466554" y="628890"/>
                        <a:pt x="461467" y="617698"/>
                      </a:cubicBezTo>
                      <a:cubicBezTo>
                        <a:pt x="549988" y="631943"/>
                        <a:pt x="643596" y="611593"/>
                        <a:pt x="718889" y="561737"/>
                      </a:cubicBezTo>
                      <a:cubicBezTo>
                        <a:pt x="709732" y="561737"/>
                        <a:pt x="702609" y="558684"/>
                        <a:pt x="693452" y="558684"/>
                      </a:cubicBezTo>
                      <a:cubicBezTo>
                        <a:pt x="771798" y="536300"/>
                        <a:pt x="845056" y="498653"/>
                        <a:pt x="908140" y="447779"/>
                      </a:cubicBezTo>
                      <a:cubicBezTo>
                        <a:pt x="896948" y="447779"/>
                        <a:pt x="885755" y="446762"/>
                        <a:pt x="875581" y="445744"/>
                      </a:cubicBezTo>
                      <a:cubicBezTo>
                        <a:pt x="970206" y="427430"/>
                        <a:pt x="1055674" y="366381"/>
                        <a:pt x="1102479" y="281930"/>
                      </a:cubicBezTo>
                      <a:cubicBezTo>
                        <a:pt x="1094339" y="277861"/>
                        <a:pt x="1085181" y="276843"/>
                        <a:pt x="1077042" y="279896"/>
                      </a:cubicBezTo>
                      <a:cubicBezTo>
                        <a:pt x="1095356" y="274808"/>
                        <a:pt x="1104513" y="251406"/>
                        <a:pt x="1100444" y="233092"/>
                      </a:cubicBezTo>
                      <a:cubicBezTo>
                        <a:pt x="1096374" y="214777"/>
                        <a:pt x="1083146" y="199515"/>
                        <a:pt x="1068902" y="185270"/>
                      </a:cubicBezTo>
                      <a:cubicBezTo>
                        <a:pt x="904070" y="20439"/>
                        <a:pt x="644613" y="-42645"/>
                        <a:pt x="422803" y="29596"/>
                      </a:cubicBezTo>
                      <a:cubicBezTo>
                        <a:pt x="381086" y="42823"/>
                        <a:pt x="341404" y="61138"/>
                        <a:pt x="298670" y="68260"/>
                      </a:cubicBezTo>
                      <a:cubicBezTo>
                        <a:pt x="211167" y="83522"/>
                        <a:pt x="123664" y="56050"/>
                        <a:pt x="39213" y="29596"/>
                      </a:cubicBezTo>
                      <a:cubicBezTo>
                        <a:pt x="28021" y="26544"/>
                        <a:pt x="14794" y="23491"/>
                        <a:pt x="7672" y="31631"/>
                      </a:cubicBezTo>
                      <a:cubicBezTo>
                        <a:pt x="3601" y="35701"/>
                        <a:pt x="2584" y="41806"/>
                        <a:pt x="1566" y="47911"/>
                      </a:cubicBezTo>
                      <a:cubicBezTo>
                        <a:pt x="-10643" y="129309"/>
                        <a:pt x="51423" y="195445"/>
                        <a:pt x="87035" y="270738"/>
                      </a:cubicBezTo>
                      <a:close/>
                    </a:path>
                  </a:pathLst>
                </a:custGeom>
                <a:solidFill>
                  <a:srgbClr val="C17C40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F456B261-FB3C-F253-8EFA-E0095DF1AA1B}"/>
                    </a:ext>
                  </a:extLst>
                </p:cNvPr>
                <p:cNvSpPr/>
                <p:nvPr/>
              </p:nvSpPr>
              <p:spPr>
                <a:xfrm>
                  <a:off x="3267131" y="1301115"/>
                  <a:ext cx="1177222" cy="326227"/>
                </a:xfrm>
                <a:custGeom>
                  <a:avLst/>
                  <a:gdLst>
                    <a:gd name="connsiteX0" fmla="*/ 46804 w 1177222"/>
                    <a:gd name="connsiteY0" fmla="*/ 41334 h 326227"/>
                    <a:gd name="connsiteX1" fmla="*/ 171954 w 1177222"/>
                    <a:gd name="connsiteY1" fmla="*/ 168519 h 326227"/>
                    <a:gd name="connsiteX2" fmla="*/ 248265 w 1177222"/>
                    <a:gd name="connsiteY2" fmla="*/ 206166 h 326227"/>
                    <a:gd name="connsiteX3" fmla="*/ 392747 w 1177222"/>
                    <a:gd name="connsiteY3" fmla="*/ 211253 h 326227"/>
                    <a:gd name="connsiteX4" fmla="*/ 545368 w 1177222"/>
                    <a:gd name="connsiteY4" fmla="*/ 154274 h 326227"/>
                    <a:gd name="connsiteX5" fmla="*/ 547403 w 1177222"/>
                    <a:gd name="connsiteY5" fmla="*/ 129855 h 326227"/>
                    <a:gd name="connsiteX6" fmla="*/ 753952 w 1177222"/>
                    <a:gd name="connsiteY6" fmla="*/ 166484 h 326227"/>
                    <a:gd name="connsiteX7" fmla="*/ 730550 w 1177222"/>
                    <a:gd name="connsiteY7" fmla="*/ 137995 h 326227"/>
                    <a:gd name="connsiteX8" fmla="*/ 916748 w 1177222"/>
                    <a:gd name="connsiteY8" fmla="*/ 208201 h 326227"/>
                    <a:gd name="connsiteX9" fmla="*/ 892329 w 1177222"/>
                    <a:gd name="connsiteY9" fmla="*/ 170554 h 326227"/>
                    <a:gd name="connsiteX10" fmla="*/ 1132454 w 1177222"/>
                    <a:gd name="connsiteY10" fmla="*/ 301808 h 326227"/>
                    <a:gd name="connsiteX11" fmla="*/ 1123296 w 1177222"/>
                    <a:gd name="connsiteY11" fmla="*/ 278406 h 326227"/>
                    <a:gd name="connsiteX12" fmla="*/ 1177223 w 1177222"/>
                    <a:gd name="connsiteY12" fmla="*/ 326228 h 326227"/>
                    <a:gd name="connsiteX13" fmla="*/ 951343 w 1177222"/>
                    <a:gd name="connsiteY13" fmla="*/ 114593 h 326227"/>
                    <a:gd name="connsiteX14" fmla="*/ 507722 w 1177222"/>
                    <a:gd name="connsiteY14" fmla="*/ 95260 h 326227"/>
                    <a:gd name="connsiteX15" fmla="*/ 396817 w 1177222"/>
                    <a:gd name="connsiteY15" fmla="*/ 131890 h 326227"/>
                    <a:gd name="connsiteX16" fmla="*/ 269632 w 1177222"/>
                    <a:gd name="connsiteY16" fmla="*/ 116628 h 326227"/>
                    <a:gd name="connsiteX17" fmla="*/ 77328 w 1177222"/>
                    <a:gd name="connsiteY17" fmla="*/ 22002 h 326227"/>
                    <a:gd name="connsiteX18" fmla="*/ 36629 w 1177222"/>
                    <a:gd name="connsiteY18" fmla="*/ 635 h 326227"/>
                    <a:gd name="connsiteX19" fmla="*/ 0 w 1177222"/>
                    <a:gd name="connsiteY19" fmla="*/ 20985 h 326227"/>
                    <a:gd name="connsiteX20" fmla="*/ 46804 w 1177222"/>
                    <a:gd name="connsiteY20" fmla="*/ 40317 h 326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177222" h="326227">
                      <a:moveTo>
                        <a:pt x="46804" y="41334"/>
                      </a:moveTo>
                      <a:cubicBezTo>
                        <a:pt x="79363" y="91191"/>
                        <a:pt x="123115" y="134942"/>
                        <a:pt x="171954" y="168519"/>
                      </a:cubicBezTo>
                      <a:cubicBezTo>
                        <a:pt x="195356" y="184798"/>
                        <a:pt x="220793" y="198026"/>
                        <a:pt x="248265" y="206166"/>
                      </a:cubicBezTo>
                      <a:cubicBezTo>
                        <a:pt x="295069" y="219393"/>
                        <a:pt x="344925" y="215323"/>
                        <a:pt x="392747" y="211253"/>
                      </a:cubicBezTo>
                      <a:cubicBezTo>
                        <a:pt x="446673" y="206166"/>
                        <a:pt x="502634" y="187851"/>
                        <a:pt x="545368" y="154274"/>
                      </a:cubicBezTo>
                      <a:cubicBezTo>
                        <a:pt x="553508" y="147152"/>
                        <a:pt x="558596" y="128837"/>
                        <a:pt x="547403" y="129855"/>
                      </a:cubicBezTo>
                      <a:cubicBezTo>
                        <a:pt x="617610" y="119680"/>
                        <a:pt x="690868" y="132907"/>
                        <a:pt x="753952" y="166484"/>
                      </a:cubicBezTo>
                      <a:cubicBezTo>
                        <a:pt x="753952" y="153257"/>
                        <a:pt x="741742" y="144099"/>
                        <a:pt x="730550" y="137995"/>
                      </a:cubicBezTo>
                      <a:cubicBezTo>
                        <a:pt x="797703" y="144099"/>
                        <a:pt x="862822" y="168519"/>
                        <a:pt x="916748" y="208201"/>
                      </a:cubicBezTo>
                      <a:cubicBezTo>
                        <a:pt x="911661" y="193956"/>
                        <a:pt x="902503" y="181746"/>
                        <a:pt x="892329" y="170554"/>
                      </a:cubicBezTo>
                      <a:cubicBezTo>
                        <a:pt x="980849" y="194973"/>
                        <a:pt x="1064283" y="240760"/>
                        <a:pt x="1132454" y="301808"/>
                      </a:cubicBezTo>
                      <a:cubicBezTo>
                        <a:pt x="1129401" y="293669"/>
                        <a:pt x="1126349" y="286546"/>
                        <a:pt x="1123296" y="278406"/>
                      </a:cubicBezTo>
                      <a:cubicBezTo>
                        <a:pt x="1144664" y="289599"/>
                        <a:pt x="1163995" y="305878"/>
                        <a:pt x="1177223" y="326228"/>
                      </a:cubicBezTo>
                      <a:cubicBezTo>
                        <a:pt x="1130419" y="232620"/>
                        <a:pt x="1045968" y="159362"/>
                        <a:pt x="951343" y="114593"/>
                      </a:cubicBezTo>
                      <a:cubicBezTo>
                        <a:pt x="813983" y="50491"/>
                        <a:pt x="650169" y="43369"/>
                        <a:pt x="507722" y="95260"/>
                      </a:cubicBezTo>
                      <a:cubicBezTo>
                        <a:pt x="471093" y="108488"/>
                        <a:pt x="435481" y="125785"/>
                        <a:pt x="396817" y="131890"/>
                      </a:cubicBezTo>
                      <a:cubicBezTo>
                        <a:pt x="354083" y="137995"/>
                        <a:pt x="310331" y="128837"/>
                        <a:pt x="269632" y="116628"/>
                      </a:cubicBezTo>
                      <a:cubicBezTo>
                        <a:pt x="201461" y="95260"/>
                        <a:pt x="136342" y="63719"/>
                        <a:pt x="77328" y="22002"/>
                      </a:cubicBezTo>
                      <a:cubicBezTo>
                        <a:pt x="65119" y="12845"/>
                        <a:pt x="51891" y="3687"/>
                        <a:pt x="36629" y="635"/>
                      </a:cubicBezTo>
                      <a:cubicBezTo>
                        <a:pt x="21367" y="-2417"/>
                        <a:pt x="3052" y="5722"/>
                        <a:pt x="0" y="20985"/>
                      </a:cubicBezTo>
                      <a:cubicBezTo>
                        <a:pt x="10175" y="25055"/>
                        <a:pt x="36629" y="36247"/>
                        <a:pt x="46804" y="40317"/>
                      </a:cubicBezTo>
                      <a:close/>
                    </a:path>
                  </a:pathLst>
                </a:custGeom>
                <a:solidFill>
                  <a:srgbClr val="EEAB75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01D238EE-DD9E-08B2-32E4-441912C3AEC6}"/>
                    </a:ext>
                  </a:extLst>
                </p:cNvPr>
                <p:cNvSpPr/>
                <p:nvPr/>
              </p:nvSpPr>
              <p:spPr>
                <a:xfrm>
                  <a:off x="3706682" y="1597526"/>
                  <a:ext cx="619644" cy="192244"/>
                </a:xfrm>
                <a:custGeom>
                  <a:avLst/>
                  <a:gdLst>
                    <a:gd name="connsiteX0" fmla="*/ 6105 w 619644"/>
                    <a:gd name="connsiteY0" fmla="*/ 21677 h 192244"/>
                    <a:gd name="connsiteX1" fmla="*/ 0 w 619644"/>
                    <a:gd name="connsiteY1" fmla="*/ 10485 h 192244"/>
                    <a:gd name="connsiteX2" fmla="*/ 188234 w 619644"/>
                    <a:gd name="connsiteY2" fmla="*/ 136652 h 192244"/>
                    <a:gd name="connsiteX3" fmla="*/ 184164 w 619644"/>
                    <a:gd name="connsiteY3" fmla="*/ 101040 h 192244"/>
                    <a:gd name="connsiteX4" fmla="*/ 377484 w 619644"/>
                    <a:gd name="connsiteY4" fmla="*/ 189561 h 192244"/>
                    <a:gd name="connsiteX5" fmla="*/ 366292 w 619644"/>
                    <a:gd name="connsiteY5" fmla="*/ 173281 h 192244"/>
                    <a:gd name="connsiteX6" fmla="*/ 454813 w 619644"/>
                    <a:gd name="connsiteY6" fmla="*/ 186508 h 192244"/>
                    <a:gd name="connsiteX7" fmla="*/ 528071 w 619644"/>
                    <a:gd name="connsiteY7" fmla="*/ 165141 h 192244"/>
                    <a:gd name="connsiteX8" fmla="*/ 498565 w 619644"/>
                    <a:gd name="connsiteY8" fmla="*/ 148862 h 192244"/>
                    <a:gd name="connsiteX9" fmla="*/ 619645 w 619644"/>
                    <a:gd name="connsiteY9" fmla="*/ 137669 h 192244"/>
                    <a:gd name="connsiteX10" fmla="*/ 562666 w 619644"/>
                    <a:gd name="connsiteY10" fmla="*/ 82726 h 192244"/>
                    <a:gd name="connsiteX11" fmla="*/ 597260 w 619644"/>
                    <a:gd name="connsiteY11" fmla="*/ 73568 h 192244"/>
                    <a:gd name="connsiteX12" fmla="*/ 370362 w 619644"/>
                    <a:gd name="connsiteY12" fmla="*/ 16590 h 192244"/>
                    <a:gd name="connsiteX13" fmla="*/ 375450 w 619644"/>
                    <a:gd name="connsiteY13" fmla="*/ 5397 h 192244"/>
                    <a:gd name="connsiteX14" fmla="*/ 360187 w 619644"/>
                    <a:gd name="connsiteY14" fmla="*/ 310 h 192244"/>
                    <a:gd name="connsiteX15" fmla="*/ 7122 w 619644"/>
                    <a:gd name="connsiteY15" fmla="*/ 23712 h 192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19644" h="192244">
                      <a:moveTo>
                        <a:pt x="6105" y="21677"/>
                      </a:moveTo>
                      <a:cubicBezTo>
                        <a:pt x="6105" y="21677"/>
                        <a:pt x="2035" y="14555"/>
                        <a:pt x="0" y="10485"/>
                      </a:cubicBezTo>
                      <a:cubicBezTo>
                        <a:pt x="51891" y="68481"/>
                        <a:pt x="110905" y="127495"/>
                        <a:pt x="188234" y="136652"/>
                      </a:cubicBezTo>
                      <a:lnTo>
                        <a:pt x="184164" y="101040"/>
                      </a:lnTo>
                      <a:cubicBezTo>
                        <a:pt x="222828" y="166159"/>
                        <a:pt x="303209" y="202788"/>
                        <a:pt x="377484" y="189561"/>
                      </a:cubicBezTo>
                      <a:cubicBezTo>
                        <a:pt x="375450" y="182438"/>
                        <a:pt x="371380" y="177351"/>
                        <a:pt x="366292" y="173281"/>
                      </a:cubicBezTo>
                      <a:cubicBezTo>
                        <a:pt x="395799" y="176334"/>
                        <a:pt x="425306" y="181421"/>
                        <a:pt x="454813" y="186508"/>
                      </a:cubicBezTo>
                      <a:cubicBezTo>
                        <a:pt x="479232" y="190578"/>
                        <a:pt x="503652" y="169211"/>
                        <a:pt x="528071" y="165141"/>
                      </a:cubicBezTo>
                      <a:cubicBezTo>
                        <a:pt x="517897" y="160054"/>
                        <a:pt x="508739" y="153949"/>
                        <a:pt x="498565" y="148862"/>
                      </a:cubicBezTo>
                      <a:cubicBezTo>
                        <a:pt x="538246" y="142757"/>
                        <a:pt x="578945" y="138687"/>
                        <a:pt x="619645" y="137669"/>
                      </a:cubicBezTo>
                      <a:cubicBezTo>
                        <a:pt x="600312" y="119355"/>
                        <a:pt x="581998" y="101040"/>
                        <a:pt x="562666" y="82726"/>
                      </a:cubicBezTo>
                      <a:cubicBezTo>
                        <a:pt x="574875" y="82726"/>
                        <a:pt x="587085" y="80691"/>
                        <a:pt x="597260" y="73568"/>
                      </a:cubicBezTo>
                      <a:cubicBezTo>
                        <a:pt x="530106" y="31852"/>
                        <a:pt x="449726" y="11502"/>
                        <a:pt x="370362" y="16590"/>
                      </a:cubicBezTo>
                      <a:cubicBezTo>
                        <a:pt x="375450" y="18625"/>
                        <a:pt x="379519" y="9467"/>
                        <a:pt x="375450" y="5397"/>
                      </a:cubicBezTo>
                      <a:cubicBezTo>
                        <a:pt x="372397" y="1327"/>
                        <a:pt x="365275" y="310"/>
                        <a:pt x="360187" y="310"/>
                      </a:cubicBezTo>
                      <a:cubicBezTo>
                        <a:pt x="245212" y="-2742"/>
                        <a:pt x="122097" y="17607"/>
                        <a:pt x="7122" y="23712"/>
                      </a:cubicBezTo>
                      <a:close/>
                    </a:path>
                  </a:pathLst>
                </a:custGeom>
                <a:solidFill>
                  <a:srgbClr val="694520"/>
                </a:solidFill>
                <a:ln w="1017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7C31CF1-8AE2-28E2-1F57-D60DA438BC91}"/>
                  </a:ext>
                </a:extLst>
              </p:cNvPr>
              <p:cNvSpPr/>
              <p:nvPr/>
            </p:nvSpPr>
            <p:spPr>
              <a:xfrm>
                <a:off x="1340604" y="1371875"/>
                <a:ext cx="864687" cy="398932"/>
              </a:xfrm>
              <a:custGeom>
                <a:avLst/>
                <a:gdLst>
                  <a:gd name="connsiteX0" fmla="*/ 691308 w 864687"/>
                  <a:gd name="connsiteY0" fmla="*/ 126249 h 398932"/>
                  <a:gd name="connsiteX1" fmla="*/ 547843 w 864687"/>
                  <a:gd name="connsiteY1" fmla="*/ 139476 h 398932"/>
                  <a:gd name="connsiteX2" fmla="*/ 437955 w 864687"/>
                  <a:gd name="connsiteY2" fmla="*/ 192385 h 398932"/>
                  <a:gd name="connsiteX3" fmla="*/ 499004 w 864687"/>
                  <a:gd name="connsiteY3" fmla="*/ 82497 h 398932"/>
                  <a:gd name="connsiteX4" fmla="*/ 348417 w 864687"/>
                  <a:gd name="connsiteY4" fmla="*/ 189332 h 398932"/>
                  <a:gd name="connsiteX5" fmla="*/ 368767 w 864687"/>
                  <a:gd name="connsiteY5" fmla="*/ 158808 h 398932"/>
                  <a:gd name="connsiteX6" fmla="*/ 209023 w 864687"/>
                  <a:gd name="connsiteY6" fmla="*/ 181192 h 398932"/>
                  <a:gd name="connsiteX7" fmla="*/ 234460 w 864687"/>
                  <a:gd name="connsiteY7" fmla="*/ 129301 h 398932"/>
                  <a:gd name="connsiteX8" fmla="*/ 130677 w 864687"/>
                  <a:gd name="connsiteY8" fmla="*/ 207647 h 398932"/>
                  <a:gd name="connsiteX9" fmla="*/ 118467 w 864687"/>
                  <a:gd name="connsiteY9" fmla="*/ 194419 h 398932"/>
                  <a:gd name="connsiteX10" fmla="*/ 102187 w 864687"/>
                  <a:gd name="connsiteY10" fmla="*/ 210699 h 398932"/>
                  <a:gd name="connsiteX11" fmla="*/ 44191 w 864687"/>
                  <a:gd name="connsiteY11" fmla="*/ 398932 h 398932"/>
                  <a:gd name="connsiteX12" fmla="*/ 3492 w 864687"/>
                  <a:gd name="connsiteY12" fmla="*/ 255468 h 398932"/>
                  <a:gd name="connsiteX13" fmla="*/ 94048 w 864687"/>
                  <a:gd name="connsiteY13" fmla="*/ 121161 h 398932"/>
                  <a:gd name="connsiteX14" fmla="*/ 580402 w 864687"/>
                  <a:gd name="connsiteY14" fmla="*/ 28571 h 398932"/>
                  <a:gd name="connsiteX15" fmla="*/ 671975 w 864687"/>
                  <a:gd name="connsiteY15" fmla="*/ 64182 h 398932"/>
                  <a:gd name="connsiteX16" fmla="*/ 792038 w 864687"/>
                  <a:gd name="connsiteY16" fmla="*/ 86567 h 398932"/>
                  <a:gd name="connsiteX17" fmla="*/ 856139 w 864687"/>
                  <a:gd name="connsiteY17" fmla="*/ 172035 h 398932"/>
                  <a:gd name="connsiteX18" fmla="*/ 693343 w 864687"/>
                  <a:gd name="connsiteY18" fmla="*/ 127266 h 398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687" h="398932">
                    <a:moveTo>
                      <a:pt x="691308" y="126249"/>
                    </a:moveTo>
                    <a:cubicBezTo>
                      <a:pt x="643486" y="119126"/>
                      <a:pt x="592612" y="119126"/>
                      <a:pt x="547843" y="139476"/>
                    </a:cubicBezTo>
                    <a:cubicBezTo>
                      <a:pt x="510196" y="156773"/>
                      <a:pt x="478655" y="188315"/>
                      <a:pt x="437955" y="192385"/>
                    </a:cubicBezTo>
                    <a:cubicBezTo>
                      <a:pt x="474585" y="168982"/>
                      <a:pt x="499004" y="126249"/>
                      <a:pt x="499004" y="82497"/>
                    </a:cubicBezTo>
                    <a:cubicBezTo>
                      <a:pt x="469497" y="139476"/>
                      <a:pt x="411501" y="180175"/>
                      <a:pt x="348417" y="189332"/>
                    </a:cubicBezTo>
                    <a:lnTo>
                      <a:pt x="368767" y="158808"/>
                    </a:lnTo>
                    <a:cubicBezTo>
                      <a:pt x="314840" y="158808"/>
                      <a:pt x="260914" y="165930"/>
                      <a:pt x="209023" y="181192"/>
                    </a:cubicBezTo>
                    <a:cubicBezTo>
                      <a:pt x="216145" y="163895"/>
                      <a:pt x="225302" y="146598"/>
                      <a:pt x="234460" y="129301"/>
                    </a:cubicBezTo>
                    <a:cubicBezTo>
                      <a:pt x="195795" y="149650"/>
                      <a:pt x="160184" y="176105"/>
                      <a:pt x="130677" y="207647"/>
                    </a:cubicBezTo>
                    <a:cubicBezTo>
                      <a:pt x="134747" y="201542"/>
                      <a:pt x="125589" y="192385"/>
                      <a:pt x="118467" y="194419"/>
                    </a:cubicBezTo>
                    <a:cubicBezTo>
                      <a:pt x="111345" y="196454"/>
                      <a:pt x="106257" y="203577"/>
                      <a:pt x="102187" y="210699"/>
                    </a:cubicBezTo>
                    <a:cubicBezTo>
                      <a:pt x="70646" y="268695"/>
                      <a:pt x="50296" y="332796"/>
                      <a:pt x="44191" y="398932"/>
                    </a:cubicBezTo>
                    <a:cubicBezTo>
                      <a:pt x="8579" y="361286"/>
                      <a:pt x="-7700" y="306342"/>
                      <a:pt x="3492" y="255468"/>
                    </a:cubicBezTo>
                    <a:cubicBezTo>
                      <a:pt x="14684" y="201542"/>
                      <a:pt x="52331" y="156773"/>
                      <a:pt x="94048" y="121161"/>
                    </a:cubicBezTo>
                    <a:cubicBezTo>
                      <a:pt x="225302" y="9239"/>
                      <a:pt x="418623" y="-33496"/>
                      <a:pt x="580402" y="28571"/>
                    </a:cubicBezTo>
                    <a:cubicBezTo>
                      <a:pt x="610927" y="40780"/>
                      <a:pt x="640434" y="56043"/>
                      <a:pt x="671975" y="64182"/>
                    </a:cubicBezTo>
                    <a:cubicBezTo>
                      <a:pt x="711657" y="74357"/>
                      <a:pt x="753374" y="73340"/>
                      <a:pt x="792038" y="86567"/>
                    </a:cubicBezTo>
                    <a:cubicBezTo>
                      <a:pt x="810353" y="92672"/>
                      <a:pt x="890733" y="150668"/>
                      <a:pt x="856139" y="172035"/>
                    </a:cubicBezTo>
                    <a:cubicBezTo>
                      <a:pt x="842912" y="180175"/>
                      <a:pt x="717762" y="130318"/>
                      <a:pt x="693343" y="127266"/>
                    </a:cubicBezTo>
                    <a:close/>
                  </a:path>
                </a:pathLst>
              </a:custGeom>
              <a:solidFill>
                <a:srgbClr val="C17C40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186625E2-D66F-F5A0-6B57-6EC626458FCC}"/>
                  </a:ext>
                </a:extLst>
              </p:cNvPr>
              <p:cNvSpPr/>
              <p:nvPr/>
            </p:nvSpPr>
            <p:spPr>
              <a:xfrm>
                <a:off x="2187560" y="877461"/>
                <a:ext cx="1141637" cy="2300516"/>
              </a:xfrm>
              <a:custGeom>
                <a:avLst/>
                <a:gdLst>
                  <a:gd name="connsiteX0" fmla="*/ 810480 w 1141637"/>
                  <a:gd name="connsiteY0" fmla="*/ 17853 h 2300516"/>
                  <a:gd name="connsiteX1" fmla="*/ 972736 w 1141637"/>
                  <a:gd name="connsiteY1" fmla="*/ 52909 h 2300516"/>
                  <a:gd name="connsiteX2" fmla="*/ 970701 w 1141637"/>
                  <a:gd name="connsiteY2" fmla="*/ 52909 h 2300516"/>
                  <a:gd name="connsiteX3" fmla="*/ 1072449 w 1141637"/>
                  <a:gd name="connsiteY3" fmla="*/ 176024 h 2300516"/>
                  <a:gd name="connsiteX4" fmla="*/ 1141637 w 1141637"/>
                  <a:gd name="connsiteY4" fmla="*/ 341872 h 2300516"/>
                  <a:gd name="connsiteX5" fmla="*/ 1008348 w 1141637"/>
                  <a:gd name="connsiteY5" fmla="*/ 304226 h 2300516"/>
                  <a:gd name="connsiteX6" fmla="*/ 976806 w 1141637"/>
                  <a:gd name="connsiteY6" fmla="*/ 280824 h 2300516"/>
                  <a:gd name="connsiteX7" fmla="*/ 963579 w 1141637"/>
                  <a:gd name="connsiteY7" fmla="*/ 294051 h 2300516"/>
                  <a:gd name="connsiteX8" fmla="*/ 822149 w 1141637"/>
                  <a:gd name="connsiteY8" fmla="*/ 386641 h 2300516"/>
                  <a:gd name="connsiteX9" fmla="*/ 874041 w 1141637"/>
                  <a:gd name="connsiteY9" fmla="*/ 287946 h 2300516"/>
                  <a:gd name="connsiteX10" fmla="*/ 823294 w 1141637"/>
                  <a:gd name="connsiteY10" fmla="*/ 338057 h 2300516"/>
                  <a:gd name="connsiteX11" fmla="*/ 766328 w 1141637"/>
                  <a:gd name="connsiteY11" fmla="*/ 373094 h 2300516"/>
                  <a:gd name="connsiteX12" fmla="*/ 769526 w 1141637"/>
                  <a:gd name="connsiteY12" fmla="*/ 388931 h 2300516"/>
                  <a:gd name="connsiteX13" fmla="*/ 741768 w 1141637"/>
                  <a:gd name="connsiteY13" fmla="*/ 432428 h 2300516"/>
                  <a:gd name="connsiteX14" fmla="*/ 678684 w 1141637"/>
                  <a:gd name="connsiteY14" fmla="*/ 462952 h 2300516"/>
                  <a:gd name="connsiteX15" fmla="*/ 642055 w 1141637"/>
                  <a:gd name="connsiteY15" fmla="*/ 527053 h 2300516"/>
                  <a:gd name="connsiteX16" fmla="*/ 642055 w 1141637"/>
                  <a:gd name="connsiteY16" fmla="*/ 529088 h 2300516"/>
                  <a:gd name="connsiteX17" fmla="*/ 693946 w 1141637"/>
                  <a:gd name="connsiteY17" fmla="*/ 758021 h 2300516"/>
                  <a:gd name="connsiteX18" fmla="*/ 693946 w 1141637"/>
                  <a:gd name="connsiteY18" fmla="*/ 798720 h 2300516"/>
                  <a:gd name="connsiteX19" fmla="*/ 724471 w 1141637"/>
                  <a:gd name="connsiteY19" fmla="*/ 871978 h 2300516"/>
                  <a:gd name="connsiteX20" fmla="*/ 683772 w 1141637"/>
                  <a:gd name="connsiteY20" fmla="*/ 824157 h 2300516"/>
                  <a:gd name="connsiteX21" fmla="*/ 551499 w 1141637"/>
                  <a:gd name="connsiteY21" fmla="*/ 814999 h 2300516"/>
                  <a:gd name="connsiteX22" fmla="*/ 495538 w 1141637"/>
                  <a:gd name="connsiteY22" fmla="*/ 948289 h 2300516"/>
                  <a:gd name="connsiteX23" fmla="*/ 498590 w 1141637"/>
                  <a:gd name="connsiteY23" fmla="*/ 1096841 h 2300516"/>
                  <a:gd name="connsiteX24" fmla="*/ 483328 w 1141637"/>
                  <a:gd name="connsiteY24" fmla="*/ 1124313 h 2300516"/>
                  <a:gd name="connsiteX25" fmla="*/ 466031 w 1141637"/>
                  <a:gd name="connsiteY25" fmla="*/ 1120243 h 2300516"/>
                  <a:gd name="connsiteX26" fmla="*/ 358179 w 1141637"/>
                  <a:gd name="connsiteY26" fmla="*/ 1150767 h 2300516"/>
                  <a:gd name="connsiteX27" fmla="*/ 268640 w 1141637"/>
                  <a:gd name="connsiteY27" fmla="*/ 1283039 h 2300516"/>
                  <a:gd name="connsiteX28" fmla="*/ 182155 w 1141637"/>
                  <a:gd name="connsiteY28" fmla="*/ 1254550 h 2300516"/>
                  <a:gd name="connsiteX29" fmla="*/ 147306 w 1141637"/>
                  <a:gd name="connsiteY29" fmla="*/ 1257475 h 2300516"/>
                  <a:gd name="connsiteX30" fmla="*/ 129864 w 1141637"/>
                  <a:gd name="connsiteY30" fmla="*/ 1251685 h 2300516"/>
                  <a:gd name="connsiteX31" fmla="*/ 126194 w 1141637"/>
                  <a:gd name="connsiteY31" fmla="*/ 1299446 h 2300516"/>
                  <a:gd name="connsiteX32" fmla="*/ 125176 w 1141637"/>
                  <a:gd name="connsiteY32" fmla="*/ 1432608 h 2300516"/>
                  <a:gd name="connsiteX33" fmla="*/ 125176 w 1141637"/>
                  <a:gd name="connsiteY33" fmla="*/ 1430573 h 2300516"/>
                  <a:gd name="connsiteX34" fmla="*/ 200470 w 1141637"/>
                  <a:gd name="connsiteY34" fmla="*/ 1658488 h 2300516"/>
                  <a:gd name="connsiteX35" fmla="*/ 266606 w 1141637"/>
                  <a:gd name="connsiteY35" fmla="*/ 1781603 h 2300516"/>
                  <a:gd name="connsiteX36" fmla="*/ 254396 w 1141637"/>
                  <a:gd name="connsiteY36" fmla="*/ 1851809 h 2300516"/>
                  <a:gd name="connsiteX37" fmla="*/ 273728 w 1141637"/>
                  <a:gd name="connsiteY37" fmla="*/ 1988151 h 2300516"/>
                  <a:gd name="connsiteX38" fmla="*/ 327654 w 1141637"/>
                  <a:gd name="connsiteY38" fmla="*/ 2083793 h 2300516"/>
                  <a:gd name="connsiteX39" fmla="*/ 329689 w 1141637"/>
                  <a:gd name="connsiteY39" fmla="*/ 2300516 h 2300516"/>
                  <a:gd name="connsiteX40" fmla="*/ 305270 w 1141637"/>
                  <a:gd name="connsiteY40" fmla="*/ 2092951 h 2300516"/>
                  <a:gd name="connsiteX41" fmla="*/ 277798 w 1141637"/>
                  <a:gd name="connsiteY41" fmla="*/ 2026815 h 2300516"/>
                  <a:gd name="connsiteX42" fmla="*/ 129246 w 1141637"/>
                  <a:gd name="connsiteY42" fmla="*/ 1803987 h 2300516"/>
                  <a:gd name="connsiteX43" fmla="*/ 34621 w 1141637"/>
                  <a:gd name="connsiteY43" fmla="*/ 1454992 h 2300516"/>
                  <a:gd name="connsiteX44" fmla="*/ 21393 w 1141637"/>
                  <a:gd name="connsiteY44" fmla="*/ 897415 h 2300516"/>
                  <a:gd name="connsiteX45" fmla="*/ 79390 w 1141637"/>
                  <a:gd name="connsiteY45" fmla="*/ 772265 h 2300516"/>
                  <a:gd name="connsiteX46" fmla="*/ 113984 w 1141637"/>
                  <a:gd name="connsiteY46" fmla="*/ 851628 h 2300516"/>
                  <a:gd name="connsiteX47" fmla="*/ 136368 w 1141637"/>
                  <a:gd name="connsiteY47" fmla="*/ 1167046 h 2300516"/>
                  <a:gd name="connsiteX48" fmla="*/ 131620 w 1141637"/>
                  <a:gd name="connsiteY48" fmla="*/ 1228837 h 2300516"/>
                  <a:gd name="connsiteX49" fmla="*/ 163331 w 1141637"/>
                  <a:gd name="connsiteY49" fmla="*/ 1188414 h 2300516"/>
                  <a:gd name="connsiteX50" fmla="*/ 194364 w 1141637"/>
                  <a:gd name="connsiteY50" fmla="*/ 1120243 h 2300516"/>
                  <a:gd name="connsiteX51" fmla="*/ 186225 w 1141637"/>
                  <a:gd name="connsiteY51" fmla="*/ 791597 h 2300516"/>
                  <a:gd name="connsiteX52" fmla="*/ 197417 w 1141637"/>
                  <a:gd name="connsiteY52" fmla="*/ 761073 h 2300516"/>
                  <a:gd name="connsiteX53" fmla="*/ 214714 w 1141637"/>
                  <a:gd name="connsiteY53" fmla="*/ 771248 h 2300516"/>
                  <a:gd name="connsiteX54" fmla="*/ 246256 w 1141637"/>
                  <a:gd name="connsiteY54" fmla="*/ 824157 h 2300516"/>
                  <a:gd name="connsiteX55" fmla="*/ 265588 w 1141637"/>
                  <a:gd name="connsiteY55" fmla="*/ 861803 h 2300516"/>
                  <a:gd name="connsiteX56" fmla="*/ 304252 w 1141637"/>
                  <a:gd name="connsiteY56" fmla="*/ 869943 h 2300516"/>
                  <a:gd name="connsiteX57" fmla="*/ 316462 w 1141637"/>
                  <a:gd name="connsiteY57" fmla="*/ 858751 h 2300516"/>
                  <a:gd name="connsiteX58" fmla="*/ 364283 w 1141637"/>
                  <a:gd name="connsiteY58" fmla="*/ 867908 h 2300516"/>
                  <a:gd name="connsiteX59" fmla="*/ 357161 w 1141637"/>
                  <a:gd name="connsiteY59" fmla="*/ 766160 h 2300516"/>
                  <a:gd name="connsiteX60" fmla="*/ 322567 w 1141637"/>
                  <a:gd name="connsiteY60" fmla="*/ 673570 h 2300516"/>
                  <a:gd name="connsiteX61" fmla="*/ 330707 w 1141637"/>
                  <a:gd name="connsiteY61" fmla="*/ 649151 h 2300516"/>
                  <a:gd name="connsiteX62" fmla="*/ 339864 w 1141637"/>
                  <a:gd name="connsiteY62" fmla="*/ 649151 h 2300516"/>
                  <a:gd name="connsiteX63" fmla="*/ 359196 w 1141637"/>
                  <a:gd name="connsiteY63" fmla="*/ 623714 h 2300516"/>
                  <a:gd name="connsiteX64" fmla="*/ 376493 w 1141637"/>
                  <a:gd name="connsiteY64" fmla="*/ 566735 h 2300516"/>
                  <a:gd name="connsiteX65" fmla="*/ 385650 w 1141637"/>
                  <a:gd name="connsiteY65" fmla="*/ 556560 h 2300516"/>
                  <a:gd name="connsiteX66" fmla="*/ 397860 w 1141637"/>
                  <a:gd name="connsiteY66" fmla="*/ 568770 h 2300516"/>
                  <a:gd name="connsiteX67" fmla="*/ 419227 w 1141637"/>
                  <a:gd name="connsiteY67" fmla="*/ 627784 h 2300516"/>
                  <a:gd name="connsiteX68" fmla="*/ 471119 w 1141637"/>
                  <a:gd name="connsiteY68" fmla="*/ 681710 h 2300516"/>
                  <a:gd name="connsiteX69" fmla="*/ 500626 w 1141637"/>
                  <a:gd name="connsiteY69" fmla="*/ 666448 h 2300516"/>
                  <a:gd name="connsiteX70" fmla="*/ 519958 w 1141637"/>
                  <a:gd name="connsiteY70" fmla="*/ 612521 h 2300516"/>
                  <a:gd name="connsiteX71" fmla="*/ 503678 w 1141637"/>
                  <a:gd name="connsiteY71" fmla="*/ 512809 h 2300516"/>
                  <a:gd name="connsiteX72" fmla="*/ 558622 w 1141637"/>
                  <a:gd name="connsiteY72" fmla="*/ 442603 h 2300516"/>
                  <a:gd name="connsiteX73" fmla="*/ 604408 w 1141637"/>
                  <a:gd name="connsiteY73" fmla="*/ 359169 h 2300516"/>
                  <a:gd name="connsiteX74" fmla="*/ 604408 w 1141637"/>
                  <a:gd name="connsiteY74" fmla="*/ 350012 h 2300516"/>
                  <a:gd name="connsiteX75" fmla="*/ 593216 w 1141637"/>
                  <a:gd name="connsiteY75" fmla="*/ 345942 h 2300516"/>
                  <a:gd name="connsiteX76" fmla="*/ 519958 w 1141637"/>
                  <a:gd name="connsiteY76" fmla="*/ 345942 h 2300516"/>
                  <a:gd name="connsiteX77" fmla="*/ 500626 w 1141637"/>
                  <a:gd name="connsiteY77" fmla="*/ 342890 h 2300516"/>
                  <a:gd name="connsiteX78" fmla="*/ 490451 w 1141637"/>
                  <a:gd name="connsiteY78" fmla="*/ 330680 h 2300516"/>
                  <a:gd name="connsiteX79" fmla="*/ 515888 w 1141637"/>
                  <a:gd name="connsiteY79" fmla="*/ 207565 h 2300516"/>
                  <a:gd name="connsiteX80" fmla="*/ 597032 w 1141637"/>
                  <a:gd name="connsiteY80" fmla="*/ 137741 h 2300516"/>
                  <a:gd name="connsiteX81" fmla="*/ 635927 w 1141637"/>
                  <a:gd name="connsiteY81" fmla="*/ 116312 h 2300516"/>
                  <a:gd name="connsiteX82" fmla="*/ 639003 w 1141637"/>
                  <a:gd name="connsiteY82" fmla="*/ 108870 h 2300516"/>
                  <a:gd name="connsiteX83" fmla="*/ 756013 w 1141637"/>
                  <a:gd name="connsiteY83" fmla="*/ 26454 h 2300516"/>
                  <a:gd name="connsiteX84" fmla="*/ 810480 w 1141637"/>
                  <a:gd name="connsiteY84" fmla="*/ 17853 h 2300516"/>
                  <a:gd name="connsiteX85" fmla="*/ 474171 w 1141637"/>
                  <a:gd name="connsiteY85" fmla="*/ 0 h 2300516"/>
                  <a:gd name="connsiteX86" fmla="*/ 544377 w 1141637"/>
                  <a:gd name="connsiteY86" fmla="*/ 45786 h 2300516"/>
                  <a:gd name="connsiteX87" fmla="*/ 457891 w 1141637"/>
                  <a:gd name="connsiteY87" fmla="*/ 188233 h 2300516"/>
                  <a:gd name="connsiteX88" fmla="*/ 457891 w 1141637"/>
                  <a:gd name="connsiteY88" fmla="*/ 189251 h 2300516"/>
                  <a:gd name="connsiteX89" fmla="*/ 227941 w 1141637"/>
                  <a:gd name="connsiteY89" fmla="*/ 323558 h 2300516"/>
                  <a:gd name="connsiteX90" fmla="*/ 218784 w 1141637"/>
                  <a:gd name="connsiteY90" fmla="*/ 332715 h 2300516"/>
                  <a:gd name="connsiteX91" fmla="*/ 206574 w 1141637"/>
                  <a:gd name="connsiteY91" fmla="*/ 330680 h 2300516"/>
                  <a:gd name="connsiteX92" fmla="*/ 146543 w 1141637"/>
                  <a:gd name="connsiteY92" fmla="*/ 346960 h 2300516"/>
                  <a:gd name="connsiteX93" fmla="*/ 108896 w 1141637"/>
                  <a:gd name="connsiteY93" fmla="*/ 399869 h 2300516"/>
                  <a:gd name="connsiteX94" fmla="*/ 389720 w 1141637"/>
                  <a:gd name="connsiteY94" fmla="*/ 27472 h 2300516"/>
                  <a:gd name="connsiteX95" fmla="*/ 474171 w 1141637"/>
                  <a:gd name="connsiteY95" fmla="*/ 0 h 23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1141637" h="2300516">
                    <a:moveTo>
                      <a:pt x="810480" y="17853"/>
                    </a:moveTo>
                    <a:cubicBezTo>
                      <a:pt x="866855" y="14372"/>
                      <a:pt x="926949" y="26200"/>
                      <a:pt x="972736" y="52909"/>
                    </a:cubicBezTo>
                    <a:lnTo>
                      <a:pt x="970701" y="52909"/>
                    </a:lnTo>
                    <a:cubicBezTo>
                      <a:pt x="1018522" y="79363"/>
                      <a:pt x="1055152" y="124132"/>
                      <a:pt x="1072449" y="176024"/>
                    </a:cubicBezTo>
                    <a:cubicBezTo>
                      <a:pt x="1091781" y="234020"/>
                      <a:pt x="1091781" y="306261"/>
                      <a:pt x="1141637" y="341872"/>
                    </a:cubicBezTo>
                    <a:cubicBezTo>
                      <a:pt x="1095851" y="363239"/>
                      <a:pt x="1035820" y="346960"/>
                      <a:pt x="1008348" y="304226"/>
                    </a:cubicBezTo>
                    <a:cubicBezTo>
                      <a:pt x="1000208" y="292016"/>
                      <a:pt x="990033" y="276754"/>
                      <a:pt x="976806" y="280824"/>
                    </a:cubicBezTo>
                    <a:cubicBezTo>
                      <a:pt x="970701" y="282859"/>
                      <a:pt x="966631" y="288964"/>
                      <a:pt x="963579" y="294051"/>
                    </a:cubicBezTo>
                    <a:cubicBezTo>
                      <a:pt x="931019" y="341872"/>
                      <a:pt x="879128" y="375449"/>
                      <a:pt x="822149" y="386641"/>
                    </a:cubicBezTo>
                    <a:cubicBezTo>
                      <a:pt x="850639" y="361204"/>
                      <a:pt x="868953" y="325593"/>
                      <a:pt x="874041" y="287946"/>
                    </a:cubicBezTo>
                    <a:cubicBezTo>
                      <a:pt x="857761" y="305243"/>
                      <a:pt x="841227" y="322795"/>
                      <a:pt x="823294" y="338057"/>
                    </a:cubicBezTo>
                    <a:lnTo>
                      <a:pt x="766328" y="373094"/>
                    </a:lnTo>
                    <a:lnTo>
                      <a:pt x="769526" y="388931"/>
                    </a:lnTo>
                    <a:cubicBezTo>
                      <a:pt x="768858" y="405719"/>
                      <a:pt x="757030" y="422508"/>
                      <a:pt x="741768" y="432428"/>
                    </a:cubicBezTo>
                    <a:cubicBezTo>
                      <a:pt x="722436" y="445655"/>
                      <a:pt x="698016" y="450742"/>
                      <a:pt x="678684" y="462952"/>
                    </a:cubicBezTo>
                    <a:cubicBezTo>
                      <a:pt x="658335" y="475162"/>
                      <a:pt x="634933" y="504669"/>
                      <a:pt x="642055" y="527053"/>
                    </a:cubicBezTo>
                    <a:lnTo>
                      <a:pt x="642055" y="529088"/>
                    </a:lnTo>
                    <a:cubicBezTo>
                      <a:pt x="625775" y="606417"/>
                      <a:pt x="699034" y="678657"/>
                      <a:pt x="693946" y="758021"/>
                    </a:cubicBezTo>
                    <a:cubicBezTo>
                      <a:pt x="693946" y="771248"/>
                      <a:pt x="689877" y="785493"/>
                      <a:pt x="693946" y="798720"/>
                    </a:cubicBezTo>
                    <a:cubicBezTo>
                      <a:pt x="701069" y="825174"/>
                      <a:pt x="731593" y="845524"/>
                      <a:pt x="724471" y="871978"/>
                    </a:cubicBezTo>
                    <a:cubicBezTo>
                      <a:pt x="703104" y="867908"/>
                      <a:pt x="695981" y="841454"/>
                      <a:pt x="683772" y="824157"/>
                    </a:cubicBezTo>
                    <a:cubicBezTo>
                      <a:pt x="655282" y="783458"/>
                      <a:pt x="590164" y="783458"/>
                      <a:pt x="551499" y="814999"/>
                    </a:cubicBezTo>
                    <a:cubicBezTo>
                      <a:pt x="512835" y="846541"/>
                      <a:pt x="498590" y="898433"/>
                      <a:pt x="495538" y="948289"/>
                    </a:cubicBezTo>
                    <a:cubicBezTo>
                      <a:pt x="492486" y="998145"/>
                      <a:pt x="500626" y="1046984"/>
                      <a:pt x="498590" y="1096841"/>
                    </a:cubicBezTo>
                    <a:cubicBezTo>
                      <a:pt x="498590" y="1108033"/>
                      <a:pt x="494521" y="1122278"/>
                      <a:pt x="483328" y="1124313"/>
                    </a:cubicBezTo>
                    <a:cubicBezTo>
                      <a:pt x="477224" y="1125330"/>
                      <a:pt x="471119" y="1122278"/>
                      <a:pt x="466031" y="1120243"/>
                    </a:cubicBezTo>
                    <a:cubicBezTo>
                      <a:pt x="428385" y="1104980"/>
                      <a:pt x="382598" y="1118208"/>
                      <a:pt x="358179" y="1150767"/>
                    </a:cubicBezTo>
                    <a:cubicBezTo>
                      <a:pt x="325619" y="1193501"/>
                      <a:pt x="273728" y="1230130"/>
                      <a:pt x="268640" y="1283039"/>
                    </a:cubicBezTo>
                    <a:cubicBezTo>
                      <a:pt x="245238" y="1262690"/>
                      <a:pt x="212679" y="1251497"/>
                      <a:pt x="182155" y="1254550"/>
                    </a:cubicBezTo>
                    <a:cubicBezTo>
                      <a:pt x="170963" y="1255568"/>
                      <a:pt x="158753" y="1257603"/>
                      <a:pt x="147306" y="1257475"/>
                    </a:cubicBezTo>
                    <a:lnTo>
                      <a:pt x="129864" y="1251685"/>
                    </a:lnTo>
                    <a:lnTo>
                      <a:pt x="126194" y="1299446"/>
                    </a:lnTo>
                    <a:cubicBezTo>
                      <a:pt x="123141" y="1343579"/>
                      <a:pt x="121615" y="1387839"/>
                      <a:pt x="125176" y="1432608"/>
                    </a:cubicBezTo>
                    <a:lnTo>
                      <a:pt x="125176" y="1430573"/>
                    </a:lnTo>
                    <a:cubicBezTo>
                      <a:pt x="132299" y="1511971"/>
                      <a:pt x="153666" y="1592352"/>
                      <a:pt x="200470" y="1658488"/>
                    </a:cubicBezTo>
                    <a:cubicBezTo>
                      <a:pt x="227941" y="1697152"/>
                      <a:pt x="264571" y="1733781"/>
                      <a:pt x="266606" y="1781603"/>
                    </a:cubicBezTo>
                    <a:cubicBezTo>
                      <a:pt x="266606" y="1805005"/>
                      <a:pt x="259483" y="1828407"/>
                      <a:pt x="254396" y="1851809"/>
                    </a:cubicBezTo>
                    <a:cubicBezTo>
                      <a:pt x="245239" y="1897595"/>
                      <a:pt x="251344" y="1946434"/>
                      <a:pt x="273728" y="1988151"/>
                    </a:cubicBezTo>
                    <a:cubicBezTo>
                      <a:pt x="291025" y="2020710"/>
                      <a:pt x="317480" y="2048182"/>
                      <a:pt x="327654" y="2083793"/>
                    </a:cubicBezTo>
                    <a:cubicBezTo>
                      <a:pt x="349021" y="2153999"/>
                      <a:pt x="302217" y="2232345"/>
                      <a:pt x="329689" y="2300516"/>
                    </a:cubicBezTo>
                    <a:cubicBezTo>
                      <a:pt x="291025" y="2241503"/>
                      <a:pt x="320532" y="2162139"/>
                      <a:pt x="305270" y="2092951"/>
                    </a:cubicBezTo>
                    <a:cubicBezTo>
                      <a:pt x="300182" y="2069549"/>
                      <a:pt x="288990" y="2047164"/>
                      <a:pt x="277798" y="2026815"/>
                    </a:cubicBezTo>
                    <a:cubicBezTo>
                      <a:pt x="234046" y="1949486"/>
                      <a:pt x="171980" y="1882333"/>
                      <a:pt x="129246" y="1803987"/>
                    </a:cubicBezTo>
                    <a:cubicBezTo>
                      <a:pt x="71250" y="1697152"/>
                      <a:pt x="52935" y="1575055"/>
                      <a:pt x="34621" y="1454992"/>
                    </a:cubicBezTo>
                    <a:cubicBezTo>
                      <a:pt x="7149" y="1269811"/>
                      <a:pt x="-20323" y="1079543"/>
                      <a:pt x="21393" y="897415"/>
                    </a:cubicBezTo>
                    <a:cubicBezTo>
                      <a:pt x="31568" y="851628"/>
                      <a:pt x="47848" y="805842"/>
                      <a:pt x="79390" y="772265"/>
                    </a:cubicBezTo>
                    <a:cubicBezTo>
                      <a:pt x="101774" y="791597"/>
                      <a:pt x="108896" y="822121"/>
                      <a:pt x="113984" y="851628"/>
                    </a:cubicBezTo>
                    <a:cubicBezTo>
                      <a:pt x="133316" y="955411"/>
                      <a:pt x="142473" y="1062246"/>
                      <a:pt x="136368" y="1167046"/>
                    </a:cubicBezTo>
                    <a:lnTo>
                      <a:pt x="131620" y="1228837"/>
                    </a:lnTo>
                    <a:lnTo>
                      <a:pt x="163331" y="1188414"/>
                    </a:lnTo>
                    <a:cubicBezTo>
                      <a:pt x="176304" y="1167047"/>
                      <a:pt x="186733" y="1144154"/>
                      <a:pt x="194364" y="1120243"/>
                    </a:cubicBezTo>
                    <a:cubicBezTo>
                      <a:pt x="227941" y="1014425"/>
                      <a:pt x="205557" y="900468"/>
                      <a:pt x="186225" y="791597"/>
                    </a:cubicBezTo>
                    <a:cubicBezTo>
                      <a:pt x="184190" y="779388"/>
                      <a:pt x="186225" y="763108"/>
                      <a:pt x="197417" y="761073"/>
                    </a:cubicBezTo>
                    <a:cubicBezTo>
                      <a:pt x="204539" y="761073"/>
                      <a:pt x="209627" y="766160"/>
                      <a:pt x="214714" y="771248"/>
                    </a:cubicBezTo>
                    <a:cubicBezTo>
                      <a:pt x="227941" y="787527"/>
                      <a:pt x="238116" y="804825"/>
                      <a:pt x="246256" y="824157"/>
                    </a:cubicBezTo>
                    <a:cubicBezTo>
                      <a:pt x="251343" y="837384"/>
                      <a:pt x="256431" y="851629"/>
                      <a:pt x="265588" y="861803"/>
                    </a:cubicBezTo>
                    <a:cubicBezTo>
                      <a:pt x="274745" y="871978"/>
                      <a:pt x="292042" y="878083"/>
                      <a:pt x="304252" y="869943"/>
                    </a:cubicBezTo>
                    <a:cubicBezTo>
                      <a:pt x="308322" y="866891"/>
                      <a:pt x="312392" y="862821"/>
                      <a:pt x="316462" y="858751"/>
                    </a:cubicBezTo>
                    <a:cubicBezTo>
                      <a:pt x="330707" y="846541"/>
                      <a:pt x="355126" y="851629"/>
                      <a:pt x="364283" y="867908"/>
                    </a:cubicBezTo>
                    <a:cubicBezTo>
                      <a:pt x="378528" y="838401"/>
                      <a:pt x="367336" y="797702"/>
                      <a:pt x="357161" y="766160"/>
                    </a:cubicBezTo>
                    <a:cubicBezTo>
                      <a:pt x="346986" y="734619"/>
                      <a:pt x="330707" y="705112"/>
                      <a:pt x="322567" y="673570"/>
                    </a:cubicBezTo>
                    <a:cubicBezTo>
                      <a:pt x="320532" y="664413"/>
                      <a:pt x="321549" y="650168"/>
                      <a:pt x="330707" y="649151"/>
                    </a:cubicBezTo>
                    <a:cubicBezTo>
                      <a:pt x="333759" y="649151"/>
                      <a:pt x="336811" y="649151"/>
                      <a:pt x="339864" y="649151"/>
                    </a:cubicBezTo>
                    <a:cubicBezTo>
                      <a:pt x="351056" y="649151"/>
                      <a:pt x="357161" y="634906"/>
                      <a:pt x="359196" y="623714"/>
                    </a:cubicBezTo>
                    <a:cubicBezTo>
                      <a:pt x="363266" y="604382"/>
                      <a:pt x="369371" y="585049"/>
                      <a:pt x="376493" y="566735"/>
                    </a:cubicBezTo>
                    <a:cubicBezTo>
                      <a:pt x="378528" y="562665"/>
                      <a:pt x="380563" y="556560"/>
                      <a:pt x="385650" y="556560"/>
                    </a:cubicBezTo>
                    <a:cubicBezTo>
                      <a:pt x="391755" y="556560"/>
                      <a:pt x="395825" y="562665"/>
                      <a:pt x="397860" y="568770"/>
                    </a:cubicBezTo>
                    <a:lnTo>
                      <a:pt x="419227" y="627784"/>
                    </a:lnTo>
                    <a:cubicBezTo>
                      <a:pt x="428385" y="653220"/>
                      <a:pt x="444664" y="683745"/>
                      <a:pt x="471119" y="681710"/>
                    </a:cubicBezTo>
                    <a:cubicBezTo>
                      <a:pt x="482311" y="681710"/>
                      <a:pt x="492486" y="674588"/>
                      <a:pt x="500626" y="666448"/>
                    </a:cubicBezTo>
                    <a:cubicBezTo>
                      <a:pt x="513853" y="652203"/>
                      <a:pt x="520975" y="631853"/>
                      <a:pt x="519958" y="612521"/>
                    </a:cubicBezTo>
                    <a:cubicBezTo>
                      <a:pt x="517923" y="577927"/>
                      <a:pt x="492486" y="545368"/>
                      <a:pt x="503678" y="512809"/>
                    </a:cubicBezTo>
                    <a:cubicBezTo>
                      <a:pt x="513853" y="484319"/>
                      <a:pt x="548447" y="471092"/>
                      <a:pt x="558622" y="442603"/>
                    </a:cubicBezTo>
                    <a:cubicBezTo>
                      <a:pt x="570831" y="409026"/>
                      <a:pt x="590164" y="392746"/>
                      <a:pt x="604408" y="359169"/>
                    </a:cubicBezTo>
                    <a:cubicBezTo>
                      <a:pt x="605426" y="356117"/>
                      <a:pt x="606443" y="353065"/>
                      <a:pt x="604408" y="350012"/>
                    </a:cubicBezTo>
                    <a:cubicBezTo>
                      <a:pt x="602373" y="345942"/>
                      <a:pt x="597286" y="345942"/>
                      <a:pt x="593216" y="345942"/>
                    </a:cubicBezTo>
                    <a:cubicBezTo>
                      <a:pt x="568797" y="345942"/>
                      <a:pt x="544377" y="345942"/>
                      <a:pt x="519958" y="345942"/>
                    </a:cubicBezTo>
                    <a:cubicBezTo>
                      <a:pt x="513853" y="345942"/>
                      <a:pt x="506730" y="345942"/>
                      <a:pt x="500626" y="342890"/>
                    </a:cubicBezTo>
                    <a:cubicBezTo>
                      <a:pt x="496556" y="339837"/>
                      <a:pt x="493503" y="335767"/>
                      <a:pt x="490451" y="330680"/>
                    </a:cubicBezTo>
                    <a:cubicBezTo>
                      <a:pt x="469084" y="290998"/>
                      <a:pt x="488416" y="242160"/>
                      <a:pt x="515888" y="207565"/>
                    </a:cubicBezTo>
                    <a:cubicBezTo>
                      <a:pt x="538781" y="179585"/>
                      <a:pt x="566762" y="157200"/>
                      <a:pt x="597032" y="137741"/>
                    </a:cubicBezTo>
                    <a:lnTo>
                      <a:pt x="635927" y="116312"/>
                    </a:lnTo>
                    <a:lnTo>
                      <a:pt x="639003" y="108870"/>
                    </a:lnTo>
                    <a:cubicBezTo>
                      <a:pt x="663422" y="66136"/>
                      <a:pt x="709209" y="39682"/>
                      <a:pt x="756013" y="26454"/>
                    </a:cubicBezTo>
                    <a:cubicBezTo>
                      <a:pt x="773310" y="21875"/>
                      <a:pt x="791689" y="19014"/>
                      <a:pt x="810480" y="17853"/>
                    </a:cubicBezTo>
                    <a:close/>
                    <a:moveTo>
                      <a:pt x="474171" y="0"/>
                    </a:moveTo>
                    <a:cubicBezTo>
                      <a:pt x="503678" y="0"/>
                      <a:pt x="535220" y="17297"/>
                      <a:pt x="544377" y="45786"/>
                    </a:cubicBezTo>
                    <a:cubicBezTo>
                      <a:pt x="560657" y="99713"/>
                      <a:pt x="507748" y="178059"/>
                      <a:pt x="457891" y="188233"/>
                    </a:cubicBezTo>
                    <a:lnTo>
                      <a:pt x="457891" y="189251"/>
                    </a:lnTo>
                    <a:cubicBezTo>
                      <a:pt x="368353" y="207565"/>
                      <a:pt x="271693" y="243177"/>
                      <a:pt x="227941" y="323558"/>
                    </a:cubicBezTo>
                    <a:cubicBezTo>
                      <a:pt x="225906" y="327628"/>
                      <a:pt x="223871" y="331698"/>
                      <a:pt x="218784" y="332715"/>
                    </a:cubicBezTo>
                    <a:cubicBezTo>
                      <a:pt x="214714" y="333733"/>
                      <a:pt x="210644" y="332715"/>
                      <a:pt x="206574" y="330680"/>
                    </a:cubicBezTo>
                    <a:cubicBezTo>
                      <a:pt x="186224" y="323558"/>
                      <a:pt x="162822" y="332715"/>
                      <a:pt x="146543" y="346960"/>
                    </a:cubicBezTo>
                    <a:cubicBezTo>
                      <a:pt x="130263" y="361204"/>
                      <a:pt x="119071" y="380537"/>
                      <a:pt x="108896" y="399869"/>
                    </a:cubicBezTo>
                    <a:cubicBezTo>
                      <a:pt x="145525" y="244195"/>
                      <a:pt x="250326" y="105818"/>
                      <a:pt x="389720" y="27472"/>
                    </a:cubicBezTo>
                    <a:cubicBezTo>
                      <a:pt x="416175" y="13227"/>
                      <a:pt x="444664" y="0"/>
                      <a:pt x="474171" y="0"/>
                    </a:cubicBezTo>
                    <a:close/>
                  </a:path>
                </a:pathLst>
              </a:custGeom>
              <a:solidFill>
                <a:srgbClr val="E8CBAA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9B7FD62B-9563-7E01-1FF3-495BFAA6E166}"/>
                  </a:ext>
                </a:extLst>
              </p:cNvPr>
              <p:cNvSpPr/>
              <p:nvPr/>
            </p:nvSpPr>
            <p:spPr>
              <a:xfrm>
                <a:off x="2498218" y="1153198"/>
                <a:ext cx="963505" cy="2168393"/>
              </a:xfrm>
              <a:custGeom>
                <a:avLst/>
                <a:gdLst>
                  <a:gd name="connsiteX0" fmla="*/ 784175 w 963505"/>
                  <a:gd name="connsiteY0" fmla="*/ 0 h 2168393"/>
                  <a:gd name="connsiteX1" fmla="*/ 873713 w 963505"/>
                  <a:gd name="connsiteY1" fmla="*/ 164831 h 2168393"/>
                  <a:gd name="connsiteX2" fmla="*/ 954094 w 963505"/>
                  <a:gd name="connsiteY2" fmla="*/ 323558 h 2168393"/>
                  <a:gd name="connsiteX3" fmla="*/ 959181 w 963505"/>
                  <a:gd name="connsiteY3" fmla="*/ 464987 h 2168393"/>
                  <a:gd name="connsiteX4" fmla="*/ 911360 w 963505"/>
                  <a:gd name="connsiteY4" fmla="*/ 965586 h 2168393"/>
                  <a:gd name="connsiteX5" fmla="*/ 874730 w 963505"/>
                  <a:gd name="connsiteY5" fmla="*/ 1238270 h 2168393"/>
                  <a:gd name="connsiteX6" fmla="*/ 836066 w 963505"/>
                  <a:gd name="connsiteY6" fmla="*/ 1424468 h 2168393"/>
                  <a:gd name="connsiteX7" fmla="*/ 846241 w 963505"/>
                  <a:gd name="connsiteY7" fmla="*/ 1635086 h 2168393"/>
                  <a:gd name="connsiteX8" fmla="*/ 838768 w 963505"/>
                  <a:gd name="connsiteY8" fmla="*/ 1631579 h 2168393"/>
                  <a:gd name="connsiteX9" fmla="*/ 855653 w 963505"/>
                  <a:gd name="connsiteY9" fmla="*/ 1700333 h 2168393"/>
                  <a:gd name="connsiteX10" fmla="*/ 880836 w 963505"/>
                  <a:gd name="connsiteY10" fmla="*/ 1936260 h 2168393"/>
                  <a:gd name="connsiteX11" fmla="*/ 835049 w 963505"/>
                  <a:gd name="connsiteY11" fmla="*/ 2060392 h 2168393"/>
                  <a:gd name="connsiteX12" fmla="*/ 713969 w 963505"/>
                  <a:gd name="connsiteY12" fmla="*/ 2066497 h 2168393"/>
                  <a:gd name="connsiteX13" fmla="*/ 679375 w 963505"/>
                  <a:gd name="connsiteY13" fmla="*/ 2098039 h 2168393"/>
                  <a:gd name="connsiteX14" fmla="*/ 576609 w 963505"/>
                  <a:gd name="connsiteY14" fmla="*/ 2164175 h 2168393"/>
                  <a:gd name="connsiteX15" fmla="*/ 459599 w 963505"/>
                  <a:gd name="connsiteY15" fmla="*/ 2138738 h 2168393"/>
                  <a:gd name="connsiteX16" fmla="*/ 439250 w 963505"/>
                  <a:gd name="connsiteY16" fmla="*/ 2126529 h 2168393"/>
                  <a:gd name="connsiteX17" fmla="*/ 417883 w 963505"/>
                  <a:gd name="connsiteY17" fmla="*/ 2136703 h 2168393"/>
                  <a:gd name="connsiteX18" fmla="*/ 231684 w 963505"/>
                  <a:gd name="connsiteY18" fmla="*/ 2120424 h 2168393"/>
                  <a:gd name="connsiteX19" fmla="*/ 186915 w 963505"/>
                  <a:gd name="connsiteY19" fmla="*/ 2073620 h 2168393"/>
                  <a:gd name="connsiteX20" fmla="*/ 106534 w 963505"/>
                  <a:gd name="connsiteY20" fmla="*/ 2059375 h 2168393"/>
                  <a:gd name="connsiteX21" fmla="*/ 26153 w 963505"/>
                  <a:gd name="connsiteY21" fmla="*/ 2046148 h 2168393"/>
                  <a:gd name="connsiteX22" fmla="*/ 8856 w 963505"/>
                  <a:gd name="connsiteY22" fmla="*/ 1975942 h 2168393"/>
                  <a:gd name="connsiteX23" fmla="*/ 71940 w 963505"/>
                  <a:gd name="connsiteY23" fmla="*/ 2010536 h 2168393"/>
                  <a:gd name="connsiteX24" fmla="*/ 70922 w 963505"/>
                  <a:gd name="connsiteY24" fmla="*/ 2011553 h 2168393"/>
                  <a:gd name="connsiteX25" fmla="*/ 193020 w 963505"/>
                  <a:gd name="connsiteY25" fmla="*/ 1922016 h 2168393"/>
                  <a:gd name="connsiteX26" fmla="*/ 310030 w 963505"/>
                  <a:gd name="connsiteY26" fmla="*/ 1831460 h 2168393"/>
                  <a:gd name="connsiteX27" fmla="*/ 548120 w 963505"/>
                  <a:gd name="connsiteY27" fmla="*/ 1690031 h 2168393"/>
                  <a:gd name="connsiteX28" fmla="*/ 632571 w 963505"/>
                  <a:gd name="connsiteY28" fmla="*/ 1604562 h 2168393"/>
                  <a:gd name="connsiteX29" fmla="*/ 648309 w 963505"/>
                  <a:gd name="connsiteY29" fmla="*/ 1569349 h 2168393"/>
                  <a:gd name="connsiteX30" fmla="*/ 642745 w 963505"/>
                  <a:gd name="connsiteY30" fmla="*/ 1570985 h 2168393"/>
                  <a:gd name="connsiteX31" fmla="*/ 634606 w 963505"/>
                  <a:gd name="connsiteY31" fmla="*/ 1521129 h 2168393"/>
                  <a:gd name="connsiteX32" fmla="*/ 628501 w 963505"/>
                  <a:gd name="connsiteY32" fmla="*/ 1343070 h 2168393"/>
                  <a:gd name="connsiteX33" fmla="*/ 489106 w 963505"/>
                  <a:gd name="connsiteY33" fmla="*/ 1232165 h 2168393"/>
                  <a:gd name="connsiteX34" fmla="*/ 520648 w 963505"/>
                  <a:gd name="connsiteY34" fmla="*/ 934044 h 2168393"/>
                  <a:gd name="connsiteX35" fmla="*/ 490124 w 963505"/>
                  <a:gd name="connsiteY35" fmla="*/ 899450 h 2168393"/>
                  <a:gd name="connsiteX36" fmla="*/ 461634 w 963505"/>
                  <a:gd name="connsiteY36" fmla="*/ 882153 h 2168393"/>
                  <a:gd name="connsiteX37" fmla="*/ 471809 w 963505"/>
                  <a:gd name="connsiteY37" fmla="*/ 856716 h 2168393"/>
                  <a:gd name="connsiteX38" fmla="*/ 548120 w 963505"/>
                  <a:gd name="connsiteY38" fmla="*/ 672553 h 2168393"/>
                  <a:gd name="connsiteX39" fmla="*/ 550155 w 963505"/>
                  <a:gd name="connsiteY39" fmla="*/ 676623 h 2168393"/>
                  <a:gd name="connsiteX40" fmla="*/ 607134 w 963505"/>
                  <a:gd name="connsiteY40" fmla="*/ 453795 h 2168393"/>
                  <a:gd name="connsiteX41" fmla="*/ 792315 w 963505"/>
                  <a:gd name="connsiteY41" fmla="*/ 329663 h 2168393"/>
                  <a:gd name="connsiteX42" fmla="*/ 729231 w 963505"/>
                  <a:gd name="connsiteY42" fmla="*/ 376467 h 2168393"/>
                  <a:gd name="connsiteX43" fmla="*/ 616291 w 963505"/>
                  <a:gd name="connsiteY43" fmla="*/ 788545 h 2168393"/>
                  <a:gd name="connsiteX44" fmla="*/ 627483 w 963505"/>
                  <a:gd name="connsiteY44" fmla="*/ 806860 h 2168393"/>
                  <a:gd name="connsiteX45" fmla="*/ 685480 w 963505"/>
                  <a:gd name="connsiteY45" fmla="*/ 789563 h 2168393"/>
                  <a:gd name="connsiteX46" fmla="*/ 693619 w 963505"/>
                  <a:gd name="connsiteY46" fmla="*/ 721392 h 2168393"/>
                  <a:gd name="connsiteX47" fmla="*/ 819787 w 963505"/>
                  <a:gd name="connsiteY47" fmla="*/ 367309 h 2168393"/>
                  <a:gd name="connsiteX48" fmla="*/ 842171 w 963505"/>
                  <a:gd name="connsiteY48" fmla="*/ 297103 h 2168393"/>
                  <a:gd name="connsiteX49" fmla="*/ 826909 w 963505"/>
                  <a:gd name="connsiteY49" fmla="*/ 272684 h 2168393"/>
                  <a:gd name="connsiteX50" fmla="*/ 802490 w 963505"/>
                  <a:gd name="connsiteY50" fmla="*/ 195356 h 2168393"/>
                  <a:gd name="connsiteX51" fmla="*/ 732284 w 963505"/>
                  <a:gd name="connsiteY51" fmla="*/ 205530 h 2168393"/>
                  <a:gd name="connsiteX52" fmla="*/ 666147 w 963505"/>
                  <a:gd name="connsiteY52" fmla="*/ 241142 h 2168393"/>
                  <a:gd name="connsiteX53" fmla="*/ 783157 w 963505"/>
                  <a:gd name="connsiteY53" fmla="*/ 121080 h 2168393"/>
                  <a:gd name="connsiteX54" fmla="*/ 784175 w 963505"/>
                  <a:gd name="connsiteY54" fmla="*/ 0 h 2168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963505" h="2168393">
                    <a:moveTo>
                      <a:pt x="784175" y="0"/>
                    </a:moveTo>
                    <a:cubicBezTo>
                      <a:pt x="780105" y="64101"/>
                      <a:pt x="829962" y="118027"/>
                      <a:pt x="873713" y="164831"/>
                    </a:cubicBezTo>
                    <a:cubicBezTo>
                      <a:pt x="918482" y="211635"/>
                      <a:pt x="934762" y="262509"/>
                      <a:pt x="954094" y="323558"/>
                    </a:cubicBezTo>
                    <a:cubicBezTo>
                      <a:pt x="968339" y="368327"/>
                      <a:pt x="963251" y="417166"/>
                      <a:pt x="959181" y="464987"/>
                    </a:cubicBezTo>
                    <a:cubicBezTo>
                      <a:pt x="942902" y="631854"/>
                      <a:pt x="927639" y="798720"/>
                      <a:pt x="911360" y="965586"/>
                    </a:cubicBezTo>
                    <a:cubicBezTo>
                      <a:pt x="903220" y="1057159"/>
                      <a:pt x="894063" y="1148732"/>
                      <a:pt x="874730" y="1238270"/>
                    </a:cubicBezTo>
                    <a:cubicBezTo>
                      <a:pt x="860486" y="1300336"/>
                      <a:pt x="842171" y="1361385"/>
                      <a:pt x="836066" y="1424468"/>
                    </a:cubicBezTo>
                    <a:cubicBezTo>
                      <a:pt x="828944" y="1494674"/>
                      <a:pt x="838101" y="1564880"/>
                      <a:pt x="846241" y="1635086"/>
                    </a:cubicBezTo>
                    <a:lnTo>
                      <a:pt x="838768" y="1631579"/>
                    </a:lnTo>
                    <a:lnTo>
                      <a:pt x="855653" y="1700333"/>
                    </a:lnTo>
                    <a:cubicBezTo>
                      <a:pt x="869898" y="1777788"/>
                      <a:pt x="876257" y="1857406"/>
                      <a:pt x="880836" y="1936260"/>
                    </a:cubicBezTo>
                    <a:cubicBezTo>
                      <a:pt x="883888" y="1984082"/>
                      <a:pt x="878801" y="2043095"/>
                      <a:pt x="835049" y="2060392"/>
                    </a:cubicBezTo>
                    <a:cubicBezTo>
                      <a:pt x="796385" y="2075655"/>
                      <a:pt x="750598" y="2048183"/>
                      <a:pt x="713969" y="2066497"/>
                    </a:cubicBezTo>
                    <a:cubicBezTo>
                      <a:pt x="700742" y="2073620"/>
                      <a:pt x="689549" y="2085829"/>
                      <a:pt x="679375" y="2098039"/>
                    </a:cubicBezTo>
                    <a:cubicBezTo>
                      <a:pt x="651903" y="2128563"/>
                      <a:pt x="617309" y="2154000"/>
                      <a:pt x="576609" y="2164175"/>
                    </a:cubicBezTo>
                    <a:cubicBezTo>
                      <a:pt x="535910" y="2174350"/>
                      <a:pt x="490124" y="2166210"/>
                      <a:pt x="459599" y="2138738"/>
                    </a:cubicBezTo>
                    <a:cubicBezTo>
                      <a:pt x="453494" y="2133651"/>
                      <a:pt x="447390" y="2126529"/>
                      <a:pt x="439250" y="2126529"/>
                    </a:cubicBezTo>
                    <a:cubicBezTo>
                      <a:pt x="431110" y="2126529"/>
                      <a:pt x="423988" y="2131616"/>
                      <a:pt x="417883" y="2136703"/>
                    </a:cubicBezTo>
                    <a:cubicBezTo>
                      <a:pt x="362939" y="2177402"/>
                      <a:pt x="278488" y="2170280"/>
                      <a:pt x="231684" y="2120424"/>
                    </a:cubicBezTo>
                    <a:cubicBezTo>
                      <a:pt x="216422" y="2104144"/>
                      <a:pt x="205230" y="2085829"/>
                      <a:pt x="186915" y="2073620"/>
                    </a:cubicBezTo>
                    <a:cubicBezTo>
                      <a:pt x="163513" y="2059375"/>
                      <a:pt x="134006" y="2059375"/>
                      <a:pt x="106534" y="2059375"/>
                    </a:cubicBezTo>
                    <a:cubicBezTo>
                      <a:pt x="79062" y="2060392"/>
                      <a:pt x="49555" y="2060392"/>
                      <a:pt x="26153" y="2046148"/>
                    </a:cubicBezTo>
                    <a:cubicBezTo>
                      <a:pt x="2751" y="2031903"/>
                      <a:pt x="-9458" y="1996291"/>
                      <a:pt x="8856" y="1975942"/>
                    </a:cubicBezTo>
                    <a:cubicBezTo>
                      <a:pt x="18014" y="1999344"/>
                      <a:pt x="46503" y="2010536"/>
                      <a:pt x="71940" y="2010536"/>
                    </a:cubicBezTo>
                    <a:lnTo>
                      <a:pt x="70922" y="2011553"/>
                    </a:lnTo>
                    <a:cubicBezTo>
                      <a:pt x="134006" y="2012571"/>
                      <a:pt x="164530" y="1969837"/>
                      <a:pt x="193020" y="1922016"/>
                    </a:cubicBezTo>
                    <a:cubicBezTo>
                      <a:pt x="220492" y="1875211"/>
                      <a:pt x="261191" y="1853845"/>
                      <a:pt x="310030" y="1831460"/>
                    </a:cubicBezTo>
                    <a:cubicBezTo>
                      <a:pt x="393463" y="1792796"/>
                      <a:pt x="473844" y="1744974"/>
                      <a:pt x="548120" y="1690031"/>
                    </a:cubicBezTo>
                    <a:cubicBezTo>
                      <a:pt x="580679" y="1665611"/>
                      <a:pt x="612221" y="1639157"/>
                      <a:pt x="632571" y="1604562"/>
                    </a:cubicBezTo>
                    <a:lnTo>
                      <a:pt x="648309" y="1569349"/>
                    </a:lnTo>
                    <a:lnTo>
                      <a:pt x="642745" y="1570985"/>
                    </a:lnTo>
                    <a:cubicBezTo>
                      <a:pt x="622396" y="1568950"/>
                      <a:pt x="626466" y="1539444"/>
                      <a:pt x="634606" y="1521129"/>
                    </a:cubicBezTo>
                    <a:cubicBezTo>
                      <a:pt x="658008" y="1464150"/>
                      <a:pt x="655973" y="1398014"/>
                      <a:pt x="628501" y="1343070"/>
                    </a:cubicBezTo>
                    <a:cubicBezTo>
                      <a:pt x="601029" y="1288127"/>
                      <a:pt x="549137" y="1246410"/>
                      <a:pt x="489106" y="1232165"/>
                    </a:cubicBezTo>
                    <a:cubicBezTo>
                      <a:pt x="556260" y="1150767"/>
                      <a:pt x="568469" y="1028670"/>
                      <a:pt x="520648" y="934044"/>
                    </a:cubicBezTo>
                    <a:cubicBezTo>
                      <a:pt x="513526" y="919800"/>
                      <a:pt x="504368" y="905555"/>
                      <a:pt x="490124" y="899450"/>
                    </a:cubicBezTo>
                    <a:cubicBezTo>
                      <a:pt x="479949" y="895380"/>
                      <a:pt x="465704" y="893345"/>
                      <a:pt x="461634" y="882153"/>
                    </a:cubicBezTo>
                    <a:cubicBezTo>
                      <a:pt x="458582" y="872996"/>
                      <a:pt x="465704" y="863838"/>
                      <a:pt x="471809" y="856716"/>
                    </a:cubicBezTo>
                    <a:cubicBezTo>
                      <a:pt x="515561" y="804825"/>
                      <a:pt x="542015" y="739706"/>
                      <a:pt x="548120" y="672553"/>
                    </a:cubicBezTo>
                    <a:lnTo>
                      <a:pt x="550155" y="676623"/>
                    </a:lnTo>
                    <a:cubicBezTo>
                      <a:pt x="557277" y="598277"/>
                      <a:pt x="570504" y="521966"/>
                      <a:pt x="607134" y="453795"/>
                    </a:cubicBezTo>
                    <a:cubicBezTo>
                      <a:pt x="643763" y="385624"/>
                      <a:pt x="713969" y="328645"/>
                      <a:pt x="792315" y="329663"/>
                    </a:cubicBezTo>
                    <a:cubicBezTo>
                      <a:pt x="772983" y="347977"/>
                      <a:pt x="750598" y="361205"/>
                      <a:pt x="729231" y="376467"/>
                    </a:cubicBezTo>
                    <a:cubicBezTo>
                      <a:pt x="605099" y="467022"/>
                      <a:pt x="555242" y="647116"/>
                      <a:pt x="616291" y="788545"/>
                    </a:cubicBezTo>
                    <a:cubicBezTo>
                      <a:pt x="619343" y="794650"/>
                      <a:pt x="622396" y="801772"/>
                      <a:pt x="627483" y="806860"/>
                    </a:cubicBezTo>
                    <a:cubicBezTo>
                      <a:pt x="644780" y="822122"/>
                      <a:pt x="675305" y="809912"/>
                      <a:pt x="685480" y="789563"/>
                    </a:cubicBezTo>
                    <a:cubicBezTo>
                      <a:pt x="695654" y="769213"/>
                      <a:pt x="693619" y="744794"/>
                      <a:pt x="693619" y="721392"/>
                    </a:cubicBezTo>
                    <a:cubicBezTo>
                      <a:pt x="691584" y="594207"/>
                      <a:pt x="743476" y="469057"/>
                      <a:pt x="819787" y="367309"/>
                    </a:cubicBezTo>
                    <a:cubicBezTo>
                      <a:pt x="835049" y="345942"/>
                      <a:pt x="852346" y="320505"/>
                      <a:pt x="842171" y="297103"/>
                    </a:cubicBezTo>
                    <a:cubicBezTo>
                      <a:pt x="838101" y="287946"/>
                      <a:pt x="830979" y="280824"/>
                      <a:pt x="826909" y="272684"/>
                    </a:cubicBezTo>
                    <a:cubicBezTo>
                      <a:pt x="814699" y="248265"/>
                      <a:pt x="822839" y="213670"/>
                      <a:pt x="802490" y="195356"/>
                    </a:cubicBezTo>
                    <a:cubicBezTo>
                      <a:pt x="783157" y="179076"/>
                      <a:pt x="752633" y="190268"/>
                      <a:pt x="732284" y="205530"/>
                    </a:cubicBezTo>
                    <a:cubicBezTo>
                      <a:pt x="711934" y="220793"/>
                      <a:pt x="691584" y="241142"/>
                      <a:pt x="666147" y="241142"/>
                    </a:cubicBezTo>
                    <a:cubicBezTo>
                      <a:pt x="679375" y="185181"/>
                      <a:pt x="766878" y="176024"/>
                      <a:pt x="783157" y="121080"/>
                    </a:cubicBezTo>
                    <a:cubicBezTo>
                      <a:pt x="795367" y="81398"/>
                      <a:pt x="763825" y="35612"/>
                      <a:pt x="784175" y="0"/>
                    </a:cubicBezTo>
                    <a:close/>
                  </a:path>
                </a:pathLst>
              </a:custGeom>
              <a:solidFill>
                <a:srgbClr val="C9AA83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67C44A7A-0F16-FC19-55C8-C41A4BFAD78E}"/>
                  </a:ext>
                </a:extLst>
              </p:cNvPr>
              <p:cNvSpPr/>
              <p:nvPr/>
            </p:nvSpPr>
            <p:spPr>
              <a:xfrm>
                <a:off x="2222806" y="1584130"/>
                <a:ext cx="322457" cy="579519"/>
              </a:xfrm>
              <a:custGeom>
                <a:avLst/>
                <a:gdLst>
                  <a:gd name="connsiteX0" fmla="*/ 188625 w 322457"/>
                  <a:gd name="connsiteY0" fmla="*/ 56440 h 579519"/>
                  <a:gd name="connsiteX1" fmla="*/ 208975 w 322457"/>
                  <a:gd name="connsiteY1" fmla="*/ 122576 h 579519"/>
                  <a:gd name="connsiteX2" fmla="*/ 289356 w 322457"/>
                  <a:gd name="connsiteY2" fmla="*/ 257900 h 579519"/>
                  <a:gd name="connsiteX3" fmla="*/ 311740 w 322457"/>
                  <a:gd name="connsiteY3" fmla="*/ 406452 h 579519"/>
                  <a:gd name="connsiteX4" fmla="*/ 256796 w 322457"/>
                  <a:gd name="connsiteY4" fmla="*/ 465466 h 579519"/>
                  <a:gd name="connsiteX5" fmla="*/ 138769 w 322457"/>
                  <a:gd name="connsiteY5" fmla="*/ 561109 h 579519"/>
                  <a:gd name="connsiteX6" fmla="*/ 102140 w 322457"/>
                  <a:gd name="connsiteY6" fmla="*/ 579423 h 579519"/>
                  <a:gd name="connsiteX7" fmla="*/ 48213 w 322457"/>
                  <a:gd name="connsiteY7" fmla="*/ 525497 h 579519"/>
                  <a:gd name="connsiteX8" fmla="*/ 2427 w 322457"/>
                  <a:gd name="connsiteY8" fmla="*/ 237551 h 579519"/>
                  <a:gd name="connsiteX9" fmla="*/ 36004 w 322457"/>
                  <a:gd name="connsiteY9" fmla="*/ 24898 h 579519"/>
                  <a:gd name="connsiteX10" fmla="*/ 188625 w 322457"/>
                  <a:gd name="connsiteY10" fmla="*/ 56440 h 579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2457" h="579519">
                    <a:moveTo>
                      <a:pt x="188625" y="56440"/>
                    </a:moveTo>
                    <a:cubicBezTo>
                      <a:pt x="198800" y="76789"/>
                      <a:pt x="201853" y="100191"/>
                      <a:pt x="208975" y="122576"/>
                    </a:cubicBezTo>
                    <a:cubicBezTo>
                      <a:pt x="225255" y="172432"/>
                      <a:pt x="261884" y="213131"/>
                      <a:pt x="289356" y="257900"/>
                    </a:cubicBezTo>
                    <a:cubicBezTo>
                      <a:pt x="316828" y="302669"/>
                      <a:pt x="335142" y="359648"/>
                      <a:pt x="311740" y="406452"/>
                    </a:cubicBezTo>
                    <a:cubicBezTo>
                      <a:pt x="299531" y="430872"/>
                      <a:pt x="278164" y="449186"/>
                      <a:pt x="256796" y="465466"/>
                    </a:cubicBezTo>
                    <a:cubicBezTo>
                      <a:pt x="217115" y="497008"/>
                      <a:pt x="178451" y="528549"/>
                      <a:pt x="138769" y="561109"/>
                    </a:cubicBezTo>
                    <a:cubicBezTo>
                      <a:pt x="127577" y="570266"/>
                      <a:pt x="116384" y="579423"/>
                      <a:pt x="102140" y="579423"/>
                    </a:cubicBezTo>
                    <a:cubicBezTo>
                      <a:pt x="74668" y="581458"/>
                      <a:pt x="57371" y="550934"/>
                      <a:pt x="48213" y="525497"/>
                    </a:cubicBezTo>
                    <a:cubicBezTo>
                      <a:pt x="16672" y="432906"/>
                      <a:pt x="8532" y="334211"/>
                      <a:pt x="2427" y="237551"/>
                    </a:cubicBezTo>
                    <a:cubicBezTo>
                      <a:pt x="-1643" y="175485"/>
                      <a:pt x="-5713" y="77807"/>
                      <a:pt x="36004" y="24898"/>
                    </a:cubicBezTo>
                    <a:cubicBezTo>
                      <a:pt x="74668" y="-24958"/>
                      <a:pt x="164206" y="7601"/>
                      <a:pt x="188625" y="56440"/>
                    </a:cubicBezTo>
                    <a:close/>
                  </a:path>
                </a:pathLst>
              </a:custGeom>
              <a:solidFill>
                <a:srgbClr val="EEAB75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BE02255F-73FA-53A0-4328-EEB93351192B}"/>
                  </a:ext>
                </a:extLst>
              </p:cNvPr>
              <p:cNvSpPr/>
              <p:nvPr/>
            </p:nvSpPr>
            <p:spPr>
              <a:xfrm>
                <a:off x="2661403" y="2883805"/>
                <a:ext cx="607816" cy="347284"/>
              </a:xfrm>
              <a:custGeom>
                <a:avLst/>
                <a:gdLst>
                  <a:gd name="connsiteX0" fmla="*/ 592501 w 607816"/>
                  <a:gd name="connsiteY0" fmla="*/ 166989 h 347284"/>
                  <a:gd name="connsiteX1" fmla="*/ 578257 w 607816"/>
                  <a:gd name="connsiteY1" fmla="*/ 289086 h 347284"/>
                  <a:gd name="connsiteX2" fmla="*/ 461247 w 607816"/>
                  <a:gd name="connsiteY2" fmla="*/ 343012 h 347284"/>
                  <a:gd name="connsiteX3" fmla="*/ 371708 w 607816"/>
                  <a:gd name="connsiteY3" fmla="*/ 343012 h 347284"/>
                  <a:gd name="connsiteX4" fmla="*/ 290310 w 607816"/>
                  <a:gd name="connsiteY4" fmla="*/ 313506 h 347284"/>
                  <a:gd name="connsiteX5" fmla="*/ 102077 w 607816"/>
                  <a:gd name="connsiteY5" fmla="*/ 316558 h 347284"/>
                  <a:gd name="connsiteX6" fmla="*/ 18643 w 607816"/>
                  <a:gd name="connsiteY6" fmla="*/ 293156 h 347284"/>
                  <a:gd name="connsiteX7" fmla="*/ 16608 w 607816"/>
                  <a:gd name="connsiteY7" fmla="*/ 215828 h 347284"/>
                  <a:gd name="connsiteX8" fmla="*/ 50185 w 607816"/>
                  <a:gd name="connsiteY8" fmla="*/ 203618 h 347284"/>
                  <a:gd name="connsiteX9" fmla="*/ 273013 w 607816"/>
                  <a:gd name="connsiteY9" fmla="*/ 17420 h 347284"/>
                  <a:gd name="connsiteX10" fmla="*/ 352376 w 607816"/>
                  <a:gd name="connsiteY10" fmla="*/ 2157 h 347284"/>
                  <a:gd name="connsiteX11" fmla="*/ 575204 w 607816"/>
                  <a:gd name="connsiteY11" fmla="*/ 17420 h 347284"/>
                  <a:gd name="connsiteX12" fmla="*/ 592501 w 607816"/>
                  <a:gd name="connsiteY12" fmla="*/ 166989 h 347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07816" h="347284">
                    <a:moveTo>
                      <a:pt x="592501" y="166989"/>
                    </a:moveTo>
                    <a:cubicBezTo>
                      <a:pt x="592501" y="208705"/>
                      <a:pt x="601659" y="254492"/>
                      <a:pt x="578257" y="289086"/>
                    </a:cubicBezTo>
                    <a:cubicBezTo>
                      <a:pt x="553837" y="325715"/>
                      <a:pt x="504998" y="336908"/>
                      <a:pt x="461247" y="343012"/>
                    </a:cubicBezTo>
                    <a:cubicBezTo>
                      <a:pt x="431740" y="347082"/>
                      <a:pt x="401215" y="350135"/>
                      <a:pt x="371708" y="343012"/>
                    </a:cubicBezTo>
                    <a:cubicBezTo>
                      <a:pt x="343219" y="336908"/>
                      <a:pt x="317782" y="321645"/>
                      <a:pt x="290310" y="313506"/>
                    </a:cubicBezTo>
                    <a:cubicBezTo>
                      <a:pt x="229261" y="296208"/>
                      <a:pt x="165160" y="314523"/>
                      <a:pt x="102077" y="316558"/>
                    </a:cubicBezTo>
                    <a:cubicBezTo>
                      <a:pt x="72570" y="316558"/>
                      <a:pt x="40010" y="313506"/>
                      <a:pt x="18643" y="293156"/>
                    </a:cubicBezTo>
                    <a:cubicBezTo>
                      <a:pt x="-3741" y="272806"/>
                      <a:pt x="-7811" y="233125"/>
                      <a:pt x="16608" y="215828"/>
                    </a:cubicBezTo>
                    <a:cubicBezTo>
                      <a:pt x="26783" y="208705"/>
                      <a:pt x="38993" y="206670"/>
                      <a:pt x="50185" y="203618"/>
                    </a:cubicBezTo>
                    <a:cubicBezTo>
                      <a:pt x="143793" y="175129"/>
                      <a:pt x="182457" y="55066"/>
                      <a:pt x="273013" y="17420"/>
                    </a:cubicBezTo>
                    <a:cubicBezTo>
                      <a:pt x="297432" y="7245"/>
                      <a:pt x="324904" y="3175"/>
                      <a:pt x="352376" y="2157"/>
                    </a:cubicBezTo>
                    <a:cubicBezTo>
                      <a:pt x="421565" y="-1912"/>
                      <a:pt x="508050" y="-1912"/>
                      <a:pt x="575204" y="17420"/>
                    </a:cubicBezTo>
                    <a:cubicBezTo>
                      <a:pt x="637270" y="35734"/>
                      <a:pt x="591484" y="119167"/>
                      <a:pt x="592501" y="166989"/>
                    </a:cubicBezTo>
                    <a:close/>
                  </a:path>
                </a:pathLst>
              </a:custGeom>
              <a:solidFill>
                <a:srgbClr val="735A44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12BB12C-18B7-FB47-DA1C-146CF287A29A}"/>
                  </a:ext>
                </a:extLst>
              </p:cNvPr>
              <p:cNvSpPr/>
              <p:nvPr/>
            </p:nvSpPr>
            <p:spPr>
              <a:xfrm>
                <a:off x="2646526" y="2745887"/>
                <a:ext cx="308908" cy="414158"/>
              </a:xfrm>
              <a:custGeom>
                <a:avLst/>
                <a:gdLst>
                  <a:gd name="connsiteX0" fmla="*/ 287890 w 308908"/>
                  <a:gd name="connsiteY0" fmla="*/ 245893 h 414158"/>
                  <a:gd name="connsiteX1" fmla="*/ 122041 w 308908"/>
                  <a:gd name="connsiteY1" fmla="*/ 396480 h 414158"/>
                  <a:gd name="connsiteX2" fmla="*/ 71167 w 308908"/>
                  <a:gd name="connsiteY2" fmla="*/ 413777 h 414158"/>
                  <a:gd name="connsiteX3" fmla="*/ 23346 w 308908"/>
                  <a:gd name="connsiteY3" fmla="*/ 395462 h 414158"/>
                  <a:gd name="connsiteX4" fmla="*/ 23346 w 308908"/>
                  <a:gd name="connsiteY4" fmla="*/ 309994 h 414158"/>
                  <a:gd name="connsiteX5" fmla="*/ 6048 w 308908"/>
                  <a:gd name="connsiteY5" fmla="*/ 81061 h 414158"/>
                  <a:gd name="connsiteX6" fmla="*/ 130181 w 308908"/>
                  <a:gd name="connsiteY6" fmla="*/ 681 h 414158"/>
                  <a:gd name="connsiteX7" fmla="*/ 248208 w 308908"/>
                  <a:gd name="connsiteY7" fmla="*/ 84114 h 414158"/>
                  <a:gd name="connsiteX8" fmla="*/ 301117 w 308908"/>
                  <a:gd name="connsiteY8" fmla="*/ 175687 h 414158"/>
                  <a:gd name="connsiteX9" fmla="*/ 287890 w 308908"/>
                  <a:gd name="connsiteY9" fmla="*/ 246910 h 41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8908" h="414158">
                    <a:moveTo>
                      <a:pt x="287890" y="245893"/>
                    </a:moveTo>
                    <a:cubicBezTo>
                      <a:pt x="264488" y="319151"/>
                      <a:pt x="191230" y="362903"/>
                      <a:pt x="122041" y="396480"/>
                    </a:cubicBezTo>
                    <a:cubicBezTo>
                      <a:pt x="105761" y="404619"/>
                      <a:pt x="89482" y="411742"/>
                      <a:pt x="71167" y="413777"/>
                    </a:cubicBezTo>
                    <a:cubicBezTo>
                      <a:pt x="52852" y="415812"/>
                      <a:pt x="33520" y="409707"/>
                      <a:pt x="23346" y="395462"/>
                    </a:cubicBezTo>
                    <a:cubicBezTo>
                      <a:pt x="6048" y="372060"/>
                      <a:pt x="19276" y="339501"/>
                      <a:pt x="23346" y="309994"/>
                    </a:cubicBezTo>
                    <a:cubicBezTo>
                      <a:pt x="35555" y="233683"/>
                      <a:pt x="-17354" y="155337"/>
                      <a:pt x="6048" y="81061"/>
                    </a:cubicBezTo>
                    <a:cubicBezTo>
                      <a:pt x="22328" y="30188"/>
                      <a:pt x="77272" y="-5424"/>
                      <a:pt x="130181" y="681"/>
                    </a:cubicBezTo>
                    <a:cubicBezTo>
                      <a:pt x="180037" y="5768"/>
                      <a:pt x="220736" y="42397"/>
                      <a:pt x="248208" y="84114"/>
                    </a:cubicBezTo>
                    <a:cubicBezTo>
                      <a:pt x="268558" y="113621"/>
                      <a:pt x="283820" y="145162"/>
                      <a:pt x="301117" y="175687"/>
                    </a:cubicBezTo>
                    <a:cubicBezTo>
                      <a:pt x="320449" y="210281"/>
                      <a:pt x="299082" y="211299"/>
                      <a:pt x="287890" y="246910"/>
                    </a:cubicBezTo>
                    <a:close/>
                  </a:path>
                </a:pathLst>
              </a:custGeom>
              <a:solidFill>
                <a:srgbClr val="E19885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3C912234-F07A-81AC-C1FC-2165C9F7B0BB}"/>
                  </a:ext>
                </a:extLst>
              </p:cNvPr>
              <p:cNvSpPr/>
              <p:nvPr/>
            </p:nvSpPr>
            <p:spPr>
              <a:xfrm>
                <a:off x="2675539" y="2702847"/>
                <a:ext cx="607872" cy="282069"/>
              </a:xfrm>
              <a:custGeom>
                <a:avLst/>
                <a:gdLst>
                  <a:gd name="connsiteX0" fmla="*/ 23839 w 607872"/>
                  <a:gd name="connsiteY0" fmla="*/ 174975 h 282069"/>
                  <a:gd name="connsiteX1" fmla="*/ 238527 w 607872"/>
                  <a:gd name="connsiteY1" fmla="*/ 279776 h 282069"/>
                  <a:gd name="connsiteX2" fmla="*/ 485775 w 607872"/>
                  <a:gd name="connsiteY2" fmla="*/ 279776 h 282069"/>
                  <a:gd name="connsiteX3" fmla="*/ 530544 w 607872"/>
                  <a:gd name="connsiteY3" fmla="*/ 277741 h 282069"/>
                  <a:gd name="connsiteX4" fmla="*/ 569208 w 607872"/>
                  <a:gd name="connsiteY4" fmla="*/ 246199 h 282069"/>
                  <a:gd name="connsiteX5" fmla="*/ 607872 w 607872"/>
                  <a:gd name="connsiteY5" fmla="*/ 127154 h 282069"/>
                  <a:gd name="connsiteX6" fmla="*/ 565138 w 607872"/>
                  <a:gd name="connsiteY6" fmla="*/ 20319 h 282069"/>
                  <a:gd name="connsiteX7" fmla="*/ 472547 w 607872"/>
                  <a:gd name="connsiteY7" fmla="*/ 2004 h 282069"/>
                  <a:gd name="connsiteX8" fmla="*/ 379957 w 607872"/>
                  <a:gd name="connsiteY8" fmla="*/ 29476 h 282069"/>
                  <a:gd name="connsiteX9" fmla="*/ 244632 w 607872"/>
                  <a:gd name="connsiteY9" fmla="*/ 50843 h 282069"/>
                  <a:gd name="connsiteX10" fmla="*/ 128640 w 607872"/>
                  <a:gd name="connsiteY10" fmla="*/ 35581 h 282069"/>
                  <a:gd name="connsiteX11" fmla="*/ 21804 w 607872"/>
                  <a:gd name="connsiteY11" fmla="*/ 172940 h 28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07872" h="282069">
                    <a:moveTo>
                      <a:pt x="23839" y="174975"/>
                    </a:moveTo>
                    <a:cubicBezTo>
                      <a:pt x="69626" y="243146"/>
                      <a:pt x="156112" y="273671"/>
                      <a:pt x="238527" y="279776"/>
                    </a:cubicBezTo>
                    <a:cubicBezTo>
                      <a:pt x="320943" y="286898"/>
                      <a:pt x="403359" y="274688"/>
                      <a:pt x="485775" y="279776"/>
                    </a:cubicBezTo>
                    <a:cubicBezTo>
                      <a:pt x="501037" y="279776"/>
                      <a:pt x="516299" y="282828"/>
                      <a:pt x="530544" y="277741"/>
                    </a:cubicBezTo>
                    <a:cubicBezTo>
                      <a:pt x="546823" y="272653"/>
                      <a:pt x="559033" y="260444"/>
                      <a:pt x="569208" y="246199"/>
                    </a:cubicBezTo>
                    <a:cubicBezTo>
                      <a:pt x="594645" y="212622"/>
                      <a:pt x="606855" y="169888"/>
                      <a:pt x="607872" y="127154"/>
                    </a:cubicBezTo>
                    <a:cubicBezTo>
                      <a:pt x="607872" y="87472"/>
                      <a:pt x="596680" y="44738"/>
                      <a:pt x="565138" y="20319"/>
                    </a:cubicBezTo>
                    <a:cubicBezTo>
                      <a:pt x="539701" y="987"/>
                      <a:pt x="505107" y="-3083"/>
                      <a:pt x="472547" y="2004"/>
                    </a:cubicBezTo>
                    <a:cubicBezTo>
                      <a:pt x="441005" y="7092"/>
                      <a:pt x="410481" y="19301"/>
                      <a:pt x="379957" y="29476"/>
                    </a:cubicBezTo>
                    <a:cubicBezTo>
                      <a:pt x="336205" y="43721"/>
                      <a:pt x="290419" y="53896"/>
                      <a:pt x="244632" y="50843"/>
                    </a:cubicBezTo>
                    <a:cubicBezTo>
                      <a:pt x="205968" y="48808"/>
                      <a:pt x="167304" y="38633"/>
                      <a:pt x="128640" y="35581"/>
                    </a:cubicBezTo>
                    <a:cubicBezTo>
                      <a:pt x="41136" y="28459"/>
                      <a:pt x="-40262" y="80350"/>
                      <a:pt x="21804" y="172940"/>
                    </a:cubicBezTo>
                    <a:close/>
                  </a:path>
                </a:pathLst>
              </a:custGeom>
              <a:solidFill>
                <a:srgbClr val="EE9A85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68641C5-84F0-38A6-43DA-18D1A38D690E}"/>
                  </a:ext>
                </a:extLst>
              </p:cNvPr>
              <p:cNvSpPr/>
              <p:nvPr/>
            </p:nvSpPr>
            <p:spPr>
              <a:xfrm>
                <a:off x="1879289" y="816092"/>
                <a:ext cx="1326792" cy="1130739"/>
              </a:xfrm>
              <a:custGeom>
                <a:avLst/>
                <a:gdLst>
                  <a:gd name="connsiteX0" fmla="*/ 789993 w 1326792"/>
                  <a:gd name="connsiteY0" fmla="*/ 35 h 1130739"/>
                  <a:gd name="connsiteX1" fmla="*/ 831280 w 1326792"/>
                  <a:gd name="connsiteY1" fmla="*/ 6426 h 1130739"/>
                  <a:gd name="connsiteX2" fmla="*/ 975762 w 1326792"/>
                  <a:gd name="connsiteY2" fmla="*/ 48143 h 1130739"/>
                  <a:gd name="connsiteX3" fmla="*/ 976780 w 1326792"/>
                  <a:gd name="connsiteY3" fmla="*/ 49160 h 1130739"/>
                  <a:gd name="connsiteX4" fmla="*/ 1065300 w 1326792"/>
                  <a:gd name="connsiteY4" fmla="*/ 46108 h 1130739"/>
                  <a:gd name="connsiteX5" fmla="*/ 1071405 w 1326792"/>
                  <a:gd name="connsiteY5" fmla="*/ 17619 h 1130739"/>
                  <a:gd name="connsiteX6" fmla="*/ 1206730 w 1326792"/>
                  <a:gd name="connsiteY6" fmla="*/ 33898 h 1130739"/>
                  <a:gd name="connsiteX7" fmla="*/ 1326792 w 1326792"/>
                  <a:gd name="connsiteY7" fmla="*/ 109192 h 1130739"/>
                  <a:gd name="connsiteX8" fmla="*/ 1270831 w 1326792"/>
                  <a:gd name="connsiteY8" fmla="*/ 123436 h 1130739"/>
                  <a:gd name="connsiteX9" fmla="*/ 1275918 w 1326792"/>
                  <a:gd name="connsiteY9" fmla="*/ 152943 h 1130739"/>
                  <a:gd name="connsiteX10" fmla="*/ 1251499 w 1326792"/>
                  <a:gd name="connsiteY10" fmla="*/ 172275 h 1130739"/>
                  <a:gd name="connsiteX11" fmla="*/ 1149751 w 1326792"/>
                  <a:gd name="connsiteY11" fmla="*/ 161083 h 1130739"/>
                  <a:gd name="connsiteX12" fmla="*/ 1129401 w 1326792"/>
                  <a:gd name="connsiteY12" fmla="*/ 271988 h 1130739"/>
                  <a:gd name="connsiteX13" fmla="*/ 1117192 w 1326792"/>
                  <a:gd name="connsiteY13" fmla="*/ 280128 h 1130739"/>
                  <a:gd name="connsiteX14" fmla="*/ 1098877 w 1326792"/>
                  <a:gd name="connsiteY14" fmla="*/ 278093 h 1130739"/>
                  <a:gd name="connsiteX15" fmla="*/ 1063265 w 1326792"/>
                  <a:gd name="connsiteY15" fmla="*/ 267918 h 1130739"/>
                  <a:gd name="connsiteX16" fmla="*/ 1025619 w 1326792"/>
                  <a:gd name="connsiteY16" fmla="*/ 253673 h 1130739"/>
                  <a:gd name="connsiteX17" fmla="*/ 983902 w 1326792"/>
                  <a:gd name="connsiteY17" fmla="*/ 169223 h 1130739"/>
                  <a:gd name="connsiteX18" fmla="*/ 928958 w 1326792"/>
                  <a:gd name="connsiteY18" fmla="*/ 218062 h 1130739"/>
                  <a:gd name="connsiteX19" fmla="*/ 900469 w 1326792"/>
                  <a:gd name="connsiteY19" fmla="*/ 219079 h 1130739"/>
                  <a:gd name="connsiteX20" fmla="*/ 866892 w 1326792"/>
                  <a:gd name="connsiteY20" fmla="*/ 236376 h 1130739"/>
                  <a:gd name="connsiteX21" fmla="*/ 808896 w 1326792"/>
                  <a:gd name="connsiteY21" fmla="*/ 309635 h 1130739"/>
                  <a:gd name="connsiteX22" fmla="*/ 787529 w 1326792"/>
                  <a:gd name="connsiteY22" fmla="*/ 326932 h 1130739"/>
                  <a:gd name="connsiteX23" fmla="*/ 802791 w 1326792"/>
                  <a:gd name="connsiteY23" fmla="*/ 218062 h 1130739"/>
                  <a:gd name="connsiteX24" fmla="*/ 761074 w 1326792"/>
                  <a:gd name="connsiteY24" fmla="*/ 218062 h 1130739"/>
                  <a:gd name="connsiteX25" fmla="*/ 722410 w 1326792"/>
                  <a:gd name="connsiteY25" fmla="*/ 207887 h 1130739"/>
                  <a:gd name="connsiteX26" fmla="*/ 768196 w 1326792"/>
                  <a:gd name="connsiteY26" fmla="*/ 167188 h 1130739"/>
                  <a:gd name="connsiteX27" fmla="*/ 810931 w 1326792"/>
                  <a:gd name="connsiteY27" fmla="*/ 121401 h 1130739"/>
                  <a:gd name="connsiteX28" fmla="*/ 671536 w 1326792"/>
                  <a:gd name="connsiteY28" fmla="*/ 174310 h 1130739"/>
                  <a:gd name="connsiteX29" fmla="*/ 554526 w 1326792"/>
                  <a:gd name="connsiteY29" fmla="*/ 328967 h 1130739"/>
                  <a:gd name="connsiteX30" fmla="*/ 532141 w 1326792"/>
                  <a:gd name="connsiteY30" fmla="*/ 295390 h 1130739"/>
                  <a:gd name="connsiteX31" fmla="*/ 482285 w 1326792"/>
                  <a:gd name="connsiteY31" fmla="*/ 351605 h 1130739"/>
                  <a:gd name="connsiteX32" fmla="*/ 455300 w 1326792"/>
                  <a:gd name="connsiteY32" fmla="*/ 393939 h 1130739"/>
                  <a:gd name="connsiteX33" fmla="*/ 431665 w 1326792"/>
                  <a:gd name="connsiteY33" fmla="*/ 458441 h 1130739"/>
                  <a:gd name="connsiteX34" fmla="*/ 376467 w 1326792"/>
                  <a:gd name="connsiteY34" fmla="*/ 574179 h 1130739"/>
                  <a:gd name="connsiteX35" fmla="*/ 373415 w 1326792"/>
                  <a:gd name="connsiteY35" fmla="*/ 763430 h 1130739"/>
                  <a:gd name="connsiteX36" fmla="*/ 334750 w 1326792"/>
                  <a:gd name="connsiteY36" fmla="*/ 1130739 h 1130739"/>
                  <a:gd name="connsiteX37" fmla="*/ 313383 w 1326792"/>
                  <a:gd name="connsiteY37" fmla="*/ 788867 h 1130739"/>
                  <a:gd name="connsiteX38" fmla="*/ 171954 w 1326792"/>
                  <a:gd name="connsiteY38" fmla="*/ 662700 h 1130739"/>
                  <a:gd name="connsiteX39" fmla="*/ 0 w 1326792"/>
                  <a:gd name="connsiteY39" fmla="*/ 574179 h 1130739"/>
                  <a:gd name="connsiteX40" fmla="*/ 102765 w 1326792"/>
                  <a:gd name="connsiteY40" fmla="*/ 608773 h 1130739"/>
                  <a:gd name="connsiteX41" fmla="*/ 255387 w 1326792"/>
                  <a:gd name="connsiteY41" fmla="*/ 593511 h 1130739"/>
                  <a:gd name="connsiteX42" fmla="*/ 369345 w 1326792"/>
                  <a:gd name="connsiteY42" fmla="*/ 484641 h 1130739"/>
                  <a:gd name="connsiteX43" fmla="*/ 366292 w 1326792"/>
                  <a:gd name="connsiteY43" fmla="*/ 484641 h 1130739"/>
                  <a:gd name="connsiteX44" fmla="*/ 409026 w 1326792"/>
                  <a:gd name="connsiteY44" fmla="*/ 418251 h 1130739"/>
                  <a:gd name="connsiteX45" fmla="*/ 440600 w 1326792"/>
                  <a:gd name="connsiteY45" fmla="*/ 364211 h 1130739"/>
                  <a:gd name="connsiteX46" fmla="*/ 440187 w 1326792"/>
                  <a:gd name="connsiteY46" fmla="*/ 342703 h 1130739"/>
                  <a:gd name="connsiteX47" fmla="*/ 463970 w 1326792"/>
                  <a:gd name="connsiteY47" fmla="*/ 273005 h 1130739"/>
                  <a:gd name="connsiteX48" fmla="*/ 549438 w 1326792"/>
                  <a:gd name="connsiteY48" fmla="*/ 153961 h 1130739"/>
                  <a:gd name="connsiteX49" fmla="*/ 670519 w 1326792"/>
                  <a:gd name="connsiteY49" fmla="*/ 36951 h 1130739"/>
                  <a:gd name="connsiteX50" fmla="*/ 789993 w 1326792"/>
                  <a:gd name="connsiteY50" fmla="*/ 35 h 1130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326792" h="1130739">
                    <a:moveTo>
                      <a:pt x="789993" y="35"/>
                    </a:moveTo>
                    <a:cubicBezTo>
                      <a:pt x="803936" y="321"/>
                      <a:pt x="817799" y="2356"/>
                      <a:pt x="831280" y="6426"/>
                    </a:cubicBezTo>
                    <a:cubicBezTo>
                      <a:pt x="877067" y="20671"/>
                      <a:pt x="933028" y="69510"/>
                      <a:pt x="975762" y="48143"/>
                    </a:cubicBezTo>
                    <a:lnTo>
                      <a:pt x="976780" y="49160"/>
                    </a:lnTo>
                    <a:cubicBezTo>
                      <a:pt x="1004251" y="35933"/>
                      <a:pt x="1036811" y="33898"/>
                      <a:pt x="1065300" y="46108"/>
                    </a:cubicBezTo>
                    <a:cubicBezTo>
                      <a:pt x="1062248" y="35933"/>
                      <a:pt x="1062248" y="22706"/>
                      <a:pt x="1071405" y="17619"/>
                    </a:cubicBezTo>
                    <a:cubicBezTo>
                      <a:pt x="1114139" y="-1714"/>
                      <a:pt x="1166031" y="11514"/>
                      <a:pt x="1206730" y="33898"/>
                    </a:cubicBezTo>
                    <a:cubicBezTo>
                      <a:pt x="1248446" y="56283"/>
                      <a:pt x="1284058" y="87825"/>
                      <a:pt x="1326792" y="109192"/>
                    </a:cubicBezTo>
                    <a:cubicBezTo>
                      <a:pt x="1311530" y="122419"/>
                      <a:pt x="1290163" y="127506"/>
                      <a:pt x="1270831" y="123436"/>
                    </a:cubicBezTo>
                    <a:cubicBezTo>
                      <a:pt x="1281006" y="123436"/>
                      <a:pt x="1279988" y="143786"/>
                      <a:pt x="1275918" y="152943"/>
                    </a:cubicBezTo>
                    <a:cubicBezTo>
                      <a:pt x="1271848" y="163118"/>
                      <a:pt x="1261674" y="169223"/>
                      <a:pt x="1251499" y="172275"/>
                    </a:cubicBezTo>
                    <a:cubicBezTo>
                      <a:pt x="1218940" y="184485"/>
                      <a:pt x="1179258" y="180415"/>
                      <a:pt x="1149751" y="161083"/>
                    </a:cubicBezTo>
                    <a:cubicBezTo>
                      <a:pt x="1138559" y="197712"/>
                      <a:pt x="1154838" y="243499"/>
                      <a:pt x="1129401" y="271988"/>
                    </a:cubicBezTo>
                    <a:cubicBezTo>
                      <a:pt x="1126349" y="276058"/>
                      <a:pt x="1122279" y="279110"/>
                      <a:pt x="1117192" y="280128"/>
                    </a:cubicBezTo>
                    <a:cubicBezTo>
                      <a:pt x="1111087" y="282163"/>
                      <a:pt x="1104982" y="280128"/>
                      <a:pt x="1098877" y="278093"/>
                    </a:cubicBezTo>
                    <a:cubicBezTo>
                      <a:pt x="1086667" y="275040"/>
                      <a:pt x="1075475" y="271988"/>
                      <a:pt x="1063265" y="267918"/>
                    </a:cubicBezTo>
                    <a:cubicBezTo>
                      <a:pt x="1050038" y="264866"/>
                      <a:pt x="1036811" y="260796"/>
                      <a:pt x="1025619" y="253673"/>
                    </a:cubicBezTo>
                    <a:cubicBezTo>
                      <a:pt x="998147" y="235359"/>
                      <a:pt x="988989" y="200765"/>
                      <a:pt x="983902" y="169223"/>
                    </a:cubicBezTo>
                    <a:cubicBezTo>
                      <a:pt x="980849" y="194660"/>
                      <a:pt x="954395" y="216027"/>
                      <a:pt x="928958" y="218062"/>
                    </a:cubicBezTo>
                    <a:cubicBezTo>
                      <a:pt x="919801" y="219079"/>
                      <a:pt x="909626" y="218062"/>
                      <a:pt x="900469" y="219079"/>
                    </a:cubicBezTo>
                    <a:cubicBezTo>
                      <a:pt x="888259" y="221114"/>
                      <a:pt x="877067" y="228236"/>
                      <a:pt x="866892" y="236376"/>
                    </a:cubicBezTo>
                    <a:cubicBezTo>
                      <a:pt x="842472" y="256726"/>
                      <a:pt x="822123" y="281145"/>
                      <a:pt x="808896" y="309635"/>
                    </a:cubicBezTo>
                    <a:cubicBezTo>
                      <a:pt x="804826" y="318792"/>
                      <a:pt x="796686" y="329984"/>
                      <a:pt x="787529" y="326932"/>
                    </a:cubicBezTo>
                    <a:cubicBezTo>
                      <a:pt x="783459" y="290303"/>
                      <a:pt x="787529" y="251638"/>
                      <a:pt x="802791" y="218062"/>
                    </a:cubicBezTo>
                    <a:cubicBezTo>
                      <a:pt x="790581" y="211957"/>
                      <a:pt x="775319" y="215009"/>
                      <a:pt x="761074" y="218062"/>
                    </a:cubicBezTo>
                    <a:cubicBezTo>
                      <a:pt x="746829" y="220097"/>
                      <a:pt x="730550" y="218062"/>
                      <a:pt x="722410" y="207887"/>
                    </a:cubicBezTo>
                    <a:cubicBezTo>
                      <a:pt x="743777" y="206869"/>
                      <a:pt x="758022" y="186520"/>
                      <a:pt x="768196" y="167188"/>
                    </a:cubicBezTo>
                    <a:cubicBezTo>
                      <a:pt x="778371" y="147856"/>
                      <a:pt x="789564" y="126489"/>
                      <a:pt x="810931" y="121401"/>
                    </a:cubicBezTo>
                    <a:cubicBezTo>
                      <a:pt x="769214" y="146838"/>
                      <a:pt x="714270" y="151926"/>
                      <a:pt x="671536" y="174310"/>
                    </a:cubicBezTo>
                    <a:cubicBezTo>
                      <a:pt x="612522" y="205852"/>
                      <a:pt x="568771" y="263848"/>
                      <a:pt x="554526" y="328967"/>
                    </a:cubicBezTo>
                    <a:cubicBezTo>
                      <a:pt x="543334" y="320827"/>
                      <a:pt x="535194" y="308617"/>
                      <a:pt x="532141" y="295390"/>
                    </a:cubicBezTo>
                    <a:cubicBezTo>
                      <a:pt x="514336" y="312687"/>
                      <a:pt x="497547" y="331510"/>
                      <a:pt x="482285" y="351605"/>
                    </a:cubicBezTo>
                    <a:lnTo>
                      <a:pt x="455300" y="393939"/>
                    </a:lnTo>
                    <a:lnTo>
                      <a:pt x="431665" y="458441"/>
                    </a:lnTo>
                    <a:cubicBezTo>
                      <a:pt x="410044" y="505245"/>
                      <a:pt x="382063" y="553321"/>
                      <a:pt x="376467" y="574179"/>
                    </a:cubicBezTo>
                    <a:cubicBezTo>
                      <a:pt x="360187" y="635228"/>
                      <a:pt x="369345" y="700346"/>
                      <a:pt x="373415" y="763430"/>
                    </a:cubicBezTo>
                    <a:cubicBezTo>
                      <a:pt x="381554" y="886545"/>
                      <a:pt x="368327" y="1011694"/>
                      <a:pt x="334750" y="1130739"/>
                    </a:cubicBezTo>
                    <a:cubicBezTo>
                      <a:pt x="300156" y="1020852"/>
                      <a:pt x="362222" y="893667"/>
                      <a:pt x="313383" y="788867"/>
                    </a:cubicBezTo>
                    <a:cubicBezTo>
                      <a:pt x="286929" y="730871"/>
                      <a:pt x="229950" y="691189"/>
                      <a:pt x="171954" y="662700"/>
                    </a:cubicBezTo>
                    <a:cubicBezTo>
                      <a:pt x="114975" y="633193"/>
                      <a:pt x="51891" y="611826"/>
                      <a:pt x="0" y="574179"/>
                    </a:cubicBezTo>
                    <a:cubicBezTo>
                      <a:pt x="36629" y="567057"/>
                      <a:pt x="69189" y="594529"/>
                      <a:pt x="102765" y="608773"/>
                    </a:cubicBezTo>
                    <a:cubicBezTo>
                      <a:pt x="151604" y="629123"/>
                      <a:pt x="209601" y="618948"/>
                      <a:pt x="255387" y="593511"/>
                    </a:cubicBezTo>
                    <a:cubicBezTo>
                      <a:pt x="301174" y="567057"/>
                      <a:pt x="337803" y="527375"/>
                      <a:pt x="369345" y="484641"/>
                    </a:cubicBezTo>
                    <a:lnTo>
                      <a:pt x="366292" y="484641"/>
                    </a:lnTo>
                    <a:cubicBezTo>
                      <a:pt x="382063" y="463274"/>
                      <a:pt x="395799" y="440890"/>
                      <a:pt x="409026" y="418251"/>
                    </a:cubicBezTo>
                    <a:lnTo>
                      <a:pt x="440600" y="364211"/>
                    </a:lnTo>
                    <a:lnTo>
                      <a:pt x="440187" y="342703"/>
                    </a:lnTo>
                    <a:cubicBezTo>
                      <a:pt x="444384" y="318538"/>
                      <a:pt x="452778" y="294881"/>
                      <a:pt x="463970" y="273005"/>
                    </a:cubicBezTo>
                    <a:cubicBezTo>
                      <a:pt x="486355" y="229254"/>
                      <a:pt x="517897" y="191607"/>
                      <a:pt x="549438" y="153961"/>
                    </a:cubicBezTo>
                    <a:cubicBezTo>
                      <a:pt x="586068" y="111226"/>
                      <a:pt x="622697" y="67475"/>
                      <a:pt x="670519" y="36951"/>
                    </a:cubicBezTo>
                    <a:cubicBezTo>
                      <a:pt x="705622" y="14057"/>
                      <a:pt x="748165" y="-823"/>
                      <a:pt x="789993" y="35"/>
                    </a:cubicBezTo>
                    <a:close/>
                  </a:path>
                </a:pathLst>
              </a:custGeom>
              <a:solidFill>
                <a:srgbClr val="FFE7C1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06E173BB-6E44-8CA4-4798-6AECB3FB55E9}"/>
                  </a:ext>
                </a:extLst>
              </p:cNvPr>
              <p:cNvSpPr/>
              <p:nvPr/>
            </p:nvSpPr>
            <p:spPr>
              <a:xfrm>
                <a:off x="2677212" y="2789852"/>
                <a:ext cx="625924" cy="252846"/>
              </a:xfrm>
              <a:custGeom>
                <a:avLst/>
                <a:gdLst>
                  <a:gd name="connsiteX0" fmla="*/ 577465 w 625924"/>
                  <a:gd name="connsiteY0" fmla="*/ 1112 h 252846"/>
                  <a:gd name="connsiteX1" fmla="*/ 591954 w 625924"/>
                  <a:gd name="connsiteY1" fmla="*/ 4536 h 252846"/>
                  <a:gd name="connsiteX2" fmla="*/ 625531 w 625924"/>
                  <a:gd name="connsiteY2" fmla="*/ 111371 h 252846"/>
                  <a:gd name="connsiteX3" fmla="*/ 581779 w 625924"/>
                  <a:gd name="connsiteY3" fmla="*/ 222276 h 252846"/>
                  <a:gd name="connsiteX4" fmla="*/ 538028 w 625924"/>
                  <a:gd name="connsiteY4" fmla="*/ 252801 h 252846"/>
                  <a:gd name="connsiteX5" fmla="*/ 506486 w 625924"/>
                  <a:gd name="connsiteY5" fmla="*/ 200909 h 252846"/>
                  <a:gd name="connsiteX6" fmla="*/ 542098 w 625924"/>
                  <a:gd name="connsiteY6" fmla="*/ 142913 h 252846"/>
                  <a:gd name="connsiteX7" fmla="*/ 573640 w 625924"/>
                  <a:gd name="connsiteY7" fmla="*/ 102214 h 252846"/>
                  <a:gd name="connsiteX8" fmla="*/ 587696 w 625924"/>
                  <a:gd name="connsiteY8" fmla="*/ 67072 h 252846"/>
                  <a:gd name="connsiteX9" fmla="*/ 587884 w 625924"/>
                  <a:gd name="connsiteY9" fmla="*/ 67620 h 252846"/>
                  <a:gd name="connsiteX10" fmla="*/ 587884 w 625924"/>
                  <a:gd name="connsiteY10" fmla="*/ 66602 h 252846"/>
                  <a:gd name="connsiteX11" fmla="*/ 587696 w 625924"/>
                  <a:gd name="connsiteY11" fmla="*/ 67072 h 252846"/>
                  <a:gd name="connsiteX12" fmla="*/ 581509 w 625924"/>
                  <a:gd name="connsiteY12" fmla="*/ 49035 h 252846"/>
                  <a:gd name="connsiteX13" fmla="*/ 577465 w 625924"/>
                  <a:gd name="connsiteY13" fmla="*/ 1112 h 252846"/>
                  <a:gd name="connsiteX14" fmla="*/ 40178 w 625924"/>
                  <a:gd name="connsiteY14" fmla="*/ 260 h 252846"/>
                  <a:gd name="connsiteX15" fmla="*/ 56760 w 625924"/>
                  <a:gd name="connsiteY15" fmla="*/ 2502 h 252846"/>
                  <a:gd name="connsiteX16" fmla="*/ 94407 w 625924"/>
                  <a:gd name="connsiteY16" fmla="*/ 71690 h 252846"/>
                  <a:gd name="connsiteX17" fmla="*/ 152403 w 625924"/>
                  <a:gd name="connsiteY17" fmla="*/ 139861 h 252846"/>
                  <a:gd name="connsiteX18" fmla="*/ 153420 w 625924"/>
                  <a:gd name="connsiteY18" fmla="*/ 140879 h 252846"/>
                  <a:gd name="connsiteX19" fmla="*/ 137141 w 625924"/>
                  <a:gd name="connsiteY19" fmla="*/ 191753 h 252846"/>
                  <a:gd name="connsiteX20" fmla="*/ 15043 w 625924"/>
                  <a:gd name="connsiteY20" fmla="*/ 100180 h 252846"/>
                  <a:gd name="connsiteX21" fmla="*/ 2834 w 625924"/>
                  <a:gd name="connsiteY21" fmla="*/ 33026 h 252846"/>
                  <a:gd name="connsiteX22" fmla="*/ 40178 w 625924"/>
                  <a:gd name="connsiteY22" fmla="*/ 260 h 252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25924" h="252846">
                    <a:moveTo>
                      <a:pt x="577465" y="1112"/>
                    </a:moveTo>
                    <a:cubicBezTo>
                      <a:pt x="580985" y="1070"/>
                      <a:pt x="585722" y="2120"/>
                      <a:pt x="591954" y="4536"/>
                    </a:cubicBezTo>
                    <a:cubicBezTo>
                      <a:pt x="622479" y="16746"/>
                      <a:pt x="627566" y="84917"/>
                      <a:pt x="625531" y="111371"/>
                    </a:cubicBezTo>
                    <a:cubicBezTo>
                      <a:pt x="621461" y="151053"/>
                      <a:pt x="604164" y="188700"/>
                      <a:pt x="581779" y="222276"/>
                    </a:cubicBezTo>
                    <a:cubicBezTo>
                      <a:pt x="571605" y="237539"/>
                      <a:pt x="556343" y="253818"/>
                      <a:pt x="538028" y="252801"/>
                    </a:cubicBezTo>
                    <a:cubicBezTo>
                      <a:pt x="515643" y="250766"/>
                      <a:pt x="502416" y="223294"/>
                      <a:pt x="506486" y="200909"/>
                    </a:cubicBezTo>
                    <a:cubicBezTo>
                      <a:pt x="511573" y="178525"/>
                      <a:pt x="526836" y="160210"/>
                      <a:pt x="542098" y="142913"/>
                    </a:cubicBezTo>
                    <a:cubicBezTo>
                      <a:pt x="553290" y="129686"/>
                      <a:pt x="563465" y="116459"/>
                      <a:pt x="573640" y="102214"/>
                    </a:cubicBezTo>
                    <a:lnTo>
                      <a:pt x="587696" y="67072"/>
                    </a:lnTo>
                    <a:lnTo>
                      <a:pt x="587884" y="67620"/>
                    </a:lnTo>
                    <a:lnTo>
                      <a:pt x="587884" y="66602"/>
                    </a:lnTo>
                    <a:lnTo>
                      <a:pt x="587696" y="67072"/>
                    </a:lnTo>
                    <a:lnTo>
                      <a:pt x="581509" y="49035"/>
                    </a:lnTo>
                    <a:cubicBezTo>
                      <a:pt x="572725" y="28805"/>
                      <a:pt x="559868" y="1321"/>
                      <a:pt x="577465" y="1112"/>
                    </a:cubicBezTo>
                    <a:close/>
                    <a:moveTo>
                      <a:pt x="40178" y="260"/>
                    </a:moveTo>
                    <a:cubicBezTo>
                      <a:pt x="45758" y="-424"/>
                      <a:pt x="51418" y="212"/>
                      <a:pt x="56760" y="2502"/>
                    </a:cubicBezTo>
                    <a:cubicBezTo>
                      <a:pt x="82197" y="12677"/>
                      <a:pt x="84232" y="46253"/>
                      <a:pt x="94407" y="71690"/>
                    </a:cubicBezTo>
                    <a:cubicBezTo>
                      <a:pt x="105599" y="99162"/>
                      <a:pt x="129001" y="120529"/>
                      <a:pt x="152403" y="139861"/>
                    </a:cubicBezTo>
                    <a:lnTo>
                      <a:pt x="153420" y="140879"/>
                    </a:lnTo>
                    <a:cubicBezTo>
                      <a:pt x="181910" y="164281"/>
                      <a:pt x="183945" y="201927"/>
                      <a:pt x="137141" y="191753"/>
                    </a:cubicBezTo>
                    <a:cubicBezTo>
                      <a:pt x="86267" y="179543"/>
                      <a:pt x="40480" y="145966"/>
                      <a:pt x="15043" y="100180"/>
                    </a:cubicBezTo>
                    <a:cubicBezTo>
                      <a:pt x="2834" y="79830"/>
                      <a:pt x="-4289" y="55411"/>
                      <a:pt x="2834" y="33026"/>
                    </a:cubicBezTo>
                    <a:cubicBezTo>
                      <a:pt x="7412" y="16238"/>
                      <a:pt x="23437" y="2311"/>
                      <a:pt x="40178" y="260"/>
                    </a:cubicBezTo>
                    <a:close/>
                  </a:path>
                </a:pathLst>
              </a:custGeom>
              <a:solidFill>
                <a:srgbClr val="652614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13A1C32F-3E9B-FEBC-EC1F-79BD44D7D559}"/>
                  </a:ext>
                </a:extLst>
              </p:cNvPr>
              <p:cNvSpPr/>
              <p:nvPr/>
            </p:nvSpPr>
            <p:spPr>
              <a:xfrm>
                <a:off x="2780792" y="2810669"/>
                <a:ext cx="86470" cy="111276"/>
              </a:xfrm>
              <a:custGeom>
                <a:avLst/>
                <a:gdLst>
                  <a:gd name="connsiteX0" fmla="*/ 1002 w 86470"/>
                  <a:gd name="connsiteY0" fmla="*/ 14245 h 111276"/>
                  <a:gd name="connsiteX1" fmla="*/ 57981 w 86470"/>
                  <a:gd name="connsiteY1" fmla="*/ 97678 h 111276"/>
                  <a:gd name="connsiteX2" fmla="*/ 82400 w 86470"/>
                  <a:gd name="connsiteY2" fmla="*/ 108870 h 111276"/>
                  <a:gd name="connsiteX3" fmla="*/ 86470 w 86470"/>
                  <a:gd name="connsiteY3" fmla="*/ 95643 h 111276"/>
                  <a:gd name="connsiteX4" fmla="*/ 1002 w 86470"/>
                  <a:gd name="connsiteY4" fmla="*/ 0 h 111276"/>
                  <a:gd name="connsiteX5" fmla="*/ 11177 w 86470"/>
                  <a:gd name="connsiteY5" fmla="*/ 22384 h 111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6470" h="111276">
                    <a:moveTo>
                      <a:pt x="1002" y="14245"/>
                    </a:moveTo>
                    <a:cubicBezTo>
                      <a:pt x="20334" y="41717"/>
                      <a:pt x="38649" y="70206"/>
                      <a:pt x="57981" y="97678"/>
                    </a:cubicBezTo>
                    <a:cubicBezTo>
                      <a:pt x="64086" y="105818"/>
                      <a:pt x="75278" y="115992"/>
                      <a:pt x="82400" y="108870"/>
                    </a:cubicBezTo>
                    <a:cubicBezTo>
                      <a:pt x="86470" y="105818"/>
                      <a:pt x="86470" y="100730"/>
                      <a:pt x="86470" y="95643"/>
                    </a:cubicBezTo>
                    <a:cubicBezTo>
                      <a:pt x="86470" y="48839"/>
                      <a:pt x="47806" y="5087"/>
                      <a:pt x="1002" y="0"/>
                    </a:cubicBezTo>
                    <a:cubicBezTo>
                      <a:pt x="-2050" y="8140"/>
                      <a:pt x="2020" y="19332"/>
                      <a:pt x="11177" y="22384"/>
                    </a:cubicBezTo>
                  </a:path>
                </a:pathLst>
              </a:custGeom>
              <a:solidFill>
                <a:srgbClr val="FFCBBB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203ACD88-5E98-6A39-1AD2-EA666B13B89E}"/>
                  </a:ext>
                </a:extLst>
              </p:cNvPr>
              <p:cNvSpPr/>
              <p:nvPr/>
            </p:nvSpPr>
            <p:spPr>
              <a:xfrm>
                <a:off x="2254140" y="1739792"/>
                <a:ext cx="157291" cy="160506"/>
              </a:xfrm>
              <a:custGeom>
                <a:avLst/>
                <a:gdLst>
                  <a:gd name="connsiteX0" fmla="*/ 54527 w 157291"/>
                  <a:gd name="connsiteY0" fmla="*/ 2526 h 160506"/>
                  <a:gd name="connsiteX1" fmla="*/ 116593 w 157291"/>
                  <a:gd name="connsiteY1" fmla="*/ 7614 h 160506"/>
                  <a:gd name="connsiteX2" fmla="*/ 151187 w 157291"/>
                  <a:gd name="connsiteY2" fmla="*/ 31016 h 160506"/>
                  <a:gd name="connsiteX3" fmla="*/ 157292 w 157291"/>
                  <a:gd name="connsiteY3" fmla="*/ 63575 h 160506"/>
                  <a:gd name="connsiteX4" fmla="*/ 128803 w 157291"/>
                  <a:gd name="connsiteY4" fmla="*/ 127676 h 160506"/>
                  <a:gd name="connsiteX5" fmla="*/ 108453 w 157291"/>
                  <a:gd name="connsiteY5" fmla="*/ 137851 h 160506"/>
                  <a:gd name="connsiteX6" fmla="*/ 93191 w 157291"/>
                  <a:gd name="connsiteY6" fmla="*/ 153113 h 160506"/>
                  <a:gd name="connsiteX7" fmla="*/ 30107 w 157291"/>
                  <a:gd name="connsiteY7" fmla="*/ 143956 h 160506"/>
                  <a:gd name="connsiteX8" fmla="*/ 53509 w 157291"/>
                  <a:gd name="connsiteY8" fmla="*/ 2526 h 160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291" h="160506">
                    <a:moveTo>
                      <a:pt x="54527" y="2526"/>
                    </a:moveTo>
                    <a:cubicBezTo>
                      <a:pt x="74876" y="-2561"/>
                      <a:pt x="97261" y="491"/>
                      <a:pt x="116593" y="7614"/>
                    </a:cubicBezTo>
                    <a:cubicBezTo>
                      <a:pt x="129820" y="11684"/>
                      <a:pt x="144065" y="18806"/>
                      <a:pt x="151187" y="31016"/>
                    </a:cubicBezTo>
                    <a:cubicBezTo>
                      <a:pt x="157292" y="41190"/>
                      <a:pt x="157292" y="52383"/>
                      <a:pt x="157292" y="63575"/>
                    </a:cubicBezTo>
                    <a:cubicBezTo>
                      <a:pt x="157292" y="87994"/>
                      <a:pt x="150170" y="116484"/>
                      <a:pt x="128803" y="127676"/>
                    </a:cubicBezTo>
                    <a:cubicBezTo>
                      <a:pt x="121680" y="131746"/>
                      <a:pt x="114558" y="132763"/>
                      <a:pt x="108453" y="137851"/>
                    </a:cubicBezTo>
                    <a:cubicBezTo>
                      <a:pt x="102348" y="141921"/>
                      <a:pt x="99296" y="148026"/>
                      <a:pt x="93191" y="153113"/>
                    </a:cubicBezTo>
                    <a:cubicBezTo>
                      <a:pt x="74876" y="167358"/>
                      <a:pt x="47404" y="159218"/>
                      <a:pt x="30107" y="143956"/>
                    </a:cubicBezTo>
                    <a:cubicBezTo>
                      <a:pt x="-14662" y="104274"/>
                      <a:pt x="-11610" y="18806"/>
                      <a:pt x="53509" y="2526"/>
                    </a:cubicBezTo>
                    <a:close/>
                  </a:path>
                </a:pathLst>
              </a:custGeom>
              <a:solidFill>
                <a:srgbClr val="380F00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08BA565-A859-57F3-639A-A2A38FEA5F04}"/>
                  </a:ext>
                </a:extLst>
              </p:cNvPr>
              <p:cNvSpPr/>
              <p:nvPr/>
            </p:nvSpPr>
            <p:spPr>
              <a:xfrm>
                <a:off x="3278297" y="1811471"/>
                <a:ext cx="126443" cy="136125"/>
              </a:xfrm>
              <a:custGeom>
                <a:avLst/>
                <a:gdLst>
                  <a:gd name="connsiteX0" fmla="*/ 78372 w 126443"/>
                  <a:gd name="connsiteY0" fmla="*/ 35 h 136125"/>
                  <a:gd name="connsiteX1" fmla="*/ 126194 w 126443"/>
                  <a:gd name="connsiteY1" fmla="*/ 44804 h 136125"/>
                  <a:gd name="connsiteX2" fmla="*/ 93634 w 126443"/>
                  <a:gd name="connsiteY2" fmla="*/ 85503 h 136125"/>
                  <a:gd name="connsiteX3" fmla="*/ 48865 w 126443"/>
                  <a:gd name="connsiteY3" fmla="*/ 115010 h 136125"/>
                  <a:gd name="connsiteX4" fmla="*/ 2061 w 126443"/>
                  <a:gd name="connsiteY4" fmla="*/ 94660 h 136125"/>
                  <a:gd name="connsiteX5" fmla="*/ 77354 w 126443"/>
                  <a:gd name="connsiteY5" fmla="*/ 35 h 136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6443" h="136125">
                    <a:moveTo>
                      <a:pt x="78372" y="35"/>
                    </a:moveTo>
                    <a:cubicBezTo>
                      <a:pt x="103809" y="-983"/>
                      <a:pt x="129246" y="20384"/>
                      <a:pt x="126194" y="44804"/>
                    </a:cubicBezTo>
                    <a:cubicBezTo>
                      <a:pt x="124159" y="62101"/>
                      <a:pt x="108896" y="76346"/>
                      <a:pt x="93634" y="85503"/>
                    </a:cubicBezTo>
                    <a:cubicBezTo>
                      <a:pt x="78372" y="94660"/>
                      <a:pt x="61075" y="101783"/>
                      <a:pt x="48865" y="115010"/>
                    </a:cubicBezTo>
                    <a:cubicBezTo>
                      <a:pt x="15288" y="150622"/>
                      <a:pt x="-7096" y="139429"/>
                      <a:pt x="2061" y="94660"/>
                    </a:cubicBezTo>
                    <a:cubicBezTo>
                      <a:pt x="10201" y="55996"/>
                      <a:pt x="30550" y="2070"/>
                      <a:pt x="77354" y="35"/>
                    </a:cubicBezTo>
                    <a:close/>
                  </a:path>
                </a:pathLst>
              </a:custGeom>
              <a:solidFill>
                <a:srgbClr val="380F00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A6F6D7F-81AC-3143-F9FD-EDC7A48C7579}"/>
                  </a:ext>
                </a:extLst>
              </p:cNvPr>
              <p:cNvSpPr/>
              <p:nvPr/>
            </p:nvSpPr>
            <p:spPr>
              <a:xfrm>
                <a:off x="3227336" y="1072818"/>
                <a:ext cx="167997" cy="246229"/>
              </a:xfrm>
              <a:custGeom>
                <a:avLst/>
                <a:gdLst>
                  <a:gd name="connsiteX0" fmla="*/ 46917 w 167997"/>
                  <a:gd name="connsiteY0" fmla="*/ 136342 h 246229"/>
                  <a:gd name="connsiteX1" fmla="*/ 3166 w 167997"/>
                  <a:gd name="connsiteY1" fmla="*/ 34594 h 246229"/>
                  <a:gd name="connsiteX2" fmla="*/ 113 w 167997"/>
                  <a:gd name="connsiteY2" fmla="*/ 0 h 246229"/>
                  <a:gd name="connsiteX3" fmla="*/ 23515 w 167997"/>
                  <a:gd name="connsiteY3" fmla="*/ 15262 h 246229"/>
                  <a:gd name="connsiteX4" fmla="*/ 89651 w 167997"/>
                  <a:gd name="connsiteY4" fmla="*/ 122097 h 246229"/>
                  <a:gd name="connsiteX5" fmla="*/ 150700 w 167997"/>
                  <a:gd name="connsiteY5" fmla="*/ 219775 h 246229"/>
                  <a:gd name="connsiteX6" fmla="*/ 167997 w 167997"/>
                  <a:gd name="connsiteY6" fmla="*/ 246230 h 246229"/>
                  <a:gd name="connsiteX7" fmla="*/ 139508 w 167997"/>
                  <a:gd name="connsiteY7" fmla="*/ 233002 h 246229"/>
                  <a:gd name="connsiteX8" fmla="*/ 46917 w 167997"/>
                  <a:gd name="connsiteY8" fmla="*/ 136342 h 246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7997" h="246229">
                    <a:moveTo>
                      <a:pt x="46917" y="136342"/>
                    </a:moveTo>
                    <a:cubicBezTo>
                      <a:pt x="14358" y="81398"/>
                      <a:pt x="7236" y="54944"/>
                      <a:pt x="3166" y="34594"/>
                    </a:cubicBezTo>
                    <a:cubicBezTo>
                      <a:pt x="-904" y="15262"/>
                      <a:pt x="113" y="0"/>
                      <a:pt x="113" y="0"/>
                    </a:cubicBezTo>
                    <a:cubicBezTo>
                      <a:pt x="113" y="0"/>
                      <a:pt x="6218" y="0"/>
                      <a:pt x="23515" y="15262"/>
                    </a:cubicBezTo>
                    <a:cubicBezTo>
                      <a:pt x="40812" y="28489"/>
                      <a:pt x="65232" y="64101"/>
                      <a:pt x="89651" y="122097"/>
                    </a:cubicBezTo>
                    <a:cubicBezTo>
                      <a:pt x="118141" y="185181"/>
                      <a:pt x="136455" y="201461"/>
                      <a:pt x="150700" y="219775"/>
                    </a:cubicBezTo>
                    <a:cubicBezTo>
                      <a:pt x="163927" y="236055"/>
                      <a:pt x="167997" y="246230"/>
                      <a:pt x="167997" y="246230"/>
                    </a:cubicBezTo>
                    <a:cubicBezTo>
                      <a:pt x="167997" y="246230"/>
                      <a:pt x="160875" y="243177"/>
                      <a:pt x="139508" y="233002"/>
                    </a:cubicBezTo>
                    <a:cubicBezTo>
                      <a:pt x="118141" y="223845"/>
                      <a:pt x="82529" y="198408"/>
                      <a:pt x="46917" y="136342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168AA1A7-A6DB-6388-D5D7-2227EE587DAA}"/>
                  </a:ext>
                </a:extLst>
              </p:cNvPr>
              <p:cNvSpPr/>
              <p:nvPr/>
            </p:nvSpPr>
            <p:spPr>
              <a:xfrm>
                <a:off x="3323092" y="1288523"/>
                <a:ext cx="144531" cy="260474"/>
              </a:xfrm>
              <a:custGeom>
                <a:avLst/>
                <a:gdLst>
                  <a:gd name="connsiteX0" fmla="*/ 73258 w 144531"/>
                  <a:gd name="connsiteY0" fmla="*/ 113957 h 260474"/>
                  <a:gd name="connsiteX1" fmla="*/ 10175 w 144531"/>
                  <a:gd name="connsiteY1" fmla="*/ 32559 h 260474"/>
                  <a:gd name="connsiteX2" fmla="*/ 0 w 144531"/>
                  <a:gd name="connsiteY2" fmla="*/ 0 h 260474"/>
                  <a:gd name="connsiteX3" fmla="*/ 25437 w 144531"/>
                  <a:gd name="connsiteY3" fmla="*/ 8140 h 260474"/>
                  <a:gd name="connsiteX4" fmla="*/ 114975 w 144531"/>
                  <a:gd name="connsiteY4" fmla="*/ 95643 h 260474"/>
                  <a:gd name="connsiteX5" fmla="*/ 141429 w 144531"/>
                  <a:gd name="connsiteY5" fmla="*/ 230967 h 260474"/>
                  <a:gd name="connsiteX6" fmla="*/ 126167 w 144531"/>
                  <a:gd name="connsiteY6" fmla="*/ 260474 h 260474"/>
                  <a:gd name="connsiteX7" fmla="*/ 124132 w 144531"/>
                  <a:gd name="connsiteY7" fmla="*/ 228932 h 260474"/>
                  <a:gd name="connsiteX8" fmla="*/ 73258 w 144531"/>
                  <a:gd name="connsiteY8" fmla="*/ 112940 h 260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4531" h="260474">
                    <a:moveTo>
                      <a:pt x="73258" y="113957"/>
                    </a:moveTo>
                    <a:cubicBezTo>
                      <a:pt x="36629" y="71223"/>
                      <a:pt x="19332" y="51891"/>
                      <a:pt x="10175" y="32559"/>
                    </a:cubicBezTo>
                    <a:cubicBezTo>
                      <a:pt x="0" y="14245"/>
                      <a:pt x="0" y="0"/>
                      <a:pt x="0" y="0"/>
                    </a:cubicBezTo>
                    <a:cubicBezTo>
                      <a:pt x="0" y="0"/>
                      <a:pt x="6105" y="0"/>
                      <a:pt x="25437" y="8140"/>
                    </a:cubicBezTo>
                    <a:cubicBezTo>
                      <a:pt x="44769" y="17297"/>
                      <a:pt x="80381" y="37647"/>
                      <a:pt x="114975" y="95643"/>
                    </a:cubicBezTo>
                    <a:cubicBezTo>
                      <a:pt x="151604" y="162796"/>
                      <a:pt x="145499" y="207565"/>
                      <a:pt x="141429" y="230967"/>
                    </a:cubicBezTo>
                    <a:cubicBezTo>
                      <a:pt x="135325" y="254369"/>
                      <a:pt x="126167" y="260474"/>
                      <a:pt x="126167" y="260474"/>
                    </a:cubicBezTo>
                    <a:cubicBezTo>
                      <a:pt x="126167" y="260474"/>
                      <a:pt x="128202" y="252334"/>
                      <a:pt x="124132" y="228932"/>
                    </a:cubicBezTo>
                    <a:cubicBezTo>
                      <a:pt x="120063" y="206548"/>
                      <a:pt x="111923" y="162796"/>
                      <a:pt x="73258" y="112940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EB0B9080-FEE2-1E58-C693-44CDF2605D4C}"/>
                  </a:ext>
                </a:extLst>
              </p:cNvPr>
              <p:cNvSpPr/>
              <p:nvPr/>
            </p:nvSpPr>
            <p:spPr>
              <a:xfrm>
                <a:off x="2605970" y="2695435"/>
                <a:ext cx="649969" cy="511033"/>
              </a:xfrm>
              <a:custGeom>
                <a:avLst/>
                <a:gdLst>
                  <a:gd name="connsiteX0" fmla="*/ 619730 w 649969"/>
                  <a:gd name="connsiteY0" fmla="*/ 59385 h 511033"/>
                  <a:gd name="connsiteX1" fmla="*/ 637759 w 649969"/>
                  <a:gd name="connsiteY1" fmla="*/ 66396 h 511033"/>
                  <a:gd name="connsiteX2" fmla="*/ 630636 w 649969"/>
                  <a:gd name="connsiteY2" fmla="*/ 78605 h 511033"/>
                  <a:gd name="connsiteX3" fmla="*/ 633689 w 649969"/>
                  <a:gd name="connsiteY3" fmla="*/ 100990 h 511033"/>
                  <a:gd name="connsiteX4" fmla="*/ 649969 w 649969"/>
                  <a:gd name="connsiteY4" fmla="*/ 153899 h 511033"/>
                  <a:gd name="connsiteX5" fmla="*/ 622497 w 649969"/>
                  <a:gd name="connsiteY5" fmla="*/ 214947 h 511033"/>
                  <a:gd name="connsiteX6" fmla="*/ 603165 w 649969"/>
                  <a:gd name="connsiteY6" fmla="*/ 235297 h 511033"/>
                  <a:gd name="connsiteX7" fmla="*/ 578745 w 649969"/>
                  <a:gd name="connsiteY7" fmla="*/ 244454 h 511033"/>
                  <a:gd name="connsiteX8" fmla="*/ 588920 w 649969"/>
                  <a:gd name="connsiteY8" fmla="*/ 226140 h 511033"/>
                  <a:gd name="connsiteX9" fmla="*/ 598077 w 649969"/>
                  <a:gd name="connsiteY9" fmla="*/ 194598 h 511033"/>
                  <a:gd name="connsiteX10" fmla="*/ 605199 w 649969"/>
                  <a:gd name="connsiteY10" fmla="*/ 148811 h 511033"/>
                  <a:gd name="connsiteX11" fmla="*/ 605199 w 649969"/>
                  <a:gd name="connsiteY11" fmla="*/ 147794 h 511033"/>
                  <a:gd name="connsiteX12" fmla="*/ 588920 w 649969"/>
                  <a:gd name="connsiteY12" fmla="*/ 107095 h 511033"/>
                  <a:gd name="connsiteX13" fmla="*/ 605199 w 649969"/>
                  <a:gd name="connsiteY13" fmla="*/ 65378 h 511033"/>
                  <a:gd name="connsiteX14" fmla="*/ 619730 w 649969"/>
                  <a:gd name="connsiteY14" fmla="*/ 59385 h 511033"/>
                  <a:gd name="connsiteX15" fmla="*/ 536234 w 649969"/>
                  <a:gd name="connsiteY15" fmla="*/ 13995 h 511033"/>
                  <a:gd name="connsiteX16" fmla="*/ 569588 w 649969"/>
                  <a:gd name="connsiteY16" fmla="*/ 16539 h 511033"/>
                  <a:gd name="connsiteX17" fmla="*/ 606217 w 649969"/>
                  <a:gd name="connsiteY17" fmla="*/ 51133 h 511033"/>
                  <a:gd name="connsiteX18" fmla="*/ 571623 w 649969"/>
                  <a:gd name="connsiteY18" fmla="*/ 45028 h 511033"/>
                  <a:gd name="connsiteX19" fmla="*/ 406791 w 649969"/>
                  <a:gd name="connsiteY19" fmla="*/ 108112 h 511033"/>
                  <a:gd name="connsiteX20" fmla="*/ 270449 w 649969"/>
                  <a:gd name="connsiteY20" fmla="*/ 118286 h 511033"/>
                  <a:gd name="connsiteX21" fmla="*/ 198208 w 649969"/>
                  <a:gd name="connsiteY21" fmla="*/ 94884 h 511033"/>
                  <a:gd name="connsiteX22" fmla="*/ 163614 w 649969"/>
                  <a:gd name="connsiteY22" fmla="*/ 81657 h 511033"/>
                  <a:gd name="connsiteX23" fmla="*/ 206348 w 649969"/>
                  <a:gd name="connsiteY23" fmla="*/ 79622 h 511033"/>
                  <a:gd name="connsiteX24" fmla="*/ 280624 w 649969"/>
                  <a:gd name="connsiteY24" fmla="*/ 88780 h 511033"/>
                  <a:gd name="connsiteX25" fmla="*/ 394582 w 649969"/>
                  <a:gd name="connsiteY25" fmla="*/ 65378 h 511033"/>
                  <a:gd name="connsiteX26" fmla="*/ 394582 w 649969"/>
                  <a:gd name="connsiteY26" fmla="*/ 64360 h 511033"/>
                  <a:gd name="connsiteX27" fmla="*/ 536234 w 649969"/>
                  <a:gd name="connsiteY27" fmla="*/ 13995 h 511033"/>
                  <a:gd name="connsiteX28" fmla="*/ 189512 w 649969"/>
                  <a:gd name="connsiteY28" fmla="*/ 4 h 511033"/>
                  <a:gd name="connsiteX29" fmla="*/ 239925 w 649969"/>
                  <a:gd name="connsiteY29" fmla="*/ 6364 h 511033"/>
                  <a:gd name="connsiteX30" fmla="*/ 370162 w 649969"/>
                  <a:gd name="connsiteY30" fmla="*/ 23661 h 511033"/>
                  <a:gd name="connsiteX31" fmla="*/ 437316 w 649969"/>
                  <a:gd name="connsiteY31" fmla="*/ 28748 h 511033"/>
                  <a:gd name="connsiteX32" fmla="*/ 456648 w 649969"/>
                  <a:gd name="connsiteY32" fmla="*/ 31801 h 511033"/>
                  <a:gd name="connsiteX33" fmla="*/ 441386 w 649969"/>
                  <a:gd name="connsiteY33" fmla="*/ 36888 h 511033"/>
                  <a:gd name="connsiteX34" fmla="*/ 377284 w 649969"/>
                  <a:gd name="connsiteY34" fmla="*/ 51133 h 511033"/>
                  <a:gd name="connsiteX35" fmla="*/ 238907 w 649969"/>
                  <a:gd name="connsiteY35" fmla="*/ 51133 h 511033"/>
                  <a:gd name="connsiteX36" fmla="*/ 144282 w 649969"/>
                  <a:gd name="connsiteY36" fmla="*/ 54185 h 511033"/>
                  <a:gd name="connsiteX37" fmla="*/ 55761 w 649969"/>
                  <a:gd name="connsiteY37" fmla="*/ 118287 h 511033"/>
                  <a:gd name="connsiteX38" fmla="*/ 59831 w 649969"/>
                  <a:gd name="connsiteY38" fmla="*/ 235296 h 511033"/>
                  <a:gd name="connsiteX39" fmla="*/ 65668 w 649969"/>
                  <a:gd name="connsiteY39" fmla="*/ 263768 h 511033"/>
                  <a:gd name="connsiteX40" fmla="*/ 65300 w 649969"/>
                  <a:gd name="connsiteY40" fmla="*/ 257045 h 511033"/>
                  <a:gd name="connsiteX41" fmla="*/ 68988 w 649969"/>
                  <a:gd name="connsiteY41" fmla="*/ 247506 h 511033"/>
                  <a:gd name="connsiteX42" fmla="*/ 89338 w 649969"/>
                  <a:gd name="connsiteY42" fmla="*/ 269891 h 511033"/>
                  <a:gd name="connsiteX43" fmla="*/ 125967 w 649969"/>
                  <a:gd name="connsiteY43" fmla="*/ 303468 h 511033"/>
                  <a:gd name="connsiteX44" fmla="*/ 191086 w 649969"/>
                  <a:gd name="connsiteY44" fmla="*/ 338062 h 511033"/>
                  <a:gd name="connsiteX45" fmla="*/ 258239 w 649969"/>
                  <a:gd name="connsiteY45" fmla="*/ 274978 h 511033"/>
                  <a:gd name="connsiteX46" fmla="*/ 263327 w 649969"/>
                  <a:gd name="connsiteY46" fmla="*/ 242419 h 511033"/>
                  <a:gd name="connsiteX47" fmla="*/ 275536 w 649969"/>
                  <a:gd name="connsiteY47" fmla="*/ 275996 h 511033"/>
                  <a:gd name="connsiteX48" fmla="*/ 277062 w 649969"/>
                  <a:gd name="connsiteY48" fmla="*/ 300161 h 511033"/>
                  <a:gd name="connsiteX49" fmla="*/ 274796 w 649969"/>
                  <a:gd name="connsiteY49" fmla="*/ 309602 h 511033"/>
                  <a:gd name="connsiteX50" fmla="*/ 275155 w 649969"/>
                  <a:gd name="connsiteY50" fmla="*/ 310081 h 511033"/>
                  <a:gd name="connsiteX51" fmla="*/ 275537 w 649969"/>
                  <a:gd name="connsiteY51" fmla="*/ 331957 h 511033"/>
                  <a:gd name="connsiteX52" fmla="*/ 254170 w 649969"/>
                  <a:gd name="connsiteY52" fmla="*/ 372656 h 511033"/>
                  <a:gd name="connsiteX53" fmla="*/ 229750 w 649969"/>
                  <a:gd name="connsiteY53" fmla="*/ 396058 h 511033"/>
                  <a:gd name="connsiteX54" fmla="*/ 170737 w 649969"/>
                  <a:gd name="connsiteY54" fmla="*/ 393005 h 511033"/>
                  <a:gd name="connsiteX55" fmla="*/ 148225 w 649969"/>
                  <a:gd name="connsiteY55" fmla="*/ 371639 h 511033"/>
                  <a:gd name="connsiteX56" fmla="*/ 147028 w 649969"/>
                  <a:gd name="connsiteY56" fmla="*/ 369309 h 511033"/>
                  <a:gd name="connsiteX57" fmla="*/ 127620 w 649969"/>
                  <a:gd name="connsiteY57" fmla="*/ 362354 h 511033"/>
                  <a:gd name="connsiteX58" fmla="*/ 95443 w 649969"/>
                  <a:gd name="connsiteY58" fmla="*/ 336027 h 511033"/>
                  <a:gd name="connsiteX59" fmla="*/ 76619 w 649969"/>
                  <a:gd name="connsiteY59" fmla="*/ 309700 h 511033"/>
                  <a:gd name="connsiteX60" fmla="*/ 73308 w 649969"/>
                  <a:gd name="connsiteY60" fmla="*/ 301989 h 511033"/>
                  <a:gd name="connsiteX61" fmla="*/ 73058 w 649969"/>
                  <a:gd name="connsiteY61" fmla="*/ 358411 h 511033"/>
                  <a:gd name="connsiteX62" fmla="*/ 92390 w 649969"/>
                  <a:gd name="connsiteY62" fmla="*/ 480509 h 511033"/>
                  <a:gd name="connsiteX63" fmla="*/ 146317 w 649969"/>
                  <a:gd name="connsiteY63" fmla="*/ 505945 h 511033"/>
                  <a:gd name="connsiteX64" fmla="*/ 163614 w 649969"/>
                  <a:gd name="connsiteY64" fmla="*/ 507980 h 511033"/>
                  <a:gd name="connsiteX65" fmla="*/ 143264 w 649969"/>
                  <a:gd name="connsiteY65" fmla="*/ 511033 h 511033"/>
                  <a:gd name="connsiteX66" fmla="*/ 75093 w 649969"/>
                  <a:gd name="connsiteY66" fmla="*/ 488648 h 511033"/>
                  <a:gd name="connsiteX67" fmla="*/ 44569 w 649969"/>
                  <a:gd name="connsiteY67" fmla="*/ 433704 h 511033"/>
                  <a:gd name="connsiteX68" fmla="*/ 41517 w 649969"/>
                  <a:gd name="connsiteY68" fmla="*/ 347219 h 511033"/>
                  <a:gd name="connsiteX69" fmla="*/ 20149 w 649969"/>
                  <a:gd name="connsiteY69" fmla="*/ 241401 h 511033"/>
                  <a:gd name="connsiteX70" fmla="*/ 17097 w 649969"/>
                  <a:gd name="connsiteY70" fmla="*/ 95902 h 511033"/>
                  <a:gd name="connsiteX71" fmla="*/ 17097 w 649969"/>
                  <a:gd name="connsiteY71" fmla="*/ 93867 h 511033"/>
                  <a:gd name="connsiteX72" fmla="*/ 189512 w 649969"/>
                  <a:gd name="connsiteY72" fmla="*/ 4 h 51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649969" h="511033">
                    <a:moveTo>
                      <a:pt x="619730" y="59385"/>
                    </a:moveTo>
                    <a:cubicBezTo>
                      <a:pt x="632036" y="58002"/>
                      <a:pt x="637759" y="67922"/>
                      <a:pt x="637759" y="66396"/>
                    </a:cubicBezTo>
                    <a:cubicBezTo>
                      <a:pt x="637759" y="66396"/>
                      <a:pt x="632671" y="68431"/>
                      <a:pt x="630636" y="78605"/>
                    </a:cubicBezTo>
                    <a:cubicBezTo>
                      <a:pt x="629619" y="83693"/>
                      <a:pt x="630636" y="91833"/>
                      <a:pt x="633689" y="100990"/>
                    </a:cubicBezTo>
                    <a:cubicBezTo>
                      <a:pt x="636741" y="111165"/>
                      <a:pt x="647934" y="121339"/>
                      <a:pt x="649969" y="153899"/>
                    </a:cubicBezTo>
                    <a:cubicBezTo>
                      <a:pt x="646916" y="191545"/>
                      <a:pt x="627584" y="205790"/>
                      <a:pt x="622497" y="214947"/>
                    </a:cubicBezTo>
                    <a:cubicBezTo>
                      <a:pt x="615374" y="224105"/>
                      <a:pt x="609269" y="231227"/>
                      <a:pt x="603165" y="235297"/>
                    </a:cubicBezTo>
                    <a:cubicBezTo>
                      <a:pt x="589937" y="244454"/>
                      <a:pt x="578745" y="244454"/>
                      <a:pt x="578745" y="244454"/>
                    </a:cubicBezTo>
                    <a:cubicBezTo>
                      <a:pt x="578745" y="244454"/>
                      <a:pt x="583833" y="241402"/>
                      <a:pt x="588920" y="226140"/>
                    </a:cubicBezTo>
                    <a:cubicBezTo>
                      <a:pt x="591972" y="219017"/>
                      <a:pt x="592990" y="207825"/>
                      <a:pt x="598077" y="194598"/>
                    </a:cubicBezTo>
                    <a:cubicBezTo>
                      <a:pt x="603165" y="182388"/>
                      <a:pt x="612322" y="162039"/>
                      <a:pt x="605199" y="148811"/>
                    </a:cubicBezTo>
                    <a:lnTo>
                      <a:pt x="605199" y="147794"/>
                    </a:lnTo>
                    <a:cubicBezTo>
                      <a:pt x="599095" y="137619"/>
                      <a:pt x="590955" y="125409"/>
                      <a:pt x="588920" y="107095"/>
                    </a:cubicBezTo>
                    <a:cubicBezTo>
                      <a:pt x="587902" y="87763"/>
                      <a:pt x="596042" y="73518"/>
                      <a:pt x="605199" y="65378"/>
                    </a:cubicBezTo>
                    <a:cubicBezTo>
                      <a:pt x="610795" y="61563"/>
                      <a:pt x="615629" y="59846"/>
                      <a:pt x="619730" y="59385"/>
                    </a:cubicBezTo>
                    <a:close/>
                    <a:moveTo>
                      <a:pt x="536234" y="13995"/>
                    </a:moveTo>
                    <a:cubicBezTo>
                      <a:pt x="548539" y="13168"/>
                      <a:pt x="559668" y="13995"/>
                      <a:pt x="569588" y="16539"/>
                    </a:cubicBezTo>
                    <a:cubicBezTo>
                      <a:pt x="611305" y="28748"/>
                      <a:pt x="606217" y="53168"/>
                      <a:pt x="606217" y="51133"/>
                    </a:cubicBezTo>
                    <a:cubicBezTo>
                      <a:pt x="606217" y="52150"/>
                      <a:pt x="600112" y="42993"/>
                      <a:pt x="571623" y="45028"/>
                    </a:cubicBezTo>
                    <a:cubicBezTo>
                      <a:pt x="541099" y="47063"/>
                      <a:pt x="496329" y="71482"/>
                      <a:pt x="406791" y="108112"/>
                    </a:cubicBezTo>
                    <a:cubicBezTo>
                      <a:pt x="353882" y="128461"/>
                      <a:pt x="303009" y="125409"/>
                      <a:pt x="270449" y="118286"/>
                    </a:cubicBezTo>
                    <a:cubicBezTo>
                      <a:pt x="236872" y="111164"/>
                      <a:pt x="214488" y="102007"/>
                      <a:pt x="198208" y="94884"/>
                    </a:cubicBezTo>
                    <a:cubicBezTo>
                      <a:pt x="172771" y="79622"/>
                      <a:pt x="165649" y="81657"/>
                      <a:pt x="163614" y="81657"/>
                    </a:cubicBezTo>
                    <a:cubicBezTo>
                      <a:pt x="163614" y="81657"/>
                      <a:pt x="170736" y="70465"/>
                      <a:pt x="206348" y="79622"/>
                    </a:cubicBezTo>
                    <a:cubicBezTo>
                      <a:pt x="224663" y="82675"/>
                      <a:pt x="248065" y="86745"/>
                      <a:pt x="280624" y="88780"/>
                    </a:cubicBezTo>
                    <a:cubicBezTo>
                      <a:pt x="313183" y="89797"/>
                      <a:pt x="351847" y="86745"/>
                      <a:pt x="394582" y="65378"/>
                    </a:cubicBezTo>
                    <a:lnTo>
                      <a:pt x="394582" y="64360"/>
                    </a:lnTo>
                    <a:cubicBezTo>
                      <a:pt x="451815" y="33836"/>
                      <a:pt x="499319" y="16475"/>
                      <a:pt x="536234" y="13995"/>
                    </a:cubicBezTo>
                    <a:close/>
                    <a:moveTo>
                      <a:pt x="189512" y="4"/>
                    </a:moveTo>
                    <a:cubicBezTo>
                      <a:pt x="208574" y="-123"/>
                      <a:pt x="225935" y="2294"/>
                      <a:pt x="239925" y="6364"/>
                    </a:cubicBezTo>
                    <a:cubicBezTo>
                      <a:pt x="298939" y="17556"/>
                      <a:pt x="337603" y="20609"/>
                      <a:pt x="370162" y="23661"/>
                    </a:cubicBezTo>
                    <a:cubicBezTo>
                      <a:pt x="401704" y="25696"/>
                      <a:pt x="423071" y="26713"/>
                      <a:pt x="437316" y="28748"/>
                    </a:cubicBezTo>
                    <a:cubicBezTo>
                      <a:pt x="450543" y="30783"/>
                      <a:pt x="456648" y="31801"/>
                      <a:pt x="456648" y="31801"/>
                    </a:cubicBezTo>
                    <a:cubicBezTo>
                      <a:pt x="456648" y="31801"/>
                      <a:pt x="452578" y="32818"/>
                      <a:pt x="441386" y="36888"/>
                    </a:cubicBezTo>
                    <a:cubicBezTo>
                      <a:pt x="429176" y="39941"/>
                      <a:pt x="409844" y="46046"/>
                      <a:pt x="377284" y="51133"/>
                    </a:cubicBezTo>
                    <a:cubicBezTo>
                      <a:pt x="345743" y="56220"/>
                      <a:pt x="298939" y="59273"/>
                      <a:pt x="238907" y="51133"/>
                    </a:cubicBezTo>
                    <a:cubicBezTo>
                      <a:pt x="209400" y="48081"/>
                      <a:pt x="176841" y="42993"/>
                      <a:pt x="144282" y="54185"/>
                    </a:cubicBezTo>
                    <a:cubicBezTo>
                      <a:pt x="110705" y="62325"/>
                      <a:pt x="78146" y="86745"/>
                      <a:pt x="55761" y="118287"/>
                    </a:cubicBezTo>
                    <a:cubicBezTo>
                      <a:pt x="33377" y="157968"/>
                      <a:pt x="44569" y="192562"/>
                      <a:pt x="59831" y="235296"/>
                    </a:cubicBezTo>
                    <a:lnTo>
                      <a:pt x="65668" y="263768"/>
                    </a:lnTo>
                    <a:lnTo>
                      <a:pt x="65300" y="257045"/>
                    </a:lnTo>
                    <a:cubicBezTo>
                      <a:pt x="66699" y="250559"/>
                      <a:pt x="68988" y="247506"/>
                      <a:pt x="68988" y="247506"/>
                    </a:cubicBezTo>
                    <a:cubicBezTo>
                      <a:pt x="68988" y="247506"/>
                      <a:pt x="73058" y="252594"/>
                      <a:pt x="89338" y="269891"/>
                    </a:cubicBezTo>
                    <a:cubicBezTo>
                      <a:pt x="97478" y="278031"/>
                      <a:pt x="108670" y="290240"/>
                      <a:pt x="125967" y="303468"/>
                    </a:cubicBezTo>
                    <a:cubicBezTo>
                      <a:pt x="142247" y="316695"/>
                      <a:pt x="167684" y="333992"/>
                      <a:pt x="191086" y="338062"/>
                    </a:cubicBezTo>
                    <a:cubicBezTo>
                      <a:pt x="250099" y="333992"/>
                      <a:pt x="253152" y="294310"/>
                      <a:pt x="258239" y="274978"/>
                    </a:cubicBezTo>
                    <a:cubicBezTo>
                      <a:pt x="261292" y="253611"/>
                      <a:pt x="262309" y="242419"/>
                      <a:pt x="263327" y="242419"/>
                    </a:cubicBezTo>
                    <a:cubicBezTo>
                      <a:pt x="263327" y="242419"/>
                      <a:pt x="269431" y="249541"/>
                      <a:pt x="275536" y="275996"/>
                    </a:cubicBezTo>
                    <a:cubicBezTo>
                      <a:pt x="276554" y="282610"/>
                      <a:pt x="277571" y="290749"/>
                      <a:pt x="277062" y="300161"/>
                    </a:cubicBezTo>
                    <a:lnTo>
                      <a:pt x="274796" y="309602"/>
                    </a:lnTo>
                    <a:lnTo>
                      <a:pt x="275155" y="310081"/>
                    </a:lnTo>
                    <a:cubicBezTo>
                      <a:pt x="277063" y="316694"/>
                      <a:pt x="277063" y="324326"/>
                      <a:pt x="275537" y="331957"/>
                    </a:cubicBezTo>
                    <a:cubicBezTo>
                      <a:pt x="272484" y="347219"/>
                      <a:pt x="263327" y="360446"/>
                      <a:pt x="254170" y="372656"/>
                    </a:cubicBezTo>
                    <a:cubicBezTo>
                      <a:pt x="247047" y="381813"/>
                      <a:pt x="239925" y="389953"/>
                      <a:pt x="229750" y="396058"/>
                    </a:cubicBezTo>
                    <a:cubicBezTo>
                      <a:pt x="211436" y="406233"/>
                      <a:pt x="188034" y="404198"/>
                      <a:pt x="170737" y="393005"/>
                    </a:cubicBezTo>
                    <a:cubicBezTo>
                      <a:pt x="161579" y="387409"/>
                      <a:pt x="154203" y="380033"/>
                      <a:pt x="148225" y="371639"/>
                    </a:cubicBezTo>
                    <a:lnTo>
                      <a:pt x="147028" y="369309"/>
                    </a:lnTo>
                    <a:lnTo>
                      <a:pt x="127620" y="362354"/>
                    </a:lnTo>
                    <a:cubicBezTo>
                      <a:pt x="113757" y="353833"/>
                      <a:pt x="103582" y="344167"/>
                      <a:pt x="95443" y="336027"/>
                    </a:cubicBezTo>
                    <a:cubicBezTo>
                      <a:pt x="87303" y="326870"/>
                      <a:pt x="81198" y="317967"/>
                      <a:pt x="76619" y="309700"/>
                    </a:cubicBezTo>
                    <a:lnTo>
                      <a:pt x="73308" y="301989"/>
                    </a:lnTo>
                    <a:lnTo>
                      <a:pt x="73058" y="358411"/>
                    </a:lnTo>
                    <a:cubicBezTo>
                      <a:pt x="63901" y="429635"/>
                      <a:pt x="68988" y="459141"/>
                      <a:pt x="92390" y="480509"/>
                    </a:cubicBezTo>
                    <a:cubicBezTo>
                      <a:pt x="112740" y="499841"/>
                      <a:pt x="134107" y="502893"/>
                      <a:pt x="146317" y="505945"/>
                    </a:cubicBezTo>
                    <a:cubicBezTo>
                      <a:pt x="158527" y="506963"/>
                      <a:pt x="163614" y="507980"/>
                      <a:pt x="163614" y="507980"/>
                    </a:cubicBezTo>
                    <a:cubicBezTo>
                      <a:pt x="163614" y="507980"/>
                      <a:pt x="157509" y="510015"/>
                      <a:pt x="143264" y="511033"/>
                    </a:cubicBezTo>
                    <a:cubicBezTo>
                      <a:pt x="129020" y="511033"/>
                      <a:pt x="102565" y="511033"/>
                      <a:pt x="75093" y="488648"/>
                    </a:cubicBezTo>
                    <a:cubicBezTo>
                      <a:pt x="61866" y="476439"/>
                      <a:pt x="48639" y="458124"/>
                      <a:pt x="44569" y="433704"/>
                    </a:cubicBezTo>
                    <a:cubicBezTo>
                      <a:pt x="39482" y="409285"/>
                      <a:pt x="42534" y="379778"/>
                      <a:pt x="41517" y="347219"/>
                    </a:cubicBezTo>
                    <a:cubicBezTo>
                      <a:pt x="41517" y="314660"/>
                      <a:pt x="36429" y="278031"/>
                      <a:pt x="20149" y="241401"/>
                    </a:cubicBezTo>
                    <a:cubicBezTo>
                      <a:pt x="2852" y="205790"/>
                      <a:pt x="-13427" y="148811"/>
                      <a:pt x="17097" y="95902"/>
                    </a:cubicBezTo>
                    <a:lnTo>
                      <a:pt x="17097" y="93867"/>
                    </a:lnTo>
                    <a:cubicBezTo>
                      <a:pt x="59831" y="23661"/>
                      <a:pt x="132326" y="386"/>
                      <a:pt x="189512" y="4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FF062546-B77C-23A6-A5A1-7AD0D975AFCD}"/>
                  </a:ext>
                </a:extLst>
              </p:cNvPr>
              <p:cNvSpPr/>
              <p:nvPr/>
            </p:nvSpPr>
            <p:spPr>
              <a:xfrm>
                <a:off x="2288313" y="1772842"/>
                <a:ext cx="77522" cy="68694"/>
              </a:xfrm>
              <a:custGeom>
                <a:avLst/>
                <a:gdLst>
                  <a:gd name="connsiteX0" fmla="*/ 75297 w 77522"/>
                  <a:gd name="connsiteY0" fmla="*/ 15262 h 68694"/>
                  <a:gd name="connsiteX1" fmla="*/ 18318 w 77522"/>
                  <a:gd name="connsiteY1" fmla="*/ 64101 h 68694"/>
                  <a:gd name="connsiteX2" fmla="*/ 2038 w 77522"/>
                  <a:gd name="connsiteY2" fmla="*/ 27472 h 68694"/>
                  <a:gd name="connsiteX3" fmla="*/ 2038 w 77522"/>
                  <a:gd name="connsiteY3" fmla="*/ 12210 h 68694"/>
                  <a:gd name="connsiteX4" fmla="*/ 27475 w 77522"/>
                  <a:gd name="connsiteY4" fmla="*/ 12210 h 68694"/>
                  <a:gd name="connsiteX5" fmla="*/ 26458 w 77522"/>
                  <a:gd name="connsiteY5" fmla="*/ 25437 h 68694"/>
                  <a:gd name="connsiteX6" fmla="*/ 26458 w 77522"/>
                  <a:gd name="connsiteY6" fmla="*/ 19332 h 68694"/>
                  <a:gd name="connsiteX7" fmla="*/ 36633 w 77522"/>
                  <a:gd name="connsiteY7" fmla="*/ 27472 h 68694"/>
                  <a:gd name="connsiteX8" fmla="*/ 36633 w 77522"/>
                  <a:gd name="connsiteY8" fmla="*/ 22384 h 68694"/>
                  <a:gd name="connsiteX9" fmla="*/ 42737 w 77522"/>
                  <a:gd name="connsiteY9" fmla="*/ 24419 h 68694"/>
                  <a:gd name="connsiteX10" fmla="*/ 36633 w 77522"/>
                  <a:gd name="connsiteY10" fmla="*/ 30524 h 68694"/>
                  <a:gd name="connsiteX11" fmla="*/ 36633 w 77522"/>
                  <a:gd name="connsiteY11" fmla="*/ 26454 h 68694"/>
                  <a:gd name="connsiteX12" fmla="*/ 41720 w 77522"/>
                  <a:gd name="connsiteY12" fmla="*/ 28489 h 68694"/>
                  <a:gd name="connsiteX13" fmla="*/ 38668 w 77522"/>
                  <a:gd name="connsiteY13" fmla="*/ 29507 h 68694"/>
                  <a:gd name="connsiteX14" fmla="*/ 27475 w 77522"/>
                  <a:gd name="connsiteY14" fmla="*/ 44769 h 68694"/>
                  <a:gd name="connsiteX15" fmla="*/ 21370 w 77522"/>
                  <a:gd name="connsiteY15" fmla="*/ 33577 h 68694"/>
                  <a:gd name="connsiteX16" fmla="*/ 22388 w 77522"/>
                  <a:gd name="connsiteY16" fmla="*/ 11192 h 68694"/>
                  <a:gd name="connsiteX17" fmla="*/ 41720 w 77522"/>
                  <a:gd name="connsiteY17" fmla="*/ 0 h 68694"/>
                  <a:gd name="connsiteX18" fmla="*/ 74279 w 77522"/>
                  <a:gd name="connsiteY18" fmla="*/ 19332 h 6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522" h="68694">
                    <a:moveTo>
                      <a:pt x="75297" y="15262"/>
                    </a:moveTo>
                    <a:cubicBezTo>
                      <a:pt x="87507" y="54944"/>
                      <a:pt x="46807" y="79363"/>
                      <a:pt x="18318" y="64101"/>
                    </a:cubicBezTo>
                    <a:cubicBezTo>
                      <a:pt x="-7119" y="44769"/>
                      <a:pt x="1021" y="33577"/>
                      <a:pt x="2038" y="27472"/>
                    </a:cubicBezTo>
                    <a:lnTo>
                      <a:pt x="2038" y="12210"/>
                    </a:lnTo>
                    <a:cubicBezTo>
                      <a:pt x="15266" y="8140"/>
                      <a:pt x="27475" y="12210"/>
                      <a:pt x="27475" y="12210"/>
                    </a:cubicBezTo>
                    <a:cubicBezTo>
                      <a:pt x="27475" y="12210"/>
                      <a:pt x="27475" y="15262"/>
                      <a:pt x="26458" y="25437"/>
                    </a:cubicBezTo>
                    <a:lnTo>
                      <a:pt x="26458" y="19332"/>
                    </a:lnTo>
                    <a:cubicBezTo>
                      <a:pt x="26458" y="19332"/>
                      <a:pt x="37650" y="28489"/>
                      <a:pt x="36633" y="27472"/>
                    </a:cubicBezTo>
                    <a:cubicBezTo>
                      <a:pt x="39685" y="31542"/>
                      <a:pt x="36633" y="23402"/>
                      <a:pt x="36633" y="22384"/>
                    </a:cubicBezTo>
                    <a:cubicBezTo>
                      <a:pt x="33580" y="19332"/>
                      <a:pt x="41720" y="25437"/>
                      <a:pt x="42737" y="24419"/>
                    </a:cubicBezTo>
                    <a:cubicBezTo>
                      <a:pt x="39685" y="24419"/>
                      <a:pt x="35615" y="31542"/>
                      <a:pt x="36633" y="30524"/>
                    </a:cubicBezTo>
                    <a:cubicBezTo>
                      <a:pt x="37650" y="30524"/>
                      <a:pt x="33580" y="21367"/>
                      <a:pt x="36633" y="26454"/>
                    </a:cubicBezTo>
                    <a:cubicBezTo>
                      <a:pt x="36633" y="26454"/>
                      <a:pt x="40703" y="28489"/>
                      <a:pt x="41720" y="28489"/>
                    </a:cubicBezTo>
                    <a:cubicBezTo>
                      <a:pt x="44772" y="28489"/>
                      <a:pt x="39685" y="28489"/>
                      <a:pt x="38668" y="29507"/>
                    </a:cubicBezTo>
                    <a:cubicBezTo>
                      <a:pt x="31545" y="33577"/>
                      <a:pt x="27475" y="44769"/>
                      <a:pt x="27475" y="44769"/>
                    </a:cubicBezTo>
                    <a:cubicBezTo>
                      <a:pt x="27475" y="44769"/>
                      <a:pt x="25440" y="41717"/>
                      <a:pt x="21370" y="33577"/>
                    </a:cubicBezTo>
                    <a:cubicBezTo>
                      <a:pt x="20353" y="29507"/>
                      <a:pt x="16283" y="21367"/>
                      <a:pt x="22388" y="11192"/>
                    </a:cubicBezTo>
                    <a:cubicBezTo>
                      <a:pt x="25440" y="6105"/>
                      <a:pt x="32563" y="1017"/>
                      <a:pt x="41720" y="0"/>
                    </a:cubicBezTo>
                    <a:cubicBezTo>
                      <a:pt x="49860" y="0"/>
                      <a:pt x="66139" y="0"/>
                      <a:pt x="74279" y="19332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D94A74CD-5EBF-2A27-E0EB-8C51FBDB17A2}"/>
                  </a:ext>
                </a:extLst>
              </p:cNvPr>
              <p:cNvSpPr/>
              <p:nvPr/>
            </p:nvSpPr>
            <p:spPr>
              <a:xfrm>
                <a:off x="2274318" y="1773836"/>
                <a:ext cx="64872" cy="47845"/>
              </a:xfrm>
              <a:custGeom>
                <a:avLst/>
                <a:gdLst>
                  <a:gd name="connsiteX0" fmla="*/ 21121 w 64872"/>
                  <a:gd name="connsiteY0" fmla="*/ 46828 h 47845"/>
                  <a:gd name="connsiteX1" fmla="*/ 13999 w 64872"/>
                  <a:gd name="connsiteY1" fmla="*/ 1041 h 47845"/>
                  <a:gd name="connsiteX2" fmla="*/ 36383 w 64872"/>
                  <a:gd name="connsiteY2" fmla="*/ 10199 h 47845"/>
                  <a:gd name="connsiteX3" fmla="*/ 38418 w 64872"/>
                  <a:gd name="connsiteY3" fmla="*/ 16303 h 47845"/>
                  <a:gd name="connsiteX4" fmla="*/ 44523 w 64872"/>
                  <a:gd name="connsiteY4" fmla="*/ 19356 h 47845"/>
                  <a:gd name="connsiteX5" fmla="*/ 49610 w 64872"/>
                  <a:gd name="connsiteY5" fmla="*/ 19356 h 47845"/>
                  <a:gd name="connsiteX6" fmla="*/ 46558 w 64872"/>
                  <a:gd name="connsiteY6" fmla="*/ 21391 h 47845"/>
                  <a:gd name="connsiteX7" fmla="*/ 55715 w 64872"/>
                  <a:gd name="connsiteY7" fmla="*/ 10199 h 47845"/>
                  <a:gd name="connsiteX8" fmla="*/ 60803 w 64872"/>
                  <a:gd name="connsiteY8" fmla="*/ 19356 h 47845"/>
                  <a:gd name="connsiteX9" fmla="*/ 64872 w 64872"/>
                  <a:gd name="connsiteY9" fmla="*/ 37670 h 47845"/>
                  <a:gd name="connsiteX10" fmla="*/ 58768 w 64872"/>
                  <a:gd name="connsiteY10" fmla="*/ 36653 h 47845"/>
                  <a:gd name="connsiteX11" fmla="*/ 22138 w 64872"/>
                  <a:gd name="connsiteY11" fmla="*/ 47845 h 47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4872" h="47845">
                    <a:moveTo>
                      <a:pt x="21121" y="46828"/>
                    </a:moveTo>
                    <a:cubicBezTo>
                      <a:pt x="-10421" y="37670"/>
                      <a:pt x="-1264" y="4094"/>
                      <a:pt x="13999" y="1041"/>
                    </a:cubicBezTo>
                    <a:cubicBezTo>
                      <a:pt x="30278" y="-4046"/>
                      <a:pt x="36383" y="11216"/>
                      <a:pt x="36383" y="10199"/>
                    </a:cubicBezTo>
                    <a:cubicBezTo>
                      <a:pt x="36383" y="10199"/>
                      <a:pt x="35366" y="13251"/>
                      <a:pt x="38418" y="16303"/>
                    </a:cubicBezTo>
                    <a:cubicBezTo>
                      <a:pt x="39436" y="17321"/>
                      <a:pt x="41471" y="19356"/>
                      <a:pt x="44523" y="19356"/>
                    </a:cubicBezTo>
                    <a:cubicBezTo>
                      <a:pt x="45540" y="19356"/>
                      <a:pt x="47575" y="19356"/>
                      <a:pt x="49610" y="19356"/>
                    </a:cubicBezTo>
                    <a:cubicBezTo>
                      <a:pt x="49610" y="19356"/>
                      <a:pt x="47575" y="19356"/>
                      <a:pt x="46558" y="21391"/>
                    </a:cubicBezTo>
                    <a:cubicBezTo>
                      <a:pt x="57750" y="8164"/>
                      <a:pt x="52663" y="9181"/>
                      <a:pt x="55715" y="10199"/>
                    </a:cubicBezTo>
                    <a:cubicBezTo>
                      <a:pt x="56733" y="12234"/>
                      <a:pt x="58768" y="15286"/>
                      <a:pt x="60803" y="19356"/>
                    </a:cubicBezTo>
                    <a:cubicBezTo>
                      <a:pt x="63855" y="27496"/>
                      <a:pt x="64872" y="37670"/>
                      <a:pt x="64872" y="37670"/>
                    </a:cubicBezTo>
                    <a:cubicBezTo>
                      <a:pt x="64872" y="37670"/>
                      <a:pt x="63855" y="34618"/>
                      <a:pt x="58768" y="36653"/>
                    </a:cubicBezTo>
                    <a:cubicBezTo>
                      <a:pt x="52663" y="36653"/>
                      <a:pt x="50628" y="47845"/>
                      <a:pt x="22138" y="47845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599C1776-BC7D-8B5A-1575-4D5C5328EBA1}"/>
                  </a:ext>
                </a:extLst>
              </p:cNvPr>
              <p:cNvSpPr/>
              <p:nvPr/>
            </p:nvSpPr>
            <p:spPr>
              <a:xfrm>
                <a:off x="3321706" y="1820833"/>
                <a:ext cx="57079" cy="56809"/>
              </a:xfrm>
              <a:custGeom>
                <a:avLst/>
                <a:gdLst>
                  <a:gd name="connsiteX0" fmla="*/ 9527 w 57079"/>
                  <a:gd name="connsiteY0" fmla="*/ 45618 h 56809"/>
                  <a:gd name="connsiteX1" fmla="*/ 5457 w 57079"/>
                  <a:gd name="connsiteY1" fmla="*/ 11023 h 56809"/>
                  <a:gd name="connsiteX2" fmla="*/ 35981 w 57079"/>
                  <a:gd name="connsiteY2" fmla="*/ 2884 h 56809"/>
                  <a:gd name="connsiteX3" fmla="*/ 41068 w 57079"/>
                  <a:gd name="connsiteY3" fmla="*/ 26285 h 56809"/>
                  <a:gd name="connsiteX4" fmla="*/ 38016 w 57079"/>
                  <a:gd name="connsiteY4" fmla="*/ 30355 h 56809"/>
                  <a:gd name="connsiteX5" fmla="*/ 39034 w 57079"/>
                  <a:gd name="connsiteY5" fmla="*/ 32390 h 56809"/>
                  <a:gd name="connsiteX6" fmla="*/ 54296 w 57079"/>
                  <a:gd name="connsiteY6" fmla="*/ 33408 h 56809"/>
                  <a:gd name="connsiteX7" fmla="*/ 54296 w 57079"/>
                  <a:gd name="connsiteY7" fmla="*/ 38495 h 56809"/>
                  <a:gd name="connsiteX8" fmla="*/ 52261 w 57079"/>
                  <a:gd name="connsiteY8" fmla="*/ 56810 h 56809"/>
                  <a:gd name="connsiteX9" fmla="*/ 47173 w 57079"/>
                  <a:gd name="connsiteY9" fmla="*/ 53757 h 56809"/>
                  <a:gd name="connsiteX10" fmla="*/ 10544 w 57079"/>
                  <a:gd name="connsiteY10" fmla="*/ 44600 h 56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079" h="56809">
                    <a:moveTo>
                      <a:pt x="9527" y="45618"/>
                    </a:moveTo>
                    <a:cubicBezTo>
                      <a:pt x="-648" y="39513"/>
                      <a:pt x="-3701" y="24251"/>
                      <a:pt x="5457" y="11023"/>
                    </a:cubicBezTo>
                    <a:cubicBezTo>
                      <a:pt x="14614" y="-1186"/>
                      <a:pt x="28859" y="-2204"/>
                      <a:pt x="35981" y="2884"/>
                    </a:cubicBezTo>
                    <a:cubicBezTo>
                      <a:pt x="52261" y="14076"/>
                      <a:pt x="40051" y="27303"/>
                      <a:pt x="41068" y="26285"/>
                    </a:cubicBezTo>
                    <a:cubicBezTo>
                      <a:pt x="41068" y="26285"/>
                      <a:pt x="38016" y="26285"/>
                      <a:pt x="38016" y="30355"/>
                    </a:cubicBezTo>
                    <a:cubicBezTo>
                      <a:pt x="39034" y="33408"/>
                      <a:pt x="36999" y="30355"/>
                      <a:pt x="39034" y="32390"/>
                    </a:cubicBezTo>
                    <a:cubicBezTo>
                      <a:pt x="39034" y="33408"/>
                      <a:pt x="49208" y="34425"/>
                      <a:pt x="54296" y="33408"/>
                    </a:cubicBezTo>
                    <a:cubicBezTo>
                      <a:pt x="59383" y="29338"/>
                      <a:pt x="56331" y="29338"/>
                      <a:pt x="54296" y="38495"/>
                    </a:cubicBezTo>
                    <a:cubicBezTo>
                      <a:pt x="52261" y="46635"/>
                      <a:pt x="52261" y="56810"/>
                      <a:pt x="52261" y="56810"/>
                    </a:cubicBezTo>
                    <a:cubicBezTo>
                      <a:pt x="52261" y="56810"/>
                      <a:pt x="52261" y="53757"/>
                      <a:pt x="47173" y="53757"/>
                    </a:cubicBezTo>
                    <a:cubicBezTo>
                      <a:pt x="43103" y="51722"/>
                      <a:pt x="33946" y="59862"/>
                      <a:pt x="10544" y="44600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6F1A460F-0C45-9FD7-1BA9-FB2D61090D4B}"/>
                  </a:ext>
                </a:extLst>
              </p:cNvPr>
              <p:cNvSpPr/>
              <p:nvPr/>
            </p:nvSpPr>
            <p:spPr>
              <a:xfrm>
                <a:off x="3319022" y="1822898"/>
                <a:ext cx="57996" cy="64398"/>
              </a:xfrm>
              <a:custGeom>
                <a:avLst/>
                <a:gdLst>
                  <a:gd name="connsiteX0" fmla="*/ 4070 w 57996"/>
                  <a:gd name="connsiteY0" fmla="*/ 45587 h 64398"/>
                  <a:gd name="connsiteX1" fmla="*/ 27472 w 57996"/>
                  <a:gd name="connsiteY1" fmla="*/ 818 h 64398"/>
                  <a:gd name="connsiteX2" fmla="*/ 53926 w 57996"/>
                  <a:gd name="connsiteY2" fmla="*/ 8958 h 64398"/>
                  <a:gd name="connsiteX3" fmla="*/ 54944 w 57996"/>
                  <a:gd name="connsiteY3" fmla="*/ 33378 h 64398"/>
                  <a:gd name="connsiteX4" fmla="*/ 46804 w 57996"/>
                  <a:gd name="connsiteY4" fmla="*/ 36430 h 64398"/>
                  <a:gd name="connsiteX5" fmla="*/ 40699 w 57996"/>
                  <a:gd name="connsiteY5" fmla="*/ 43552 h 64398"/>
                  <a:gd name="connsiteX6" fmla="*/ 40699 w 57996"/>
                  <a:gd name="connsiteY6" fmla="*/ 46605 h 64398"/>
                  <a:gd name="connsiteX7" fmla="*/ 36629 w 57996"/>
                  <a:gd name="connsiteY7" fmla="*/ 44570 h 64398"/>
                  <a:gd name="connsiteX8" fmla="*/ 42734 w 57996"/>
                  <a:gd name="connsiteY8" fmla="*/ 41517 h 64398"/>
                  <a:gd name="connsiteX9" fmla="*/ 42734 w 57996"/>
                  <a:gd name="connsiteY9" fmla="*/ 41517 h 64398"/>
                  <a:gd name="connsiteX10" fmla="*/ 42734 w 57996"/>
                  <a:gd name="connsiteY10" fmla="*/ 41517 h 64398"/>
                  <a:gd name="connsiteX11" fmla="*/ 42734 w 57996"/>
                  <a:gd name="connsiteY11" fmla="*/ 42535 h 64398"/>
                  <a:gd name="connsiteX12" fmla="*/ 42734 w 57996"/>
                  <a:gd name="connsiteY12" fmla="*/ 42535 h 64398"/>
                  <a:gd name="connsiteX13" fmla="*/ 42734 w 57996"/>
                  <a:gd name="connsiteY13" fmla="*/ 36430 h 64398"/>
                  <a:gd name="connsiteX14" fmla="*/ 42734 w 57996"/>
                  <a:gd name="connsiteY14" fmla="*/ 36430 h 64398"/>
                  <a:gd name="connsiteX15" fmla="*/ 42734 w 57996"/>
                  <a:gd name="connsiteY15" fmla="*/ 36430 h 64398"/>
                  <a:gd name="connsiteX16" fmla="*/ 42734 w 57996"/>
                  <a:gd name="connsiteY16" fmla="*/ 36430 h 64398"/>
                  <a:gd name="connsiteX17" fmla="*/ 42734 w 57996"/>
                  <a:gd name="connsiteY17" fmla="*/ 36430 h 64398"/>
                  <a:gd name="connsiteX18" fmla="*/ 42734 w 57996"/>
                  <a:gd name="connsiteY18" fmla="*/ 36430 h 64398"/>
                  <a:gd name="connsiteX19" fmla="*/ 46804 w 57996"/>
                  <a:gd name="connsiteY19" fmla="*/ 41517 h 64398"/>
                  <a:gd name="connsiteX20" fmla="*/ 57996 w 57996"/>
                  <a:gd name="connsiteY20" fmla="*/ 57797 h 64398"/>
                  <a:gd name="connsiteX21" fmla="*/ 48839 w 57996"/>
                  <a:gd name="connsiteY21" fmla="*/ 57797 h 64398"/>
                  <a:gd name="connsiteX22" fmla="*/ 34594 w 57996"/>
                  <a:gd name="connsiteY22" fmla="*/ 63902 h 64398"/>
                  <a:gd name="connsiteX23" fmla="*/ 0 w 57996"/>
                  <a:gd name="connsiteY23" fmla="*/ 46605 h 64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57996" h="64398">
                    <a:moveTo>
                      <a:pt x="4070" y="45587"/>
                    </a:moveTo>
                    <a:cubicBezTo>
                      <a:pt x="-3053" y="20150"/>
                      <a:pt x="14245" y="3871"/>
                      <a:pt x="27472" y="818"/>
                    </a:cubicBezTo>
                    <a:cubicBezTo>
                      <a:pt x="41717" y="-2234"/>
                      <a:pt x="49856" y="3871"/>
                      <a:pt x="53926" y="8958"/>
                    </a:cubicBezTo>
                    <a:cubicBezTo>
                      <a:pt x="61049" y="21168"/>
                      <a:pt x="54944" y="33378"/>
                      <a:pt x="54944" y="33378"/>
                    </a:cubicBezTo>
                    <a:cubicBezTo>
                      <a:pt x="54944" y="33378"/>
                      <a:pt x="52909" y="33378"/>
                      <a:pt x="46804" y="36430"/>
                    </a:cubicBezTo>
                    <a:cubicBezTo>
                      <a:pt x="44769" y="37447"/>
                      <a:pt x="40699" y="39483"/>
                      <a:pt x="40699" y="43552"/>
                    </a:cubicBezTo>
                    <a:cubicBezTo>
                      <a:pt x="39682" y="44570"/>
                      <a:pt x="42734" y="47622"/>
                      <a:pt x="40699" y="46605"/>
                    </a:cubicBezTo>
                    <a:cubicBezTo>
                      <a:pt x="40699" y="45587"/>
                      <a:pt x="36629" y="44570"/>
                      <a:pt x="36629" y="44570"/>
                    </a:cubicBezTo>
                    <a:cubicBezTo>
                      <a:pt x="36629" y="44570"/>
                      <a:pt x="41717" y="42535"/>
                      <a:pt x="42734" y="41517"/>
                    </a:cubicBezTo>
                    <a:cubicBezTo>
                      <a:pt x="42734" y="41517"/>
                      <a:pt x="42734" y="41517"/>
                      <a:pt x="42734" y="41517"/>
                    </a:cubicBezTo>
                    <a:lnTo>
                      <a:pt x="42734" y="41517"/>
                    </a:lnTo>
                    <a:cubicBezTo>
                      <a:pt x="42734" y="41517"/>
                      <a:pt x="42734" y="42535"/>
                      <a:pt x="42734" y="42535"/>
                    </a:cubicBezTo>
                    <a:lnTo>
                      <a:pt x="42734" y="42535"/>
                    </a:lnTo>
                    <a:cubicBezTo>
                      <a:pt x="42734" y="42535"/>
                      <a:pt x="42734" y="36430"/>
                      <a:pt x="42734" y="36430"/>
                    </a:cubicBezTo>
                    <a:lnTo>
                      <a:pt x="42734" y="36430"/>
                    </a:lnTo>
                    <a:cubicBezTo>
                      <a:pt x="42734" y="36430"/>
                      <a:pt x="42734" y="36430"/>
                      <a:pt x="42734" y="36430"/>
                    </a:cubicBezTo>
                    <a:lnTo>
                      <a:pt x="42734" y="36430"/>
                    </a:lnTo>
                    <a:cubicBezTo>
                      <a:pt x="42734" y="36430"/>
                      <a:pt x="42734" y="36430"/>
                      <a:pt x="42734" y="36430"/>
                    </a:cubicBezTo>
                    <a:lnTo>
                      <a:pt x="42734" y="36430"/>
                    </a:lnTo>
                    <a:cubicBezTo>
                      <a:pt x="42734" y="36430"/>
                      <a:pt x="44769" y="39483"/>
                      <a:pt x="46804" y="41517"/>
                    </a:cubicBezTo>
                    <a:cubicBezTo>
                      <a:pt x="52909" y="48640"/>
                      <a:pt x="57996" y="57797"/>
                      <a:pt x="57996" y="57797"/>
                    </a:cubicBezTo>
                    <a:cubicBezTo>
                      <a:pt x="57996" y="57797"/>
                      <a:pt x="54944" y="55762"/>
                      <a:pt x="48839" y="57797"/>
                    </a:cubicBezTo>
                    <a:cubicBezTo>
                      <a:pt x="45786" y="58815"/>
                      <a:pt x="41717" y="61867"/>
                      <a:pt x="34594" y="63902"/>
                    </a:cubicBezTo>
                    <a:cubicBezTo>
                      <a:pt x="28489" y="63902"/>
                      <a:pt x="12210" y="68989"/>
                      <a:pt x="0" y="46605"/>
                    </a:cubicBezTo>
                    <a:close/>
                  </a:path>
                </a:pathLst>
              </a:custGeom>
              <a:solidFill>
                <a:srgbClr val="F1ECE2"/>
              </a:solidFill>
              <a:ln w="101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E18C42C-CB7F-B425-F3C7-3B5E54011E66}"/>
                </a:ext>
              </a:extLst>
            </p:cNvPr>
            <p:cNvSpPr/>
            <p:nvPr/>
          </p:nvSpPr>
          <p:spPr>
            <a:xfrm>
              <a:off x="6005782" y="1421384"/>
              <a:ext cx="6186218" cy="5068526"/>
            </a:xfrm>
            <a:custGeom>
              <a:avLst/>
              <a:gdLst>
                <a:gd name="connsiteX0" fmla="*/ 6186218 w 6186218"/>
                <a:gd name="connsiteY0" fmla="*/ 3161223 h 5068526"/>
                <a:gd name="connsiteX1" fmla="*/ 6186218 w 6186218"/>
                <a:gd name="connsiteY1" fmla="*/ 3201119 h 5068526"/>
                <a:gd name="connsiteX2" fmla="*/ 6178518 w 6186218"/>
                <a:gd name="connsiteY2" fmla="*/ 3201503 h 5068526"/>
                <a:gd name="connsiteX3" fmla="*/ 6176734 w 6186218"/>
                <a:gd name="connsiteY3" fmla="*/ 3201503 h 5068526"/>
                <a:gd name="connsiteX4" fmla="*/ 6042928 w 6186218"/>
                <a:gd name="connsiteY4" fmla="*/ 3282678 h 5068526"/>
                <a:gd name="connsiteX5" fmla="*/ 6002788 w 6186218"/>
                <a:gd name="connsiteY5" fmla="*/ 3343336 h 5068526"/>
                <a:gd name="connsiteX6" fmla="*/ 5944806 w 6186218"/>
                <a:gd name="connsiteY6" fmla="*/ 3368313 h 5068526"/>
                <a:gd name="connsiteX7" fmla="*/ 5895743 w 6186218"/>
                <a:gd name="connsiteY7" fmla="*/ 3321927 h 5068526"/>
                <a:gd name="connsiteX8" fmla="*/ 5902880 w 6186218"/>
                <a:gd name="connsiteY8" fmla="*/ 3306763 h 5068526"/>
                <a:gd name="connsiteX9" fmla="*/ 5902880 w 6186218"/>
                <a:gd name="connsiteY9" fmla="*/ 3319251 h 5068526"/>
                <a:gd name="connsiteX10" fmla="*/ 5939453 w 6186218"/>
                <a:gd name="connsiteY10" fmla="*/ 3344228 h 5068526"/>
                <a:gd name="connsiteX11" fmla="*/ 6006356 w 6186218"/>
                <a:gd name="connsiteY11" fmla="*/ 3268405 h 5068526"/>
                <a:gd name="connsiteX12" fmla="*/ 6063445 w 6186218"/>
                <a:gd name="connsiteY12" fmla="*/ 3194367 h 5068526"/>
                <a:gd name="connsiteX13" fmla="*/ 6178518 w 6186218"/>
                <a:gd name="connsiteY13" fmla="*/ 3161361 h 5068526"/>
                <a:gd name="connsiteX14" fmla="*/ 5875226 w 6186218"/>
                <a:gd name="connsiteY14" fmla="*/ 2260409 h 5068526"/>
                <a:gd name="connsiteX15" fmla="*/ 6176287 w 6186218"/>
                <a:gd name="connsiteY15" fmla="*/ 2389615 h 5068526"/>
                <a:gd name="connsiteX16" fmla="*/ 6186218 w 6186218"/>
                <a:gd name="connsiteY16" fmla="*/ 2398074 h 5068526"/>
                <a:gd name="connsiteX17" fmla="*/ 6186218 w 6186218"/>
                <a:gd name="connsiteY17" fmla="*/ 2450100 h 5068526"/>
                <a:gd name="connsiteX18" fmla="*/ 6153694 w 6186218"/>
                <a:gd name="connsiteY18" fmla="*/ 2422885 h 5068526"/>
                <a:gd name="connsiteX19" fmla="*/ 5882362 w 6186218"/>
                <a:gd name="connsiteY19" fmla="*/ 2302334 h 5068526"/>
                <a:gd name="connsiteX20" fmla="*/ 5598695 w 6186218"/>
                <a:gd name="connsiteY20" fmla="*/ 2422759 h 5068526"/>
                <a:gd name="connsiteX21" fmla="*/ 5451510 w 6186218"/>
                <a:gd name="connsiteY21" fmla="*/ 2638631 h 5068526"/>
                <a:gd name="connsiteX22" fmla="*/ 5309676 w 6186218"/>
                <a:gd name="connsiteY22" fmla="*/ 2788493 h 5068526"/>
                <a:gd name="connsiteX23" fmla="*/ 5174088 w 6186218"/>
                <a:gd name="connsiteY23" fmla="*/ 2833986 h 5068526"/>
                <a:gd name="connsiteX24" fmla="*/ 5092912 w 6186218"/>
                <a:gd name="connsiteY24" fmla="*/ 2866991 h 5068526"/>
                <a:gd name="connsiteX25" fmla="*/ 5039390 w 6186218"/>
                <a:gd name="connsiteY25" fmla="*/ 2897320 h 5068526"/>
                <a:gd name="connsiteX26" fmla="*/ 5083100 w 6186218"/>
                <a:gd name="connsiteY26" fmla="*/ 2863423 h 5068526"/>
                <a:gd name="connsiteX27" fmla="*/ 5158031 w 6186218"/>
                <a:gd name="connsiteY27" fmla="*/ 2823281 h 5068526"/>
                <a:gd name="connsiteX28" fmla="*/ 5283808 w 6186218"/>
                <a:gd name="connsiteY28" fmla="*/ 2775111 h 5068526"/>
                <a:gd name="connsiteX29" fmla="*/ 5414044 w 6186218"/>
                <a:gd name="connsiteY29" fmla="*/ 2636846 h 5068526"/>
                <a:gd name="connsiteX30" fmla="*/ 5558554 w 6186218"/>
                <a:gd name="connsiteY30" fmla="*/ 2409379 h 5068526"/>
                <a:gd name="connsiteX31" fmla="*/ 5687898 w 6186218"/>
                <a:gd name="connsiteY31" fmla="*/ 2302334 h 5068526"/>
                <a:gd name="connsiteX32" fmla="*/ 5875226 w 6186218"/>
                <a:gd name="connsiteY32" fmla="*/ 2260409 h 5068526"/>
                <a:gd name="connsiteX33" fmla="*/ 3111707 w 6186218"/>
                <a:gd name="connsiteY33" fmla="*/ 2072190 h 5068526"/>
                <a:gd name="connsiteX34" fmla="*/ 3116168 w 6186218"/>
                <a:gd name="connsiteY34" fmla="*/ 2105196 h 5068526"/>
                <a:gd name="connsiteX35" fmla="*/ 3125980 w 6186218"/>
                <a:gd name="connsiteY35" fmla="*/ 2236324 h 5068526"/>
                <a:gd name="connsiteX36" fmla="*/ 3098326 w 6186218"/>
                <a:gd name="connsiteY36" fmla="*/ 2513746 h 5068526"/>
                <a:gd name="connsiteX37" fmla="*/ 3027856 w 6186218"/>
                <a:gd name="connsiteY37" fmla="*/ 2712670 h 5068526"/>
                <a:gd name="connsiteX38" fmla="*/ 2910108 w 6186218"/>
                <a:gd name="connsiteY38" fmla="*/ 2943705 h 5068526"/>
                <a:gd name="connsiteX39" fmla="*/ 2848557 w 6186218"/>
                <a:gd name="connsiteY39" fmla="*/ 3227372 h 5068526"/>
                <a:gd name="connsiteX40" fmla="*/ 2807524 w 6186218"/>
                <a:gd name="connsiteY40" fmla="*/ 3456624 h 5068526"/>
                <a:gd name="connsiteX41" fmla="*/ 2745081 w 6186218"/>
                <a:gd name="connsiteY41" fmla="*/ 3759023 h 5068526"/>
                <a:gd name="connsiteX42" fmla="*/ 2697804 w 6186218"/>
                <a:gd name="connsiteY42" fmla="*/ 3933862 h 5068526"/>
                <a:gd name="connsiteX43" fmla="*/ 2734377 w 6186218"/>
                <a:gd name="connsiteY43" fmla="*/ 3735831 h 5068526"/>
                <a:gd name="connsiteX44" fmla="*/ 2784330 w 6186218"/>
                <a:gd name="connsiteY44" fmla="*/ 3428971 h 5068526"/>
                <a:gd name="connsiteX45" fmla="*/ 2818228 w 6186218"/>
                <a:gd name="connsiteY45" fmla="*/ 3205963 h 5068526"/>
                <a:gd name="connsiteX46" fmla="*/ 2873534 w 6186218"/>
                <a:gd name="connsiteY46" fmla="*/ 2930325 h 5068526"/>
                <a:gd name="connsiteX47" fmla="*/ 2873534 w 6186218"/>
                <a:gd name="connsiteY47" fmla="*/ 2928541 h 5068526"/>
                <a:gd name="connsiteX48" fmla="*/ 2988606 w 6186218"/>
                <a:gd name="connsiteY48" fmla="*/ 2698397 h 5068526"/>
                <a:gd name="connsiteX49" fmla="*/ 3059077 w 6186218"/>
                <a:gd name="connsiteY49" fmla="*/ 2512854 h 5068526"/>
                <a:gd name="connsiteX50" fmla="*/ 3101895 w 6186218"/>
                <a:gd name="connsiteY50" fmla="*/ 2244352 h 5068526"/>
                <a:gd name="connsiteX51" fmla="*/ 3109031 w 6186218"/>
                <a:gd name="connsiteY51" fmla="*/ 2108764 h 5068526"/>
                <a:gd name="connsiteX52" fmla="*/ 3111707 w 6186218"/>
                <a:gd name="connsiteY52" fmla="*/ 2072190 h 5068526"/>
                <a:gd name="connsiteX53" fmla="*/ 1064492 w 6186218"/>
                <a:gd name="connsiteY53" fmla="*/ 2072190 h 5068526"/>
                <a:gd name="connsiteX54" fmla="*/ 1073412 w 6186218"/>
                <a:gd name="connsiteY54" fmla="*/ 2247029 h 5068526"/>
                <a:gd name="connsiteX55" fmla="*/ 1093036 w 6186218"/>
                <a:gd name="connsiteY55" fmla="*/ 2364777 h 5068526"/>
                <a:gd name="connsiteX56" fmla="*/ 1230409 w 6186218"/>
                <a:gd name="connsiteY56" fmla="*/ 2371913 h 5068526"/>
                <a:gd name="connsiteX57" fmla="*/ 1291960 w 6186218"/>
                <a:gd name="connsiteY57" fmla="*/ 2381726 h 5068526"/>
                <a:gd name="connsiteX58" fmla="*/ 1315154 w 6186218"/>
                <a:gd name="connsiteY58" fmla="*/ 2441492 h 5068526"/>
                <a:gd name="connsiteX59" fmla="*/ 1297312 w 6186218"/>
                <a:gd name="connsiteY59" fmla="*/ 2554779 h 5068526"/>
                <a:gd name="connsiteX60" fmla="*/ 1461446 w 6186218"/>
                <a:gd name="connsiteY60" fmla="*/ 2763515 h 5068526"/>
                <a:gd name="connsiteX61" fmla="*/ 1659477 w 6186218"/>
                <a:gd name="connsiteY61" fmla="*/ 3013284 h 5068526"/>
                <a:gd name="connsiteX62" fmla="*/ 1788823 w 6186218"/>
                <a:gd name="connsiteY62" fmla="*/ 3224696 h 5068526"/>
                <a:gd name="connsiteX63" fmla="*/ 1920843 w 6186218"/>
                <a:gd name="connsiteY63" fmla="*/ 3337092 h 5068526"/>
                <a:gd name="connsiteX64" fmla="*/ 2048404 w 6186218"/>
                <a:gd name="connsiteY64" fmla="*/ 3346904 h 5068526"/>
                <a:gd name="connsiteX65" fmla="*/ 2204510 w 6186218"/>
                <a:gd name="connsiteY65" fmla="*/ 3338876 h 5068526"/>
                <a:gd name="connsiteX66" fmla="*/ 2223677 w 6186218"/>
                <a:gd name="connsiteY66" fmla="*/ 3343544 h 5068526"/>
                <a:gd name="connsiteX67" fmla="*/ 2222629 w 6186218"/>
                <a:gd name="connsiteY67" fmla="*/ 3301453 h 5068526"/>
                <a:gd name="connsiteX68" fmla="*/ 2200049 w 6186218"/>
                <a:gd name="connsiteY68" fmla="*/ 3079294 h 5068526"/>
                <a:gd name="connsiteX69" fmla="*/ 2200049 w 6186218"/>
                <a:gd name="connsiteY69" fmla="*/ 2918730 h 5068526"/>
                <a:gd name="connsiteX70" fmla="*/ 2208077 w 6186218"/>
                <a:gd name="connsiteY70" fmla="*/ 2876804 h 5068526"/>
                <a:gd name="connsiteX71" fmla="*/ 2208077 w 6186218"/>
                <a:gd name="connsiteY71" fmla="*/ 2915161 h 5068526"/>
                <a:gd name="connsiteX72" fmla="*/ 2222350 w 6186218"/>
                <a:gd name="connsiteY72" fmla="*/ 3065915 h 5068526"/>
                <a:gd name="connsiteX73" fmla="*/ 2263384 w 6186218"/>
                <a:gd name="connsiteY73" fmla="*/ 3386154 h 5068526"/>
                <a:gd name="connsiteX74" fmla="*/ 2248218 w 6186218"/>
                <a:gd name="connsiteY74" fmla="*/ 3629679 h 5068526"/>
                <a:gd name="connsiteX75" fmla="*/ 2230378 w 6186218"/>
                <a:gd name="connsiteY75" fmla="*/ 3773296 h 5068526"/>
                <a:gd name="connsiteX76" fmla="*/ 2227702 w 6186218"/>
                <a:gd name="connsiteY76" fmla="*/ 3925834 h 5068526"/>
                <a:gd name="connsiteX77" fmla="*/ 2291036 w 6186218"/>
                <a:gd name="connsiteY77" fmla="*/ 4093535 h 5068526"/>
                <a:gd name="connsiteX78" fmla="*/ 2332069 w 6186218"/>
                <a:gd name="connsiteY78" fmla="*/ 4254102 h 5068526"/>
                <a:gd name="connsiteX79" fmla="*/ 2322257 w 6186218"/>
                <a:gd name="connsiteY79" fmla="*/ 4533307 h 5068526"/>
                <a:gd name="connsiteX80" fmla="*/ 2268736 w 6186218"/>
                <a:gd name="connsiteY80" fmla="*/ 4731339 h 5068526"/>
                <a:gd name="connsiteX81" fmla="*/ 2232162 w 6186218"/>
                <a:gd name="connsiteY81" fmla="*/ 4884768 h 5068526"/>
                <a:gd name="connsiteX82" fmla="*/ 2175072 w 6186218"/>
                <a:gd name="connsiteY82" fmla="*/ 4969511 h 5068526"/>
                <a:gd name="connsiteX83" fmla="*/ 2162584 w 6186218"/>
                <a:gd name="connsiteY83" fmla="*/ 5028385 h 5068526"/>
                <a:gd name="connsiteX84" fmla="*/ 2166151 w 6186218"/>
                <a:gd name="connsiteY84" fmla="*/ 5068526 h 5068526"/>
                <a:gd name="connsiteX85" fmla="*/ 2162584 w 6186218"/>
                <a:gd name="connsiteY85" fmla="*/ 5057823 h 5068526"/>
                <a:gd name="connsiteX86" fmla="*/ 2158123 w 6186218"/>
                <a:gd name="connsiteY86" fmla="*/ 5020357 h 5068526"/>
                <a:gd name="connsiteX87" fmla="*/ 2173288 w 6186218"/>
                <a:gd name="connsiteY87" fmla="*/ 4952562 h 5068526"/>
                <a:gd name="connsiteX88" fmla="*/ 2229486 w 6186218"/>
                <a:gd name="connsiteY88" fmla="*/ 4857115 h 5068526"/>
                <a:gd name="connsiteX89" fmla="*/ 2252679 w 6186218"/>
                <a:gd name="connsiteY89" fmla="*/ 4702794 h 5068526"/>
                <a:gd name="connsiteX90" fmla="*/ 2301741 w 6186218"/>
                <a:gd name="connsiteY90" fmla="*/ 4502978 h 5068526"/>
                <a:gd name="connsiteX91" fmla="*/ 2296388 w 6186218"/>
                <a:gd name="connsiteY91" fmla="*/ 4244289 h 5068526"/>
                <a:gd name="connsiteX92" fmla="*/ 2253571 w 6186218"/>
                <a:gd name="connsiteY92" fmla="*/ 4097996 h 5068526"/>
                <a:gd name="connsiteX93" fmla="*/ 2190236 w 6186218"/>
                <a:gd name="connsiteY93" fmla="*/ 3938322 h 5068526"/>
                <a:gd name="connsiteX94" fmla="*/ 2190236 w 6186218"/>
                <a:gd name="connsiteY94" fmla="*/ 3934753 h 5068526"/>
                <a:gd name="connsiteX95" fmla="*/ 2190236 w 6186218"/>
                <a:gd name="connsiteY95" fmla="*/ 3772404 h 5068526"/>
                <a:gd name="connsiteX96" fmla="*/ 2207185 w 6186218"/>
                <a:gd name="connsiteY96" fmla="*/ 3632355 h 5068526"/>
                <a:gd name="connsiteX97" fmla="*/ 2225026 w 6186218"/>
                <a:gd name="connsiteY97" fmla="*/ 3397750 h 5068526"/>
                <a:gd name="connsiteX98" fmla="*/ 2223743 w 6186218"/>
                <a:gd name="connsiteY98" fmla="*/ 3346215 h 5068526"/>
                <a:gd name="connsiteX99" fmla="*/ 2196481 w 6186218"/>
                <a:gd name="connsiteY99" fmla="*/ 3343336 h 5068526"/>
                <a:gd name="connsiteX100" fmla="*/ 2029671 w 6186218"/>
                <a:gd name="connsiteY100" fmla="*/ 3364745 h 5068526"/>
                <a:gd name="connsiteX101" fmla="*/ 1891406 w 6186218"/>
                <a:gd name="connsiteY101" fmla="*/ 3347796 h 5068526"/>
                <a:gd name="connsiteX102" fmla="*/ 1753141 w 6186218"/>
                <a:gd name="connsiteY102" fmla="*/ 3221128 h 5068526"/>
                <a:gd name="connsiteX103" fmla="*/ 1622904 w 6186218"/>
                <a:gd name="connsiteY103" fmla="*/ 3018637 h 5068526"/>
                <a:gd name="connsiteX104" fmla="*/ 1433793 w 6186218"/>
                <a:gd name="connsiteY104" fmla="*/ 2791168 h 5068526"/>
                <a:gd name="connsiteX105" fmla="*/ 1431117 w 6186218"/>
                <a:gd name="connsiteY105" fmla="*/ 2788493 h 5068526"/>
                <a:gd name="connsiteX106" fmla="*/ 1328533 w 6186218"/>
                <a:gd name="connsiteY106" fmla="*/ 2687692 h 5068526"/>
                <a:gd name="connsiteX107" fmla="*/ 1256279 w 6186218"/>
                <a:gd name="connsiteY107" fmla="*/ 2566376 h 5068526"/>
                <a:gd name="connsiteX108" fmla="*/ 1273227 w 6186218"/>
                <a:gd name="connsiteY108" fmla="*/ 2445952 h 5068526"/>
                <a:gd name="connsiteX109" fmla="*/ 1266091 w 6186218"/>
                <a:gd name="connsiteY109" fmla="*/ 2412946 h 5068526"/>
                <a:gd name="connsiteX110" fmla="*/ 1250927 w 6186218"/>
                <a:gd name="connsiteY110" fmla="*/ 2404918 h 5068526"/>
                <a:gd name="connsiteX111" fmla="*/ 1213462 w 6186218"/>
                <a:gd name="connsiteY111" fmla="*/ 2423651 h 5068526"/>
                <a:gd name="connsiteX112" fmla="*/ 1160831 w 6186218"/>
                <a:gd name="connsiteY112" fmla="*/ 2434356 h 5068526"/>
                <a:gd name="connsiteX113" fmla="*/ 1072520 w 6186218"/>
                <a:gd name="connsiteY113" fmla="*/ 2393322 h 5068526"/>
                <a:gd name="connsiteX114" fmla="*/ 1048435 w 6186218"/>
                <a:gd name="connsiteY114" fmla="*/ 2317499 h 5068526"/>
                <a:gd name="connsiteX115" fmla="*/ 1048435 w 6186218"/>
                <a:gd name="connsiteY115" fmla="*/ 2257733 h 5068526"/>
                <a:gd name="connsiteX116" fmla="*/ 1064492 w 6186218"/>
                <a:gd name="connsiteY116" fmla="*/ 2072190 h 5068526"/>
                <a:gd name="connsiteX117" fmla="*/ 2500665 w 6186218"/>
                <a:gd name="connsiteY117" fmla="*/ 781420 h 5068526"/>
                <a:gd name="connsiteX118" fmla="*/ 2504456 w 6186218"/>
                <a:gd name="connsiteY118" fmla="*/ 795319 h 5068526"/>
                <a:gd name="connsiteX119" fmla="*/ 2495313 w 6186218"/>
                <a:gd name="connsiteY119" fmla="*/ 801044 h 5068526"/>
                <a:gd name="connsiteX120" fmla="*/ 2495313 w 6186218"/>
                <a:gd name="connsiteY120" fmla="*/ 801936 h 5068526"/>
                <a:gd name="connsiteX121" fmla="*/ 2486393 w 6186218"/>
                <a:gd name="connsiteY121" fmla="*/ 805504 h 5068526"/>
                <a:gd name="connsiteX122" fmla="*/ 2486393 w 6186218"/>
                <a:gd name="connsiteY122" fmla="*/ 792453 h 5068526"/>
                <a:gd name="connsiteX123" fmla="*/ 2538801 w 6186218"/>
                <a:gd name="connsiteY123" fmla="*/ 773814 h 5068526"/>
                <a:gd name="connsiteX124" fmla="*/ 2559540 w 6186218"/>
                <a:gd name="connsiteY124" fmla="*/ 776068 h 5068526"/>
                <a:gd name="connsiteX125" fmla="*/ 2529210 w 6186218"/>
                <a:gd name="connsiteY125" fmla="*/ 809965 h 5068526"/>
                <a:gd name="connsiteX126" fmla="*/ 2437330 w 6186218"/>
                <a:gd name="connsiteY126" fmla="*/ 857242 h 5068526"/>
                <a:gd name="connsiteX127" fmla="*/ 2375780 w 6186218"/>
                <a:gd name="connsiteY127" fmla="*/ 846538 h 5068526"/>
                <a:gd name="connsiteX128" fmla="*/ 2347236 w 6186218"/>
                <a:gd name="connsiteY128" fmla="*/ 817993 h 5068526"/>
                <a:gd name="connsiteX129" fmla="*/ 2377565 w 6186218"/>
                <a:gd name="connsiteY129" fmla="*/ 825129 h 5068526"/>
                <a:gd name="connsiteX130" fmla="*/ 2464246 w 6186218"/>
                <a:gd name="connsiteY130" fmla="*/ 809575 h 5068526"/>
                <a:gd name="connsiteX131" fmla="*/ 2468896 w 6186218"/>
                <a:gd name="connsiteY131" fmla="*/ 805978 h 5068526"/>
                <a:gd name="connsiteX132" fmla="*/ 2476580 w 6186218"/>
                <a:gd name="connsiteY132" fmla="*/ 807288 h 5068526"/>
                <a:gd name="connsiteX133" fmla="*/ 2508694 w 6186218"/>
                <a:gd name="connsiteY133" fmla="*/ 810856 h 5068526"/>
                <a:gd name="connsiteX134" fmla="*/ 2504456 w 6186218"/>
                <a:gd name="connsiteY134" fmla="*/ 795319 h 5068526"/>
                <a:gd name="connsiteX135" fmla="*/ 2684424 w 6186218"/>
                <a:gd name="connsiteY135" fmla="*/ 642262 h 5068526"/>
                <a:gd name="connsiteX136" fmla="*/ 2654095 w 6186218"/>
                <a:gd name="connsiteY136" fmla="*/ 679728 h 5068526"/>
                <a:gd name="connsiteX137" fmla="*/ 2601800 w 6186218"/>
                <a:gd name="connsiteY137" fmla="*/ 734364 h 5068526"/>
                <a:gd name="connsiteX138" fmla="*/ 2538801 w 6186218"/>
                <a:gd name="connsiteY138" fmla="*/ 773814 h 5068526"/>
                <a:gd name="connsiteX139" fmla="*/ 2518506 w 6186218"/>
                <a:gd name="connsiteY139" fmla="*/ 771607 h 5068526"/>
                <a:gd name="connsiteX140" fmla="*/ 2486393 w 6186218"/>
                <a:gd name="connsiteY140" fmla="*/ 768039 h 5068526"/>
                <a:gd name="connsiteX141" fmla="*/ 2486393 w 6186218"/>
                <a:gd name="connsiteY141" fmla="*/ 792453 h 5068526"/>
                <a:gd name="connsiteX142" fmla="*/ 2468896 w 6186218"/>
                <a:gd name="connsiteY142" fmla="*/ 805978 h 5068526"/>
                <a:gd name="connsiteX143" fmla="*/ 2435666 w 6186218"/>
                <a:gd name="connsiteY143" fmla="*/ 800315 h 5068526"/>
                <a:gd name="connsiteX144" fmla="*/ 2409566 w 6186218"/>
                <a:gd name="connsiteY144" fmla="*/ 807958 h 5068526"/>
                <a:gd name="connsiteX145" fmla="*/ 2346343 w 6186218"/>
                <a:gd name="connsiteY145" fmla="*/ 817101 h 5068526"/>
                <a:gd name="connsiteX146" fmla="*/ 2345452 w 6186218"/>
                <a:gd name="connsiteY146" fmla="*/ 816209 h 5068526"/>
                <a:gd name="connsiteX147" fmla="*/ 2258924 w 6186218"/>
                <a:gd name="connsiteY147" fmla="*/ 789448 h 5068526"/>
                <a:gd name="connsiteX148" fmla="*/ 2247328 w 6186218"/>
                <a:gd name="connsiteY148" fmla="*/ 763579 h 5068526"/>
                <a:gd name="connsiteX149" fmla="*/ 2266953 w 6186218"/>
                <a:gd name="connsiteY149" fmla="*/ 766255 h 5068526"/>
                <a:gd name="connsiteX150" fmla="*/ 2354372 w 6186218"/>
                <a:gd name="connsiteY150" fmla="*/ 777852 h 5068526"/>
                <a:gd name="connsiteX151" fmla="*/ 2411462 w 6186218"/>
                <a:gd name="connsiteY151" fmla="*/ 779078 h 5068526"/>
                <a:gd name="connsiteX152" fmla="*/ 2433048 w 6186218"/>
                <a:gd name="connsiteY152" fmla="*/ 781193 h 5068526"/>
                <a:gd name="connsiteX153" fmla="*/ 2476580 w 6186218"/>
                <a:gd name="connsiteY153" fmla="*/ 765363 h 5068526"/>
                <a:gd name="connsiteX154" fmla="*/ 2484609 w 6186218"/>
                <a:gd name="connsiteY154" fmla="*/ 762687 h 5068526"/>
                <a:gd name="connsiteX155" fmla="*/ 2646066 w 6186218"/>
                <a:gd name="connsiteY155" fmla="*/ 666347 h 5068526"/>
                <a:gd name="connsiteX156" fmla="*/ 2684424 w 6186218"/>
                <a:gd name="connsiteY156" fmla="*/ 642262 h 5068526"/>
                <a:gd name="connsiteX157" fmla="*/ 825427 w 6186218"/>
                <a:gd name="connsiteY157" fmla="*/ 297048 h 5068526"/>
                <a:gd name="connsiteX158" fmla="*/ 814723 w 6186218"/>
                <a:gd name="connsiteY158" fmla="*/ 325592 h 5068526"/>
                <a:gd name="connsiteX159" fmla="*/ 795990 w 6186218"/>
                <a:gd name="connsiteY159" fmla="*/ 444233 h 5068526"/>
                <a:gd name="connsiteX160" fmla="*/ 795990 w 6186218"/>
                <a:gd name="connsiteY160" fmla="*/ 554845 h 5068526"/>
                <a:gd name="connsiteX161" fmla="*/ 766553 w 6186218"/>
                <a:gd name="connsiteY161" fmla="*/ 702030 h 5068526"/>
                <a:gd name="connsiteX162" fmla="*/ 766553 w 6186218"/>
                <a:gd name="connsiteY162" fmla="*/ 1133773 h 5068526"/>
                <a:gd name="connsiteX163" fmla="*/ 814723 w 6186218"/>
                <a:gd name="connsiteY163" fmla="*/ 1403167 h 5068526"/>
                <a:gd name="connsiteX164" fmla="*/ 904818 w 6186218"/>
                <a:gd name="connsiteY164" fmla="*/ 1587817 h 5068526"/>
                <a:gd name="connsiteX165" fmla="*/ 999374 w 6186218"/>
                <a:gd name="connsiteY165" fmla="*/ 1729650 h 5068526"/>
                <a:gd name="connsiteX166" fmla="*/ 1032378 w 6186218"/>
                <a:gd name="connsiteY166" fmla="*/ 1855427 h 5068526"/>
                <a:gd name="connsiteX167" fmla="*/ 1027027 w 6186218"/>
                <a:gd name="connsiteY167" fmla="*/ 1937494 h 5068526"/>
                <a:gd name="connsiteX168" fmla="*/ 1043975 w 6186218"/>
                <a:gd name="connsiteY168" fmla="*/ 1977636 h 5068526"/>
                <a:gd name="connsiteX169" fmla="*/ 1070736 w 6186218"/>
                <a:gd name="connsiteY169" fmla="*/ 1991016 h 5068526"/>
                <a:gd name="connsiteX170" fmla="*/ 1036839 w 6186218"/>
                <a:gd name="connsiteY170" fmla="*/ 1976743 h 5068526"/>
                <a:gd name="connsiteX171" fmla="*/ 1017214 w 6186218"/>
                <a:gd name="connsiteY171" fmla="*/ 1925897 h 5068526"/>
                <a:gd name="connsiteX172" fmla="*/ 1016322 w 6186218"/>
                <a:gd name="connsiteY172" fmla="*/ 1836694 h 5068526"/>
                <a:gd name="connsiteX173" fmla="*/ 969936 w 6186218"/>
                <a:gd name="connsiteY173" fmla="*/ 1719838 h 5068526"/>
                <a:gd name="connsiteX174" fmla="*/ 870028 w 6186218"/>
                <a:gd name="connsiteY174" fmla="*/ 1586926 h 5068526"/>
                <a:gd name="connsiteX175" fmla="*/ 778149 w 6186218"/>
                <a:gd name="connsiteY175" fmla="*/ 1396030 h 5068526"/>
                <a:gd name="connsiteX176" fmla="*/ 727304 w 6186218"/>
                <a:gd name="connsiteY176" fmla="*/ 1139125 h 5068526"/>
                <a:gd name="connsiteX177" fmla="*/ 726412 w 6186218"/>
                <a:gd name="connsiteY177" fmla="*/ 1140017 h 5068526"/>
                <a:gd name="connsiteX178" fmla="*/ 726412 w 6186218"/>
                <a:gd name="connsiteY178" fmla="*/ 703814 h 5068526"/>
                <a:gd name="connsiteX179" fmla="*/ 762985 w 6186218"/>
                <a:gd name="connsiteY179" fmla="*/ 561088 h 5068526"/>
                <a:gd name="connsiteX180" fmla="*/ 771905 w 6186218"/>
                <a:gd name="connsiteY180" fmla="*/ 452260 h 5068526"/>
                <a:gd name="connsiteX181" fmla="*/ 806694 w 6186218"/>
                <a:gd name="connsiteY181" fmla="*/ 326484 h 5068526"/>
                <a:gd name="connsiteX182" fmla="*/ 825427 w 6186218"/>
                <a:gd name="connsiteY182" fmla="*/ 297048 h 5068526"/>
                <a:gd name="connsiteX183" fmla="*/ 847728 w 6186218"/>
                <a:gd name="connsiteY183" fmla="*/ 199816 h 5068526"/>
                <a:gd name="connsiteX184" fmla="*/ 842376 w 6186218"/>
                <a:gd name="connsiteY184" fmla="*/ 217657 h 5068526"/>
                <a:gd name="connsiteX185" fmla="*/ 818291 w 6186218"/>
                <a:gd name="connsiteY185" fmla="*/ 287235 h 5068526"/>
                <a:gd name="connsiteX186" fmla="*/ 728196 w 6186218"/>
                <a:gd name="connsiteY186" fmla="*/ 417472 h 5068526"/>
                <a:gd name="connsiteX187" fmla="*/ 611339 w 6186218"/>
                <a:gd name="connsiteY187" fmla="*/ 460288 h 5068526"/>
                <a:gd name="connsiteX188" fmla="*/ 462370 w 6186218"/>
                <a:gd name="connsiteY188" fmla="*/ 427285 h 5068526"/>
                <a:gd name="connsiteX189" fmla="*/ 192977 w 6186218"/>
                <a:gd name="connsiteY189" fmla="*/ 446909 h 5068526"/>
                <a:gd name="connsiteX190" fmla="*/ 49358 w 6186218"/>
                <a:gd name="connsiteY190" fmla="*/ 529868 h 5068526"/>
                <a:gd name="connsiteX191" fmla="*/ 1189 w 6186218"/>
                <a:gd name="connsiteY191" fmla="*/ 603906 h 5068526"/>
                <a:gd name="connsiteX192" fmla="*/ 1189 w 6186218"/>
                <a:gd name="connsiteY192" fmla="*/ 580713 h 5068526"/>
                <a:gd name="connsiteX193" fmla="*/ 49358 w 6186218"/>
                <a:gd name="connsiteY193" fmla="*/ 512027 h 5068526"/>
                <a:gd name="connsiteX194" fmla="*/ 194760 w 6186218"/>
                <a:gd name="connsiteY194" fmla="*/ 416580 h 5068526"/>
                <a:gd name="connsiteX195" fmla="*/ 476643 w 6186218"/>
                <a:gd name="connsiteY195" fmla="*/ 389819 h 5068526"/>
                <a:gd name="connsiteX196" fmla="*/ 475751 w 6186218"/>
                <a:gd name="connsiteY196" fmla="*/ 390711 h 5068526"/>
                <a:gd name="connsiteX197" fmla="*/ 608664 w 6186218"/>
                <a:gd name="connsiteY197" fmla="*/ 419256 h 5068526"/>
                <a:gd name="connsiteX198" fmla="*/ 700543 w 6186218"/>
                <a:gd name="connsiteY198" fmla="*/ 389819 h 5068526"/>
                <a:gd name="connsiteX199" fmla="*/ 794206 w 6186218"/>
                <a:gd name="connsiteY199" fmla="*/ 281883 h 5068526"/>
                <a:gd name="connsiteX200" fmla="*/ 834348 w 6186218"/>
                <a:gd name="connsiteY200" fmla="*/ 216765 h 5068526"/>
                <a:gd name="connsiteX201" fmla="*/ 847728 w 6186218"/>
                <a:gd name="connsiteY201" fmla="*/ 199816 h 5068526"/>
                <a:gd name="connsiteX202" fmla="*/ 1590791 w 6186218"/>
                <a:gd name="connsiteY202" fmla="*/ 0 h 5068526"/>
                <a:gd name="connsiteX203" fmla="*/ 1620229 w 6186218"/>
                <a:gd name="connsiteY203" fmla="*/ 14273 h 5068526"/>
                <a:gd name="connsiteX204" fmla="*/ 1709432 w 6186218"/>
                <a:gd name="connsiteY204" fmla="*/ 133805 h 5068526"/>
                <a:gd name="connsiteX205" fmla="*/ 1754034 w 6186218"/>
                <a:gd name="connsiteY205" fmla="*/ 285451 h 5068526"/>
                <a:gd name="connsiteX206" fmla="*/ 1755004 w 6186218"/>
                <a:gd name="connsiteY206" fmla="*/ 293563 h 5068526"/>
                <a:gd name="connsiteX207" fmla="*/ 1799528 w 6186218"/>
                <a:gd name="connsiteY207" fmla="*/ 306860 h 5068526"/>
                <a:gd name="connsiteX208" fmla="*/ 2150989 w 6186218"/>
                <a:gd name="connsiteY208" fmla="*/ 257798 h 5068526"/>
                <a:gd name="connsiteX209" fmla="*/ 2907432 w 6186218"/>
                <a:gd name="connsiteY209" fmla="*/ 250662 h 5068526"/>
                <a:gd name="connsiteX210" fmla="*/ 3473873 w 6186218"/>
                <a:gd name="connsiteY210" fmla="*/ 269395 h 5068526"/>
                <a:gd name="connsiteX211" fmla="*/ 4183039 w 6186218"/>
                <a:gd name="connsiteY211" fmla="*/ 198032 h 5068526"/>
                <a:gd name="connsiteX212" fmla="*/ 4990330 w 6186218"/>
                <a:gd name="connsiteY212" fmla="*/ 145402 h 5068526"/>
                <a:gd name="connsiteX213" fmla="*/ 5320382 w 6186218"/>
                <a:gd name="connsiteY213" fmla="*/ 141834 h 5068526"/>
                <a:gd name="connsiteX214" fmla="*/ 5615644 w 6186218"/>
                <a:gd name="connsiteY214" fmla="*/ 96340 h 5068526"/>
                <a:gd name="connsiteX215" fmla="*/ 6104814 w 6186218"/>
                <a:gd name="connsiteY215" fmla="*/ 68129 h 5068526"/>
                <a:gd name="connsiteX216" fmla="*/ 6186218 w 6186218"/>
                <a:gd name="connsiteY216" fmla="*/ 71276 h 5068526"/>
                <a:gd name="connsiteX217" fmla="*/ 6186218 w 6186218"/>
                <a:gd name="connsiteY217" fmla="*/ 97068 h 5068526"/>
                <a:gd name="connsiteX218" fmla="*/ 6037911 w 6186218"/>
                <a:gd name="connsiteY218" fmla="*/ 97121 h 5068526"/>
                <a:gd name="connsiteX219" fmla="*/ 5556771 w 6186218"/>
                <a:gd name="connsiteY219" fmla="*/ 141834 h 5068526"/>
                <a:gd name="connsiteX220" fmla="*/ 5269536 w 6186218"/>
                <a:gd name="connsiteY220" fmla="*/ 190003 h 5068526"/>
                <a:gd name="connsiteX221" fmla="*/ 4943944 w 6186218"/>
                <a:gd name="connsiteY221" fmla="*/ 188220 h 5068526"/>
                <a:gd name="connsiteX222" fmla="*/ 4189284 w 6186218"/>
                <a:gd name="connsiteY222" fmla="*/ 250662 h 5068526"/>
                <a:gd name="connsiteX223" fmla="*/ 4190176 w 6186218"/>
                <a:gd name="connsiteY223" fmla="*/ 250662 h 5068526"/>
                <a:gd name="connsiteX224" fmla="*/ 3493497 w 6186218"/>
                <a:gd name="connsiteY224" fmla="*/ 324701 h 5068526"/>
                <a:gd name="connsiteX225" fmla="*/ 2932408 w 6186218"/>
                <a:gd name="connsiteY225" fmla="*/ 304184 h 5068526"/>
                <a:gd name="connsiteX226" fmla="*/ 2179533 w 6186218"/>
                <a:gd name="connsiteY226" fmla="*/ 288127 h 5068526"/>
                <a:gd name="connsiteX227" fmla="*/ 1807556 w 6186218"/>
                <a:gd name="connsiteY227" fmla="*/ 319348 h 5068526"/>
                <a:gd name="connsiteX228" fmla="*/ 1762508 w 6186218"/>
                <a:gd name="connsiteY228" fmla="*/ 306260 h 5068526"/>
                <a:gd name="connsiteX229" fmla="*/ 1756105 w 6186218"/>
                <a:gd name="connsiteY229" fmla="*/ 302777 h 5068526"/>
                <a:gd name="connsiteX230" fmla="*/ 1756460 w 6186218"/>
                <a:gd name="connsiteY230" fmla="*/ 305751 h 5068526"/>
                <a:gd name="connsiteX231" fmla="*/ 1783471 w 6186218"/>
                <a:gd name="connsiteY231" fmla="*/ 344325 h 5068526"/>
                <a:gd name="connsiteX232" fmla="*/ 1792303 w 6186218"/>
                <a:gd name="connsiteY232" fmla="*/ 358180 h 5068526"/>
                <a:gd name="connsiteX233" fmla="*/ 1808127 w 6186218"/>
                <a:gd name="connsiteY233" fmla="*/ 370709 h 5068526"/>
                <a:gd name="connsiteX234" fmla="*/ 1847697 w 6186218"/>
                <a:gd name="connsiteY234" fmla="*/ 395171 h 5068526"/>
                <a:gd name="connsiteX235" fmla="*/ 1999342 w 6186218"/>
                <a:gd name="connsiteY235" fmla="*/ 426392 h 5068526"/>
                <a:gd name="connsiteX236" fmla="*/ 2113522 w 6186218"/>
                <a:gd name="connsiteY236" fmla="*/ 395171 h 5068526"/>
                <a:gd name="connsiteX237" fmla="*/ 2266953 w 6186218"/>
                <a:gd name="connsiteY237" fmla="*/ 353245 h 5068526"/>
                <a:gd name="connsiteX238" fmla="*/ 2578271 w 6186218"/>
                <a:gd name="connsiteY238" fmla="*/ 426392 h 5068526"/>
                <a:gd name="connsiteX239" fmla="*/ 2709400 w 6186218"/>
                <a:gd name="connsiteY239" fmla="*/ 565549 h 5068526"/>
                <a:gd name="connsiteX240" fmla="*/ 2702264 w 6186218"/>
                <a:gd name="connsiteY240" fmla="*/ 659212 h 5068526"/>
                <a:gd name="connsiteX241" fmla="*/ 2682639 w 6186218"/>
                <a:gd name="connsiteY241" fmla="*/ 672593 h 5068526"/>
                <a:gd name="connsiteX242" fmla="*/ 2700479 w 6186218"/>
                <a:gd name="connsiteY242" fmla="*/ 652968 h 5068526"/>
                <a:gd name="connsiteX243" fmla="*/ 2689776 w 6186218"/>
                <a:gd name="connsiteY243" fmla="*/ 561981 h 5068526"/>
                <a:gd name="connsiteX244" fmla="*/ 2551510 w 6186218"/>
                <a:gd name="connsiteY244" fmla="*/ 443341 h 5068526"/>
                <a:gd name="connsiteX245" fmla="*/ 2269628 w 6186218"/>
                <a:gd name="connsiteY245" fmla="*/ 392494 h 5068526"/>
                <a:gd name="connsiteX246" fmla="*/ 2268737 w 6186218"/>
                <a:gd name="connsiteY246" fmla="*/ 393386 h 5068526"/>
                <a:gd name="connsiteX247" fmla="*/ 2007371 w 6186218"/>
                <a:gd name="connsiteY247" fmla="*/ 465642 h 5068526"/>
                <a:gd name="connsiteX248" fmla="*/ 1839668 w 6186218"/>
                <a:gd name="connsiteY248" fmla="*/ 420147 h 5068526"/>
                <a:gd name="connsiteX249" fmla="*/ 1820280 w 6186218"/>
                <a:gd name="connsiteY249" fmla="*/ 403028 h 5068526"/>
                <a:gd name="connsiteX250" fmla="*/ 1849481 w 6186218"/>
                <a:gd name="connsiteY250" fmla="*/ 473669 h 5068526"/>
                <a:gd name="connsiteX251" fmla="*/ 1859406 w 6186218"/>
                <a:gd name="connsiteY251" fmla="*/ 565995 h 5068526"/>
                <a:gd name="connsiteX252" fmla="*/ 1855920 w 6186218"/>
                <a:gd name="connsiteY252" fmla="*/ 633443 h 5068526"/>
                <a:gd name="connsiteX253" fmla="*/ 1864647 w 6186218"/>
                <a:gd name="connsiteY253" fmla="*/ 644046 h 5068526"/>
                <a:gd name="connsiteX254" fmla="*/ 1917276 w 6186218"/>
                <a:gd name="connsiteY254" fmla="*/ 701136 h 5068526"/>
                <a:gd name="connsiteX255" fmla="*/ 1959584 w 6186218"/>
                <a:gd name="connsiteY255" fmla="*/ 721535 h 5068526"/>
                <a:gd name="connsiteX256" fmla="*/ 1952065 w 6186218"/>
                <a:gd name="connsiteY256" fmla="*/ 703813 h 5068526"/>
                <a:gd name="connsiteX257" fmla="*/ 1952065 w 6186218"/>
                <a:gd name="connsiteY257" fmla="*/ 676160 h 5068526"/>
                <a:gd name="connsiteX258" fmla="*/ 1969905 w 6186218"/>
                <a:gd name="connsiteY258" fmla="*/ 685972 h 5068526"/>
                <a:gd name="connsiteX259" fmla="*/ 2035916 w 6186218"/>
                <a:gd name="connsiteY259" fmla="*/ 740386 h 5068526"/>
                <a:gd name="connsiteX260" fmla="*/ 2080975 w 6186218"/>
                <a:gd name="connsiteY260" fmla="*/ 760219 h 5068526"/>
                <a:gd name="connsiteX261" fmla="*/ 2068921 w 6186218"/>
                <a:gd name="connsiteY261" fmla="*/ 741279 h 5068526"/>
                <a:gd name="connsiteX262" fmla="*/ 2064461 w 6186218"/>
                <a:gd name="connsiteY262" fmla="*/ 716302 h 5068526"/>
                <a:gd name="connsiteX263" fmla="*/ 2146528 w 6186218"/>
                <a:gd name="connsiteY263" fmla="*/ 760012 h 5068526"/>
                <a:gd name="connsiteX264" fmla="*/ 2150806 w 6186218"/>
                <a:gd name="connsiteY264" fmla="*/ 764056 h 5068526"/>
                <a:gd name="connsiteX265" fmla="*/ 2152773 w 6186218"/>
                <a:gd name="connsiteY265" fmla="*/ 759118 h 5068526"/>
                <a:gd name="connsiteX266" fmla="*/ 2208971 w 6186218"/>
                <a:gd name="connsiteY266" fmla="*/ 776067 h 5068526"/>
                <a:gd name="connsiteX267" fmla="*/ 2248220 w 6186218"/>
                <a:gd name="connsiteY267" fmla="*/ 787663 h 5068526"/>
                <a:gd name="connsiteX268" fmla="*/ 2261600 w 6186218"/>
                <a:gd name="connsiteY268" fmla="*/ 800152 h 5068526"/>
                <a:gd name="connsiteX269" fmla="*/ 2249113 w 6186218"/>
                <a:gd name="connsiteY269" fmla="*/ 801936 h 5068526"/>
                <a:gd name="connsiteX270" fmla="*/ 2229376 w 6186218"/>
                <a:gd name="connsiteY270" fmla="*/ 807065 h 5068526"/>
                <a:gd name="connsiteX271" fmla="*/ 2194225 w 6186218"/>
                <a:gd name="connsiteY271" fmla="*/ 810471 h 5068526"/>
                <a:gd name="connsiteX272" fmla="*/ 2196482 w 6186218"/>
                <a:gd name="connsiteY272" fmla="*/ 813534 h 5068526"/>
                <a:gd name="connsiteX273" fmla="*/ 2203618 w 6186218"/>
                <a:gd name="connsiteY273" fmla="*/ 834051 h 5068526"/>
                <a:gd name="connsiteX274" fmla="*/ 2160340 w 6186218"/>
                <a:gd name="connsiteY274" fmla="*/ 811095 h 5068526"/>
                <a:gd name="connsiteX275" fmla="*/ 2124840 w 6186218"/>
                <a:gd name="connsiteY275" fmla="*/ 790099 h 5068526"/>
                <a:gd name="connsiteX276" fmla="*/ 2111738 w 6186218"/>
                <a:gd name="connsiteY276" fmla="*/ 789448 h 5068526"/>
                <a:gd name="connsiteX277" fmla="*/ 2010939 w 6186218"/>
                <a:gd name="connsiteY277" fmla="*/ 770715 h 5068526"/>
                <a:gd name="connsiteX278" fmla="*/ 2011831 w 6186218"/>
                <a:gd name="connsiteY278" fmla="*/ 772499 h 5068526"/>
                <a:gd name="connsiteX279" fmla="*/ 1982171 w 6186218"/>
                <a:gd name="connsiteY279" fmla="*/ 753543 h 5068526"/>
                <a:gd name="connsiteX280" fmla="*/ 1981717 w 6186218"/>
                <a:gd name="connsiteY280" fmla="*/ 753021 h 5068526"/>
                <a:gd name="connsiteX281" fmla="*/ 1951508 w 6186218"/>
                <a:gd name="connsiteY281" fmla="*/ 748636 h 5068526"/>
                <a:gd name="connsiteX282" fmla="*/ 1891407 w 6186218"/>
                <a:gd name="connsiteY282" fmla="*/ 731465 h 5068526"/>
                <a:gd name="connsiteX283" fmla="*/ 1863196 w 6186218"/>
                <a:gd name="connsiteY283" fmla="*/ 710948 h 5068526"/>
                <a:gd name="connsiteX284" fmla="*/ 1852191 w 6186218"/>
                <a:gd name="connsiteY284" fmla="*/ 694480 h 5068526"/>
                <a:gd name="connsiteX285" fmla="*/ 1844799 w 6186218"/>
                <a:gd name="connsiteY285" fmla="*/ 790675 h 5068526"/>
                <a:gd name="connsiteX286" fmla="*/ 1834317 w 6186218"/>
                <a:gd name="connsiteY286" fmla="*/ 925038 h 5068526"/>
                <a:gd name="connsiteX287" fmla="*/ 1799528 w 6186218"/>
                <a:gd name="connsiteY287" fmla="*/ 1246169 h 5068526"/>
                <a:gd name="connsiteX288" fmla="*/ 1758495 w 6186218"/>
                <a:gd name="connsiteY288" fmla="*/ 1430820 h 5068526"/>
                <a:gd name="connsiteX289" fmla="*/ 1758495 w 6186218"/>
                <a:gd name="connsiteY289" fmla="*/ 1593170 h 5068526"/>
                <a:gd name="connsiteX290" fmla="*/ 1802204 w 6186218"/>
                <a:gd name="connsiteY290" fmla="*/ 1877728 h 5068526"/>
                <a:gd name="connsiteX291" fmla="*/ 1755818 w 6186218"/>
                <a:gd name="connsiteY291" fmla="*/ 2004396 h 5068526"/>
                <a:gd name="connsiteX292" fmla="*/ 1691592 w 6186218"/>
                <a:gd name="connsiteY292" fmla="*/ 2023129 h 5068526"/>
                <a:gd name="connsiteX293" fmla="*/ 1648774 w 6186218"/>
                <a:gd name="connsiteY293" fmla="*/ 2023129 h 5068526"/>
                <a:gd name="connsiteX294" fmla="*/ 1588116 w 6186218"/>
                <a:gd name="connsiteY294" fmla="*/ 2065054 h 5068526"/>
                <a:gd name="connsiteX295" fmla="*/ 1518537 w 6186218"/>
                <a:gd name="connsiteY295" fmla="*/ 2106087 h 5068526"/>
                <a:gd name="connsiteX296" fmla="*/ 1402573 w 6186218"/>
                <a:gd name="connsiteY296" fmla="*/ 2081111 h 5068526"/>
                <a:gd name="connsiteX297" fmla="*/ 1353511 w 6186218"/>
                <a:gd name="connsiteY297" fmla="*/ 2065054 h 5068526"/>
                <a:gd name="connsiteX298" fmla="*/ 1319614 w 6186218"/>
                <a:gd name="connsiteY298" fmla="*/ 2089139 h 5068526"/>
                <a:gd name="connsiteX299" fmla="*/ 1359756 w 6186218"/>
                <a:gd name="connsiteY299" fmla="*/ 2057918 h 5068526"/>
                <a:gd name="connsiteX300" fmla="*/ 1389192 w 6186218"/>
                <a:gd name="connsiteY300" fmla="*/ 2060594 h 5068526"/>
                <a:gd name="connsiteX301" fmla="*/ 1423090 w 6186218"/>
                <a:gd name="connsiteY301" fmla="*/ 2085571 h 5068526"/>
                <a:gd name="connsiteX302" fmla="*/ 1538162 w 6186218"/>
                <a:gd name="connsiteY302" fmla="*/ 2082895 h 5068526"/>
                <a:gd name="connsiteX303" fmla="*/ 1596144 w 6186218"/>
                <a:gd name="connsiteY303" fmla="*/ 2033834 h 5068526"/>
                <a:gd name="connsiteX304" fmla="*/ 1672859 w 6186218"/>
                <a:gd name="connsiteY304" fmla="*/ 2000828 h 5068526"/>
                <a:gd name="connsiteX305" fmla="*/ 1721921 w 6186218"/>
                <a:gd name="connsiteY305" fmla="*/ 1996367 h 5068526"/>
                <a:gd name="connsiteX306" fmla="*/ 1760279 w 6186218"/>
                <a:gd name="connsiteY306" fmla="*/ 1962470 h 5068526"/>
                <a:gd name="connsiteX307" fmla="*/ 1773659 w 6186218"/>
                <a:gd name="connsiteY307" fmla="*/ 1850074 h 5068526"/>
                <a:gd name="connsiteX308" fmla="*/ 1722812 w 6186218"/>
                <a:gd name="connsiteY308" fmla="*/ 1578897 h 5068526"/>
                <a:gd name="connsiteX309" fmla="*/ 1724597 w 6186218"/>
                <a:gd name="connsiteY309" fmla="*/ 1414763 h 5068526"/>
                <a:gd name="connsiteX310" fmla="*/ 1761170 w 6186218"/>
                <a:gd name="connsiteY310" fmla="*/ 1239032 h 5068526"/>
                <a:gd name="connsiteX311" fmla="*/ 1761170 w 6186218"/>
                <a:gd name="connsiteY311" fmla="*/ 1238141 h 5068526"/>
                <a:gd name="connsiteX312" fmla="*/ 1792392 w 6186218"/>
                <a:gd name="connsiteY312" fmla="*/ 929498 h 5068526"/>
                <a:gd name="connsiteX313" fmla="*/ 1813800 w 6186218"/>
                <a:gd name="connsiteY313" fmla="*/ 679730 h 5068526"/>
                <a:gd name="connsiteX314" fmla="*/ 1819152 w 6186218"/>
                <a:gd name="connsiteY314" fmla="*/ 492402 h 5068526"/>
                <a:gd name="connsiteX315" fmla="*/ 1768307 w 6186218"/>
                <a:gd name="connsiteY315" fmla="*/ 366626 h 5068526"/>
                <a:gd name="connsiteX316" fmla="*/ 1740235 w 6186218"/>
                <a:gd name="connsiteY316" fmla="*/ 318317 h 5068526"/>
                <a:gd name="connsiteX317" fmla="*/ 1719597 w 6186218"/>
                <a:gd name="connsiteY317" fmla="*/ 277664 h 5068526"/>
                <a:gd name="connsiteX318" fmla="*/ 1718353 w 6186218"/>
                <a:gd name="connsiteY318" fmla="*/ 276531 h 5068526"/>
                <a:gd name="connsiteX319" fmla="*/ 1719385 w 6186218"/>
                <a:gd name="connsiteY319" fmla="*/ 277245 h 5068526"/>
                <a:gd name="connsiteX320" fmla="*/ 1719022 w 6186218"/>
                <a:gd name="connsiteY320" fmla="*/ 276530 h 5068526"/>
                <a:gd name="connsiteX321" fmla="*/ 1697836 w 6186218"/>
                <a:gd name="connsiteY321" fmla="*/ 213196 h 5068526"/>
                <a:gd name="connsiteX322" fmla="*/ 1695663 w 6186218"/>
                <a:gd name="connsiteY322" fmla="*/ 196355 h 5068526"/>
                <a:gd name="connsiteX323" fmla="*/ 1694713 w 6186218"/>
                <a:gd name="connsiteY323" fmla="*/ 194296 h 5068526"/>
                <a:gd name="connsiteX324" fmla="*/ 1671074 w 6186218"/>
                <a:gd name="connsiteY324" fmla="*/ 146293 h 5068526"/>
                <a:gd name="connsiteX325" fmla="*/ 1605064 w 6186218"/>
                <a:gd name="connsiteY325" fmla="*/ 33897 h 5068526"/>
                <a:gd name="connsiteX326" fmla="*/ 1590791 w 6186218"/>
                <a:gd name="connsiteY326" fmla="*/ 0 h 5068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</a:cxnLst>
              <a:rect l="l" t="t" r="r" b="b"/>
              <a:pathLst>
                <a:path w="6186218" h="5068526">
                  <a:moveTo>
                    <a:pt x="6186218" y="3161223"/>
                  </a:moveTo>
                  <a:lnTo>
                    <a:pt x="6186218" y="3201119"/>
                  </a:lnTo>
                  <a:lnTo>
                    <a:pt x="6178518" y="3201503"/>
                  </a:lnTo>
                  <a:lnTo>
                    <a:pt x="6176734" y="3201503"/>
                  </a:lnTo>
                  <a:cubicBezTo>
                    <a:pt x="6101803" y="3201503"/>
                    <a:pt x="6061661" y="3244321"/>
                    <a:pt x="6042928" y="3282678"/>
                  </a:cubicBezTo>
                  <a:cubicBezTo>
                    <a:pt x="6032224" y="3303195"/>
                    <a:pt x="6020628" y="3327280"/>
                    <a:pt x="6002788" y="3343336"/>
                  </a:cubicBezTo>
                  <a:cubicBezTo>
                    <a:pt x="5985839" y="3359393"/>
                    <a:pt x="5964430" y="3369205"/>
                    <a:pt x="5944806" y="3368313"/>
                  </a:cubicBezTo>
                  <a:cubicBezTo>
                    <a:pt x="5901987" y="3363852"/>
                    <a:pt x="5894851" y="3333524"/>
                    <a:pt x="5895743" y="3321927"/>
                  </a:cubicBezTo>
                  <a:cubicBezTo>
                    <a:pt x="5897527" y="3308547"/>
                    <a:pt x="5903772" y="3306763"/>
                    <a:pt x="5902880" y="3306763"/>
                  </a:cubicBezTo>
                  <a:cubicBezTo>
                    <a:pt x="5902880" y="3306763"/>
                    <a:pt x="5901095" y="3310331"/>
                    <a:pt x="5902880" y="3319251"/>
                  </a:cubicBezTo>
                  <a:cubicBezTo>
                    <a:pt x="5904664" y="3327280"/>
                    <a:pt x="5916260" y="3344228"/>
                    <a:pt x="5939453" y="3344228"/>
                  </a:cubicBezTo>
                  <a:cubicBezTo>
                    <a:pt x="5964430" y="3343336"/>
                    <a:pt x="5988514" y="3316575"/>
                    <a:pt x="6006356" y="3268405"/>
                  </a:cubicBezTo>
                  <a:cubicBezTo>
                    <a:pt x="6016168" y="3244321"/>
                    <a:pt x="6034008" y="3214884"/>
                    <a:pt x="6063445" y="3194367"/>
                  </a:cubicBezTo>
                  <a:cubicBezTo>
                    <a:pt x="6091991" y="3172066"/>
                    <a:pt x="6135700" y="3159577"/>
                    <a:pt x="6178518" y="3161361"/>
                  </a:cubicBezTo>
                  <a:close/>
                  <a:moveTo>
                    <a:pt x="5875226" y="2260409"/>
                  </a:moveTo>
                  <a:cubicBezTo>
                    <a:pt x="5979593" y="2267100"/>
                    <a:pt x="6081452" y="2317444"/>
                    <a:pt x="6176287" y="2389615"/>
                  </a:cubicBezTo>
                  <a:lnTo>
                    <a:pt x="6186218" y="2398074"/>
                  </a:lnTo>
                  <a:lnTo>
                    <a:pt x="6186218" y="2450100"/>
                  </a:lnTo>
                  <a:lnTo>
                    <a:pt x="6153694" y="2422885"/>
                  </a:lnTo>
                  <a:cubicBezTo>
                    <a:pt x="6065006" y="2356359"/>
                    <a:pt x="5972680" y="2311032"/>
                    <a:pt x="5882362" y="2302334"/>
                  </a:cubicBezTo>
                  <a:cubicBezTo>
                    <a:pt x="5761046" y="2289847"/>
                    <a:pt x="5662922" y="2352289"/>
                    <a:pt x="5598695" y="2422759"/>
                  </a:cubicBezTo>
                  <a:cubicBezTo>
                    <a:pt x="5531792" y="2492338"/>
                    <a:pt x="5493436" y="2571729"/>
                    <a:pt x="5451510" y="2638631"/>
                  </a:cubicBezTo>
                  <a:cubicBezTo>
                    <a:pt x="5410476" y="2705533"/>
                    <a:pt x="5363199" y="2759947"/>
                    <a:pt x="5309676" y="2788493"/>
                  </a:cubicBezTo>
                  <a:cubicBezTo>
                    <a:pt x="5256154" y="2817929"/>
                    <a:pt x="5208877" y="2821497"/>
                    <a:pt x="5174088" y="2833986"/>
                  </a:cubicBezTo>
                  <a:cubicBezTo>
                    <a:pt x="5139298" y="2844690"/>
                    <a:pt x="5112537" y="2857178"/>
                    <a:pt x="5092912" y="2866991"/>
                  </a:cubicBezTo>
                  <a:cubicBezTo>
                    <a:pt x="5053664" y="2887508"/>
                    <a:pt x="5039390" y="2897320"/>
                    <a:pt x="5039390" y="2897320"/>
                  </a:cubicBezTo>
                  <a:cubicBezTo>
                    <a:pt x="5039390" y="2897320"/>
                    <a:pt x="5049202" y="2887508"/>
                    <a:pt x="5083100" y="2863423"/>
                  </a:cubicBezTo>
                  <a:cubicBezTo>
                    <a:pt x="5100049" y="2851826"/>
                    <a:pt x="5124134" y="2837554"/>
                    <a:pt x="5158031" y="2823281"/>
                  </a:cubicBezTo>
                  <a:cubicBezTo>
                    <a:pt x="5191036" y="2808117"/>
                    <a:pt x="5236530" y="2800089"/>
                    <a:pt x="5283808" y="2775111"/>
                  </a:cubicBezTo>
                  <a:cubicBezTo>
                    <a:pt x="5331086" y="2750135"/>
                    <a:pt x="5375688" y="2701965"/>
                    <a:pt x="5414044" y="2636846"/>
                  </a:cubicBezTo>
                  <a:cubicBezTo>
                    <a:pt x="5454186" y="2572620"/>
                    <a:pt x="5488975" y="2488769"/>
                    <a:pt x="5558554" y="2409379"/>
                  </a:cubicBezTo>
                  <a:cubicBezTo>
                    <a:pt x="5593344" y="2370130"/>
                    <a:pt x="5634376" y="2331772"/>
                    <a:pt x="5687898" y="2302334"/>
                  </a:cubicBezTo>
                  <a:cubicBezTo>
                    <a:pt x="5740528" y="2272898"/>
                    <a:pt x="5806538" y="2255949"/>
                    <a:pt x="5875226" y="2260409"/>
                  </a:cubicBezTo>
                  <a:close/>
                  <a:moveTo>
                    <a:pt x="3111707" y="2072190"/>
                  </a:moveTo>
                  <a:cubicBezTo>
                    <a:pt x="3111707" y="2072190"/>
                    <a:pt x="3112600" y="2080218"/>
                    <a:pt x="3116168" y="2105196"/>
                  </a:cubicBezTo>
                  <a:cubicBezTo>
                    <a:pt x="3118843" y="2129280"/>
                    <a:pt x="3125087" y="2170314"/>
                    <a:pt x="3125980" y="2236324"/>
                  </a:cubicBezTo>
                  <a:cubicBezTo>
                    <a:pt x="3126872" y="2301443"/>
                    <a:pt x="3125980" y="2393322"/>
                    <a:pt x="3098326" y="2513746"/>
                  </a:cubicBezTo>
                  <a:cubicBezTo>
                    <a:pt x="3084054" y="2573512"/>
                    <a:pt x="3063537" y="2641307"/>
                    <a:pt x="3027856" y="2712670"/>
                  </a:cubicBezTo>
                  <a:cubicBezTo>
                    <a:pt x="2993959" y="2784924"/>
                    <a:pt x="2939545" y="2855394"/>
                    <a:pt x="2910108" y="2943705"/>
                  </a:cubicBezTo>
                  <a:cubicBezTo>
                    <a:pt x="2876210" y="3044505"/>
                    <a:pt x="2863722" y="3140845"/>
                    <a:pt x="2848557" y="3227372"/>
                  </a:cubicBezTo>
                  <a:cubicBezTo>
                    <a:pt x="2833393" y="3313899"/>
                    <a:pt x="2819120" y="3389721"/>
                    <a:pt x="2807524" y="3456624"/>
                  </a:cubicBezTo>
                  <a:cubicBezTo>
                    <a:pt x="2782546" y="3590429"/>
                    <a:pt x="2762030" y="3688552"/>
                    <a:pt x="2745081" y="3759023"/>
                  </a:cubicBezTo>
                  <a:cubicBezTo>
                    <a:pt x="2712968" y="3899964"/>
                    <a:pt x="2697804" y="3933862"/>
                    <a:pt x="2697804" y="3933862"/>
                  </a:cubicBezTo>
                  <a:cubicBezTo>
                    <a:pt x="2697804" y="3933862"/>
                    <a:pt x="2708508" y="3885692"/>
                    <a:pt x="2734377" y="3735831"/>
                  </a:cubicBezTo>
                  <a:cubicBezTo>
                    <a:pt x="2746865" y="3660899"/>
                    <a:pt x="2762922" y="3560992"/>
                    <a:pt x="2784330" y="3428971"/>
                  </a:cubicBezTo>
                  <a:cubicBezTo>
                    <a:pt x="2794144" y="3362961"/>
                    <a:pt x="2805740" y="3288923"/>
                    <a:pt x="2818228" y="3205963"/>
                  </a:cubicBezTo>
                  <a:cubicBezTo>
                    <a:pt x="2831609" y="3123005"/>
                    <a:pt x="2841421" y="3030233"/>
                    <a:pt x="2873534" y="2930325"/>
                  </a:cubicBezTo>
                  <a:lnTo>
                    <a:pt x="2873534" y="2928541"/>
                  </a:lnTo>
                  <a:cubicBezTo>
                    <a:pt x="2903864" y="2834878"/>
                    <a:pt x="2956494" y="2764408"/>
                    <a:pt x="2988606" y="2698397"/>
                  </a:cubicBezTo>
                  <a:cubicBezTo>
                    <a:pt x="3022504" y="2632387"/>
                    <a:pt x="3043913" y="2569052"/>
                    <a:pt x="3059077" y="2512854"/>
                  </a:cubicBezTo>
                  <a:cubicBezTo>
                    <a:pt x="3089406" y="2399566"/>
                    <a:pt x="3097435" y="2310363"/>
                    <a:pt x="3101895" y="2244352"/>
                  </a:cubicBezTo>
                  <a:cubicBezTo>
                    <a:pt x="3106355" y="2178342"/>
                    <a:pt x="3107247" y="2135525"/>
                    <a:pt x="3109031" y="2108764"/>
                  </a:cubicBezTo>
                  <a:cubicBezTo>
                    <a:pt x="3109923" y="2082003"/>
                    <a:pt x="3111707" y="2072190"/>
                    <a:pt x="3111707" y="2072190"/>
                  </a:cubicBezTo>
                  <a:close/>
                  <a:moveTo>
                    <a:pt x="1064492" y="2072190"/>
                  </a:moveTo>
                  <a:cubicBezTo>
                    <a:pt x="1064492" y="2072190"/>
                    <a:pt x="1066275" y="2107872"/>
                    <a:pt x="1073412" y="2247029"/>
                  </a:cubicBezTo>
                  <a:cubicBezTo>
                    <a:pt x="1076088" y="2280926"/>
                    <a:pt x="1071628" y="2326419"/>
                    <a:pt x="1093036" y="2364777"/>
                  </a:cubicBezTo>
                  <a:cubicBezTo>
                    <a:pt x="1116229" y="2403134"/>
                    <a:pt x="1177780" y="2412055"/>
                    <a:pt x="1230409" y="2371913"/>
                  </a:cubicBezTo>
                  <a:cubicBezTo>
                    <a:pt x="1246466" y="2362101"/>
                    <a:pt x="1276795" y="2363885"/>
                    <a:pt x="1291960" y="2381726"/>
                  </a:cubicBezTo>
                  <a:cubicBezTo>
                    <a:pt x="1307124" y="2397782"/>
                    <a:pt x="1315154" y="2419191"/>
                    <a:pt x="1315154" y="2441492"/>
                  </a:cubicBezTo>
                  <a:cubicBezTo>
                    <a:pt x="1313369" y="2485201"/>
                    <a:pt x="1291069" y="2519991"/>
                    <a:pt x="1297312" y="2554779"/>
                  </a:cubicBezTo>
                  <a:cubicBezTo>
                    <a:pt x="1307124" y="2629710"/>
                    <a:pt x="1390975" y="2685908"/>
                    <a:pt x="1461446" y="2763515"/>
                  </a:cubicBezTo>
                  <a:cubicBezTo>
                    <a:pt x="1542621" y="2849150"/>
                    <a:pt x="1606847" y="2933893"/>
                    <a:pt x="1659477" y="3013284"/>
                  </a:cubicBezTo>
                  <a:cubicBezTo>
                    <a:pt x="1712999" y="3091783"/>
                    <a:pt x="1748682" y="3168498"/>
                    <a:pt x="1788823" y="3224696"/>
                  </a:cubicBezTo>
                  <a:cubicBezTo>
                    <a:pt x="1828072" y="3281785"/>
                    <a:pt x="1874458" y="3320143"/>
                    <a:pt x="1920843" y="3337092"/>
                  </a:cubicBezTo>
                  <a:cubicBezTo>
                    <a:pt x="1966337" y="3354040"/>
                    <a:pt x="2010939" y="3350472"/>
                    <a:pt x="2048404" y="3346904"/>
                  </a:cubicBezTo>
                  <a:cubicBezTo>
                    <a:pt x="2124227" y="3336200"/>
                    <a:pt x="2175073" y="3332632"/>
                    <a:pt x="2204510" y="3338876"/>
                  </a:cubicBezTo>
                  <a:lnTo>
                    <a:pt x="2223677" y="3343544"/>
                  </a:lnTo>
                  <a:lnTo>
                    <a:pt x="2222629" y="3301453"/>
                  </a:lnTo>
                  <a:cubicBezTo>
                    <a:pt x="2217109" y="3211093"/>
                    <a:pt x="2204063" y="3138169"/>
                    <a:pt x="2200049" y="3079294"/>
                  </a:cubicBezTo>
                  <a:cubicBezTo>
                    <a:pt x="2192913" y="3000796"/>
                    <a:pt x="2196481" y="2949950"/>
                    <a:pt x="2200049" y="2918730"/>
                  </a:cubicBezTo>
                  <a:cubicBezTo>
                    <a:pt x="2204509" y="2887508"/>
                    <a:pt x="2208077" y="2876804"/>
                    <a:pt x="2208077" y="2876804"/>
                  </a:cubicBezTo>
                  <a:cubicBezTo>
                    <a:pt x="2208077" y="2876804"/>
                    <a:pt x="2208077" y="2886616"/>
                    <a:pt x="2208077" y="2915161"/>
                  </a:cubicBezTo>
                  <a:cubicBezTo>
                    <a:pt x="2208077" y="2943706"/>
                    <a:pt x="2210753" y="2990984"/>
                    <a:pt x="2222350" y="3065915"/>
                  </a:cubicBezTo>
                  <a:cubicBezTo>
                    <a:pt x="2232162" y="3140845"/>
                    <a:pt x="2259815" y="3242537"/>
                    <a:pt x="2263384" y="3386154"/>
                  </a:cubicBezTo>
                  <a:cubicBezTo>
                    <a:pt x="2265168" y="3457517"/>
                    <a:pt x="2258923" y="3538692"/>
                    <a:pt x="2248218" y="3629679"/>
                  </a:cubicBezTo>
                  <a:cubicBezTo>
                    <a:pt x="2242867" y="3675172"/>
                    <a:pt x="2236622" y="3722450"/>
                    <a:pt x="2230378" y="3773296"/>
                  </a:cubicBezTo>
                  <a:cubicBezTo>
                    <a:pt x="2225026" y="3824142"/>
                    <a:pt x="2214321" y="3876771"/>
                    <a:pt x="2227702" y="3925834"/>
                  </a:cubicBezTo>
                  <a:cubicBezTo>
                    <a:pt x="2243758" y="3981139"/>
                    <a:pt x="2274087" y="4038230"/>
                    <a:pt x="2291036" y="4093535"/>
                  </a:cubicBezTo>
                  <a:cubicBezTo>
                    <a:pt x="2309769" y="4148841"/>
                    <a:pt x="2323150" y="4202364"/>
                    <a:pt x="2332069" y="4254102"/>
                  </a:cubicBezTo>
                  <a:cubicBezTo>
                    <a:pt x="2349019" y="4357577"/>
                    <a:pt x="2342774" y="4453916"/>
                    <a:pt x="2322257" y="4533307"/>
                  </a:cubicBezTo>
                  <a:cubicBezTo>
                    <a:pt x="2300849" y="4611806"/>
                    <a:pt x="2277656" y="4675141"/>
                    <a:pt x="2268736" y="4731339"/>
                  </a:cubicBezTo>
                  <a:cubicBezTo>
                    <a:pt x="2260707" y="4785752"/>
                    <a:pt x="2259815" y="4843734"/>
                    <a:pt x="2232162" y="4884768"/>
                  </a:cubicBezTo>
                  <a:cubicBezTo>
                    <a:pt x="2207185" y="4923126"/>
                    <a:pt x="2184884" y="4945427"/>
                    <a:pt x="2175072" y="4969511"/>
                  </a:cubicBezTo>
                  <a:cubicBezTo>
                    <a:pt x="2165260" y="4992704"/>
                    <a:pt x="2162584" y="5013221"/>
                    <a:pt x="2162584" y="5028385"/>
                  </a:cubicBezTo>
                  <a:cubicBezTo>
                    <a:pt x="2162584" y="5058714"/>
                    <a:pt x="2166151" y="5068526"/>
                    <a:pt x="2166151" y="5068526"/>
                  </a:cubicBezTo>
                  <a:cubicBezTo>
                    <a:pt x="2166151" y="5068526"/>
                    <a:pt x="2165260" y="5064959"/>
                    <a:pt x="2162584" y="5057823"/>
                  </a:cubicBezTo>
                  <a:cubicBezTo>
                    <a:pt x="2160800" y="5049794"/>
                    <a:pt x="2158123" y="5038197"/>
                    <a:pt x="2158123" y="5020357"/>
                  </a:cubicBezTo>
                  <a:cubicBezTo>
                    <a:pt x="2158123" y="5002516"/>
                    <a:pt x="2160800" y="4978431"/>
                    <a:pt x="2173288" y="4952562"/>
                  </a:cubicBezTo>
                  <a:cubicBezTo>
                    <a:pt x="2184884" y="4925801"/>
                    <a:pt x="2212537" y="4899041"/>
                    <a:pt x="2229486" y="4857115"/>
                  </a:cubicBezTo>
                  <a:cubicBezTo>
                    <a:pt x="2246435" y="4814297"/>
                    <a:pt x="2241083" y="4761667"/>
                    <a:pt x="2252679" y="4702794"/>
                  </a:cubicBezTo>
                  <a:cubicBezTo>
                    <a:pt x="2262491" y="4643919"/>
                    <a:pt x="2286576" y="4578801"/>
                    <a:pt x="2301741" y="4502978"/>
                  </a:cubicBezTo>
                  <a:cubicBezTo>
                    <a:pt x="2316013" y="4427155"/>
                    <a:pt x="2316013" y="4338845"/>
                    <a:pt x="2296388" y="4244289"/>
                  </a:cubicBezTo>
                  <a:cubicBezTo>
                    <a:pt x="2286576" y="4197011"/>
                    <a:pt x="2272303" y="4147950"/>
                    <a:pt x="2253571" y="4097996"/>
                  </a:cubicBezTo>
                  <a:cubicBezTo>
                    <a:pt x="2236622" y="4047150"/>
                    <a:pt x="2208969" y="3998980"/>
                    <a:pt x="2190236" y="3938322"/>
                  </a:cubicBezTo>
                  <a:lnTo>
                    <a:pt x="2190236" y="3934753"/>
                  </a:lnTo>
                  <a:cubicBezTo>
                    <a:pt x="2174180" y="3875880"/>
                    <a:pt x="2185776" y="3820573"/>
                    <a:pt x="2190236" y="3772404"/>
                  </a:cubicBezTo>
                  <a:cubicBezTo>
                    <a:pt x="2196481" y="3723342"/>
                    <a:pt x="2201833" y="3676956"/>
                    <a:pt x="2207185" y="3632355"/>
                  </a:cubicBezTo>
                  <a:cubicBezTo>
                    <a:pt x="2217889" y="3544936"/>
                    <a:pt x="2224134" y="3466437"/>
                    <a:pt x="2225026" y="3397750"/>
                  </a:cubicBezTo>
                  <a:lnTo>
                    <a:pt x="2223743" y="3346215"/>
                  </a:lnTo>
                  <a:lnTo>
                    <a:pt x="2196481" y="3343336"/>
                  </a:lnTo>
                  <a:cubicBezTo>
                    <a:pt x="2162584" y="3340660"/>
                    <a:pt x="2109063" y="3352256"/>
                    <a:pt x="2029671" y="3364745"/>
                  </a:cubicBezTo>
                  <a:cubicBezTo>
                    <a:pt x="1990422" y="3370097"/>
                    <a:pt x="1941360" y="3371881"/>
                    <a:pt x="1891406" y="3347796"/>
                  </a:cubicBezTo>
                  <a:cubicBezTo>
                    <a:pt x="1841452" y="3324603"/>
                    <a:pt x="1794176" y="3280001"/>
                    <a:pt x="1753141" y="3221128"/>
                  </a:cubicBezTo>
                  <a:cubicBezTo>
                    <a:pt x="1712999" y="3162253"/>
                    <a:pt x="1674642" y="3090891"/>
                    <a:pt x="1622904" y="3018637"/>
                  </a:cubicBezTo>
                  <a:cubicBezTo>
                    <a:pt x="1571166" y="2945489"/>
                    <a:pt x="1509616" y="2868775"/>
                    <a:pt x="1433793" y="2791168"/>
                  </a:cubicBezTo>
                  <a:lnTo>
                    <a:pt x="1431117" y="2788493"/>
                  </a:lnTo>
                  <a:cubicBezTo>
                    <a:pt x="1396328" y="2751919"/>
                    <a:pt x="1361538" y="2721590"/>
                    <a:pt x="1328533" y="2687692"/>
                  </a:cubicBezTo>
                  <a:cubicBezTo>
                    <a:pt x="1296421" y="2653795"/>
                    <a:pt x="1265199" y="2615438"/>
                    <a:pt x="1256279" y="2566376"/>
                  </a:cubicBezTo>
                  <a:cubicBezTo>
                    <a:pt x="1246466" y="2515530"/>
                    <a:pt x="1271443" y="2472712"/>
                    <a:pt x="1273227" y="2445952"/>
                  </a:cubicBezTo>
                  <a:cubicBezTo>
                    <a:pt x="1275012" y="2433463"/>
                    <a:pt x="1272336" y="2420975"/>
                    <a:pt x="1266091" y="2412946"/>
                  </a:cubicBezTo>
                  <a:cubicBezTo>
                    <a:pt x="1259847" y="2404027"/>
                    <a:pt x="1257170" y="2404027"/>
                    <a:pt x="1250927" y="2404918"/>
                  </a:cubicBezTo>
                  <a:cubicBezTo>
                    <a:pt x="1243790" y="2405811"/>
                    <a:pt x="1231302" y="2415623"/>
                    <a:pt x="1213462" y="2423651"/>
                  </a:cubicBezTo>
                  <a:cubicBezTo>
                    <a:pt x="1195620" y="2431679"/>
                    <a:pt x="1177780" y="2434356"/>
                    <a:pt x="1160831" y="2434356"/>
                  </a:cubicBezTo>
                  <a:cubicBezTo>
                    <a:pt x="1126042" y="2434356"/>
                    <a:pt x="1092144" y="2420083"/>
                    <a:pt x="1072520" y="2393322"/>
                  </a:cubicBezTo>
                  <a:cubicBezTo>
                    <a:pt x="1052895" y="2366561"/>
                    <a:pt x="1050218" y="2338908"/>
                    <a:pt x="1048435" y="2317499"/>
                  </a:cubicBezTo>
                  <a:cubicBezTo>
                    <a:pt x="1046650" y="2295198"/>
                    <a:pt x="1048435" y="2276465"/>
                    <a:pt x="1048435" y="2257733"/>
                  </a:cubicBezTo>
                  <a:cubicBezTo>
                    <a:pt x="1053788" y="2113224"/>
                    <a:pt x="1064492" y="2072190"/>
                    <a:pt x="1064492" y="2072190"/>
                  </a:cubicBezTo>
                  <a:close/>
                  <a:moveTo>
                    <a:pt x="2500665" y="781420"/>
                  </a:moveTo>
                  <a:lnTo>
                    <a:pt x="2504456" y="795319"/>
                  </a:lnTo>
                  <a:lnTo>
                    <a:pt x="2495313" y="801044"/>
                  </a:lnTo>
                  <a:lnTo>
                    <a:pt x="2495313" y="801936"/>
                  </a:lnTo>
                  <a:lnTo>
                    <a:pt x="2486393" y="805504"/>
                  </a:lnTo>
                  <a:lnTo>
                    <a:pt x="2486393" y="792453"/>
                  </a:lnTo>
                  <a:close/>
                  <a:moveTo>
                    <a:pt x="2538801" y="773814"/>
                  </a:moveTo>
                  <a:lnTo>
                    <a:pt x="2559540" y="776068"/>
                  </a:lnTo>
                  <a:lnTo>
                    <a:pt x="2529210" y="809965"/>
                  </a:lnTo>
                  <a:cubicBezTo>
                    <a:pt x="2499773" y="842969"/>
                    <a:pt x="2464092" y="854566"/>
                    <a:pt x="2437330" y="857242"/>
                  </a:cubicBezTo>
                  <a:cubicBezTo>
                    <a:pt x="2409678" y="859919"/>
                    <a:pt x="2389161" y="853674"/>
                    <a:pt x="2375780" y="846538"/>
                  </a:cubicBezTo>
                  <a:cubicBezTo>
                    <a:pt x="2349020" y="831373"/>
                    <a:pt x="2347236" y="817993"/>
                    <a:pt x="2347236" y="817993"/>
                  </a:cubicBezTo>
                  <a:cubicBezTo>
                    <a:pt x="2347236" y="817993"/>
                    <a:pt x="2353480" y="820669"/>
                    <a:pt x="2377565" y="825129"/>
                  </a:cubicBezTo>
                  <a:cubicBezTo>
                    <a:pt x="2394290" y="826467"/>
                    <a:pt x="2428076" y="829310"/>
                    <a:pt x="2464246" y="809575"/>
                  </a:cubicBezTo>
                  <a:lnTo>
                    <a:pt x="2468896" y="805978"/>
                  </a:lnTo>
                  <a:lnTo>
                    <a:pt x="2476580" y="807288"/>
                  </a:lnTo>
                  <a:cubicBezTo>
                    <a:pt x="2494421" y="809965"/>
                    <a:pt x="2508694" y="810856"/>
                    <a:pt x="2508694" y="810856"/>
                  </a:cubicBezTo>
                  <a:lnTo>
                    <a:pt x="2504456" y="795319"/>
                  </a:lnTo>
                  <a:close/>
                  <a:moveTo>
                    <a:pt x="2684424" y="642262"/>
                  </a:moveTo>
                  <a:cubicBezTo>
                    <a:pt x="2684424" y="642262"/>
                    <a:pt x="2676396" y="651183"/>
                    <a:pt x="2654095" y="679728"/>
                  </a:cubicBezTo>
                  <a:cubicBezTo>
                    <a:pt x="2642053" y="693108"/>
                    <a:pt x="2626442" y="712733"/>
                    <a:pt x="2601800" y="734364"/>
                  </a:cubicBezTo>
                  <a:lnTo>
                    <a:pt x="2538801" y="773814"/>
                  </a:lnTo>
                  <a:lnTo>
                    <a:pt x="2518506" y="771607"/>
                  </a:lnTo>
                  <a:cubicBezTo>
                    <a:pt x="2509586" y="770715"/>
                    <a:pt x="2497989" y="769823"/>
                    <a:pt x="2486393" y="768039"/>
                  </a:cubicBezTo>
                  <a:lnTo>
                    <a:pt x="2486393" y="792453"/>
                  </a:lnTo>
                  <a:lnTo>
                    <a:pt x="2468896" y="805978"/>
                  </a:lnTo>
                  <a:lnTo>
                    <a:pt x="2435666" y="800315"/>
                  </a:lnTo>
                  <a:lnTo>
                    <a:pt x="2409566" y="807958"/>
                  </a:lnTo>
                  <a:cubicBezTo>
                    <a:pt x="2393621" y="811749"/>
                    <a:pt x="2373105" y="815317"/>
                    <a:pt x="2346343" y="817101"/>
                  </a:cubicBezTo>
                  <a:lnTo>
                    <a:pt x="2345452" y="816209"/>
                  </a:lnTo>
                  <a:cubicBezTo>
                    <a:pt x="2295498" y="818885"/>
                    <a:pt x="2270520" y="801936"/>
                    <a:pt x="2258924" y="789448"/>
                  </a:cubicBezTo>
                  <a:cubicBezTo>
                    <a:pt x="2247328" y="776068"/>
                    <a:pt x="2247328" y="763579"/>
                    <a:pt x="2247328" y="763579"/>
                  </a:cubicBezTo>
                  <a:cubicBezTo>
                    <a:pt x="2247328" y="763579"/>
                    <a:pt x="2251788" y="763579"/>
                    <a:pt x="2266953" y="766255"/>
                  </a:cubicBezTo>
                  <a:cubicBezTo>
                    <a:pt x="2282117" y="768039"/>
                    <a:pt x="2309770" y="775175"/>
                    <a:pt x="2354372" y="777852"/>
                  </a:cubicBezTo>
                  <a:cubicBezTo>
                    <a:pt x="2378903" y="778744"/>
                    <a:pt x="2397190" y="778744"/>
                    <a:pt x="2411462" y="779078"/>
                  </a:cubicBezTo>
                  <a:lnTo>
                    <a:pt x="2433048" y="781193"/>
                  </a:lnTo>
                  <a:lnTo>
                    <a:pt x="2476580" y="765363"/>
                  </a:lnTo>
                  <a:cubicBezTo>
                    <a:pt x="2476580" y="765363"/>
                    <a:pt x="2481932" y="763579"/>
                    <a:pt x="2484609" y="762687"/>
                  </a:cubicBezTo>
                  <a:cubicBezTo>
                    <a:pt x="2577380" y="727005"/>
                    <a:pt x="2618413" y="685080"/>
                    <a:pt x="2646066" y="666347"/>
                  </a:cubicBezTo>
                  <a:cubicBezTo>
                    <a:pt x="2672828" y="645831"/>
                    <a:pt x="2684424" y="642262"/>
                    <a:pt x="2684424" y="642262"/>
                  </a:cubicBezTo>
                  <a:close/>
                  <a:moveTo>
                    <a:pt x="825427" y="297048"/>
                  </a:moveTo>
                  <a:cubicBezTo>
                    <a:pt x="825427" y="297048"/>
                    <a:pt x="821858" y="304184"/>
                    <a:pt x="814723" y="325592"/>
                  </a:cubicBezTo>
                  <a:cubicBezTo>
                    <a:pt x="808478" y="347002"/>
                    <a:pt x="795990" y="384466"/>
                    <a:pt x="795990" y="444233"/>
                  </a:cubicBezTo>
                  <a:cubicBezTo>
                    <a:pt x="795990" y="474562"/>
                    <a:pt x="797774" y="511135"/>
                    <a:pt x="795990" y="554845"/>
                  </a:cubicBezTo>
                  <a:cubicBezTo>
                    <a:pt x="792422" y="598554"/>
                    <a:pt x="779041" y="647617"/>
                    <a:pt x="766553" y="702030"/>
                  </a:cubicBezTo>
                  <a:cubicBezTo>
                    <a:pt x="741576" y="811750"/>
                    <a:pt x="738900" y="955367"/>
                    <a:pt x="766553" y="1133773"/>
                  </a:cubicBezTo>
                  <a:cubicBezTo>
                    <a:pt x="782609" y="1233681"/>
                    <a:pt x="797774" y="1325560"/>
                    <a:pt x="814723" y="1403167"/>
                  </a:cubicBezTo>
                  <a:cubicBezTo>
                    <a:pt x="830779" y="1480774"/>
                    <a:pt x="867353" y="1536972"/>
                    <a:pt x="904818" y="1587817"/>
                  </a:cubicBezTo>
                  <a:cubicBezTo>
                    <a:pt x="942283" y="1637771"/>
                    <a:pt x="977073" y="1684157"/>
                    <a:pt x="999374" y="1729650"/>
                  </a:cubicBezTo>
                  <a:cubicBezTo>
                    <a:pt x="1021675" y="1775144"/>
                    <a:pt x="1032378" y="1817961"/>
                    <a:pt x="1032378" y="1855427"/>
                  </a:cubicBezTo>
                  <a:cubicBezTo>
                    <a:pt x="1032378" y="1892892"/>
                    <a:pt x="1024350" y="1917869"/>
                    <a:pt x="1027027" y="1937494"/>
                  </a:cubicBezTo>
                  <a:cubicBezTo>
                    <a:pt x="1027918" y="1956226"/>
                    <a:pt x="1036839" y="1969607"/>
                    <a:pt x="1043975" y="1977636"/>
                  </a:cubicBezTo>
                  <a:cubicBezTo>
                    <a:pt x="1060031" y="1992800"/>
                    <a:pt x="1070736" y="1990123"/>
                    <a:pt x="1070736" y="1991016"/>
                  </a:cubicBezTo>
                  <a:cubicBezTo>
                    <a:pt x="1071628" y="1990123"/>
                    <a:pt x="1057356" y="1996368"/>
                    <a:pt x="1036839" y="1976743"/>
                  </a:cubicBezTo>
                  <a:cubicBezTo>
                    <a:pt x="1027027" y="1966931"/>
                    <a:pt x="1018106" y="1949982"/>
                    <a:pt x="1017214" y="1925897"/>
                  </a:cubicBezTo>
                  <a:cubicBezTo>
                    <a:pt x="1015430" y="1902705"/>
                    <a:pt x="1021675" y="1872375"/>
                    <a:pt x="1016322" y="1836694"/>
                  </a:cubicBezTo>
                  <a:cubicBezTo>
                    <a:pt x="1010970" y="1801013"/>
                    <a:pt x="995806" y="1760872"/>
                    <a:pt x="969936" y="1719838"/>
                  </a:cubicBezTo>
                  <a:cubicBezTo>
                    <a:pt x="944959" y="1677912"/>
                    <a:pt x="908386" y="1636879"/>
                    <a:pt x="870028" y="1586926"/>
                  </a:cubicBezTo>
                  <a:cubicBezTo>
                    <a:pt x="830779" y="1537863"/>
                    <a:pt x="795098" y="1474529"/>
                    <a:pt x="778149" y="1396030"/>
                  </a:cubicBezTo>
                  <a:cubicBezTo>
                    <a:pt x="760308" y="1318424"/>
                    <a:pt x="744252" y="1233681"/>
                    <a:pt x="727304" y="1139125"/>
                  </a:cubicBezTo>
                  <a:lnTo>
                    <a:pt x="726412" y="1140017"/>
                  </a:lnTo>
                  <a:cubicBezTo>
                    <a:pt x="696083" y="965180"/>
                    <a:pt x="698758" y="817101"/>
                    <a:pt x="726412" y="703814"/>
                  </a:cubicBezTo>
                  <a:cubicBezTo>
                    <a:pt x="740684" y="647617"/>
                    <a:pt x="755848" y="601231"/>
                    <a:pt x="762985" y="561088"/>
                  </a:cubicBezTo>
                  <a:cubicBezTo>
                    <a:pt x="769229" y="520947"/>
                    <a:pt x="768337" y="482590"/>
                    <a:pt x="771905" y="452260"/>
                  </a:cubicBezTo>
                  <a:cubicBezTo>
                    <a:pt x="776365" y="388927"/>
                    <a:pt x="795098" y="347893"/>
                    <a:pt x="806694" y="326484"/>
                  </a:cubicBezTo>
                  <a:cubicBezTo>
                    <a:pt x="819183" y="304184"/>
                    <a:pt x="825427" y="297048"/>
                    <a:pt x="825427" y="297048"/>
                  </a:cubicBezTo>
                  <a:close/>
                  <a:moveTo>
                    <a:pt x="847728" y="199816"/>
                  </a:moveTo>
                  <a:cubicBezTo>
                    <a:pt x="847728" y="199816"/>
                    <a:pt x="846836" y="204276"/>
                    <a:pt x="842376" y="217657"/>
                  </a:cubicBezTo>
                  <a:cubicBezTo>
                    <a:pt x="837916" y="231038"/>
                    <a:pt x="832564" y="253338"/>
                    <a:pt x="818291" y="287235"/>
                  </a:cubicBezTo>
                  <a:cubicBezTo>
                    <a:pt x="804018" y="320241"/>
                    <a:pt x="784394" y="371086"/>
                    <a:pt x="728196" y="417472"/>
                  </a:cubicBezTo>
                  <a:cubicBezTo>
                    <a:pt x="700543" y="439773"/>
                    <a:pt x="660401" y="460288"/>
                    <a:pt x="611339" y="460288"/>
                  </a:cubicBezTo>
                  <a:cubicBezTo>
                    <a:pt x="563170" y="460288"/>
                    <a:pt x="513216" y="443341"/>
                    <a:pt x="462370" y="427285"/>
                  </a:cubicBezTo>
                  <a:cubicBezTo>
                    <a:pt x="349974" y="389819"/>
                    <a:pt x="258986" y="419256"/>
                    <a:pt x="192977" y="446909"/>
                  </a:cubicBezTo>
                  <a:cubicBezTo>
                    <a:pt x="126965" y="476346"/>
                    <a:pt x="80579" y="508459"/>
                    <a:pt x="49358" y="529868"/>
                  </a:cubicBezTo>
                  <a:cubicBezTo>
                    <a:pt x="-11300" y="576254"/>
                    <a:pt x="4757" y="604799"/>
                    <a:pt x="1189" y="603906"/>
                  </a:cubicBezTo>
                  <a:cubicBezTo>
                    <a:pt x="1189" y="603906"/>
                    <a:pt x="-1488" y="597663"/>
                    <a:pt x="1189" y="580713"/>
                  </a:cubicBezTo>
                  <a:cubicBezTo>
                    <a:pt x="2974" y="564657"/>
                    <a:pt x="17245" y="538788"/>
                    <a:pt x="49358" y="512027"/>
                  </a:cubicBezTo>
                  <a:cubicBezTo>
                    <a:pt x="81472" y="485267"/>
                    <a:pt x="126965" y="449586"/>
                    <a:pt x="194760" y="416580"/>
                  </a:cubicBezTo>
                  <a:cubicBezTo>
                    <a:pt x="260770" y="385359"/>
                    <a:pt x="360679" y="354137"/>
                    <a:pt x="476643" y="389819"/>
                  </a:cubicBezTo>
                  <a:lnTo>
                    <a:pt x="475751" y="390711"/>
                  </a:lnTo>
                  <a:cubicBezTo>
                    <a:pt x="527488" y="404984"/>
                    <a:pt x="571198" y="419256"/>
                    <a:pt x="608664" y="419256"/>
                  </a:cubicBezTo>
                  <a:cubicBezTo>
                    <a:pt x="646129" y="419256"/>
                    <a:pt x="675565" y="406768"/>
                    <a:pt x="700543" y="389819"/>
                  </a:cubicBezTo>
                  <a:cubicBezTo>
                    <a:pt x="749604" y="355030"/>
                    <a:pt x="774582" y="313104"/>
                    <a:pt x="794206" y="281883"/>
                  </a:cubicBezTo>
                  <a:cubicBezTo>
                    <a:pt x="812939" y="250662"/>
                    <a:pt x="825428" y="229254"/>
                    <a:pt x="834348" y="216765"/>
                  </a:cubicBezTo>
                  <a:cubicBezTo>
                    <a:pt x="843269" y="204276"/>
                    <a:pt x="847728" y="199816"/>
                    <a:pt x="847728" y="199816"/>
                  </a:cubicBezTo>
                  <a:close/>
                  <a:moveTo>
                    <a:pt x="1590791" y="0"/>
                  </a:moveTo>
                  <a:cubicBezTo>
                    <a:pt x="1590791" y="0"/>
                    <a:pt x="1597928" y="0"/>
                    <a:pt x="1620229" y="14273"/>
                  </a:cubicBezTo>
                  <a:cubicBezTo>
                    <a:pt x="1641637" y="27653"/>
                    <a:pt x="1679102" y="61550"/>
                    <a:pt x="1709432" y="133805"/>
                  </a:cubicBezTo>
                  <a:cubicBezTo>
                    <a:pt x="1741545" y="214980"/>
                    <a:pt x="1747789" y="258690"/>
                    <a:pt x="1754034" y="285451"/>
                  </a:cubicBezTo>
                  <a:lnTo>
                    <a:pt x="1755004" y="293563"/>
                  </a:lnTo>
                  <a:lnTo>
                    <a:pt x="1799528" y="306860"/>
                  </a:lnTo>
                  <a:cubicBezTo>
                    <a:pt x="1866430" y="319348"/>
                    <a:pt x="1973474" y="280099"/>
                    <a:pt x="2150989" y="257798"/>
                  </a:cubicBezTo>
                  <a:cubicBezTo>
                    <a:pt x="2328503" y="233712"/>
                    <a:pt x="2574703" y="230145"/>
                    <a:pt x="2907432" y="250662"/>
                  </a:cubicBezTo>
                  <a:cubicBezTo>
                    <a:pt x="3073350" y="259582"/>
                    <a:pt x="3261569" y="272071"/>
                    <a:pt x="3473873" y="269395"/>
                  </a:cubicBezTo>
                  <a:cubicBezTo>
                    <a:pt x="3686177" y="267610"/>
                    <a:pt x="3920782" y="236389"/>
                    <a:pt x="4183039" y="198032"/>
                  </a:cubicBezTo>
                  <a:cubicBezTo>
                    <a:pt x="4478302" y="155215"/>
                    <a:pt x="4748588" y="127561"/>
                    <a:pt x="4990330" y="145402"/>
                  </a:cubicBezTo>
                  <a:cubicBezTo>
                    <a:pt x="5110754" y="154321"/>
                    <a:pt x="5217798" y="158782"/>
                    <a:pt x="5320382" y="141834"/>
                  </a:cubicBezTo>
                  <a:cubicBezTo>
                    <a:pt x="5422966" y="126670"/>
                    <a:pt x="5521982" y="107044"/>
                    <a:pt x="5615644" y="96340"/>
                  </a:cubicBezTo>
                  <a:cubicBezTo>
                    <a:pt x="5802080" y="73593"/>
                    <a:pt x="5964430" y="66680"/>
                    <a:pt x="6104814" y="68129"/>
                  </a:cubicBezTo>
                  <a:lnTo>
                    <a:pt x="6186218" y="71276"/>
                  </a:lnTo>
                  <a:lnTo>
                    <a:pt x="6186218" y="97068"/>
                  </a:lnTo>
                  <a:lnTo>
                    <a:pt x="6037911" y="97121"/>
                  </a:lnTo>
                  <a:cubicBezTo>
                    <a:pt x="5897082" y="101024"/>
                    <a:pt x="5736962" y="113735"/>
                    <a:pt x="5556771" y="141834"/>
                  </a:cubicBezTo>
                  <a:cubicBezTo>
                    <a:pt x="5466675" y="155215"/>
                    <a:pt x="5372120" y="177515"/>
                    <a:pt x="5269536" y="190003"/>
                  </a:cubicBezTo>
                  <a:cubicBezTo>
                    <a:pt x="5166952" y="203384"/>
                    <a:pt x="5057232" y="193570"/>
                    <a:pt x="4943944" y="188220"/>
                  </a:cubicBezTo>
                  <a:cubicBezTo>
                    <a:pt x="4716476" y="178406"/>
                    <a:pt x="4464922" y="208737"/>
                    <a:pt x="4189284" y="250662"/>
                  </a:cubicBezTo>
                  <a:lnTo>
                    <a:pt x="4190176" y="250662"/>
                  </a:lnTo>
                  <a:cubicBezTo>
                    <a:pt x="3935946" y="289911"/>
                    <a:pt x="3704910" y="322024"/>
                    <a:pt x="3493497" y="324701"/>
                  </a:cubicBezTo>
                  <a:cubicBezTo>
                    <a:pt x="3282978" y="328269"/>
                    <a:pt x="3096542" y="314888"/>
                    <a:pt x="2932408" y="304184"/>
                  </a:cubicBezTo>
                  <a:cubicBezTo>
                    <a:pt x="2604140" y="280099"/>
                    <a:pt x="2359724" y="273854"/>
                    <a:pt x="2179533" y="288127"/>
                  </a:cubicBezTo>
                  <a:cubicBezTo>
                    <a:pt x="2001127" y="299723"/>
                    <a:pt x="1883378" y="335405"/>
                    <a:pt x="1807556" y="319348"/>
                  </a:cubicBezTo>
                  <a:cubicBezTo>
                    <a:pt x="1789046" y="315780"/>
                    <a:pt x="1774272" y="311152"/>
                    <a:pt x="1762508" y="306260"/>
                  </a:cubicBezTo>
                  <a:lnTo>
                    <a:pt x="1756105" y="302777"/>
                  </a:lnTo>
                  <a:lnTo>
                    <a:pt x="1756460" y="305751"/>
                  </a:lnTo>
                  <a:lnTo>
                    <a:pt x="1783471" y="344325"/>
                  </a:lnTo>
                  <a:lnTo>
                    <a:pt x="1792303" y="358180"/>
                  </a:lnTo>
                  <a:lnTo>
                    <a:pt x="1808127" y="370709"/>
                  </a:lnTo>
                  <a:cubicBezTo>
                    <a:pt x="1818260" y="377831"/>
                    <a:pt x="1831194" y="386027"/>
                    <a:pt x="1847697" y="395171"/>
                  </a:cubicBezTo>
                  <a:cubicBezTo>
                    <a:pt x="1880703" y="412118"/>
                    <a:pt x="1930656" y="431744"/>
                    <a:pt x="1999342" y="426392"/>
                  </a:cubicBezTo>
                  <a:cubicBezTo>
                    <a:pt x="2033240" y="423715"/>
                    <a:pt x="2070705" y="412118"/>
                    <a:pt x="2113522" y="395171"/>
                  </a:cubicBezTo>
                  <a:cubicBezTo>
                    <a:pt x="2155448" y="378222"/>
                    <a:pt x="2207187" y="358597"/>
                    <a:pt x="2266953" y="353245"/>
                  </a:cubicBezTo>
                  <a:cubicBezTo>
                    <a:pt x="2402542" y="339864"/>
                    <a:pt x="2508692" y="381790"/>
                    <a:pt x="2578271" y="426392"/>
                  </a:cubicBezTo>
                  <a:cubicBezTo>
                    <a:pt x="2648742" y="474561"/>
                    <a:pt x="2687992" y="521839"/>
                    <a:pt x="2709400" y="565549"/>
                  </a:cubicBezTo>
                  <a:cubicBezTo>
                    <a:pt x="2729916" y="611934"/>
                    <a:pt x="2713860" y="647616"/>
                    <a:pt x="2702264" y="659212"/>
                  </a:cubicBezTo>
                  <a:cubicBezTo>
                    <a:pt x="2689776" y="672593"/>
                    <a:pt x="2682639" y="671700"/>
                    <a:pt x="2682639" y="672593"/>
                  </a:cubicBezTo>
                  <a:cubicBezTo>
                    <a:pt x="2682639" y="672593"/>
                    <a:pt x="2690667" y="669917"/>
                    <a:pt x="2700479" y="652968"/>
                  </a:cubicBezTo>
                  <a:cubicBezTo>
                    <a:pt x="2710292" y="636911"/>
                    <a:pt x="2716536" y="600337"/>
                    <a:pt x="2689776" y="561981"/>
                  </a:cubicBezTo>
                  <a:cubicBezTo>
                    <a:pt x="2663906" y="525407"/>
                    <a:pt x="2620196" y="480806"/>
                    <a:pt x="2551510" y="443341"/>
                  </a:cubicBezTo>
                  <a:cubicBezTo>
                    <a:pt x="2482825" y="406767"/>
                    <a:pt x="2385592" y="376438"/>
                    <a:pt x="2269628" y="392494"/>
                  </a:cubicBezTo>
                  <a:lnTo>
                    <a:pt x="2268737" y="393386"/>
                  </a:lnTo>
                  <a:cubicBezTo>
                    <a:pt x="2164369" y="407660"/>
                    <a:pt x="2088546" y="462965"/>
                    <a:pt x="2007371" y="465642"/>
                  </a:cubicBezTo>
                  <a:cubicBezTo>
                    <a:pt x="1928872" y="470101"/>
                    <a:pt x="1873566" y="443341"/>
                    <a:pt x="1839668" y="420147"/>
                  </a:cubicBezTo>
                  <a:lnTo>
                    <a:pt x="1820280" y="403028"/>
                  </a:lnTo>
                  <a:lnTo>
                    <a:pt x="1849481" y="473669"/>
                  </a:lnTo>
                  <a:cubicBezTo>
                    <a:pt x="1856618" y="501768"/>
                    <a:pt x="1859294" y="532767"/>
                    <a:pt x="1859406" y="565995"/>
                  </a:cubicBezTo>
                  <a:lnTo>
                    <a:pt x="1855920" y="633443"/>
                  </a:lnTo>
                  <a:lnTo>
                    <a:pt x="1864647" y="644046"/>
                  </a:lnTo>
                  <a:cubicBezTo>
                    <a:pt x="1875350" y="655642"/>
                    <a:pt x="1885163" y="683295"/>
                    <a:pt x="1917276" y="701136"/>
                  </a:cubicBezTo>
                  <a:lnTo>
                    <a:pt x="1959584" y="721535"/>
                  </a:lnTo>
                  <a:lnTo>
                    <a:pt x="1952065" y="703813"/>
                  </a:lnTo>
                  <a:cubicBezTo>
                    <a:pt x="1949388" y="688648"/>
                    <a:pt x="1952065" y="676160"/>
                    <a:pt x="1952065" y="676160"/>
                  </a:cubicBezTo>
                  <a:cubicBezTo>
                    <a:pt x="1952065" y="676160"/>
                    <a:pt x="1956525" y="676160"/>
                    <a:pt x="1969905" y="685972"/>
                  </a:cubicBezTo>
                  <a:cubicBezTo>
                    <a:pt x="1984178" y="694001"/>
                    <a:pt x="2002018" y="721653"/>
                    <a:pt x="2035916" y="740386"/>
                  </a:cubicBezTo>
                  <a:lnTo>
                    <a:pt x="2080975" y="760219"/>
                  </a:lnTo>
                  <a:lnTo>
                    <a:pt x="2068921" y="741279"/>
                  </a:lnTo>
                  <a:cubicBezTo>
                    <a:pt x="2064461" y="728791"/>
                    <a:pt x="2064461" y="716302"/>
                    <a:pt x="2064461" y="716302"/>
                  </a:cubicBezTo>
                  <a:cubicBezTo>
                    <a:pt x="2061784" y="718087"/>
                    <a:pt x="2084978" y="708274"/>
                    <a:pt x="2146528" y="760012"/>
                  </a:cubicBezTo>
                  <a:lnTo>
                    <a:pt x="2150806" y="764056"/>
                  </a:lnTo>
                  <a:lnTo>
                    <a:pt x="2152773" y="759118"/>
                  </a:lnTo>
                  <a:cubicBezTo>
                    <a:pt x="2152773" y="757334"/>
                    <a:pt x="2164369" y="765362"/>
                    <a:pt x="2208971" y="776067"/>
                  </a:cubicBezTo>
                  <a:cubicBezTo>
                    <a:pt x="2232164" y="778743"/>
                    <a:pt x="2240192" y="781419"/>
                    <a:pt x="2248220" y="787663"/>
                  </a:cubicBezTo>
                  <a:cubicBezTo>
                    <a:pt x="2256249" y="793015"/>
                    <a:pt x="2261600" y="800152"/>
                    <a:pt x="2261600" y="800152"/>
                  </a:cubicBezTo>
                  <a:cubicBezTo>
                    <a:pt x="2261600" y="800152"/>
                    <a:pt x="2258033" y="800152"/>
                    <a:pt x="2249113" y="801936"/>
                  </a:cubicBezTo>
                  <a:cubicBezTo>
                    <a:pt x="2244653" y="802828"/>
                    <a:pt x="2238631" y="805058"/>
                    <a:pt x="2229376" y="807065"/>
                  </a:cubicBezTo>
                  <a:lnTo>
                    <a:pt x="2194225" y="810471"/>
                  </a:lnTo>
                  <a:lnTo>
                    <a:pt x="2196482" y="813534"/>
                  </a:lnTo>
                  <a:cubicBezTo>
                    <a:pt x="2202726" y="825130"/>
                    <a:pt x="2203618" y="834051"/>
                    <a:pt x="2203618" y="834051"/>
                  </a:cubicBezTo>
                  <a:cubicBezTo>
                    <a:pt x="2203618" y="832044"/>
                    <a:pt x="2195088" y="830539"/>
                    <a:pt x="2160340" y="811095"/>
                  </a:cubicBezTo>
                  <a:lnTo>
                    <a:pt x="2124840" y="790099"/>
                  </a:lnTo>
                  <a:lnTo>
                    <a:pt x="2111738" y="789448"/>
                  </a:lnTo>
                  <a:cubicBezTo>
                    <a:pt x="2093898" y="787664"/>
                    <a:pt x="2063569" y="791232"/>
                    <a:pt x="2010939" y="770715"/>
                  </a:cubicBezTo>
                  <a:lnTo>
                    <a:pt x="2011831" y="772499"/>
                  </a:lnTo>
                  <a:cubicBezTo>
                    <a:pt x="1999789" y="767593"/>
                    <a:pt x="1989977" y="760680"/>
                    <a:pt x="1982171" y="753543"/>
                  </a:cubicBezTo>
                  <a:lnTo>
                    <a:pt x="1981717" y="753021"/>
                  </a:lnTo>
                  <a:lnTo>
                    <a:pt x="1951508" y="748636"/>
                  </a:lnTo>
                  <a:cubicBezTo>
                    <a:pt x="1936009" y="746183"/>
                    <a:pt x="1916384" y="741723"/>
                    <a:pt x="1891407" y="731465"/>
                  </a:cubicBezTo>
                  <a:cubicBezTo>
                    <a:pt x="1879811" y="726113"/>
                    <a:pt x="1870444" y="718754"/>
                    <a:pt x="1863196" y="710948"/>
                  </a:cubicBezTo>
                  <a:lnTo>
                    <a:pt x="1852191" y="694480"/>
                  </a:lnTo>
                  <a:lnTo>
                    <a:pt x="1844799" y="790675"/>
                  </a:lnTo>
                  <a:cubicBezTo>
                    <a:pt x="1841453" y="832935"/>
                    <a:pt x="1837885" y="877761"/>
                    <a:pt x="1834317" y="925038"/>
                  </a:cubicBezTo>
                  <a:cubicBezTo>
                    <a:pt x="1826289" y="1019593"/>
                    <a:pt x="1822721" y="1126637"/>
                    <a:pt x="1799528" y="1246169"/>
                  </a:cubicBezTo>
                  <a:cubicBezTo>
                    <a:pt x="1786147" y="1313071"/>
                    <a:pt x="1767414" y="1373729"/>
                    <a:pt x="1758495" y="1430820"/>
                  </a:cubicBezTo>
                  <a:cubicBezTo>
                    <a:pt x="1748682" y="1487909"/>
                    <a:pt x="1751358" y="1541431"/>
                    <a:pt x="1758495" y="1593170"/>
                  </a:cubicBezTo>
                  <a:cubicBezTo>
                    <a:pt x="1773659" y="1695752"/>
                    <a:pt x="1800420" y="1788524"/>
                    <a:pt x="1802204" y="1877728"/>
                  </a:cubicBezTo>
                  <a:cubicBezTo>
                    <a:pt x="1802204" y="1922329"/>
                    <a:pt x="1795067" y="1971391"/>
                    <a:pt x="1755818" y="2004396"/>
                  </a:cubicBezTo>
                  <a:cubicBezTo>
                    <a:pt x="1736194" y="2020452"/>
                    <a:pt x="1709432" y="2024913"/>
                    <a:pt x="1691592" y="2023129"/>
                  </a:cubicBezTo>
                  <a:cubicBezTo>
                    <a:pt x="1672859" y="2023129"/>
                    <a:pt x="1658586" y="2021345"/>
                    <a:pt x="1648774" y="2023129"/>
                  </a:cubicBezTo>
                  <a:cubicBezTo>
                    <a:pt x="1627365" y="2027589"/>
                    <a:pt x="1607741" y="2047214"/>
                    <a:pt x="1588116" y="2065054"/>
                  </a:cubicBezTo>
                  <a:cubicBezTo>
                    <a:pt x="1568491" y="2083787"/>
                    <a:pt x="1542622" y="2099844"/>
                    <a:pt x="1518537" y="2106087"/>
                  </a:cubicBezTo>
                  <a:cubicBezTo>
                    <a:pt x="1470367" y="2120360"/>
                    <a:pt x="1423982" y="2104303"/>
                    <a:pt x="1402573" y="2081111"/>
                  </a:cubicBezTo>
                  <a:cubicBezTo>
                    <a:pt x="1382948" y="2058810"/>
                    <a:pt x="1367784" y="2058810"/>
                    <a:pt x="1353511" y="2065054"/>
                  </a:cubicBezTo>
                  <a:cubicBezTo>
                    <a:pt x="1326750" y="2078434"/>
                    <a:pt x="1319614" y="2090031"/>
                    <a:pt x="1319614" y="2089139"/>
                  </a:cubicBezTo>
                  <a:cubicBezTo>
                    <a:pt x="1319614" y="2090923"/>
                    <a:pt x="1326750" y="2073083"/>
                    <a:pt x="1359756" y="2057918"/>
                  </a:cubicBezTo>
                  <a:cubicBezTo>
                    <a:pt x="1367784" y="2055242"/>
                    <a:pt x="1379380" y="2054350"/>
                    <a:pt x="1389192" y="2060594"/>
                  </a:cubicBezTo>
                  <a:cubicBezTo>
                    <a:pt x="1399897" y="2065947"/>
                    <a:pt x="1408817" y="2076650"/>
                    <a:pt x="1423090" y="2085571"/>
                  </a:cubicBezTo>
                  <a:cubicBezTo>
                    <a:pt x="1450742" y="2103412"/>
                    <a:pt x="1496237" y="2106087"/>
                    <a:pt x="1538162" y="2082895"/>
                  </a:cubicBezTo>
                  <a:cubicBezTo>
                    <a:pt x="1559571" y="2072190"/>
                    <a:pt x="1576519" y="2052566"/>
                    <a:pt x="1596144" y="2033834"/>
                  </a:cubicBezTo>
                  <a:cubicBezTo>
                    <a:pt x="1614876" y="2015100"/>
                    <a:pt x="1640745" y="1998151"/>
                    <a:pt x="1672859" y="2000828"/>
                  </a:cubicBezTo>
                  <a:cubicBezTo>
                    <a:pt x="1688024" y="2000828"/>
                    <a:pt x="1704972" y="2002612"/>
                    <a:pt x="1721921" y="1996367"/>
                  </a:cubicBezTo>
                  <a:cubicBezTo>
                    <a:pt x="1737978" y="1991016"/>
                    <a:pt x="1752250" y="1977635"/>
                    <a:pt x="1760279" y="1962470"/>
                  </a:cubicBezTo>
                  <a:cubicBezTo>
                    <a:pt x="1777227" y="1930357"/>
                    <a:pt x="1779010" y="1890216"/>
                    <a:pt x="1773659" y="1850074"/>
                  </a:cubicBezTo>
                  <a:cubicBezTo>
                    <a:pt x="1765630" y="1768900"/>
                    <a:pt x="1737978" y="1681481"/>
                    <a:pt x="1722812" y="1578897"/>
                  </a:cubicBezTo>
                  <a:cubicBezTo>
                    <a:pt x="1715677" y="1528051"/>
                    <a:pt x="1714784" y="1471853"/>
                    <a:pt x="1724597" y="1414763"/>
                  </a:cubicBezTo>
                  <a:cubicBezTo>
                    <a:pt x="1733517" y="1357673"/>
                    <a:pt x="1749574" y="1299691"/>
                    <a:pt x="1761170" y="1239032"/>
                  </a:cubicBezTo>
                  <a:lnTo>
                    <a:pt x="1761170" y="1238141"/>
                  </a:lnTo>
                  <a:cubicBezTo>
                    <a:pt x="1780795" y="1126637"/>
                    <a:pt x="1784363" y="1023161"/>
                    <a:pt x="1792392" y="929498"/>
                  </a:cubicBezTo>
                  <a:cubicBezTo>
                    <a:pt x="1800420" y="836727"/>
                    <a:pt x="1807556" y="753768"/>
                    <a:pt x="1813800" y="679730"/>
                  </a:cubicBezTo>
                  <a:cubicBezTo>
                    <a:pt x="1820936" y="605691"/>
                    <a:pt x="1828073" y="544139"/>
                    <a:pt x="1819152" y="492402"/>
                  </a:cubicBezTo>
                  <a:cubicBezTo>
                    <a:pt x="1811124" y="441556"/>
                    <a:pt x="1788823" y="401415"/>
                    <a:pt x="1768307" y="366626"/>
                  </a:cubicBezTo>
                  <a:cubicBezTo>
                    <a:pt x="1757825" y="349454"/>
                    <a:pt x="1748459" y="333342"/>
                    <a:pt x="1740235" y="318317"/>
                  </a:cubicBezTo>
                  <a:lnTo>
                    <a:pt x="1719597" y="277664"/>
                  </a:lnTo>
                  <a:lnTo>
                    <a:pt x="1718353" y="276531"/>
                  </a:lnTo>
                  <a:lnTo>
                    <a:pt x="1719385" y="277245"/>
                  </a:lnTo>
                  <a:lnTo>
                    <a:pt x="1719022" y="276530"/>
                  </a:lnTo>
                  <a:cubicBezTo>
                    <a:pt x="1707202" y="250885"/>
                    <a:pt x="1700065" y="229699"/>
                    <a:pt x="1697836" y="213196"/>
                  </a:cubicBezTo>
                  <a:lnTo>
                    <a:pt x="1695663" y="196355"/>
                  </a:lnTo>
                  <a:lnTo>
                    <a:pt x="1694713" y="194296"/>
                  </a:lnTo>
                  <a:cubicBezTo>
                    <a:pt x="1687800" y="179689"/>
                    <a:pt x="1679995" y="163688"/>
                    <a:pt x="1671074" y="146293"/>
                  </a:cubicBezTo>
                  <a:cubicBezTo>
                    <a:pt x="1636285" y="83851"/>
                    <a:pt x="1616660" y="55306"/>
                    <a:pt x="1605064" y="33897"/>
                  </a:cubicBezTo>
                  <a:cubicBezTo>
                    <a:pt x="1592576" y="13381"/>
                    <a:pt x="1590791" y="0"/>
                    <a:pt x="1590791" y="0"/>
                  </a:cubicBezTo>
                  <a:close/>
                </a:path>
              </a:pathLst>
            </a:custGeom>
            <a:solidFill>
              <a:srgbClr val="2B170E"/>
            </a:solidFill>
            <a:ln w="1017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B5E5D77-1A3C-C06C-6789-853A45DF4A6B}"/>
              </a:ext>
            </a:extLst>
          </p:cNvPr>
          <p:cNvSpPr/>
          <p:nvPr/>
        </p:nvSpPr>
        <p:spPr bwMode="auto">
          <a:xfrm>
            <a:off x="4799534" y="3537980"/>
            <a:ext cx="7392467" cy="3320021"/>
          </a:xfrm>
          <a:custGeom>
            <a:avLst/>
            <a:gdLst>
              <a:gd name="connsiteX0" fmla="*/ 4769429 w 7392467"/>
              <a:gd name="connsiteY0" fmla="*/ 3288465 h 3320021"/>
              <a:gd name="connsiteX1" fmla="*/ 4769265 w 7392467"/>
              <a:gd name="connsiteY1" fmla="*/ 3288505 h 3320021"/>
              <a:gd name="connsiteX2" fmla="*/ 4769628 w 7392467"/>
              <a:gd name="connsiteY2" fmla="*/ 3289286 h 3320021"/>
              <a:gd name="connsiteX3" fmla="*/ 4771214 w 7392467"/>
              <a:gd name="connsiteY3" fmla="*/ 3295855 h 3320021"/>
              <a:gd name="connsiteX4" fmla="*/ 4771077 w 7392467"/>
              <a:gd name="connsiteY4" fmla="*/ 3292412 h 3320021"/>
              <a:gd name="connsiteX5" fmla="*/ 4769628 w 7392467"/>
              <a:gd name="connsiteY5" fmla="*/ 3289286 h 3320021"/>
              <a:gd name="connsiteX6" fmla="*/ 2410148 w 7392467"/>
              <a:gd name="connsiteY6" fmla="*/ 3174097 h 3320021"/>
              <a:gd name="connsiteX7" fmla="*/ 2416252 w 7392467"/>
              <a:gd name="connsiteY7" fmla="*/ 3194346 h 3320021"/>
              <a:gd name="connsiteX8" fmla="*/ 2417311 w 7392467"/>
              <a:gd name="connsiteY8" fmla="*/ 3185055 h 3320021"/>
              <a:gd name="connsiteX9" fmla="*/ 2410148 w 7392467"/>
              <a:gd name="connsiteY9" fmla="*/ 3174097 h 3320021"/>
              <a:gd name="connsiteX10" fmla="*/ 887593 w 7392467"/>
              <a:gd name="connsiteY10" fmla="*/ 3150243 h 3320021"/>
              <a:gd name="connsiteX11" fmla="*/ 897684 w 7392467"/>
              <a:gd name="connsiteY11" fmla="*/ 3194209 h 3320021"/>
              <a:gd name="connsiteX12" fmla="*/ 900260 w 7392467"/>
              <a:gd name="connsiteY12" fmla="*/ 3184723 h 3320021"/>
              <a:gd name="connsiteX13" fmla="*/ 887593 w 7392467"/>
              <a:gd name="connsiteY13" fmla="*/ 3150243 h 3320021"/>
              <a:gd name="connsiteX14" fmla="*/ 2046163 w 7392467"/>
              <a:gd name="connsiteY14" fmla="*/ 3140653 h 3320021"/>
              <a:gd name="connsiteX15" fmla="*/ 2046262 w 7392467"/>
              <a:gd name="connsiteY15" fmla="*/ 3141563 h 3320021"/>
              <a:gd name="connsiteX16" fmla="*/ 2058258 w 7392467"/>
              <a:gd name="connsiteY16" fmla="*/ 3290838 h 3320021"/>
              <a:gd name="connsiteX17" fmla="*/ 2061939 w 7392467"/>
              <a:gd name="connsiteY17" fmla="*/ 3301767 h 3320021"/>
              <a:gd name="connsiteX18" fmla="*/ 2057873 w 7392467"/>
              <a:gd name="connsiteY18" fmla="*/ 3247485 h 3320021"/>
              <a:gd name="connsiteX19" fmla="*/ 2046262 w 7392467"/>
              <a:gd name="connsiteY19" fmla="*/ 3141563 h 3320021"/>
              <a:gd name="connsiteX20" fmla="*/ 2046202 w 7392467"/>
              <a:gd name="connsiteY20" fmla="*/ 3140817 h 3320021"/>
              <a:gd name="connsiteX21" fmla="*/ 1567350 w 7392467"/>
              <a:gd name="connsiteY21" fmla="*/ 3109552 h 3320021"/>
              <a:gd name="connsiteX22" fmla="*/ 1594169 w 7392467"/>
              <a:gd name="connsiteY22" fmla="*/ 3273215 h 3320021"/>
              <a:gd name="connsiteX23" fmla="*/ 1601944 w 7392467"/>
              <a:gd name="connsiteY23" fmla="*/ 3183751 h 3320021"/>
              <a:gd name="connsiteX24" fmla="*/ 1601683 w 7392467"/>
              <a:gd name="connsiteY24" fmla="*/ 3316586 h 3320021"/>
              <a:gd name="connsiteX25" fmla="*/ 1602292 w 7392467"/>
              <a:gd name="connsiteY25" fmla="*/ 3320021 h 3320021"/>
              <a:gd name="connsiteX26" fmla="*/ 1587914 w 7392467"/>
              <a:gd name="connsiteY26" fmla="*/ 3320021 h 3320021"/>
              <a:gd name="connsiteX27" fmla="*/ 3829693 w 7392467"/>
              <a:gd name="connsiteY27" fmla="*/ 3107421 h 3320021"/>
              <a:gd name="connsiteX28" fmla="*/ 3834166 w 7392467"/>
              <a:gd name="connsiteY28" fmla="*/ 3136755 h 3320021"/>
              <a:gd name="connsiteX29" fmla="*/ 3841001 w 7392467"/>
              <a:gd name="connsiteY29" fmla="*/ 3147791 h 3320021"/>
              <a:gd name="connsiteX30" fmla="*/ 3841205 w 7392467"/>
              <a:gd name="connsiteY30" fmla="*/ 3147916 h 3320021"/>
              <a:gd name="connsiteX31" fmla="*/ 3838470 w 7392467"/>
              <a:gd name="connsiteY31" fmla="*/ 3131545 h 3320021"/>
              <a:gd name="connsiteX32" fmla="*/ 3829693 w 7392467"/>
              <a:gd name="connsiteY32" fmla="*/ 3107421 h 3320021"/>
              <a:gd name="connsiteX33" fmla="*/ 4741332 w 7392467"/>
              <a:gd name="connsiteY33" fmla="*/ 3100781 h 3320021"/>
              <a:gd name="connsiteX34" fmla="*/ 4745284 w 7392467"/>
              <a:gd name="connsiteY34" fmla="*/ 3153874 h 3320021"/>
              <a:gd name="connsiteX35" fmla="*/ 4757158 w 7392467"/>
              <a:gd name="connsiteY35" fmla="*/ 3174990 h 3320021"/>
              <a:gd name="connsiteX36" fmla="*/ 4745233 w 7392467"/>
              <a:gd name="connsiteY36" fmla="*/ 3109745 h 3320021"/>
              <a:gd name="connsiteX37" fmla="*/ 4741332 w 7392467"/>
              <a:gd name="connsiteY37" fmla="*/ 3100781 h 3320021"/>
              <a:gd name="connsiteX38" fmla="*/ 355025 w 7392467"/>
              <a:gd name="connsiteY38" fmla="*/ 3093712 h 3320021"/>
              <a:gd name="connsiteX39" fmla="*/ 368161 w 7392467"/>
              <a:gd name="connsiteY39" fmla="*/ 3191336 h 3320021"/>
              <a:gd name="connsiteX40" fmla="*/ 376435 w 7392467"/>
              <a:gd name="connsiteY40" fmla="*/ 3141375 h 3320021"/>
              <a:gd name="connsiteX41" fmla="*/ 355025 w 7392467"/>
              <a:gd name="connsiteY41" fmla="*/ 3093712 h 3320021"/>
              <a:gd name="connsiteX42" fmla="*/ 4740901 w 7392467"/>
              <a:gd name="connsiteY42" fmla="*/ 3083159 h 3320021"/>
              <a:gd name="connsiteX43" fmla="*/ 4741240 w 7392467"/>
              <a:gd name="connsiteY43" fmla="*/ 3096806 h 3320021"/>
              <a:gd name="connsiteX44" fmla="*/ 4741076 w 7392467"/>
              <a:gd name="connsiteY44" fmla="*/ 3096845 h 3320021"/>
              <a:gd name="connsiteX45" fmla="*/ 4743863 w 7392467"/>
              <a:gd name="connsiteY45" fmla="*/ 3101908 h 3320021"/>
              <a:gd name="connsiteX46" fmla="*/ 4740901 w 7392467"/>
              <a:gd name="connsiteY46" fmla="*/ 3083159 h 3320021"/>
              <a:gd name="connsiteX47" fmla="*/ 1004635 w 7392467"/>
              <a:gd name="connsiteY47" fmla="*/ 3062036 h 3320021"/>
              <a:gd name="connsiteX48" fmla="*/ 1001373 w 7392467"/>
              <a:gd name="connsiteY48" fmla="*/ 3145719 h 3320021"/>
              <a:gd name="connsiteX49" fmla="*/ 1004153 w 7392467"/>
              <a:gd name="connsiteY49" fmla="*/ 3151478 h 3320021"/>
              <a:gd name="connsiteX50" fmla="*/ 1004635 w 7392467"/>
              <a:gd name="connsiteY50" fmla="*/ 3062036 h 3320021"/>
              <a:gd name="connsiteX51" fmla="*/ 2326035 w 7392467"/>
              <a:gd name="connsiteY51" fmla="*/ 3052418 h 3320021"/>
              <a:gd name="connsiteX52" fmla="*/ 2330248 w 7392467"/>
              <a:gd name="connsiteY52" fmla="*/ 3103710 h 3320021"/>
              <a:gd name="connsiteX53" fmla="*/ 2354405 w 7392467"/>
              <a:gd name="connsiteY53" fmla="*/ 3141152 h 3320021"/>
              <a:gd name="connsiteX54" fmla="*/ 2346488 w 7392467"/>
              <a:gd name="connsiteY54" fmla="*/ 3096835 h 3320021"/>
              <a:gd name="connsiteX55" fmla="*/ 2340667 w 7392467"/>
              <a:gd name="connsiteY55" fmla="*/ 3071999 h 3320021"/>
              <a:gd name="connsiteX56" fmla="*/ 2326035 w 7392467"/>
              <a:gd name="connsiteY56" fmla="*/ 3052418 h 3320021"/>
              <a:gd name="connsiteX57" fmla="*/ 3651551 w 7392467"/>
              <a:gd name="connsiteY57" fmla="*/ 3040415 h 3320021"/>
              <a:gd name="connsiteX58" fmla="*/ 3651386 w 7392467"/>
              <a:gd name="connsiteY58" fmla="*/ 3040454 h 3320021"/>
              <a:gd name="connsiteX59" fmla="*/ 3696495 w 7392467"/>
              <a:gd name="connsiteY59" fmla="*/ 3247493 h 3320021"/>
              <a:gd name="connsiteX60" fmla="*/ 3720862 w 7392467"/>
              <a:gd name="connsiteY60" fmla="*/ 3294443 h 3320021"/>
              <a:gd name="connsiteX61" fmla="*/ 3702447 w 7392467"/>
              <a:gd name="connsiteY61" fmla="*/ 3150475 h 3320021"/>
              <a:gd name="connsiteX62" fmla="*/ 3651551 w 7392467"/>
              <a:gd name="connsiteY62" fmla="*/ 3040415 h 3320021"/>
              <a:gd name="connsiteX63" fmla="*/ 2299284 w 7392467"/>
              <a:gd name="connsiteY63" fmla="*/ 3016471 h 3320021"/>
              <a:gd name="connsiteX64" fmla="*/ 2323815 w 7392467"/>
              <a:gd name="connsiteY64" fmla="*/ 3093619 h 3320021"/>
              <a:gd name="connsiteX65" fmla="*/ 2324138 w 7392467"/>
              <a:gd name="connsiteY65" fmla="*/ 3094236 h 3320021"/>
              <a:gd name="connsiteX66" fmla="*/ 2324342 w 7392467"/>
              <a:gd name="connsiteY66" fmla="*/ 3094361 h 3320021"/>
              <a:gd name="connsiteX67" fmla="*/ 2325265 w 7392467"/>
              <a:gd name="connsiteY67" fmla="*/ 3051387 h 3320021"/>
              <a:gd name="connsiteX68" fmla="*/ 2299284 w 7392467"/>
              <a:gd name="connsiteY68" fmla="*/ 3016471 h 3320021"/>
              <a:gd name="connsiteX69" fmla="*/ 2258287 w 7392467"/>
              <a:gd name="connsiteY69" fmla="*/ 3009336 h 3320021"/>
              <a:gd name="connsiteX70" fmla="*/ 2258162 w 7392467"/>
              <a:gd name="connsiteY70" fmla="*/ 3009540 h 3320021"/>
              <a:gd name="connsiteX71" fmla="*/ 2260229 w 7392467"/>
              <a:gd name="connsiteY71" fmla="*/ 3032502 h 3320021"/>
              <a:gd name="connsiteX72" fmla="*/ 2262449 w 7392467"/>
              <a:gd name="connsiteY72" fmla="*/ 3016500 h 3320021"/>
              <a:gd name="connsiteX73" fmla="*/ 2258287 w 7392467"/>
              <a:gd name="connsiteY73" fmla="*/ 3009336 h 3320021"/>
              <a:gd name="connsiteX74" fmla="*/ 2256073 w 7392467"/>
              <a:gd name="connsiteY74" fmla="*/ 2984324 h 3320021"/>
              <a:gd name="connsiteX75" fmla="*/ 2257120 w 7392467"/>
              <a:gd name="connsiteY75" fmla="*/ 2996584 h 3320021"/>
              <a:gd name="connsiteX76" fmla="*/ 2257284 w 7392467"/>
              <a:gd name="connsiteY76" fmla="*/ 2996544 h 3320021"/>
              <a:gd name="connsiteX77" fmla="*/ 2264051 w 7392467"/>
              <a:gd name="connsiteY77" fmla="*/ 3005860 h 3320021"/>
              <a:gd name="connsiteX78" fmla="*/ 2263972 w 7392467"/>
              <a:gd name="connsiteY78" fmla="*/ 3005531 h 3320021"/>
              <a:gd name="connsiteX79" fmla="*/ 2256073 w 7392467"/>
              <a:gd name="connsiteY79" fmla="*/ 2984324 h 3320021"/>
              <a:gd name="connsiteX80" fmla="*/ 4836566 w 7392467"/>
              <a:gd name="connsiteY80" fmla="*/ 2978388 h 3320021"/>
              <a:gd name="connsiteX81" fmla="*/ 4836402 w 7392467"/>
              <a:gd name="connsiteY81" fmla="*/ 2978428 h 3320021"/>
              <a:gd name="connsiteX82" fmla="*/ 4836598 w 7392467"/>
              <a:gd name="connsiteY82" fmla="*/ 2979223 h 3320021"/>
              <a:gd name="connsiteX83" fmla="*/ 4837172 w 7392467"/>
              <a:gd name="connsiteY83" fmla="*/ 2994578 h 3320021"/>
              <a:gd name="connsiteX84" fmla="*/ 4846091 w 7392467"/>
              <a:gd name="connsiteY84" fmla="*/ 3026487 h 3320021"/>
              <a:gd name="connsiteX85" fmla="*/ 4846210 w 7392467"/>
              <a:gd name="connsiteY85" fmla="*/ 3026979 h 3320021"/>
              <a:gd name="connsiteX86" fmla="*/ 4846754 w 7392467"/>
              <a:gd name="connsiteY86" fmla="*/ 3020592 h 3320021"/>
              <a:gd name="connsiteX87" fmla="*/ 4836598 w 7392467"/>
              <a:gd name="connsiteY87" fmla="*/ 2979223 h 3320021"/>
              <a:gd name="connsiteX88" fmla="*/ 2269035 w 7392467"/>
              <a:gd name="connsiteY88" fmla="*/ 2977546 h 3320021"/>
              <a:gd name="connsiteX89" fmla="*/ 2268870 w 7392467"/>
              <a:gd name="connsiteY89" fmla="*/ 2977585 h 3320021"/>
              <a:gd name="connsiteX90" fmla="*/ 2276645 w 7392467"/>
              <a:gd name="connsiteY90" fmla="*/ 2993956 h 3320021"/>
              <a:gd name="connsiteX91" fmla="*/ 2275280 w 7392467"/>
              <a:gd name="connsiteY91" fmla="*/ 2985422 h 3320021"/>
              <a:gd name="connsiteX92" fmla="*/ 2269035 w 7392467"/>
              <a:gd name="connsiteY92" fmla="*/ 2977546 h 3320021"/>
              <a:gd name="connsiteX93" fmla="*/ 3815202 w 7392467"/>
              <a:gd name="connsiteY93" fmla="*/ 2959552 h 3320021"/>
              <a:gd name="connsiteX94" fmla="*/ 3855203 w 7392467"/>
              <a:gd name="connsiteY94" fmla="*/ 3109432 h 3320021"/>
              <a:gd name="connsiteX95" fmla="*/ 3855407 w 7392467"/>
              <a:gd name="connsiteY95" fmla="*/ 3109556 h 3320021"/>
              <a:gd name="connsiteX96" fmla="*/ 3862938 w 7392467"/>
              <a:gd name="connsiteY96" fmla="*/ 3125639 h 3320021"/>
              <a:gd name="connsiteX97" fmla="*/ 3862609 w 7392467"/>
              <a:gd name="connsiteY97" fmla="*/ 3060201 h 3320021"/>
              <a:gd name="connsiteX98" fmla="*/ 3824166 w 7392467"/>
              <a:gd name="connsiteY98" fmla="*/ 2975810 h 3320021"/>
              <a:gd name="connsiteX99" fmla="*/ 3815202 w 7392467"/>
              <a:gd name="connsiteY99" fmla="*/ 2959552 h 3320021"/>
              <a:gd name="connsiteX100" fmla="*/ 3806335 w 7392467"/>
              <a:gd name="connsiteY100" fmla="*/ 2946574 h 3320021"/>
              <a:gd name="connsiteX101" fmla="*/ 3817943 w 7392467"/>
              <a:gd name="connsiteY101" fmla="*/ 3030664 h 3320021"/>
              <a:gd name="connsiteX102" fmla="*/ 3823516 w 7392467"/>
              <a:gd name="connsiteY102" fmla="*/ 3042079 h 3320021"/>
              <a:gd name="connsiteX103" fmla="*/ 3823623 w 7392467"/>
              <a:gd name="connsiteY103" fmla="*/ 3042675 h 3320021"/>
              <a:gd name="connsiteX104" fmla="*/ 3823787 w 7392467"/>
              <a:gd name="connsiteY104" fmla="*/ 3042635 h 3320021"/>
              <a:gd name="connsiteX105" fmla="*/ 3823516 w 7392467"/>
              <a:gd name="connsiteY105" fmla="*/ 3042079 h 3320021"/>
              <a:gd name="connsiteX106" fmla="*/ 3959255 w 7392467"/>
              <a:gd name="connsiteY106" fmla="*/ 2945809 h 3320021"/>
              <a:gd name="connsiteX107" fmla="*/ 3975337 w 7392467"/>
              <a:gd name="connsiteY107" fmla="*/ 3044113 h 3320021"/>
              <a:gd name="connsiteX108" fmla="*/ 3984295 w 7392467"/>
              <a:gd name="connsiteY108" fmla="*/ 3066107 h 3320021"/>
              <a:gd name="connsiteX109" fmla="*/ 3986634 w 7392467"/>
              <a:gd name="connsiteY109" fmla="*/ 3035477 h 3320021"/>
              <a:gd name="connsiteX110" fmla="*/ 3959255 w 7392467"/>
              <a:gd name="connsiteY110" fmla="*/ 2945809 h 3320021"/>
              <a:gd name="connsiteX111" fmla="*/ 2708169 w 7392467"/>
              <a:gd name="connsiteY111" fmla="*/ 2945060 h 3320021"/>
              <a:gd name="connsiteX112" fmla="*/ 2735423 w 7392467"/>
              <a:gd name="connsiteY112" fmla="*/ 3029892 h 3320021"/>
              <a:gd name="connsiteX113" fmla="*/ 2727568 w 7392467"/>
              <a:gd name="connsiteY113" fmla="*/ 2982955 h 3320021"/>
              <a:gd name="connsiteX114" fmla="*/ 2708169 w 7392467"/>
              <a:gd name="connsiteY114" fmla="*/ 2945060 h 3320021"/>
              <a:gd name="connsiteX115" fmla="*/ 4679790 w 7392467"/>
              <a:gd name="connsiteY115" fmla="*/ 2944457 h 3320021"/>
              <a:gd name="connsiteX116" fmla="*/ 4680549 w 7392467"/>
              <a:gd name="connsiteY116" fmla="*/ 2946881 h 3320021"/>
              <a:gd name="connsiteX117" fmla="*/ 4720471 w 7392467"/>
              <a:gd name="connsiteY117" fmla="*/ 3081313 h 3320021"/>
              <a:gd name="connsiteX118" fmla="*/ 4727424 w 7392467"/>
              <a:gd name="connsiteY118" fmla="*/ 3022285 h 3320021"/>
              <a:gd name="connsiteX119" fmla="*/ 4708058 w 7392467"/>
              <a:gd name="connsiteY119" fmla="*/ 2980212 h 3320021"/>
              <a:gd name="connsiteX120" fmla="*/ 4679790 w 7392467"/>
              <a:gd name="connsiteY120" fmla="*/ 2944457 h 3320021"/>
              <a:gd name="connsiteX121" fmla="*/ 1830699 w 7392467"/>
              <a:gd name="connsiteY121" fmla="*/ 2921904 h 3320021"/>
              <a:gd name="connsiteX122" fmla="*/ 1830534 w 7392467"/>
              <a:gd name="connsiteY122" fmla="*/ 2921944 h 3320021"/>
              <a:gd name="connsiteX123" fmla="*/ 1829396 w 7392467"/>
              <a:gd name="connsiteY123" fmla="*/ 2925867 h 3320021"/>
              <a:gd name="connsiteX124" fmla="*/ 1830580 w 7392467"/>
              <a:gd name="connsiteY124" fmla="*/ 2926451 h 3320021"/>
              <a:gd name="connsiteX125" fmla="*/ 1830699 w 7392467"/>
              <a:gd name="connsiteY125" fmla="*/ 2921904 h 3320021"/>
              <a:gd name="connsiteX126" fmla="*/ 2985548 w 7392467"/>
              <a:gd name="connsiteY126" fmla="*/ 2901220 h 3320021"/>
              <a:gd name="connsiteX127" fmla="*/ 2985385 w 7392467"/>
              <a:gd name="connsiteY127" fmla="*/ 2901260 h 3320021"/>
              <a:gd name="connsiteX128" fmla="*/ 3005549 w 7392467"/>
              <a:gd name="connsiteY128" fmla="*/ 2940881 h 3320021"/>
              <a:gd name="connsiteX129" fmla="*/ 3005686 w 7392467"/>
              <a:gd name="connsiteY129" fmla="*/ 2939285 h 3320021"/>
              <a:gd name="connsiteX130" fmla="*/ 3004569 w 7392467"/>
              <a:gd name="connsiteY130" fmla="*/ 2925303 h 3320021"/>
              <a:gd name="connsiteX131" fmla="*/ 2985548 w 7392467"/>
              <a:gd name="connsiteY131" fmla="*/ 2901220 h 3320021"/>
              <a:gd name="connsiteX132" fmla="*/ 3650244 w 7392467"/>
              <a:gd name="connsiteY132" fmla="*/ 2863643 h 3320021"/>
              <a:gd name="connsiteX133" fmla="*/ 3648890 w 7392467"/>
              <a:gd name="connsiteY133" fmla="*/ 2873876 h 3320021"/>
              <a:gd name="connsiteX134" fmla="*/ 3653958 w 7392467"/>
              <a:gd name="connsiteY134" fmla="*/ 2880473 h 3320021"/>
              <a:gd name="connsiteX135" fmla="*/ 3650244 w 7392467"/>
              <a:gd name="connsiteY135" fmla="*/ 2863643 h 3320021"/>
              <a:gd name="connsiteX136" fmla="*/ 4284287 w 7392467"/>
              <a:gd name="connsiteY136" fmla="*/ 2856753 h 3320021"/>
              <a:gd name="connsiteX137" fmla="*/ 4294026 w 7392467"/>
              <a:gd name="connsiteY137" fmla="*/ 2893504 h 3320021"/>
              <a:gd name="connsiteX138" fmla="*/ 4294972 w 7392467"/>
              <a:gd name="connsiteY138" fmla="*/ 2883022 h 3320021"/>
              <a:gd name="connsiteX139" fmla="*/ 4284287 w 7392467"/>
              <a:gd name="connsiteY139" fmla="*/ 2856753 h 3320021"/>
              <a:gd name="connsiteX140" fmla="*/ 3324307 w 7392467"/>
              <a:gd name="connsiteY140" fmla="*/ 2847430 h 3320021"/>
              <a:gd name="connsiteX141" fmla="*/ 3331239 w 7392467"/>
              <a:gd name="connsiteY141" fmla="*/ 2910655 h 3320021"/>
              <a:gd name="connsiteX142" fmla="*/ 3331209 w 7392467"/>
              <a:gd name="connsiteY142" fmla="*/ 2910586 h 3320021"/>
              <a:gd name="connsiteX143" fmla="*/ 3331249 w 7392467"/>
              <a:gd name="connsiteY143" fmla="*/ 2910750 h 3320021"/>
              <a:gd name="connsiteX144" fmla="*/ 3331239 w 7392467"/>
              <a:gd name="connsiteY144" fmla="*/ 2910655 h 3320021"/>
              <a:gd name="connsiteX145" fmla="*/ 3346249 w 7392467"/>
              <a:gd name="connsiteY145" fmla="*/ 2945537 h 3320021"/>
              <a:gd name="connsiteX146" fmla="*/ 3342252 w 7392467"/>
              <a:gd name="connsiteY146" fmla="*/ 2867777 h 3320021"/>
              <a:gd name="connsiteX147" fmla="*/ 3324307 w 7392467"/>
              <a:gd name="connsiteY147" fmla="*/ 2847430 h 3320021"/>
              <a:gd name="connsiteX148" fmla="*/ 3173232 w 7392467"/>
              <a:gd name="connsiteY148" fmla="*/ 2837844 h 3320021"/>
              <a:gd name="connsiteX149" fmla="*/ 3172797 w 7392467"/>
              <a:gd name="connsiteY149" fmla="*/ 2841077 h 3320021"/>
              <a:gd name="connsiteX150" fmla="*/ 3174156 w 7392467"/>
              <a:gd name="connsiteY150" fmla="*/ 2845267 h 3320021"/>
              <a:gd name="connsiteX151" fmla="*/ 3174320 w 7392467"/>
              <a:gd name="connsiteY151" fmla="*/ 2845228 h 3320021"/>
              <a:gd name="connsiteX152" fmla="*/ 3173232 w 7392467"/>
              <a:gd name="connsiteY152" fmla="*/ 2837844 h 3320021"/>
              <a:gd name="connsiteX153" fmla="*/ 4636736 w 7392467"/>
              <a:gd name="connsiteY153" fmla="*/ 2827291 h 3320021"/>
              <a:gd name="connsiteX154" fmla="*/ 4659212 w 7392467"/>
              <a:gd name="connsiteY154" fmla="*/ 2885124 h 3320021"/>
              <a:gd name="connsiteX155" fmla="*/ 4666580 w 7392467"/>
              <a:gd name="connsiteY155" fmla="*/ 2891166 h 3320021"/>
              <a:gd name="connsiteX156" fmla="*/ 4636736 w 7392467"/>
              <a:gd name="connsiteY156" fmla="*/ 2827291 h 3320021"/>
              <a:gd name="connsiteX157" fmla="*/ 2476045 w 7392467"/>
              <a:gd name="connsiteY157" fmla="*/ 2825045 h 3320021"/>
              <a:gd name="connsiteX158" fmla="*/ 2481186 w 7392467"/>
              <a:gd name="connsiteY158" fmla="*/ 3220729 h 3320021"/>
              <a:gd name="connsiteX159" fmla="*/ 2549336 w 7392467"/>
              <a:gd name="connsiteY159" fmla="*/ 3315154 h 3320021"/>
              <a:gd name="connsiteX160" fmla="*/ 2554722 w 7392467"/>
              <a:gd name="connsiteY160" fmla="*/ 3247468 h 3320021"/>
              <a:gd name="connsiteX161" fmla="*/ 2551731 w 7392467"/>
              <a:gd name="connsiteY161" fmla="*/ 3176765 h 3320021"/>
              <a:gd name="connsiteX162" fmla="*/ 2540179 w 7392467"/>
              <a:gd name="connsiteY162" fmla="*/ 3115947 h 3320021"/>
              <a:gd name="connsiteX163" fmla="*/ 2532892 w 7392467"/>
              <a:gd name="connsiteY163" fmla="*/ 3100155 h 3320021"/>
              <a:gd name="connsiteX164" fmla="*/ 2539195 w 7392467"/>
              <a:gd name="connsiteY164" fmla="*/ 3111146 h 3320021"/>
              <a:gd name="connsiteX165" fmla="*/ 2476045 w 7392467"/>
              <a:gd name="connsiteY165" fmla="*/ 2825045 h 3320021"/>
              <a:gd name="connsiteX166" fmla="*/ 130172 w 7392467"/>
              <a:gd name="connsiteY166" fmla="*/ 2800068 h 3320021"/>
              <a:gd name="connsiteX167" fmla="*/ 154606 w 7392467"/>
              <a:gd name="connsiteY167" fmla="*/ 3055369 h 3320021"/>
              <a:gd name="connsiteX168" fmla="*/ 160631 w 7392467"/>
              <a:gd name="connsiteY168" fmla="*/ 3024893 h 3320021"/>
              <a:gd name="connsiteX169" fmla="*/ 156396 w 7392467"/>
              <a:gd name="connsiteY169" fmla="*/ 3067103 h 3320021"/>
              <a:gd name="connsiteX170" fmla="*/ 188820 w 7392467"/>
              <a:gd name="connsiteY170" fmla="*/ 3256870 h 3320021"/>
              <a:gd name="connsiteX171" fmla="*/ 202177 w 7392467"/>
              <a:gd name="connsiteY171" fmla="*/ 3201336 h 3320021"/>
              <a:gd name="connsiteX172" fmla="*/ 202342 w 7392467"/>
              <a:gd name="connsiteY172" fmla="*/ 3201297 h 3320021"/>
              <a:gd name="connsiteX173" fmla="*/ 132143 w 7392467"/>
              <a:gd name="connsiteY173" fmla="*/ 2804632 h 3320021"/>
              <a:gd name="connsiteX174" fmla="*/ 130172 w 7392467"/>
              <a:gd name="connsiteY174" fmla="*/ 2800068 h 3320021"/>
              <a:gd name="connsiteX175" fmla="*/ 1253186 w 7392467"/>
              <a:gd name="connsiteY175" fmla="*/ 2794368 h 3320021"/>
              <a:gd name="connsiteX176" fmla="*/ 1277746 w 7392467"/>
              <a:gd name="connsiteY176" fmla="*/ 3084027 h 3320021"/>
              <a:gd name="connsiteX177" fmla="*/ 1323377 w 7392467"/>
              <a:gd name="connsiteY177" fmla="*/ 3320021 h 3320021"/>
              <a:gd name="connsiteX178" fmla="*/ 1271613 w 7392467"/>
              <a:gd name="connsiteY178" fmla="*/ 3320021 h 3320021"/>
              <a:gd name="connsiteX179" fmla="*/ 1255064 w 7392467"/>
              <a:gd name="connsiteY179" fmla="*/ 3196510 h 3320021"/>
              <a:gd name="connsiteX180" fmla="*/ 1253186 w 7392467"/>
              <a:gd name="connsiteY180" fmla="*/ 2794368 h 3320021"/>
              <a:gd name="connsiteX181" fmla="*/ 536021 w 7392467"/>
              <a:gd name="connsiteY181" fmla="*/ 2784480 h 3320021"/>
              <a:gd name="connsiteX182" fmla="*/ 569646 w 7392467"/>
              <a:gd name="connsiteY182" fmla="*/ 2927383 h 3320021"/>
              <a:gd name="connsiteX183" fmla="*/ 582550 w 7392467"/>
              <a:gd name="connsiteY183" fmla="*/ 2952769 h 3320021"/>
              <a:gd name="connsiteX184" fmla="*/ 548179 w 7392467"/>
              <a:gd name="connsiteY184" fmla="*/ 2806049 h 3320021"/>
              <a:gd name="connsiteX185" fmla="*/ 605592 w 7392467"/>
              <a:gd name="connsiteY185" fmla="*/ 3001428 h 3320021"/>
              <a:gd name="connsiteX186" fmla="*/ 651907 w 7392467"/>
              <a:gd name="connsiteY186" fmla="*/ 3105468 h 3320021"/>
              <a:gd name="connsiteX187" fmla="*/ 654699 w 7392467"/>
              <a:gd name="connsiteY187" fmla="*/ 2978800 h 3320021"/>
              <a:gd name="connsiteX188" fmla="*/ 536060 w 7392467"/>
              <a:gd name="connsiteY188" fmla="*/ 2784644 h 3320021"/>
              <a:gd name="connsiteX189" fmla="*/ 3723320 w 7392467"/>
              <a:gd name="connsiteY189" fmla="*/ 2780487 h 3320021"/>
              <a:gd name="connsiteX190" fmla="*/ 3750422 w 7392467"/>
              <a:gd name="connsiteY190" fmla="*/ 3010120 h 3320021"/>
              <a:gd name="connsiteX191" fmla="*/ 3786985 w 7392467"/>
              <a:gd name="connsiteY191" fmla="*/ 3063683 h 3320021"/>
              <a:gd name="connsiteX192" fmla="*/ 3781521 w 7392467"/>
              <a:gd name="connsiteY192" fmla="*/ 2979848 h 3320021"/>
              <a:gd name="connsiteX193" fmla="*/ 3733435 w 7392467"/>
              <a:gd name="connsiteY193" fmla="*/ 2856945 h 3320021"/>
              <a:gd name="connsiteX194" fmla="*/ 3779907 w 7392467"/>
              <a:gd name="connsiteY194" fmla="*/ 2951563 h 3320021"/>
              <a:gd name="connsiteX195" fmla="*/ 3776254 w 7392467"/>
              <a:gd name="connsiteY195" fmla="*/ 2886754 h 3320021"/>
              <a:gd name="connsiteX196" fmla="*/ 3723320 w 7392467"/>
              <a:gd name="connsiteY196" fmla="*/ 2780487 h 3320021"/>
              <a:gd name="connsiteX197" fmla="*/ 3140870 w 7392467"/>
              <a:gd name="connsiteY197" fmla="*/ 2776488 h 3320021"/>
              <a:gd name="connsiteX198" fmla="*/ 3141272 w 7392467"/>
              <a:gd name="connsiteY198" fmla="*/ 2812712 h 3320021"/>
              <a:gd name="connsiteX199" fmla="*/ 3154971 w 7392467"/>
              <a:gd name="connsiteY199" fmla="*/ 2831303 h 3320021"/>
              <a:gd name="connsiteX200" fmla="*/ 3140870 w 7392467"/>
              <a:gd name="connsiteY200" fmla="*/ 2776488 h 3320021"/>
              <a:gd name="connsiteX201" fmla="*/ 4239115 w 7392467"/>
              <a:gd name="connsiteY201" fmla="*/ 2753132 h 3320021"/>
              <a:gd name="connsiteX202" fmla="*/ 4283516 w 7392467"/>
              <a:gd name="connsiteY202" fmla="*/ 3032114 h 3320021"/>
              <a:gd name="connsiteX203" fmla="*/ 4283680 w 7392467"/>
              <a:gd name="connsiteY203" fmla="*/ 3032075 h 3320021"/>
              <a:gd name="connsiteX204" fmla="*/ 4289326 w 7392467"/>
              <a:gd name="connsiteY204" fmla="*/ 2952509 h 3320021"/>
              <a:gd name="connsiteX205" fmla="*/ 4264586 w 7392467"/>
              <a:gd name="connsiteY205" fmla="*/ 2810416 h 3320021"/>
              <a:gd name="connsiteX206" fmla="*/ 4239115 w 7392467"/>
              <a:gd name="connsiteY206" fmla="*/ 2753132 h 3320021"/>
              <a:gd name="connsiteX207" fmla="*/ 1334332 w 7392467"/>
              <a:gd name="connsiteY207" fmla="*/ 2751841 h 3320021"/>
              <a:gd name="connsiteX208" fmla="*/ 1334168 w 7392467"/>
              <a:gd name="connsiteY208" fmla="*/ 2751881 h 3320021"/>
              <a:gd name="connsiteX209" fmla="*/ 1334451 w 7392467"/>
              <a:gd name="connsiteY209" fmla="*/ 2752258 h 3320021"/>
              <a:gd name="connsiteX210" fmla="*/ 1395999 w 7392467"/>
              <a:gd name="connsiteY210" fmla="*/ 2968439 h 3320021"/>
              <a:gd name="connsiteX211" fmla="*/ 1419980 w 7392467"/>
              <a:gd name="connsiteY211" fmla="*/ 2866199 h 3320021"/>
              <a:gd name="connsiteX212" fmla="*/ 1334451 w 7392467"/>
              <a:gd name="connsiteY212" fmla="*/ 2752258 h 3320021"/>
              <a:gd name="connsiteX213" fmla="*/ 3140372 w 7392467"/>
              <a:gd name="connsiteY213" fmla="*/ 2731946 h 3320021"/>
              <a:gd name="connsiteX214" fmla="*/ 3140559 w 7392467"/>
              <a:gd name="connsiteY214" fmla="*/ 2749280 h 3320021"/>
              <a:gd name="connsiteX215" fmla="*/ 3164834 w 7392467"/>
              <a:gd name="connsiteY215" fmla="*/ 2817452 h 3320021"/>
              <a:gd name="connsiteX216" fmla="*/ 3166041 w 7392467"/>
              <a:gd name="connsiteY216" fmla="*/ 2810210 h 3320021"/>
              <a:gd name="connsiteX217" fmla="*/ 3165917 w 7392467"/>
              <a:gd name="connsiteY217" fmla="*/ 2810414 h 3320021"/>
              <a:gd name="connsiteX218" fmla="*/ 3140372 w 7392467"/>
              <a:gd name="connsiteY218" fmla="*/ 2731946 h 3320021"/>
              <a:gd name="connsiteX219" fmla="*/ 3125071 w 7392467"/>
              <a:gd name="connsiteY219" fmla="*/ 2718956 h 3320021"/>
              <a:gd name="connsiteX220" fmla="*/ 3128588 w 7392467"/>
              <a:gd name="connsiteY220" fmla="*/ 2795441 h 3320021"/>
              <a:gd name="connsiteX221" fmla="*/ 3130654 w 7392467"/>
              <a:gd name="connsiteY221" fmla="*/ 2798245 h 3320021"/>
              <a:gd name="connsiteX222" fmla="*/ 3132161 w 7392467"/>
              <a:gd name="connsiteY222" fmla="*/ 2744008 h 3320021"/>
              <a:gd name="connsiteX223" fmla="*/ 3125071 w 7392467"/>
              <a:gd name="connsiteY223" fmla="*/ 2718956 h 3320021"/>
              <a:gd name="connsiteX224" fmla="*/ 3680777 w 7392467"/>
              <a:gd name="connsiteY224" fmla="*/ 2686311 h 3320021"/>
              <a:gd name="connsiteX225" fmla="*/ 3661472 w 7392467"/>
              <a:gd name="connsiteY225" fmla="*/ 2787770 h 3320021"/>
              <a:gd name="connsiteX226" fmla="*/ 3680534 w 7392467"/>
              <a:gd name="connsiteY226" fmla="*/ 2847296 h 3320021"/>
              <a:gd name="connsiteX227" fmla="*/ 3669520 w 7392467"/>
              <a:gd name="connsiteY227" fmla="*/ 2760629 h 3320021"/>
              <a:gd name="connsiteX228" fmla="*/ 3714650 w 7392467"/>
              <a:gd name="connsiteY228" fmla="*/ 2959841 h 3320021"/>
              <a:gd name="connsiteX229" fmla="*/ 3715948 w 7392467"/>
              <a:gd name="connsiteY229" fmla="*/ 2961614 h 3320021"/>
              <a:gd name="connsiteX230" fmla="*/ 3704203 w 7392467"/>
              <a:gd name="connsiteY230" fmla="*/ 2738006 h 3320021"/>
              <a:gd name="connsiteX231" fmla="*/ 3688801 w 7392467"/>
              <a:gd name="connsiteY231" fmla="*/ 2702274 h 3320021"/>
              <a:gd name="connsiteX232" fmla="*/ 3689169 w 7392467"/>
              <a:gd name="connsiteY232" fmla="*/ 2702359 h 3320021"/>
              <a:gd name="connsiteX233" fmla="*/ 3680777 w 7392467"/>
              <a:gd name="connsiteY233" fmla="*/ 2686311 h 3320021"/>
              <a:gd name="connsiteX234" fmla="*/ 3922980 w 7392467"/>
              <a:gd name="connsiteY234" fmla="*/ 2680332 h 3320021"/>
              <a:gd name="connsiteX235" fmla="*/ 3949561 w 7392467"/>
              <a:gd name="connsiteY235" fmla="*/ 2883328 h 3320021"/>
              <a:gd name="connsiteX236" fmla="*/ 3949600 w 7392467"/>
              <a:gd name="connsiteY236" fmla="*/ 2883492 h 3320021"/>
              <a:gd name="connsiteX237" fmla="*/ 3990893 w 7392467"/>
              <a:gd name="connsiteY237" fmla="*/ 2975363 h 3320021"/>
              <a:gd name="connsiteX238" fmla="*/ 3991787 w 7392467"/>
              <a:gd name="connsiteY238" fmla="*/ 2961070 h 3320021"/>
              <a:gd name="connsiteX239" fmla="*/ 3922980 w 7392467"/>
              <a:gd name="connsiteY239" fmla="*/ 2680332 h 3320021"/>
              <a:gd name="connsiteX240" fmla="*/ 3123378 w 7392467"/>
              <a:gd name="connsiteY240" fmla="*/ 2680263 h 3320021"/>
              <a:gd name="connsiteX241" fmla="*/ 3124517 w 7392467"/>
              <a:gd name="connsiteY241" fmla="*/ 2706578 h 3320021"/>
              <a:gd name="connsiteX242" fmla="*/ 3132541 w 7392467"/>
              <a:gd name="connsiteY242" fmla="*/ 2727580 h 3320021"/>
              <a:gd name="connsiteX243" fmla="*/ 3133016 w 7392467"/>
              <a:gd name="connsiteY243" fmla="*/ 2709434 h 3320021"/>
              <a:gd name="connsiteX244" fmla="*/ 3133056 w 7392467"/>
              <a:gd name="connsiteY244" fmla="*/ 2709556 h 3320021"/>
              <a:gd name="connsiteX245" fmla="*/ 3133017 w 7392467"/>
              <a:gd name="connsiteY245" fmla="*/ 2709392 h 3320021"/>
              <a:gd name="connsiteX246" fmla="*/ 3133016 w 7392467"/>
              <a:gd name="connsiteY246" fmla="*/ 2709434 h 3320021"/>
              <a:gd name="connsiteX247" fmla="*/ 3311889 w 7392467"/>
              <a:gd name="connsiteY247" fmla="*/ 2671430 h 3320021"/>
              <a:gd name="connsiteX248" fmla="*/ 3311724 w 7392467"/>
              <a:gd name="connsiteY248" fmla="*/ 2671469 h 3320021"/>
              <a:gd name="connsiteX249" fmla="*/ 3324000 w 7392467"/>
              <a:gd name="connsiteY249" fmla="*/ 2844724 h 3320021"/>
              <a:gd name="connsiteX250" fmla="*/ 3341883 w 7392467"/>
              <a:gd name="connsiteY250" fmla="*/ 2862652 h 3320021"/>
              <a:gd name="connsiteX251" fmla="*/ 3331470 w 7392467"/>
              <a:gd name="connsiteY251" fmla="*/ 2722314 h 3320021"/>
              <a:gd name="connsiteX252" fmla="*/ 3311889 w 7392467"/>
              <a:gd name="connsiteY252" fmla="*/ 2671430 h 3320021"/>
              <a:gd name="connsiteX253" fmla="*/ 681835 w 7392467"/>
              <a:gd name="connsiteY253" fmla="*/ 2670038 h 3320021"/>
              <a:gd name="connsiteX254" fmla="*/ 682201 w 7392467"/>
              <a:gd name="connsiteY254" fmla="*/ 2670856 h 3320021"/>
              <a:gd name="connsiteX255" fmla="*/ 681927 w 7392467"/>
              <a:gd name="connsiteY255" fmla="*/ 2674118 h 3320021"/>
              <a:gd name="connsiteX256" fmla="*/ 3415957 w 7392467"/>
              <a:gd name="connsiteY256" fmla="*/ 2661951 h 3320021"/>
              <a:gd name="connsiteX257" fmla="*/ 3449112 w 7392467"/>
              <a:gd name="connsiteY257" fmla="*/ 2792107 h 3320021"/>
              <a:gd name="connsiteX258" fmla="*/ 3492516 w 7392467"/>
              <a:gd name="connsiteY258" fmla="*/ 2891289 h 3320021"/>
              <a:gd name="connsiteX259" fmla="*/ 3485948 w 7392467"/>
              <a:gd name="connsiteY259" fmla="*/ 2756800 h 3320021"/>
              <a:gd name="connsiteX260" fmla="*/ 3485783 w 7392467"/>
              <a:gd name="connsiteY260" fmla="*/ 2756840 h 3320021"/>
              <a:gd name="connsiteX261" fmla="*/ 3415957 w 7392467"/>
              <a:gd name="connsiteY261" fmla="*/ 2661951 h 3320021"/>
              <a:gd name="connsiteX262" fmla="*/ 4748139 w 7392467"/>
              <a:gd name="connsiteY262" fmla="*/ 2656681 h 3320021"/>
              <a:gd name="connsiteX263" fmla="*/ 4746037 w 7392467"/>
              <a:gd name="connsiteY263" fmla="*/ 2844528 h 3320021"/>
              <a:gd name="connsiteX264" fmla="*/ 4772148 w 7392467"/>
              <a:gd name="connsiteY264" fmla="*/ 2888624 h 3320021"/>
              <a:gd name="connsiteX265" fmla="*/ 4779821 w 7392467"/>
              <a:gd name="connsiteY265" fmla="*/ 2736100 h 3320021"/>
              <a:gd name="connsiteX266" fmla="*/ 4775902 w 7392467"/>
              <a:gd name="connsiteY266" fmla="*/ 2719145 h 3320021"/>
              <a:gd name="connsiteX267" fmla="*/ 4748139 w 7392467"/>
              <a:gd name="connsiteY267" fmla="*/ 2656681 h 3320021"/>
              <a:gd name="connsiteX268" fmla="*/ 3912980 w 7392467"/>
              <a:gd name="connsiteY268" fmla="*/ 2655461 h 3320021"/>
              <a:gd name="connsiteX269" fmla="*/ 3914113 w 7392467"/>
              <a:gd name="connsiteY269" fmla="*/ 2758069 h 3320021"/>
              <a:gd name="connsiteX270" fmla="*/ 3913666 w 7392467"/>
              <a:gd name="connsiteY270" fmla="*/ 2656861 h 3320021"/>
              <a:gd name="connsiteX271" fmla="*/ 3912980 w 7392467"/>
              <a:gd name="connsiteY271" fmla="*/ 2655461 h 3320021"/>
              <a:gd name="connsiteX272" fmla="*/ 6927280 w 7392467"/>
              <a:gd name="connsiteY272" fmla="*/ 2642482 h 3320021"/>
              <a:gd name="connsiteX273" fmla="*/ 6951991 w 7392467"/>
              <a:gd name="connsiteY273" fmla="*/ 2803178 h 3320021"/>
              <a:gd name="connsiteX274" fmla="*/ 6956510 w 7392467"/>
              <a:gd name="connsiteY274" fmla="*/ 2776540 h 3320021"/>
              <a:gd name="connsiteX275" fmla="*/ 6927280 w 7392467"/>
              <a:gd name="connsiteY275" fmla="*/ 2642482 h 3320021"/>
              <a:gd name="connsiteX276" fmla="*/ 3696197 w 7392467"/>
              <a:gd name="connsiteY276" fmla="*/ 2619158 h 3320021"/>
              <a:gd name="connsiteX277" fmla="*/ 3696257 w 7392467"/>
              <a:gd name="connsiteY277" fmla="*/ 2619410 h 3320021"/>
              <a:gd name="connsiteX278" fmla="*/ 3696275 w 7392467"/>
              <a:gd name="connsiteY278" fmla="*/ 2619486 h 3320021"/>
              <a:gd name="connsiteX279" fmla="*/ 3696315 w 7392467"/>
              <a:gd name="connsiteY279" fmla="*/ 2619651 h 3320021"/>
              <a:gd name="connsiteX280" fmla="*/ 3696257 w 7392467"/>
              <a:gd name="connsiteY280" fmla="*/ 2619410 h 3320021"/>
              <a:gd name="connsiteX281" fmla="*/ 3696236 w 7392467"/>
              <a:gd name="connsiteY281" fmla="*/ 2619322 h 3320021"/>
              <a:gd name="connsiteX282" fmla="*/ 3696197 w 7392467"/>
              <a:gd name="connsiteY282" fmla="*/ 2619158 h 3320021"/>
              <a:gd name="connsiteX283" fmla="*/ 4752754 w 7392467"/>
              <a:gd name="connsiteY283" fmla="*/ 2613163 h 3320021"/>
              <a:gd name="connsiteX284" fmla="*/ 4753718 w 7392467"/>
              <a:gd name="connsiteY284" fmla="*/ 2617732 h 3320021"/>
              <a:gd name="connsiteX285" fmla="*/ 4752392 w 7392467"/>
              <a:gd name="connsiteY285" fmla="*/ 2615793 h 3320021"/>
              <a:gd name="connsiteX286" fmla="*/ 1970567 w 7392467"/>
              <a:gd name="connsiteY286" fmla="*/ 2601397 h 3320021"/>
              <a:gd name="connsiteX287" fmla="*/ 1988229 w 7392467"/>
              <a:gd name="connsiteY287" fmla="*/ 2787602 h 3320021"/>
              <a:gd name="connsiteX288" fmla="*/ 1993637 w 7392467"/>
              <a:gd name="connsiteY288" fmla="*/ 2702011 h 3320021"/>
              <a:gd name="connsiteX289" fmla="*/ 1970567 w 7392467"/>
              <a:gd name="connsiteY289" fmla="*/ 2601397 h 3320021"/>
              <a:gd name="connsiteX290" fmla="*/ 4566067 w 7392467"/>
              <a:gd name="connsiteY290" fmla="*/ 2599312 h 3320021"/>
              <a:gd name="connsiteX291" fmla="*/ 4567131 w 7392467"/>
              <a:gd name="connsiteY291" fmla="*/ 2680039 h 3320021"/>
              <a:gd name="connsiteX292" fmla="*/ 4589879 w 7392467"/>
              <a:gd name="connsiteY292" fmla="*/ 2724599 h 3320021"/>
              <a:gd name="connsiteX293" fmla="*/ 4569929 w 7392467"/>
              <a:gd name="connsiteY293" fmla="*/ 2678669 h 3320021"/>
              <a:gd name="connsiteX294" fmla="*/ 4715170 w 7392467"/>
              <a:gd name="connsiteY294" fmla="*/ 2931920 h 3320021"/>
              <a:gd name="connsiteX295" fmla="*/ 4726401 w 7392467"/>
              <a:gd name="connsiteY295" fmla="*/ 2941722 h 3320021"/>
              <a:gd name="connsiteX296" fmla="*/ 4726020 w 7392467"/>
              <a:gd name="connsiteY296" fmla="*/ 2932951 h 3320021"/>
              <a:gd name="connsiteX297" fmla="*/ 4725980 w 7392467"/>
              <a:gd name="connsiteY297" fmla="*/ 2932787 h 3320021"/>
              <a:gd name="connsiteX298" fmla="*/ 4566067 w 7392467"/>
              <a:gd name="connsiteY298" fmla="*/ 2599312 h 3320021"/>
              <a:gd name="connsiteX299" fmla="*/ 3621953 w 7392467"/>
              <a:gd name="connsiteY299" fmla="*/ 2578687 h 3320021"/>
              <a:gd name="connsiteX300" fmla="*/ 3621993 w 7392467"/>
              <a:gd name="connsiteY300" fmla="*/ 2578851 h 3320021"/>
              <a:gd name="connsiteX301" fmla="*/ 3620192 w 7392467"/>
              <a:gd name="connsiteY301" fmla="*/ 2669306 h 3320021"/>
              <a:gd name="connsiteX302" fmla="*/ 3623516 w 7392467"/>
              <a:gd name="connsiteY302" fmla="*/ 2678757 h 3320021"/>
              <a:gd name="connsiteX303" fmla="*/ 3643839 w 7392467"/>
              <a:gd name="connsiteY303" fmla="*/ 2618240 h 3320021"/>
              <a:gd name="connsiteX304" fmla="*/ 3621953 w 7392467"/>
              <a:gd name="connsiteY304" fmla="*/ 2578687 h 3320021"/>
              <a:gd name="connsiteX305" fmla="*/ 4213668 w 7392467"/>
              <a:gd name="connsiteY305" fmla="*/ 2572108 h 3320021"/>
              <a:gd name="connsiteX306" fmla="*/ 4229676 w 7392467"/>
              <a:gd name="connsiteY306" fmla="*/ 2689546 h 3320021"/>
              <a:gd name="connsiteX307" fmla="*/ 4292663 w 7392467"/>
              <a:gd name="connsiteY307" fmla="*/ 2794254 h 3320021"/>
              <a:gd name="connsiteX308" fmla="*/ 4288647 w 7392467"/>
              <a:gd name="connsiteY308" fmla="*/ 2758902 h 3320021"/>
              <a:gd name="connsiteX309" fmla="*/ 4213668 w 7392467"/>
              <a:gd name="connsiteY309" fmla="*/ 2572108 h 3320021"/>
              <a:gd name="connsiteX310" fmla="*/ 336594 w 7392467"/>
              <a:gd name="connsiteY310" fmla="*/ 2548652 h 3320021"/>
              <a:gd name="connsiteX311" fmla="*/ 335410 w 7392467"/>
              <a:gd name="connsiteY311" fmla="*/ 2860535 h 3320021"/>
              <a:gd name="connsiteX312" fmla="*/ 411357 w 7392467"/>
              <a:gd name="connsiteY312" fmla="*/ 2978624 h 3320021"/>
              <a:gd name="connsiteX313" fmla="*/ 415252 w 7392467"/>
              <a:gd name="connsiteY313" fmla="*/ 2963085 h 3320021"/>
              <a:gd name="connsiteX314" fmla="*/ 412694 w 7392467"/>
              <a:gd name="connsiteY314" fmla="*/ 2980561 h 3320021"/>
              <a:gd name="connsiteX315" fmla="*/ 426125 w 7392467"/>
              <a:gd name="connsiteY315" fmla="*/ 3001649 h 3320021"/>
              <a:gd name="connsiteX316" fmla="*/ 426413 w 7392467"/>
              <a:gd name="connsiteY316" fmla="*/ 3001405 h 3320021"/>
              <a:gd name="connsiteX317" fmla="*/ 425056 w 7392467"/>
              <a:gd name="connsiteY317" fmla="*/ 2977055 h 3320021"/>
              <a:gd name="connsiteX318" fmla="*/ 429890 w 7392467"/>
              <a:gd name="connsiteY318" fmla="*/ 3007169 h 3320021"/>
              <a:gd name="connsiteX319" fmla="*/ 549957 w 7392467"/>
              <a:gd name="connsiteY319" fmla="*/ 3202198 h 3320021"/>
              <a:gd name="connsiteX320" fmla="*/ 546536 w 7392467"/>
              <a:gd name="connsiteY320" fmla="*/ 3033236 h 3320021"/>
              <a:gd name="connsiteX321" fmla="*/ 534974 w 7392467"/>
              <a:gd name="connsiteY321" fmla="*/ 2999010 h 3320021"/>
              <a:gd name="connsiteX322" fmla="*/ 444490 w 7392467"/>
              <a:gd name="connsiteY322" fmla="*/ 2809180 h 3320021"/>
              <a:gd name="connsiteX323" fmla="*/ 444896 w 7392467"/>
              <a:gd name="connsiteY323" fmla="*/ 2809429 h 3320021"/>
              <a:gd name="connsiteX324" fmla="*/ 494129 w 7392467"/>
              <a:gd name="connsiteY324" fmla="*/ 2887393 h 3320021"/>
              <a:gd name="connsiteX325" fmla="*/ 336594 w 7392467"/>
              <a:gd name="connsiteY325" fmla="*/ 2548652 h 3320021"/>
              <a:gd name="connsiteX326" fmla="*/ 3309483 w 7392467"/>
              <a:gd name="connsiteY326" fmla="*/ 2539065 h 3320021"/>
              <a:gd name="connsiteX327" fmla="*/ 3309459 w 7392467"/>
              <a:gd name="connsiteY327" fmla="*/ 2572089 h 3320021"/>
              <a:gd name="connsiteX328" fmla="*/ 3315801 w 7392467"/>
              <a:gd name="connsiteY328" fmla="*/ 2584472 h 3320021"/>
              <a:gd name="connsiteX329" fmla="*/ 3315870 w 7392467"/>
              <a:gd name="connsiteY329" fmla="*/ 2584966 h 3320021"/>
              <a:gd name="connsiteX330" fmla="*/ 3316034 w 7392467"/>
              <a:gd name="connsiteY330" fmla="*/ 2584926 h 3320021"/>
              <a:gd name="connsiteX331" fmla="*/ 3315801 w 7392467"/>
              <a:gd name="connsiteY331" fmla="*/ 2584472 h 3320021"/>
              <a:gd name="connsiteX332" fmla="*/ 5360257 w 7392467"/>
              <a:gd name="connsiteY332" fmla="*/ 2534476 h 3320021"/>
              <a:gd name="connsiteX333" fmla="*/ 5360092 w 7392467"/>
              <a:gd name="connsiteY333" fmla="*/ 2539555 h 3320021"/>
              <a:gd name="connsiteX334" fmla="*/ 5359967 w 7392467"/>
              <a:gd name="connsiteY334" fmla="*/ 2539759 h 3320021"/>
              <a:gd name="connsiteX335" fmla="*/ 5360930 w 7392467"/>
              <a:gd name="connsiteY335" fmla="*/ 2542307 h 3320021"/>
              <a:gd name="connsiteX336" fmla="*/ 5360257 w 7392467"/>
              <a:gd name="connsiteY336" fmla="*/ 2534476 h 3320021"/>
              <a:gd name="connsiteX337" fmla="*/ 3624569 w 7392467"/>
              <a:gd name="connsiteY337" fmla="*/ 2513929 h 3320021"/>
              <a:gd name="connsiteX338" fmla="*/ 3622536 w 7392467"/>
              <a:gd name="connsiteY338" fmla="*/ 2562384 h 3320021"/>
              <a:gd name="connsiteX339" fmla="*/ 3650045 w 7392467"/>
              <a:gd name="connsiteY339" fmla="*/ 2600755 h 3320021"/>
              <a:gd name="connsiteX340" fmla="*/ 3650255 w 7392467"/>
              <a:gd name="connsiteY340" fmla="*/ 2600183 h 3320021"/>
              <a:gd name="connsiteX341" fmla="*/ 3624569 w 7392467"/>
              <a:gd name="connsiteY341" fmla="*/ 2513929 h 3320021"/>
              <a:gd name="connsiteX342" fmla="*/ 3268711 w 7392467"/>
              <a:gd name="connsiteY342" fmla="*/ 2493989 h 3320021"/>
              <a:gd name="connsiteX343" fmla="*/ 3303933 w 7392467"/>
              <a:gd name="connsiteY343" fmla="*/ 2561433 h 3320021"/>
              <a:gd name="connsiteX344" fmla="*/ 3306860 w 7392467"/>
              <a:gd name="connsiteY344" fmla="*/ 2533963 h 3320021"/>
              <a:gd name="connsiteX345" fmla="*/ 3268711 w 7392467"/>
              <a:gd name="connsiteY345" fmla="*/ 2493989 h 3320021"/>
              <a:gd name="connsiteX346" fmla="*/ 2776727 w 7392467"/>
              <a:gd name="connsiteY346" fmla="*/ 2490398 h 3320021"/>
              <a:gd name="connsiteX347" fmla="*/ 2779769 w 7392467"/>
              <a:gd name="connsiteY347" fmla="*/ 2519556 h 3320021"/>
              <a:gd name="connsiteX348" fmla="*/ 2915672 w 7392467"/>
              <a:gd name="connsiteY348" fmla="*/ 2767242 h 3320021"/>
              <a:gd name="connsiteX349" fmla="*/ 2996506 w 7392467"/>
              <a:gd name="connsiteY349" fmla="*/ 2838619 h 3320021"/>
              <a:gd name="connsiteX350" fmla="*/ 2991082 w 7392467"/>
              <a:gd name="connsiteY350" fmla="*/ 2790226 h 3320021"/>
              <a:gd name="connsiteX351" fmla="*/ 2776727 w 7392467"/>
              <a:gd name="connsiteY351" fmla="*/ 2490398 h 3320021"/>
              <a:gd name="connsiteX352" fmla="*/ 6503894 w 7392467"/>
              <a:gd name="connsiteY352" fmla="*/ 2471662 h 3320021"/>
              <a:gd name="connsiteX353" fmla="*/ 6516176 w 7392467"/>
              <a:gd name="connsiteY353" fmla="*/ 2548465 h 3320021"/>
              <a:gd name="connsiteX354" fmla="*/ 6527825 w 7392467"/>
              <a:gd name="connsiteY354" fmla="*/ 2567203 h 3320021"/>
              <a:gd name="connsiteX355" fmla="*/ 6525752 w 7392467"/>
              <a:gd name="connsiteY355" fmla="*/ 2514698 h 3320021"/>
              <a:gd name="connsiteX356" fmla="*/ 6503894 w 7392467"/>
              <a:gd name="connsiteY356" fmla="*/ 2471662 h 3320021"/>
              <a:gd name="connsiteX357" fmla="*/ 3935172 w 7392467"/>
              <a:gd name="connsiteY357" fmla="*/ 2470933 h 3320021"/>
              <a:gd name="connsiteX358" fmla="*/ 3915296 w 7392467"/>
              <a:gd name="connsiteY358" fmla="*/ 2612500 h 3320021"/>
              <a:gd name="connsiteX359" fmla="*/ 3918201 w 7392467"/>
              <a:gd name="connsiteY359" fmla="*/ 2638213 h 3320021"/>
              <a:gd name="connsiteX360" fmla="*/ 3994584 w 7392467"/>
              <a:gd name="connsiteY360" fmla="*/ 2813546 h 3320021"/>
              <a:gd name="connsiteX361" fmla="*/ 3935213 w 7392467"/>
              <a:gd name="connsiteY361" fmla="*/ 2471097 h 3320021"/>
              <a:gd name="connsiteX362" fmla="*/ 6859403 w 7392467"/>
              <a:gd name="connsiteY362" fmla="*/ 2388631 h 3320021"/>
              <a:gd name="connsiteX363" fmla="*/ 6861587 w 7392467"/>
              <a:gd name="connsiteY363" fmla="*/ 2422166 h 3320021"/>
              <a:gd name="connsiteX364" fmla="*/ 6861129 w 7392467"/>
              <a:gd name="connsiteY364" fmla="*/ 2392906 h 3320021"/>
              <a:gd name="connsiteX365" fmla="*/ 6859442 w 7392467"/>
              <a:gd name="connsiteY365" fmla="*/ 2388795 h 3320021"/>
              <a:gd name="connsiteX366" fmla="*/ 5499954 w 7392467"/>
              <a:gd name="connsiteY366" fmla="*/ 2340699 h 3320021"/>
              <a:gd name="connsiteX367" fmla="*/ 5499791 w 7392467"/>
              <a:gd name="connsiteY367" fmla="*/ 2340739 h 3320021"/>
              <a:gd name="connsiteX368" fmla="*/ 5500641 w 7392467"/>
              <a:gd name="connsiteY368" fmla="*/ 2357218 h 3320021"/>
              <a:gd name="connsiteX369" fmla="*/ 5521880 w 7392467"/>
              <a:gd name="connsiteY369" fmla="*/ 2425776 h 3320021"/>
              <a:gd name="connsiteX370" fmla="*/ 5514134 w 7392467"/>
              <a:gd name="connsiteY370" fmla="*/ 2370643 h 3320021"/>
              <a:gd name="connsiteX371" fmla="*/ 5499954 w 7392467"/>
              <a:gd name="connsiteY371" fmla="*/ 2340699 h 3320021"/>
              <a:gd name="connsiteX372" fmla="*/ 5832133 w 7392467"/>
              <a:gd name="connsiteY372" fmla="*/ 2340287 h 3320021"/>
              <a:gd name="connsiteX373" fmla="*/ 5812426 w 7392467"/>
              <a:gd name="connsiteY373" fmla="*/ 2597032 h 3320021"/>
              <a:gd name="connsiteX374" fmla="*/ 5831656 w 7392467"/>
              <a:gd name="connsiteY374" fmla="*/ 2665902 h 3320021"/>
              <a:gd name="connsiteX375" fmla="*/ 5850192 w 7392467"/>
              <a:gd name="connsiteY375" fmla="*/ 2407180 h 3320021"/>
              <a:gd name="connsiteX376" fmla="*/ 5860880 w 7392467"/>
              <a:gd name="connsiteY376" fmla="*/ 2730099 h 3320021"/>
              <a:gd name="connsiteX377" fmla="*/ 5867796 w 7392467"/>
              <a:gd name="connsiteY377" fmla="*/ 2595311 h 3320021"/>
              <a:gd name="connsiteX378" fmla="*/ 5868124 w 7392467"/>
              <a:gd name="connsiteY378" fmla="*/ 2595231 h 3320021"/>
              <a:gd name="connsiteX379" fmla="*/ 5883662 w 7392467"/>
              <a:gd name="connsiteY379" fmla="*/ 2841037 h 3320021"/>
              <a:gd name="connsiteX380" fmla="*/ 5890252 w 7392467"/>
              <a:gd name="connsiteY380" fmla="*/ 2861864 h 3320021"/>
              <a:gd name="connsiteX381" fmla="*/ 5902642 w 7392467"/>
              <a:gd name="connsiteY381" fmla="*/ 2890154 h 3320021"/>
              <a:gd name="connsiteX382" fmla="*/ 5905242 w 7392467"/>
              <a:gd name="connsiteY382" fmla="*/ 2711571 h 3320021"/>
              <a:gd name="connsiteX383" fmla="*/ 5869194 w 7392467"/>
              <a:gd name="connsiteY383" fmla="*/ 2463591 h 3320021"/>
              <a:gd name="connsiteX384" fmla="*/ 5869156 w 7392467"/>
              <a:gd name="connsiteY384" fmla="*/ 2463427 h 3320021"/>
              <a:gd name="connsiteX385" fmla="*/ 5832133 w 7392467"/>
              <a:gd name="connsiteY385" fmla="*/ 2340287 h 3320021"/>
              <a:gd name="connsiteX386" fmla="*/ 5190325 w 7392467"/>
              <a:gd name="connsiteY386" fmla="*/ 2324374 h 3320021"/>
              <a:gd name="connsiteX387" fmla="*/ 5190500 w 7392467"/>
              <a:gd name="connsiteY387" fmla="*/ 2324939 h 3320021"/>
              <a:gd name="connsiteX388" fmla="*/ 5182817 w 7392467"/>
              <a:gd name="connsiteY388" fmla="*/ 2441579 h 3320021"/>
              <a:gd name="connsiteX389" fmla="*/ 5222857 w 7392467"/>
              <a:gd name="connsiteY389" fmla="*/ 2596663 h 3320021"/>
              <a:gd name="connsiteX390" fmla="*/ 5215377 w 7392467"/>
              <a:gd name="connsiteY390" fmla="*/ 2408000 h 3320021"/>
              <a:gd name="connsiteX391" fmla="*/ 5213242 w 7392467"/>
              <a:gd name="connsiteY391" fmla="*/ 2398436 h 3320021"/>
              <a:gd name="connsiteX392" fmla="*/ 5190500 w 7392467"/>
              <a:gd name="connsiteY392" fmla="*/ 2324939 h 3320021"/>
              <a:gd name="connsiteX393" fmla="*/ 5190529 w 7392467"/>
              <a:gd name="connsiteY393" fmla="*/ 2324498 h 3320021"/>
              <a:gd name="connsiteX394" fmla="*/ 7058491 w 7392467"/>
              <a:gd name="connsiteY394" fmla="*/ 2273146 h 3320021"/>
              <a:gd name="connsiteX395" fmla="*/ 7058213 w 7392467"/>
              <a:gd name="connsiteY395" fmla="*/ 2277037 h 3320021"/>
              <a:gd name="connsiteX396" fmla="*/ 7058377 w 7392467"/>
              <a:gd name="connsiteY396" fmla="*/ 2276997 h 3320021"/>
              <a:gd name="connsiteX397" fmla="*/ 7069696 w 7392467"/>
              <a:gd name="connsiteY397" fmla="*/ 2315974 h 3320021"/>
              <a:gd name="connsiteX398" fmla="*/ 7072138 w 7392467"/>
              <a:gd name="connsiteY398" fmla="*/ 2308086 h 3320021"/>
              <a:gd name="connsiteX399" fmla="*/ 7058491 w 7392467"/>
              <a:gd name="connsiteY399" fmla="*/ 2273146 h 3320021"/>
              <a:gd name="connsiteX400" fmla="*/ 3132372 w 7392467"/>
              <a:gd name="connsiteY400" fmla="*/ 2259618 h 3320021"/>
              <a:gd name="connsiteX401" fmla="*/ 3225749 w 7392467"/>
              <a:gd name="connsiteY401" fmla="*/ 2668066 h 3320021"/>
              <a:gd name="connsiteX402" fmla="*/ 3286689 w 7392467"/>
              <a:gd name="connsiteY402" fmla="*/ 2807503 h 3320021"/>
              <a:gd name="connsiteX403" fmla="*/ 3296469 w 7392467"/>
              <a:gd name="connsiteY403" fmla="*/ 2632748 h 3320021"/>
              <a:gd name="connsiteX404" fmla="*/ 3132372 w 7392467"/>
              <a:gd name="connsiteY404" fmla="*/ 2259618 h 3320021"/>
              <a:gd name="connsiteX405" fmla="*/ 4178855 w 7392467"/>
              <a:gd name="connsiteY405" fmla="*/ 2257966 h 3320021"/>
              <a:gd name="connsiteX406" fmla="*/ 4178690 w 7392467"/>
              <a:gd name="connsiteY406" fmla="*/ 2258006 h 3320021"/>
              <a:gd name="connsiteX407" fmla="*/ 4178882 w 7392467"/>
              <a:gd name="connsiteY407" fmla="*/ 2258215 h 3320021"/>
              <a:gd name="connsiteX408" fmla="*/ 4200395 w 7392467"/>
              <a:gd name="connsiteY408" fmla="*/ 2460961 h 3320021"/>
              <a:gd name="connsiteX409" fmla="*/ 4216211 w 7392467"/>
              <a:gd name="connsiteY409" fmla="*/ 2395450 h 3320021"/>
              <a:gd name="connsiteX410" fmla="*/ 4206261 w 7392467"/>
              <a:gd name="connsiteY410" fmla="*/ 2510464 h 3320021"/>
              <a:gd name="connsiteX411" fmla="*/ 4211437 w 7392467"/>
              <a:gd name="connsiteY411" fmla="*/ 2554225 h 3320021"/>
              <a:gd name="connsiteX412" fmla="*/ 4282729 w 7392467"/>
              <a:gd name="connsiteY412" fmla="*/ 2695509 h 3320021"/>
              <a:gd name="connsiteX413" fmla="*/ 4270725 w 7392467"/>
              <a:gd name="connsiteY413" fmla="*/ 2453542 h 3320021"/>
              <a:gd name="connsiteX414" fmla="*/ 4253052 w 7392467"/>
              <a:gd name="connsiteY414" fmla="*/ 2339288 h 3320021"/>
              <a:gd name="connsiteX415" fmla="*/ 4178882 w 7392467"/>
              <a:gd name="connsiteY415" fmla="*/ 2258215 h 3320021"/>
              <a:gd name="connsiteX416" fmla="*/ 2311070 w 7392467"/>
              <a:gd name="connsiteY416" fmla="*/ 2242367 h 3320021"/>
              <a:gd name="connsiteX417" fmla="*/ 2351959 w 7392467"/>
              <a:gd name="connsiteY417" fmla="*/ 2373611 h 3320021"/>
              <a:gd name="connsiteX418" fmla="*/ 2491923 w 7392467"/>
              <a:gd name="connsiteY418" fmla="*/ 2686355 h 3320021"/>
              <a:gd name="connsiteX419" fmla="*/ 2578947 w 7392467"/>
              <a:gd name="connsiteY419" fmla="*/ 2843132 h 3320021"/>
              <a:gd name="connsiteX420" fmla="*/ 2580334 w 7392467"/>
              <a:gd name="connsiteY420" fmla="*/ 2818641 h 3320021"/>
              <a:gd name="connsiteX421" fmla="*/ 2581573 w 7392467"/>
              <a:gd name="connsiteY421" fmla="*/ 2847537 h 3320021"/>
              <a:gd name="connsiteX422" fmla="*/ 2720145 w 7392467"/>
              <a:gd name="connsiteY422" fmla="*/ 3079633 h 3320021"/>
              <a:gd name="connsiteX423" fmla="*/ 2678428 w 7392467"/>
              <a:gd name="connsiteY423" fmla="*/ 2888807 h 3320021"/>
              <a:gd name="connsiteX424" fmla="*/ 2678304 w 7392467"/>
              <a:gd name="connsiteY424" fmla="*/ 2889011 h 3320021"/>
              <a:gd name="connsiteX425" fmla="*/ 2311070 w 7392467"/>
              <a:gd name="connsiteY425" fmla="*/ 2242367 h 3320021"/>
              <a:gd name="connsiteX426" fmla="*/ 7063938 w 7392467"/>
              <a:gd name="connsiteY426" fmla="*/ 2197800 h 3320021"/>
              <a:gd name="connsiteX427" fmla="*/ 7061430 w 7392467"/>
              <a:gd name="connsiteY427" fmla="*/ 2229165 h 3320021"/>
              <a:gd name="connsiteX428" fmla="*/ 7071310 w 7392467"/>
              <a:gd name="connsiteY428" fmla="*/ 2248503 h 3320021"/>
              <a:gd name="connsiteX429" fmla="*/ 7063938 w 7392467"/>
              <a:gd name="connsiteY429" fmla="*/ 2197800 h 3320021"/>
              <a:gd name="connsiteX430" fmla="*/ 5493289 w 7392467"/>
              <a:gd name="connsiteY430" fmla="*/ 2192853 h 3320021"/>
              <a:gd name="connsiteX431" fmla="*/ 5493477 w 7392467"/>
              <a:gd name="connsiteY431" fmla="*/ 2200107 h 3320021"/>
              <a:gd name="connsiteX432" fmla="*/ 5494083 w 7392467"/>
              <a:gd name="connsiteY432" fmla="*/ 2201177 h 3320021"/>
              <a:gd name="connsiteX433" fmla="*/ 5493289 w 7392467"/>
              <a:gd name="connsiteY433" fmla="*/ 2192853 h 3320021"/>
              <a:gd name="connsiteX434" fmla="*/ 5767436 w 7392467"/>
              <a:gd name="connsiteY434" fmla="*/ 2181404 h 3320021"/>
              <a:gd name="connsiteX435" fmla="*/ 5768143 w 7392467"/>
              <a:gd name="connsiteY435" fmla="*/ 2182876 h 3320021"/>
              <a:gd name="connsiteX436" fmla="*/ 5766830 w 7392467"/>
              <a:gd name="connsiteY436" fmla="*/ 2189484 h 3320021"/>
              <a:gd name="connsiteX437" fmla="*/ 5767461 w 7392467"/>
              <a:gd name="connsiteY437" fmla="*/ 2181070 h 3320021"/>
              <a:gd name="connsiteX438" fmla="*/ 5767436 w 7392467"/>
              <a:gd name="connsiteY438" fmla="*/ 2181404 h 3320021"/>
              <a:gd name="connsiteX439" fmla="*/ 5767294 w 7392467"/>
              <a:gd name="connsiteY439" fmla="*/ 2181110 h 3320021"/>
              <a:gd name="connsiteX440" fmla="*/ 6047557 w 7392467"/>
              <a:gd name="connsiteY440" fmla="*/ 2175849 h 3320021"/>
              <a:gd name="connsiteX441" fmla="*/ 6047461 w 7392467"/>
              <a:gd name="connsiteY441" fmla="*/ 2253207 h 3320021"/>
              <a:gd name="connsiteX442" fmla="*/ 6081425 w 7392467"/>
              <a:gd name="connsiteY442" fmla="*/ 2414796 h 3320021"/>
              <a:gd name="connsiteX443" fmla="*/ 6113878 w 7392467"/>
              <a:gd name="connsiteY443" fmla="*/ 2495247 h 3320021"/>
              <a:gd name="connsiteX444" fmla="*/ 6114977 w 7392467"/>
              <a:gd name="connsiteY444" fmla="*/ 2481078 h 3320021"/>
              <a:gd name="connsiteX445" fmla="*/ 6064681 w 7392467"/>
              <a:gd name="connsiteY445" fmla="*/ 2211513 h 3320021"/>
              <a:gd name="connsiteX446" fmla="*/ 6047557 w 7392467"/>
              <a:gd name="connsiteY446" fmla="*/ 2175849 h 3320021"/>
              <a:gd name="connsiteX447" fmla="*/ 3878110 w 7392467"/>
              <a:gd name="connsiteY447" fmla="*/ 2166853 h 3320021"/>
              <a:gd name="connsiteX448" fmla="*/ 3699713 w 7392467"/>
              <a:gd name="connsiteY448" fmla="*/ 2604927 h 3320021"/>
              <a:gd name="connsiteX449" fmla="*/ 3704288 w 7392467"/>
              <a:gd name="connsiteY449" fmla="*/ 2636843 h 3320021"/>
              <a:gd name="connsiteX450" fmla="*/ 3769828 w 7392467"/>
              <a:gd name="connsiteY450" fmla="*/ 2760051 h 3320021"/>
              <a:gd name="connsiteX451" fmla="*/ 3759522 w 7392467"/>
              <a:gd name="connsiteY451" fmla="*/ 2581281 h 3320021"/>
              <a:gd name="connsiteX452" fmla="*/ 3759562 w 7392467"/>
              <a:gd name="connsiteY452" fmla="*/ 2581445 h 3320021"/>
              <a:gd name="connsiteX453" fmla="*/ 3786396 w 7392467"/>
              <a:gd name="connsiteY453" fmla="*/ 2788376 h 3320021"/>
              <a:gd name="connsiteX454" fmla="*/ 3853704 w 7392467"/>
              <a:gd name="connsiteY454" fmla="*/ 2895865 h 3320021"/>
              <a:gd name="connsiteX455" fmla="*/ 3832672 w 7392467"/>
              <a:gd name="connsiteY455" fmla="*/ 2756178 h 3320021"/>
              <a:gd name="connsiteX456" fmla="*/ 3883681 w 7392467"/>
              <a:gd name="connsiteY456" fmla="*/ 2880817 h 3320021"/>
              <a:gd name="connsiteX457" fmla="*/ 3883647 w 7392467"/>
              <a:gd name="connsiteY457" fmla="*/ 2881686 h 3320021"/>
              <a:gd name="connsiteX458" fmla="*/ 3883936 w 7392467"/>
              <a:gd name="connsiteY458" fmla="*/ 2881442 h 3320021"/>
              <a:gd name="connsiteX459" fmla="*/ 3883681 w 7392467"/>
              <a:gd name="connsiteY459" fmla="*/ 2880817 h 3320021"/>
              <a:gd name="connsiteX460" fmla="*/ 3894021 w 7392467"/>
              <a:gd name="connsiteY460" fmla="*/ 2613637 h 3320021"/>
              <a:gd name="connsiteX461" fmla="*/ 3843165 w 7392467"/>
              <a:gd name="connsiteY461" fmla="*/ 2518861 h 3320021"/>
              <a:gd name="connsiteX462" fmla="*/ 3896344 w 7392467"/>
              <a:gd name="connsiteY462" fmla="*/ 2600217 h 3320021"/>
              <a:gd name="connsiteX463" fmla="*/ 3931022 w 7392467"/>
              <a:gd name="connsiteY463" fmla="*/ 2447257 h 3320021"/>
              <a:gd name="connsiteX464" fmla="*/ 3916803 w 7392467"/>
              <a:gd name="connsiteY464" fmla="*/ 2361711 h 3320021"/>
              <a:gd name="connsiteX465" fmla="*/ 3878110 w 7392467"/>
              <a:gd name="connsiteY465" fmla="*/ 2166853 h 3320021"/>
              <a:gd name="connsiteX466" fmla="*/ 4063704 w 7392467"/>
              <a:gd name="connsiteY466" fmla="*/ 2153857 h 3320021"/>
              <a:gd name="connsiteX467" fmla="*/ 4065448 w 7392467"/>
              <a:gd name="connsiteY467" fmla="*/ 2155380 h 3320021"/>
              <a:gd name="connsiteX468" fmla="*/ 4066036 w 7392467"/>
              <a:gd name="connsiteY468" fmla="*/ 2171011 h 3320021"/>
              <a:gd name="connsiteX469" fmla="*/ 5294893 w 7392467"/>
              <a:gd name="connsiteY469" fmla="*/ 2152806 h 3320021"/>
              <a:gd name="connsiteX470" fmla="*/ 5336530 w 7392467"/>
              <a:gd name="connsiteY470" fmla="*/ 2272747 h 3320021"/>
              <a:gd name="connsiteX471" fmla="*/ 5330800 w 7392467"/>
              <a:gd name="connsiteY471" fmla="*/ 2216607 h 3320021"/>
              <a:gd name="connsiteX472" fmla="*/ 5294893 w 7392467"/>
              <a:gd name="connsiteY472" fmla="*/ 2152806 h 3320021"/>
              <a:gd name="connsiteX473" fmla="*/ 6032767 w 7392467"/>
              <a:gd name="connsiteY473" fmla="*/ 2145531 h 3320021"/>
              <a:gd name="connsiteX474" fmla="*/ 6032602 w 7392467"/>
              <a:gd name="connsiteY474" fmla="*/ 2145571 h 3320021"/>
              <a:gd name="connsiteX475" fmla="*/ 6032755 w 7392467"/>
              <a:gd name="connsiteY475" fmla="*/ 2146924 h 3320021"/>
              <a:gd name="connsiteX476" fmla="*/ 6032886 w 7392467"/>
              <a:gd name="connsiteY476" fmla="*/ 2146024 h 3320021"/>
              <a:gd name="connsiteX477" fmla="*/ 6032767 w 7392467"/>
              <a:gd name="connsiteY477" fmla="*/ 2145531 h 3320021"/>
              <a:gd name="connsiteX478" fmla="*/ 6322610 w 7392467"/>
              <a:gd name="connsiteY478" fmla="*/ 2141087 h 3320021"/>
              <a:gd name="connsiteX479" fmla="*/ 6331008 w 7392467"/>
              <a:gd name="connsiteY479" fmla="*/ 2166517 h 3320021"/>
              <a:gd name="connsiteX480" fmla="*/ 6330447 w 7392467"/>
              <a:gd name="connsiteY480" fmla="*/ 2154836 h 3320021"/>
              <a:gd name="connsiteX481" fmla="*/ 6330284 w 7392467"/>
              <a:gd name="connsiteY481" fmla="*/ 2154875 h 3320021"/>
              <a:gd name="connsiteX482" fmla="*/ 6322610 w 7392467"/>
              <a:gd name="connsiteY482" fmla="*/ 2141087 h 3320021"/>
              <a:gd name="connsiteX483" fmla="*/ 7151382 w 7392467"/>
              <a:gd name="connsiteY483" fmla="*/ 2136722 h 3320021"/>
              <a:gd name="connsiteX484" fmla="*/ 7133203 w 7392467"/>
              <a:gd name="connsiteY484" fmla="*/ 2210450 h 3320021"/>
              <a:gd name="connsiteX485" fmla="*/ 7133164 w 7392467"/>
              <a:gd name="connsiteY485" fmla="*/ 2210285 h 3320021"/>
              <a:gd name="connsiteX486" fmla="*/ 7164031 w 7392467"/>
              <a:gd name="connsiteY486" fmla="*/ 2344643 h 3320021"/>
              <a:gd name="connsiteX487" fmla="*/ 7174297 w 7392467"/>
              <a:gd name="connsiteY487" fmla="*/ 2185585 h 3320021"/>
              <a:gd name="connsiteX488" fmla="*/ 7151382 w 7392467"/>
              <a:gd name="connsiteY488" fmla="*/ 2136722 h 3320021"/>
              <a:gd name="connsiteX489" fmla="*/ 6711596 w 7392467"/>
              <a:gd name="connsiteY489" fmla="*/ 2098113 h 3320021"/>
              <a:gd name="connsiteX490" fmla="*/ 6761416 w 7392467"/>
              <a:gd name="connsiteY490" fmla="*/ 2239713 h 3320021"/>
              <a:gd name="connsiteX491" fmla="*/ 6762961 w 7392467"/>
              <a:gd name="connsiteY491" fmla="*/ 2185641 h 3320021"/>
              <a:gd name="connsiteX492" fmla="*/ 6711596 w 7392467"/>
              <a:gd name="connsiteY492" fmla="*/ 2098113 h 3320021"/>
              <a:gd name="connsiteX493" fmla="*/ 2220621 w 7392467"/>
              <a:gd name="connsiteY493" fmla="*/ 2088677 h 3320021"/>
              <a:gd name="connsiteX494" fmla="*/ 2252879 w 7392467"/>
              <a:gd name="connsiteY494" fmla="*/ 2943734 h 3320021"/>
              <a:gd name="connsiteX495" fmla="*/ 2261423 w 7392467"/>
              <a:gd name="connsiteY495" fmla="*/ 2961135 h 3320021"/>
              <a:gd name="connsiteX496" fmla="*/ 2273491 w 7392467"/>
              <a:gd name="connsiteY496" fmla="*/ 2973689 h 3320021"/>
              <a:gd name="connsiteX497" fmla="*/ 2260834 w 7392467"/>
              <a:gd name="connsiteY497" fmla="*/ 2862220 h 3320021"/>
              <a:gd name="connsiteX498" fmla="*/ 2293191 w 7392467"/>
              <a:gd name="connsiteY498" fmla="*/ 2994828 h 3320021"/>
              <a:gd name="connsiteX499" fmla="*/ 2332705 w 7392467"/>
              <a:gd name="connsiteY499" fmla="*/ 3038295 h 3320021"/>
              <a:gd name="connsiteX500" fmla="*/ 2291607 w 7392467"/>
              <a:gd name="connsiteY500" fmla="*/ 2816907 h 3320021"/>
              <a:gd name="connsiteX501" fmla="*/ 2324977 w 7392467"/>
              <a:gd name="connsiteY501" fmla="*/ 2945795 h 3320021"/>
              <a:gd name="connsiteX502" fmla="*/ 2311251 w 7392467"/>
              <a:gd name="connsiteY502" fmla="*/ 2618221 h 3320021"/>
              <a:gd name="connsiteX503" fmla="*/ 2391274 w 7392467"/>
              <a:gd name="connsiteY503" fmla="*/ 3106705 h 3320021"/>
              <a:gd name="connsiteX504" fmla="*/ 2421784 w 7392467"/>
              <a:gd name="connsiteY504" fmla="*/ 3143830 h 3320021"/>
              <a:gd name="connsiteX505" fmla="*/ 2465966 w 7392467"/>
              <a:gd name="connsiteY505" fmla="*/ 2784726 h 3320021"/>
              <a:gd name="connsiteX506" fmla="*/ 2452165 w 7392467"/>
              <a:gd name="connsiteY506" fmla="*/ 2733315 h 3320021"/>
              <a:gd name="connsiteX507" fmla="*/ 2303776 w 7392467"/>
              <a:gd name="connsiteY507" fmla="*/ 2302867 h 3320021"/>
              <a:gd name="connsiteX508" fmla="*/ 2262167 w 7392467"/>
              <a:gd name="connsiteY508" fmla="*/ 2209682 h 3320021"/>
              <a:gd name="connsiteX509" fmla="*/ 2296907 w 7392467"/>
              <a:gd name="connsiteY509" fmla="*/ 2270811 h 3320021"/>
              <a:gd name="connsiteX510" fmla="*/ 2283628 w 7392467"/>
              <a:gd name="connsiteY510" fmla="*/ 2195639 h 3320021"/>
              <a:gd name="connsiteX511" fmla="*/ 2220661 w 7392467"/>
              <a:gd name="connsiteY511" fmla="*/ 2088841 h 3320021"/>
              <a:gd name="connsiteX512" fmla="*/ 5239319 w 7392467"/>
              <a:gd name="connsiteY512" fmla="*/ 2063687 h 3320021"/>
              <a:gd name="connsiteX513" fmla="*/ 5248577 w 7392467"/>
              <a:gd name="connsiteY513" fmla="*/ 2189880 h 3320021"/>
              <a:gd name="connsiteX514" fmla="*/ 5297111 w 7392467"/>
              <a:gd name="connsiteY514" fmla="*/ 2348474 h 3320021"/>
              <a:gd name="connsiteX515" fmla="*/ 5289802 w 7392467"/>
              <a:gd name="connsiteY515" fmla="*/ 2290109 h 3320021"/>
              <a:gd name="connsiteX516" fmla="*/ 5325449 w 7392467"/>
              <a:gd name="connsiteY516" fmla="*/ 2436348 h 3320021"/>
              <a:gd name="connsiteX517" fmla="*/ 5353008 w 7392467"/>
              <a:gd name="connsiteY517" fmla="*/ 2518847 h 3320021"/>
              <a:gd name="connsiteX518" fmla="*/ 5356321 w 7392467"/>
              <a:gd name="connsiteY518" fmla="*/ 2489373 h 3320021"/>
              <a:gd name="connsiteX519" fmla="*/ 5355987 w 7392467"/>
              <a:gd name="connsiteY519" fmla="*/ 2485108 h 3320021"/>
              <a:gd name="connsiteX520" fmla="*/ 5264530 w 7392467"/>
              <a:gd name="connsiteY520" fmla="*/ 2102612 h 3320021"/>
              <a:gd name="connsiteX521" fmla="*/ 5239319 w 7392467"/>
              <a:gd name="connsiteY521" fmla="*/ 2063687 h 3320021"/>
              <a:gd name="connsiteX522" fmla="*/ 6277461 w 7392467"/>
              <a:gd name="connsiteY522" fmla="*/ 2059878 h 3320021"/>
              <a:gd name="connsiteX523" fmla="*/ 6264941 w 7392467"/>
              <a:gd name="connsiteY523" fmla="*/ 2269357 h 3320021"/>
              <a:gd name="connsiteX524" fmla="*/ 6282451 w 7392467"/>
              <a:gd name="connsiteY524" fmla="*/ 2308056 h 3320021"/>
              <a:gd name="connsiteX525" fmla="*/ 6351325 w 7392467"/>
              <a:gd name="connsiteY525" fmla="*/ 2434282 h 3320021"/>
              <a:gd name="connsiteX526" fmla="*/ 6332423 w 7392467"/>
              <a:gd name="connsiteY526" fmla="*/ 2188941 h 3320021"/>
              <a:gd name="connsiteX527" fmla="*/ 6322452 w 7392467"/>
              <a:gd name="connsiteY527" fmla="*/ 2140429 h 3320021"/>
              <a:gd name="connsiteX528" fmla="*/ 6277461 w 7392467"/>
              <a:gd name="connsiteY528" fmla="*/ 2059878 h 3320021"/>
              <a:gd name="connsiteX529" fmla="*/ 5489961 w 7392467"/>
              <a:gd name="connsiteY529" fmla="*/ 2032905 h 3320021"/>
              <a:gd name="connsiteX530" fmla="*/ 5491246 w 7392467"/>
              <a:gd name="connsiteY530" fmla="*/ 2116707 h 3320021"/>
              <a:gd name="connsiteX531" fmla="*/ 5491285 w 7392467"/>
              <a:gd name="connsiteY531" fmla="*/ 2116872 h 3320021"/>
              <a:gd name="connsiteX532" fmla="*/ 5514768 w 7392467"/>
              <a:gd name="connsiteY532" fmla="*/ 2237197 h 3320021"/>
              <a:gd name="connsiteX533" fmla="*/ 5521354 w 7392467"/>
              <a:gd name="connsiteY533" fmla="*/ 2248641 h 3320021"/>
              <a:gd name="connsiteX534" fmla="*/ 5489961 w 7392467"/>
              <a:gd name="connsiteY534" fmla="*/ 2032905 h 3320021"/>
              <a:gd name="connsiteX535" fmla="*/ 342648 w 7392467"/>
              <a:gd name="connsiteY535" fmla="*/ 2025835 h 3320021"/>
              <a:gd name="connsiteX536" fmla="*/ 769221 w 7392467"/>
              <a:gd name="connsiteY536" fmla="*/ 2691522 h 3320021"/>
              <a:gd name="connsiteX537" fmla="*/ 731627 w 7392467"/>
              <a:gd name="connsiteY537" fmla="*/ 2482496 h 3320021"/>
              <a:gd name="connsiteX538" fmla="*/ 731548 w 7392467"/>
              <a:gd name="connsiteY538" fmla="*/ 2482167 h 3320021"/>
              <a:gd name="connsiteX539" fmla="*/ 795479 w 7392467"/>
              <a:gd name="connsiteY539" fmla="*/ 2737666 h 3320021"/>
              <a:gd name="connsiteX540" fmla="*/ 970874 w 7392467"/>
              <a:gd name="connsiteY540" fmla="*/ 3071923 h 3320021"/>
              <a:gd name="connsiteX541" fmla="*/ 976989 w 7392467"/>
              <a:gd name="connsiteY541" fmla="*/ 3035342 h 3320021"/>
              <a:gd name="connsiteX542" fmla="*/ 968689 w 7392467"/>
              <a:gd name="connsiteY542" fmla="*/ 2952712 h 3320021"/>
              <a:gd name="connsiteX543" fmla="*/ 980427 w 7392467"/>
              <a:gd name="connsiteY543" fmla="*/ 3015744 h 3320021"/>
              <a:gd name="connsiteX544" fmla="*/ 1004414 w 7392467"/>
              <a:gd name="connsiteY544" fmla="*/ 2897688 h 3320021"/>
              <a:gd name="connsiteX545" fmla="*/ 886756 w 7392467"/>
              <a:gd name="connsiteY545" fmla="*/ 2326008 h 3320021"/>
              <a:gd name="connsiteX546" fmla="*/ 887164 w 7392467"/>
              <a:gd name="connsiteY546" fmla="*/ 2326257 h 3320021"/>
              <a:gd name="connsiteX547" fmla="*/ 1030315 w 7392467"/>
              <a:gd name="connsiteY547" fmla="*/ 2791162 h 3320021"/>
              <a:gd name="connsiteX548" fmla="*/ 1045775 w 7392467"/>
              <a:gd name="connsiteY548" fmla="*/ 2734253 h 3320021"/>
              <a:gd name="connsiteX549" fmla="*/ 1033469 w 7392467"/>
              <a:gd name="connsiteY549" fmla="*/ 2811429 h 3320021"/>
              <a:gd name="connsiteX550" fmla="*/ 1072802 w 7392467"/>
              <a:gd name="connsiteY550" fmla="*/ 3290446 h 3320021"/>
              <a:gd name="connsiteX551" fmla="*/ 1085409 w 7392467"/>
              <a:gd name="connsiteY551" fmla="*/ 3320021 h 3320021"/>
              <a:gd name="connsiteX552" fmla="*/ 936504 w 7392467"/>
              <a:gd name="connsiteY552" fmla="*/ 3320021 h 3320021"/>
              <a:gd name="connsiteX553" fmla="*/ 939026 w 7392467"/>
              <a:gd name="connsiteY553" fmla="*/ 3289890 h 3320021"/>
              <a:gd name="connsiteX554" fmla="*/ 900503 w 7392467"/>
              <a:gd name="connsiteY554" fmla="*/ 3185012 h 3320021"/>
              <a:gd name="connsiteX555" fmla="*/ 899864 w 7392467"/>
              <a:gd name="connsiteY555" fmla="*/ 3203240 h 3320021"/>
              <a:gd name="connsiteX556" fmla="*/ 900028 w 7392467"/>
              <a:gd name="connsiteY556" fmla="*/ 3203201 h 3320021"/>
              <a:gd name="connsiteX557" fmla="*/ 924405 w 7392467"/>
              <a:gd name="connsiteY557" fmla="*/ 3309234 h 3320021"/>
              <a:gd name="connsiteX558" fmla="*/ 930828 w 7392467"/>
              <a:gd name="connsiteY558" fmla="*/ 3320021 h 3320021"/>
              <a:gd name="connsiteX559" fmla="*/ 833552 w 7392467"/>
              <a:gd name="connsiteY559" fmla="*/ 3320021 h 3320021"/>
              <a:gd name="connsiteX560" fmla="*/ 695149 w 7392467"/>
              <a:gd name="connsiteY560" fmla="*/ 3049530 h 3320021"/>
              <a:gd name="connsiteX561" fmla="*/ 695102 w 7392467"/>
              <a:gd name="connsiteY561" fmla="*/ 3048989 h 3320021"/>
              <a:gd name="connsiteX562" fmla="*/ 694977 w 7392467"/>
              <a:gd name="connsiteY562" fmla="*/ 3049193 h 3320021"/>
              <a:gd name="connsiteX563" fmla="*/ 695149 w 7392467"/>
              <a:gd name="connsiteY563" fmla="*/ 3049530 h 3320021"/>
              <a:gd name="connsiteX564" fmla="*/ 701778 w 7392467"/>
              <a:gd name="connsiteY564" fmla="*/ 3124885 h 3320021"/>
              <a:gd name="connsiteX565" fmla="*/ 786899 w 7392467"/>
              <a:gd name="connsiteY565" fmla="*/ 3320021 h 3320021"/>
              <a:gd name="connsiteX566" fmla="*/ 766282 w 7392467"/>
              <a:gd name="connsiteY566" fmla="*/ 3320021 h 3320021"/>
              <a:gd name="connsiteX567" fmla="*/ 702644 w 7392467"/>
              <a:gd name="connsiteY567" fmla="*/ 3134234 h 3320021"/>
              <a:gd name="connsiteX568" fmla="*/ 714104 w 7392467"/>
              <a:gd name="connsiteY568" fmla="*/ 3241474 h 3320021"/>
              <a:gd name="connsiteX569" fmla="*/ 761643 w 7392467"/>
              <a:gd name="connsiteY569" fmla="*/ 3320021 h 3320021"/>
              <a:gd name="connsiteX570" fmla="*/ 453120 w 7392467"/>
              <a:gd name="connsiteY570" fmla="*/ 3320021 h 3320021"/>
              <a:gd name="connsiteX571" fmla="*/ 391560 w 7392467"/>
              <a:gd name="connsiteY571" fmla="*/ 3175956 h 3320021"/>
              <a:gd name="connsiteX572" fmla="*/ 388224 w 7392467"/>
              <a:gd name="connsiteY572" fmla="*/ 3314052 h 3320021"/>
              <a:gd name="connsiteX573" fmla="*/ 389206 w 7392467"/>
              <a:gd name="connsiteY573" fmla="*/ 3320021 h 3320021"/>
              <a:gd name="connsiteX574" fmla="*/ 318201 w 7392467"/>
              <a:gd name="connsiteY574" fmla="*/ 3320021 h 3320021"/>
              <a:gd name="connsiteX575" fmla="*/ 298981 w 7392467"/>
              <a:gd name="connsiteY575" fmla="*/ 2971687 h 3320021"/>
              <a:gd name="connsiteX576" fmla="*/ 250928 w 7392467"/>
              <a:gd name="connsiteY576" fmla="*/ 2869804 h 3320021"/>
              <a:gd name="connsiteX577" fmla="*/ 250215 w 7392467"/>
              <a:gd name="connsiteY577" fmla="*/ 3098678 h 3320021"/>
              <a:gd name="connsiteX578" fmla="*/ 296065 w 7392467"/>
              <a:gd name="connsiteY578" fmla="*/ 3305190 h 3320021"/>
              <a:gd name="connsiteX579" fmla="*/ 302035 w 7392467"/>
              <a:gd name="connsiteY579" fmla="*/ 3320021 h 3320021"/>
              <a:gd name="connsiteX580" fmla="*/ 204708 w 7392467"/>
              <a:gd name="connsiteY580" fmla="*/ 3320021 h 3320021"/>
              <a:gd name="connsiteX581" fmla="*/ 211328 w 7392467"/>
              <a:gd name="connsiteY581" fmla="*/ 3239967 h 3320021"/>
              <a:gd name="connsiteX582" fmla="*/ 203757 w 7392467"/>
              <a:gd name="connsiteY582" fmla="*/ 3208601 h 3320021"/>
              <a:gd name="connsiteX583" fmla="*/ 193112 w 7392467"/>
              <a:gd name="connsiteY583" fmla="*/ 3278253 h 3320021"/>
              <a:gd name="connsiteX584" fmla="*/ 193276 w 7392467"/>
              <a:gd name="connsiteY584" fmla="*/ 3278213 h 3320021"/>
              <a:gd name="connsiteX585" fmla="*/ 202079 w 7392467"/>
              <a:gd name="connsiteY585" fmla="*/ 3320021 h 3320021"/>
              <a:gd name="connsiteX586" fmla="*/ 149495 w 7392467"/>
              <a:gd name="connsiteY586" fmla="*/ 3320021 h 3320021"/>
              <a:gd name="connsiteX587" fmla="*/ 129015 w 7392467"/>
              <a:gd name="connsiteY587" fmla="*/ 3060678 h 3320021"/>
              <a:gd name="connsiteX588" fmla="*/ 129770 w 7392467"/>
              <a:gd name="connsiteY588" fmla="*/ 2789043 h 3320021"/>
              <a:gd name="connsiteX589" fmla="*/ 107912 w 7392467"/>
              <a:gd name="connsiteY589" fmla="*/ 2740967 h 3320021"/>
              <a:gd name="connsiteX590" fmla="*/ 130155 w 7392467"/>
              <a:gd name="connsiteY590" fmla="*/ 2781999 h 3320021"/>
              <a:gd name="connsiteX591" fmla="*/ 131990 w 7392467"/>
              <a:gd name="connsiteY591" fmla="*/ 2742802 h 3320021"/>
              <a:gd name="connsiteX592" fmla="*/ 134028 w 7392467"/>
              <a:gd name="connsiteY592" fmla="*/ 2789406 h 3320021"/>
              <a:gd name="connsiteX593" fmla="*/ 134917 w 7392467"/>
              <a:gd name="connsiteY593" fmla="*/ 2790929 h 3320021"/>
              <a:gd name="connsiteX594" fmla="*/ 134600 w 7392467"/>
              <a:gd name="connsiteY594" fmla="*/ 2789615 h 3320021"/>
              <a:gd name="connsiteX595" fmla="*/ 135036 w 7392467"/>
              <a:gd name="connsiteY595" fmla="*/ 2791422 h 3320021"/>
              <a:gd name="connsiteX596" fmla="*/ 233702 w 7392467"/>
              <a:gd name="connsiteY596" fmla="*/ 3028109 h 3320021"/>
              <a:gd name="connsiteX597" fmla="*/ 248590 w 7392467"/>
              <a:gd name="connsiteY597" fmla="*/ 2855075 h 3320021"/>
              <a:gd name="connsiteX598" fmla="*/ 0 w 7392467"/>
              <a:gd name="connsiteY598" fmla="*/ 2356533 h 3320021"/>
              <a:gd name="connsiteX599" fmla="*/ 328 w 7392467"/>
              <a:gd name="connsiteY599" fmla="*/ 2356454 h 3320021"/>
              <a:gd name="connsiteX600" fmla="*/ 307668 w 7392467"/>
              <a:gd name="connsiteY600" fmla="*/ 2810403 h 3320021"/>
              <a:gd name="connsiteX601" fmla="*/ 334080 w 7392467"/>
              <a:gd name="connsiteY601" fmla="*/ 2535355 h 3320021"/>
              <a:gd name="connsiteX602" fmla="*/ 314340 w 7392467"/>
              <a:gd name="connsiteY602" fmla="*/ 2498933 h 3320021"/>
              <a:gd name="connsiteX603" fmla="*/ 335116 w 7392467"/>
              <a:gd name="connsiteY603" fmla="*/ 2528850 h 3320021"/>
              <a:gd name="connsiteX604" fmla="*/ 348327 w 7392467"/>
              <a:gd name="connsiteY604" fmla="*/ 2446067 h 3320021"/>
              <a:gd name="connsiteX605" fmla="*/ 341311 w 7392467"/>
              <a:gd name="connsiteY605" fmla="*/ 2537955 h 3320021"/>
              <a:gd name="connsiteX606" fmla="*/ 537725 w 7392467"/>
              <a:gd name="connsiteY606" fmla="*/ 2857059 h 3320021"/>
              <a:gd name="connsiteX607" fmla="*/ 525358 w 7392467"/>
              <a:gd name="connsiteY607" fmla="*/ 2760465 h 3320021"/>
              <a:gd name="connsiteX608" fmla="*/ 433063 w 7392467"/>
              <a:gd name="connsiteY608" fmla="*/ 2622165 h 3320021"/>
              <a:gd name="connsiteX609" fmla="*/ 519769 w 7392467"/>
              <a:gd name="connsiteY609" fmla="*/ 2727230 h 3320021"/>
              <a:gd name="connsiteX610" fmla="*/ 513942 w 7392467"/>
              <a:gd name="connsiteY610" fmla="*/ 2693010 h 3320021"/>
              <a:gd name="connsiteX611" fmla="*/ 526949 w 7392467"/>
              <a:gd name="connsiteY611" fmla="*/ 2736098 h 3320021"/>
              <a:gd name="connsiteX612" fmla="*/ 661970 w 7392467"/>
              <a:gd name="connsiteY612" fmla="*/ 2911007 h 3320021"/>
              <a:gd name="connsiteX613" fmla="*/ 681927 w 7392467"/>
              <a:gd name="connsiteY613" fmla="*/ 2674118 h 3320021"/>
              <a:gd name="connsiteX614" fmla="*/ 688216 w 7392467"/>
              <a:gd name="connsiteY614" fmla="*/ 2953505 h 3320021"/>
              <a:gd name="connsiteX615" fmla="*/ 845536 w 7392467"/>
              <a:gd name="connsiteY615" fmla="*/ 3182639 h 3320021"/>
              <a:gd name="connsiteX616" fmla="*/ 808763 w 7392467"/>
              <a:gd name="connsiteY616" fmla="*/ 2953256 h 3320021"/>
              <a:gd name="connsiteX617" fmla="*/ 682201 w 7392467"/>
              <a:gd name="connsiteY617" fmla="*/ 2670856 h 3320021"/>
              <a:gd name="connsiteX618" fmla="*/ 682922 w 7392467"/>
              <a:gd name="connsiteY618" fmla="*/ 2662303 h 3320021"/>
              <a:gd name="connsiteX619" fmla="*/ 342648 w 7392467"/>
              <a:gd name="connsiteY619" fmla="*/ 2025835 h 3320021"/>
              <a:gd name="connsiteX620" fmla="*/ 7092081 w 7392467"/>
              <a:gd name="connsiteY620" fmla="*/ 2017047 h 3320021"/>
              <a:gd name="connsiteX621" fmla="*/ 7122173 w 7392467"/>
              <a:gd name="connsiteY621" fmla="*/ 2161150 h 3320021"/>
              <a:gd name="connsiteX622" fmla="*/ 7140015 w 7392467"/>
              <a:gd name="connsiteY622" fmla="*/ 2113398 h 3320021"/>
              <a:gd name="connsiteX623" fmla="*/ 7092081 w 7392467"/>
              <a:gd name="connsiteY623" fmla="*/ 2017047 h 3320021"/>
              <a:gd name="connsiteX624" fmla="*/ 5967731 w 7392467"/>
              <a:gd name="connsiteY624" fmla="*/ 2010731 h 3320021"/>
              <a:gd name="connsiteX625" fmla="*/ 5967566 w 7392467"/>
              <a:gd name="connsiteY625" fmla="*/ 2010771 h 3320021"/>
              <a:gd name="connsiteX626" fmla="*/ 5967862 w 7392467"/>
              <a:gd name="connsiteY626" fmla="*/ 2011382 h 3320021"/>
              <a:gd name="connsiteX627" fmla="*/ 5977499 w 7392467"/>
              <a:gd name="connsiteY627" fmla="*/ 2059119 h 3320021"/>
              <a:gd name="connsiteX628" fmla="*/ 5979334 w 7392467"/>
              <a:gd name="connsiteY628" fmla="*/ 2035041 h 3320021"/>
              <a:gd name="connsiteX629" fmla="*/ 5967862 w 7392467"/>
              <a:gd name="connsiteY629" fmla="*/ 2011382 h 3320021"/>
              <a:gd name="connsiteX630" fmla="*/ 6530396 w 7392467"/>
              <a:gd name="connsiteY630" fmla="*/ 2009079 h 3320021"/>
              <a:gd name="connsiteX631" fmla="*/ 6536387 w 7392467"/>
              <a:gd name="connsiteY631" fmla="*/ 2068458 h 3320021"/>
              <a:gd name="connsiteX632" fmla="*/ 6566989 w 7392467"/>
              <a:gd name="connsiteY632" fmla="*/ 2144836 h 3320021"/>
              <a:gd name="connsiteX633" fmla="*/ 6530396 w 7392467"/>
              <a:gd name="connsiteY633" fmla="*/ 2009079 h 3320021"/>
              <a:gd name="connsiteX634" fmla="*/ 5196912 w 7392467"/>
              <a:gd name="connsiteY634" fmla="*/ 2003193 h 3320021"/>
              <a:gd name="connsiteX635" fmla="*/ 5212937 w 7392467"/>
              <a:gd name="connsiteY635" fmla="*/ 2063104 h 3320021"/>
              <a:gd name="connsiteX636" fmla="*/ 5213725 w 7392467"/>
              <a:gd name="connsiteY636" fmla="*/ 2026767 h 3320021"/>
              <a:gd name="connsiteX637" fmla="*/ 5196912 w 7392467"/>
              <a:gd name="connsiteY637" fmla="*/ 2003193 h 3320021"/>
              <a:gd name="connsiteX638" fmla="*/ 6048233 w 7392467"/>
              <a:gd name="connsiteY638" fmla="*/ 1946811 h 3320021"/>
              <a:gd name="connsiteX639" fmla="*/ 6048062 w 7392467"/>
              <a:gd name="connsiteY639" fmla="*/ 2023144 h 3320021"/>
              <a:gd name="connsiteX640" fmla="*/ 6047897 w 7392467"/>
              <a:gd name="connsiteY640" fmla="*/ 2023183 h 3320021"/>
              <a:gd name="connsiteX641" fmla="*/ 6049635 w 7392467"/>
              <a:gd name="connsiteY641" fmla="*/ 2026066 h 3320021"/>
              <a:gd name="connsiteX642" fmla="*/ 6048673 w 7392467"/>
              <a:gd name="connsiteY642" fmla="*/ 1947921 h 3320021"/>
              <a:gd name="connsiteX643" fmla="*/ 6048233 w 7392467"/>
              <a:gd name="connsiteY643" fmla="*/ 1946811 h 3320021"/>
              <a:gd name="connsiteX644" fmla="*/ 4431546 w 7392467"/>
              <a:gd name="connsiteY644" fmla="*/ 1864173 h 3320021"/>
              <a:gd name="connsiteX645" fmla="*/ 4509130 w 7392467"/>
              <a:gd name="connsiteY645" fmla="*/ 2541978 h 3320021"/>
              <a:gd name="connsiteX646" fmla="*/ 4431546 w 7392467"/>
              <a:gd name="connsiteY646" fmla="*/ 1864173 h 3320021"/>
              <a:gd name="connsiteX647" fmla="*/ 7100140 w 7392467"/>
              <a:gd name="connsiteY647" fmla="*/ 1862518 h 3320021"/>
              <a:gd name="connsiteX648" fmla="*/ 7095168 w 7392467"/>
              <a:gd name="connsiteY648" fmla="*/ 1899519 h 3320021"/>
              <a:gd name="connsiteX649" fmla="*/ 7116788 w 7392467"/>
              <a:gd name="connsiteY649" fmla="*/ 1931490 h 3320021"/>
              <a:gd name="connsiteX650" fmla="*/ 7100140 w 7392467"/>
              <a:gd name="connsiteY650" fmla="*/ 1862518 h 3320021"/>
              <a:gd name="connsiteX651" fmla="*/ 6356818 w 7392467"/>
              <a:gd name="connsiteY651" fmla="*/ 1844346 h 3320021"/>
              <a:gd name="connsiteX652" fmla="*/ 6356654 w 7392467"/>
              <a:gd name="connsiteY652" fmla="*/ 1844386 h 3320021"/>
              <a:gd name="connsiteX653" fmla="*/ 6356959 w 7392467"/>
              <a:gd name="connsiteY653" fmla="*/ 1845499 h 3320021"/>
              <a:gd name="connsiteX654" fmla="*/ 6379713 w 7392467"/>
              <a:gd name="connsiteY654" fmla="*/ 2032069 h 3320021"/>
              <a:gd name="connsiteX655" fmla="*/ 6405212 w 7392467"/>
              <a:gd name="connsiteY655" fmla="*/ 2070751 h 3320021"/>
              <a:gd name="connsiteX656" fmla="*/ 6402493 w 7392467"/>
              <a:gd name="connsiteY656" fmla="*/ 2011972 h 3320021"/>
              <a:gd name="connsiteX657" fmla="*/ 6356959 w 7392467"/>
              <a:gd name="connsiteY657" fmla="*/ 1845499 h 3320021"/>
              <a:gd name="connsiteX658" fmla="*/ 6035496 w 7392467"/>
              <a:gd name="connsiteY658" fmla="*/ 1814854 h 3320021"/>
              <a:gd name="connsiteX659" fmla="*/ 6035697 w 7392467"/>
              <a:gd name="connsiteY659" fmla="*/ 1815819 h 3320021"/>
              <a:gd name="connsiteX660" fmla="*/ 6024913 w 7392467"/>
              <a:gd name="connsiteY660" fmla="*/ 1982679 h 3320021"/>
              <a:gd name="connsiteX661" fmla="*/ 6042608 w 7392467"/>
              <a:gd name="connsiteY661" fmla="*/ 2013511 h 3320021"/>
              <a:gd name="connsiteX662" fmla="*/ 6047434 w 7392467"/>
              <a:gd name="connsiteY662" fmla="*/ 1944223 h 3320021"/>
              <a:gd name="connsiteX663" fmla="*/ 6047275 w 7392467"/>
              <a:gd name="connsiteY663" fmla="*/ 1943567 h 3320021"/>
              <a:gd name="connsiteX664" fmla="*/ 6047518 w 7392467"/>
              <a:gd name="connsiteY664" fmla="*/ 1943855 h 3320021"/>
              <a:gd name="connsiteX665" fmla="*/ 6048499 w 7392467"/>
              <a:gd name="connsiteY665" fmla="*/ 1929195 h 3320021"/>
              <a:gd name="connsiteX666" fmla="*/ 6048453 w 7392467"/>
              <a:gd name="connsiteY666" fmla="*/ 1944846 h 3320021"/>
              <a:gd name="connsiteX667" fmla="*/ 6048939 w 7392467"/>
              <a:gd name="connsiteY667" fmla="*/ 1945424 h 3320021"/>
              <a:gd name="connsiteX668" fmla="*/ 6050088 w 7392467"/>
              <a:gd name="connsiteY668" fmla="*/ 1899788 h 3320021"/>
              <a:gd name="connsiteX669" fmla="*/ 6039743 w 7392467"/>
              <a:gd name="connsiteY669" fmla="*/ 1877087 h 3320021"/>
              <a:gd name="connsiteX670" fmla="*/ 6050202 w 7392467"/>
              <a:gd name="connsiteY670" fmla="*/ 1895937 h 3320021"/>
              <a:gd name="connsiteX671" fmla="*/ 6050598 w 7392467"/>
              <a:gd name="connsiteY671" fmla="*/ 1887501 h 3320021"/>
              <a:gd name="connsiteX672" fmla="*/ 6035697 w 7392467"/>
              <a:gd name="connsiteY672" fmla="*/ 1815819 h 3320021"/>
              <a:gd name="connsiteX673" fmla="*/ 6035741 w 7392467"/>
              <a:gd name="connsiteY673" fmla="*/ 1815143 h 3320021"/>
              <a:gd name="connsiteX674" fmla="*/ 5874388 w 7392467"/>
              <a:gd name="connsiteY674" fmla="*/ 1814814 h 3320021"/>
              <a:gd name="connsiteX675" fmla="*/ 5904270 w 7392467"/>
              <a:gd name="connsiteY675" fmla="*/ 2025007 h 3320021"/>
              <a:gd name="connsiteX676" fmla="*/ 5904915 w 7392467"/>
              <a:gd name="connsiteY676" fmla="*/ 2026241 h 3320021"/>
              <a:gd name="connsiteX677" fmla="*/ 5891144 w 7392467"/>
              <a:gd name="connsiteY677" fmla="*/ 1850393 h 3320021"/>
              <a:gd name="connsiteX678" fmla="*/ 5874388 w 7392467"/>
              <a:gd name="connsiteY678" fmla="*/ 1814814 h 3320021"/>
              <a:gd name="connsiteX679" fmla="*/ 7290269 w 7392467"/>
              <a:gd name="connsiteY679" fmla="*/ 1810717 h 3320021"/>
              <a:gd name="connsiteX680" fmla="*/ 7319913 w 7392467"/>
              <a:gd name="connsiteY680" fmla="*/ 1924169 h 3320021"/>
              <a:gd name="connsiteX681" fmla="*/ 7327320 w 7392467"/>
              <a:gd name="connsiteY681" fmla="*/ 1935415 h 3320021"/>
              <a:gd name="connsiteX682" fmla="*/ 7291396 w 7392467"/>
              <a:gd name="connsiteY682" fmla="*/ 1813226 h 3320021"/>
              <a:gd name="connsiteX683" fmla="*/ 7290269 w 7392467"/>
              <a:gd name="connsiteY683" fmla="*/ 1810717 h 3320021"/>
              <a:gd name="connsiteX684" fmla="*/ 6138466 w 7392467"/>
              <a:gd name="connsiteY684" fmla="*/ 1794344 h 3320021"/>
              <a:gd name="connsiteX685" fmla="*/ 6217018 w 7392467"/>
              <a:gd name="connsiteY685" fmla="*/ 2176654 h 3320021"/>
              <a:gd name="connsiteX686" fmla="*/ 6249867 w 7392467"/>
              <a:gd name="connsiteY686" fmla="*/ 2238586 h 3320021"/>
              <a:gd name="connsiteX687" fmla="*/ 6272128 w 7392467"/>
              <a:gd name="connsiteY687" fmla="*/ 2050738 h 3320021"/>
              <a:gd name="connsiteX688" fmla="*/ 6138466 w 7392467"/>
              <a:gd name="connsiteY688" fmla="*/ 1794344 h 3320021"/>
              <a:gd name="connsiteX689" fmla="*/ 6115753 w 7392467"/>
              <a:gd name="connsiteY689" fmla="*/ 1745606 h 3320021"/>
              <a:gd name="connsiteX690" fmla="*/ 6115589 w 7392467"/>
              <a:gd name="connsiteY690" fmla="*/ 1745645 h 3320021"/>
              <a:gd name="connsiteX691" fmla="*/ 6142781 w 7392467"/>
              <a:gd name="connsiteY691" fmla="*/ 2054849 h 3320021"/>
              <a:gd name="connsiteX692" fmla="*/ 6144655 w 7392467"/>
              <a:gd name="connsiteY692" fmla="*/ 2061175 h 3320021"/>
              <a:gd name="connsiteX693" fmla="*/ 6146632 w 7392467"/>
              <a:gd name="connsiteY693" fmla="*/ 2065042 h 3320021"/>
              <a:gd name="connsiteX694" fmla="*/ 6136908 w 7392467"/>
              <a:gd name="connsiteY694" fmla="*/ 1869969 h 3320021"/>
              <a:gd name="connsiteX695" fmla="*/ 6141795 w 7392467"/>
              <a:gd name="connsiteY695" fmla="*/ 1908934 h 3320021"/>
              <a:gd name="connsiteX696" fmla="*/ 6124570 w 7392467"/>
              <a:gd name="connsiteY696" fmla="*/ 1764853 h 3320021"/>
              <a:gd name="connsiteX697" fmla="*/ 6115753 w 7392467"/>
              <a:gd name="connsiteY697" fmla="*/ 1745606 h 3320021"/>
              <a:gd name="connsiteX698" fmla="*/ 5224296 w 7392467"/>
              <a:gd name="connsiteY698" fmla="*/ 1739380 h 3320021"/>
              <a:gd name="connsiteX699" fmla="*/ 5224336 w 7392467"/>
              <a:gd name="connsiteY699" fmla="*/ 1739544 h 3320021"/>
              <a:gd name="connsiteX700" fmla="*/ 5228294 w 7392467"/>
              <a:gd name="connsiteY700" fmla="*/ 1748969 h 3320021"/>
              <a:gd name="connsiteX701" fmla="*/ 5226749 w 7392467"/>
              <a:gd name="connsiteY701" fmla="*/ 1793148 h 3320021"/>
              <a:gd name="connsiteX702" fmla="*/ 3790391 w 7392467"/>
              <a:gd name="connsiteY702" fmla="*/ 1722803 h 3320021"/>
              <a:gd name="connsiteX703" fmla="*/ 3629406 w 7392467"/>
              <a:gd name="connsiteY703" fmla="*/ 2443247 h 3320021"/>
              <a:gd name="connsiteX704" fmla="*/ 3667758 w 7392467"/>
              <a:gd name="connsiteY704" fmla="*/ 2553902 h 3320021"/>
              <a:gd name="connsiteX705" fmla="*/ 3876662 w 7392467"/>
              <a:gd name="connsiteY705" fmla="*/ 2158688 h 3320021"/>
              <a:gd name="connsiteX706" fmla="*/ 3790391 w 7392467"/>
              <a:gd name="connsiteY706" fmla="*/ 1722803 h 3320021"/>
              <a:gd name="connsiteX707" fmla="*/ 6902480 w 7392467"/>
              <a:gd name="connsiteY707" fmla="*/ 1681528 h 3320021"/>
              <a:gd name="connsiteX708" fmla="*/ 7025851 w 7392467"/>
              <a:gd name="connsiteY708" fmla="*/ 2160245 h 3320021"/>
              <a:gd name="connsiteX709" fmla="*/ 7032708 w 7392467"/>
              <a:gd name="connsiteY709" fmla="*/ 2173535 h 3320021"/>
              <a:gd name="connsiteX710" fmla="*/ 7048650 w 7392467"/>
              <a:gd name="connsiteY710" fmla="*/ 2087660 h 3320021"/>
              <a:gd name="connsiteX711" fmla="*/ 7027873 w 7392467"/>
              <a:gd name="connsiteY711" fmla="*/ 1896472 h 3320021"/>
              <a:gd name="connsiteX712" fmla="*/ 7027834 w 7392467"/>
              <a:gd name="connsiteY712" fmla="*/ 1896307 h 3320021"/>
              <a:gd name="connsiteX713" fmla="*/ 6902480 w 7392467"/>
              <a:gd name="connsiteY713" fmla="*/ 1681528 h 3320021"/>
              <a:gd name="connsiteX714" fmla="*/ 7036572 w 7392467"/>
              <a:gd name="connsiteY714" fmla="*/ 1632999 h 3320021"/>
              <a:gd name="connsiteX715" fmla="*/ 7036407 w 7392467"/>
              <a:gd name="connsiteY715" fmla="*/ 1633039 h 3320021"/>
              <a:gd name="connsiteX716" fmla="*/ 7062851 w 7392467"/>
              <a:gd name="connsiteY716" fmla="*/ 1852751 h 3320021"/>
              <a:gd name="connsiteX717" fmla="*/ 7089822 w 7392467"/>
              <a:gd name="connsiteY717" fmla="*/ 1891772 h 3320021"/>
              <a:gd name="connsiteX718" fmla="*/ 7098238 w 7392467"/>
              <a:gd name="connsiteY718" fmla="*/ 1854636 h 3320021"/>
              <a:gd name="connsiteX719" fmla="*/ 7061192 w 7392467"/>
              <a:gd name="connsiteY719" fmla="*/ 1673804 h 3320021"/>
              <a:gd name="connsiteX720" fmla="*/ 7036572 w 7392467"/>
              <a:gd name="connsiteY720" fmla="*/ 1632999 h 3320021"/>
              <a:gd name="connsiteX721" fmla="*/ 7031809 w 7392467"/>
              <a:gd name="connsiteY721" fmla="*/ 1563592 h 3320021"/>
              <a:gd name="connsiteX722" fmla="*/ 7034674 w 7392467"/>
              <a:gd name="connsiteY722" fmla="*/ 1609301 h 3320021"/>
              <a:gd name="connsiteX723" fmla="*/ 7054590 w 7392467"/>
              <a:gd name="connsiteY723" fmla="*/ 1634211 h 3320021"/>
              <a:gd name="connsiteX724" fmla="*/ 7049165 w 7392467"/>
              <a:gd name="connsiteY724" fmla="*/ 1600937 h 3320021"/>
              <a:gd name="connsiteX725" fmla="*/ 7031848 w 7392467"/>
              <a:gd name="connsiteY725" fmla="*/ 1563756 h 3320021"/>
              <a:gd name="connsiteX726" fmla="*/ 7028854 w 7392467"/>
              <a:gd name="connsiteY726" fmla="*/ 1428232 h 3320021"/>
              <a:gd name="connsiteX727" fmla="*/ 7028893 w 7392467"/>
              <a:gd name="connsiteY727" fmla="*/ 1428396 h 3320021"/>
              <a:gd name="connsiteX728" fmla="*/ 7029150 w 7392467"/>
              <a:gd name="connsiteY728" fmla="*/ 1431332 h 3320021"/>
              <a:gd name="connsiteX729" fmla="*/ 7028832 w 7392467"/>
              <a:gd name="connsiteY729" fmla="*/ 1430827 h 3320021"/>
              <a:gd name="connsiteX730" fmla="*/ 7116954 w 7392467"/>
              <a:gd name="connsiteY730" fmla="*/ 1281319 h 3320021"/>
              <a:gd name="connsiteX731" fmla="*/ 7116302 w 7392467"/>
              <a:gd name="connsiteY731" fmla="*/ 1290861 h 3320021"/>
              <a:gd name="connsiteX732" fmla="*/ 7223886 w 7392467"/>
              <a:gd name="connsiteY732" fmla="*/ 1675374 h 3320021"/>
              <a:gd name="connsiteX733" fmla="*/ 7226419 w 7392467"/>
              <a:gd name="connsiteY733" fmla="*/ 1651302 h 3320021"/>
              <a:gd name="connsiteX734" fmla="*/ 7219226 w 7392467"/>
              <a:gd name="connsiteY734" fmla="*/ 1583349 h 3320021"/>
              <a:gd name="connsiteX735" fmla="*/ 7116993 w 7392467"/>
              <a:gd name="connsiteY735" fmla="*/ 1281484 h 3320021"/>
              <a:gd name="connsiteX736" fmla="*/ 7100854 w 7392467"/>
              <a:gd name="connsiteY736" fmla="*/ 1235503 h 3320021"/>
              <a:gd name="connsiteX737" fmla="*/ 7104835 w 7392467"/>
              <a:gd name="connsiteY737" fmla="*/ 1249835 h 3320021"/>
              <a:gd name="connsiteX738" fmla="*/ 7105220 w 7392467"/>
              <a:gd name="connsiteY738" fmla="*/ 1247831 h 3320021"/>
              <a:gd name="connsiteX739" fmla="*/ 7100854 w 7392467"/>
              <a:gd name="connsiteY739" fmla="*/ 1235503 h 3320021"/>
              <a:gd name="connsiteX740" fmla="*/ 6171658 w 7392467"/>
              <a:gd name="connsiteY740" fmla="*/ 378151 h 3320021"/>
              <a:gd name="connsiteX741" fmla="*/ 6569163 w 7392467"/>
              <a:gd name="connsiteY741" fmla="*/ 1695945 h 3320021"/>
              <a:gd name="connsiteX742" fmla="*/ 6534418 w 7392467"/>
              <a:gd name="connsiteY742" fmla="*/ 1323047 h 3320021"/>
              <a:gd name="connsiteX743" fmla="*/ 6671091 w 7392467"/>
              <a:gd name="connsiteY743" fmla="*/ 1964865 h 3320021"/>
              <a:gd name="connsiteX744" fmla="*/ 6693533 w 7392467"/>
              <a:gd name="connsiteY744" fmla="*/ 1457383 h 3320021"/>
              <a:gd name="connsiteX745" fmla="*/ 6701964 w 7392467"/>
              <a:gd name="connsiteY745" fmla="*/ 2012851 h 3320021"/>
              <a:gd name="connsiteX746" fmla="*/ 6769717 w 7392467"/>
              <a:gd name="connsiteY746" fmla="*/ 2090514 h 3320021"/>
              <a:gd name="connsiteX747" fmla="*/ 6768495 w 7392467"/>
              <a:gd name="connsiteY747" fmla="*/ 1747062 h 3320021"/>
              <a:gd name="connsiteX748" fmla="*/ 6796377 w 7392467"/>
              <a:gd name="connsiteY748" fmla="*/ 2031770 h 3320021"/>
              <a:gd name="connsiteX749" fmla="*/ 6800228 w 7392467"/>
              <a:gd name="connsiteY749" fmla="*/ 2001644 h 3320021"/>
              <a:gd name="connsiteX750" fmla="*/ 6802810 w 7392467"/>
              <a:gd name="connsiteY750" fmla="*/ 1930986 h 3320021"/>
              <a:gd name="connsiteX751" fmla="*/ 6804452 w 7392467"/>
              <a:gd name="connsiteY751" fmla="*/ 1970907 h 3320021"/>
              <a:gd name="connsiteX752" fmla="*/ 6811627 w 7392467"/>
              <a:gd name="connsiteY752" fmla="*/ 1919994 h 3320021"/>
              <a:gd name="connsiteX753" fmla="*/ 6807307 w 7392467"/>
              <a:gd name="connsiteY753" fmla="*/ 1766020 h 3320021"/>
              <a:gd name="connsiteX754" fmla="*/ 6807471 w 7392467"/>
              <a:gd name="connsiteY754" fmla="*/ 1765981 h 3320021"/>
              <a:gd name="connsiteX755" fmla="*/ 6819271 w 7392467"/>
              <a:gd name="connsiteY755" fmla="*/ 1866709 h 3320021"/>
              <a:gd name="connsiteX756" fmla="*/ 6857749 w 7392467"/>
              <a:gd name="connsiteY756" fmla="*/ 1634454 h 3320021"/>
              <a:gd name="connsiteX757" fmla="*/ 6831701 w 7392467"/>
              <a:gd name="connsiteY757" fmla="*/ 1985879 h 3320021"/>
              <a:gd name="connsiteX758" fmla="*/ 6849974 w 7392467"/>
              <a:gd name="connsiteY758" fmla="*/ 2192617 h 3320021"/>
              <a:gd name="connsiteX759" fmla="*/ 6862823 w 7392467"/>
              <a:gd name="connsiteY759" fmla="*/ 2209849 h 3320021"/>
              <a:gd name="connsiteX760" fmla="*/ 6841503 w 7392467"/>
              <a:gd name="connsiteY760" fmla="*/ 1878895 h 3320021"/>
              <a:gd name="connsiteX761" fmla="*/ 6892755 w 7392467"/>
              <a:gd name="connsiteY761" fmla="*/ 2252501 h 3320021"/>
              <a:gd name="connsiteX762" fmla="*/ 6998471 w 7392467"/>
              <a:gd name="connsiteY762" fmla="*/ 2423361 h 3320021"/>
              <a:gd name="connsiteX763" fmla="*/ 7005392 w 7392467"/>
              <a:gd name="connsiteY763" fmla="*/ 2373552 h 3320021"/>
              <a:gd name="connsiteX764" fmla="*/ 6861849 w 7392467"/>
              <a:gd name="connsiteY764" fmla="*/ 1608961 h 3320021"/>
              <a:gd name="connsiteX765" fmla="*/ 6749000 w 7392467"/>
              <a:gd name="connsiteY765" fmla="*/ 1438781 h 3320021"/>
              <a:gd name="connsiteX766" fmla="*/ 6852863 w 7392467"/>
              <a:gd name="connsiteY766" fmla="*/ 1565251 h 3320021"/>
              <a:gd name="connsiteX767" fmla="*/ 6783678 w 7392467"/>
              <a:gd name="connsiteY767" fmla="*/ 1285821 h 3320021"/>
              <a:gd name="connsiteX768" fmla="*/ 6887134 w 7392467"/>
              <a:gd name="connsiteY768" fmla="*/ 1608593 h 3320021"/>
              <a:gd name="connsiteX769" fmla="*/ 7025234 w 7392467"/>
              <a:gd name="connsiteY769" fmla="*/ 1792664 h 3320021"/>
              <a:gd name="connsiteX770" fmla="*/ 7021056 w 7392467"/>
              <a:gd name="connsiteY770" fmla="*/ 1601119 h 3320021"/>
              <a:gd name="connsiteX771" fmla="*/ 6979197 w 7392467"/>
              <a:gd name="connsiteY771" fmla="*/ 1538579 h 3320021"/>
              <a:gd name="connsiteX772" fmla="*/ 7021208 w 7392467"/>
              <a:gd name="connsiteY772" fmla="*/ 1587353 h 3320021"/>
              <a:gd name="connsiteX773" fmla="*/ 7022987 w 7392467"/>
              <a:gd name="connsiteY773" fmla="*/ 1534962 h 3320021"/>
              <a:gd name="connsiteX774" fmla="*/ 6692825 w 7392467"/>
              <a:gd name="connsiteY774" fmla="*/ 919514 h 3320021"/>
              <a:gd name="connsiteX775" fmla="*/ 6865762 w 7392467"/>
              <a:gd name="connsiteY775" fmla="*/ 1171946 h 3320021"/>
              <a:gd name="connsiteX776" fmla="*/ 7028832 w 7392467"/>
              <a:gd name="connsiteY776" fmla="*/ 1430827 h 3320021"/>
              <a:gd name="connsiteX777" fmla="*/ 7028768 w 7392467"/>
              <a:gd name="connsiteY777" fmla="*/ 1438679 h 3320021"/>
              <a:gd name="connsiteX778" fmla="*/ 7029981 w 7392467"/>
              <a:gd name="connsiteY778" fmla="*/ 1440820 h 3320021"/>
              <a:gd name="connsiteX779" fmla="*/ 7029150 w 7392467"/>
              <a:gd name="connsiteY779" fmla="*/ 1431332 h 3320021"/>
              <a:gd name="connsiteX780" fmla="*/ 7029601 w 7392467"/>
              <a:gd name="connsiteY780" fmla="*/ 1432048 h 3320021"/>
              <a:gd name="connsiteX781" fmla="*/ 7031843 w 7392467"/>
              <a:gd name="connsiteY781" fmla="*/ 1408219 h 3320021"/>
              <a:gd name="connsiteX782" fmla="*/ 7028208 w 7392467"/>
              <a:gd name="connsiteY782" fmla="*/ 1351400 h 3320021"/>
              <a:gd name="connsiteX783" fmla="*/ 6893228 w 7392467"/>
              <a:gd name="connsiteY783" fmla="*/ 627320 h 3320021"/>
              <a:gd name="connsiteX784" fmla="*/ 6893149 w 7392467"/>
              <a:gd name="connsiteY784" fmla="*/ 626992 h 3320021"/>
              <a:gd name="connsiteX785" fmla="*/ 7001894 w 7392467"/>
              <a:gd name="connsiteY785" fmla="*/ 1004794 h 3320021"/>
              <a:gd name="connsiteX786" fmla="*/ 6917799 w 7392467"/>
              <a:gd name="connsiteY786" fmla="*/ 568559 h 3320021"/>
              <a:gd name="connsiteX787" fmla="*/ 6917720 w 7392467"/>
              <a:gd name="connsiteY787" fmla="*/ 568231 h 3320021"/>
              <a:gd name="connsiteX788" fmla="*/ 7036952 w 7392467"/>
              <a:gd name="connsiteY788" fmla="*/ 986600 h 3320021"/>
              <a:gd name="connsiteX789" fmla="*/ 7037485 w 7392467"/>
              <a:gd name="connsiteY789" fmla="*/ 981606 h 3320021"/>
              <a:gd name="connsiteX790" fmla="*/ 7037710 w 7392467"/>
              <a:gd name="connsiteY790" fmla="*/ 989024 h 3320021"/>
              <a:gd name="connsiteX791" fmla="*/ 7081421 w 7392467"/>
              <a:gd name="connsiteY791" fmla="*/ 1146350 h 3320021"/>
              <a:gd name="connsiteX792" fmla="*/ 7116279 w 7392467"/>
              <a:gd name="connsiteY792" fmla="*/ 1223090 h 3320021"/>
              <a:gd name="connsiteX793" fmla="*/ 7179889 w 7392467"/>
              <a:gd name="connsiteY793" fmla="*/ 1044552 h 3320021"/>
              <a:gd name="connsiteX794" fmla="*/ 7180138 w 7392467"/>
              <a:gd name="connsiteY794" fmla="*/ 1044145 h 3320021"/>
              <a:gd name="connsiteX795" fmla="*/ 7126179 w 7392467"/>
              <a:gd name="connsiteY795" fmla="*/ 1245379 h 3320021"/>
              <a:gd name="connsiteX796" fmla="*/ 7215529 w 7392467"/>
              <a:gd name="connsiteY796" fmla="*/ 1453555 h 3320021"/>
              <a:gd name="connsiteX797" fmla="*/ 7213649 w 7392467"/>
              <a:gd name="connsiteY797" fmla="*/ 1342092 h 3320021"/>
              <a:gd name="connsiteX798" fmla="*/ 7229668 w 7392467"/>
              <a:gd name="connsiteY798" fmla="*/ 1488375 h 3320021"/>
              <a:gd name="connsiteX799" fmla="*/ 7244776 w 7392467"/>
              <a:gd name="connsiteY799" fmla="*/ 1525047 h 3320021"/>
              <a:gd name="connsiteX800" fmla="*/ 7264420 w 7392467"/>
              <a:gd name="connsiteY800" fmla="*/ 1331400 h 3320021"/>
              <a:gd name="connsiteX801" fmla="*/ 7264585 w 7392467"/>
              <a:gd name="connsiteY801" fmla="*/ 1331360 h 3320021"/>
              <a:gd name="connsiteX802" fmla="*/ 7258961 w 7392467"/>
              <a:gd name="connsiteY802" fmla="*/ 1559334 h 3320021"/>
              <a:gd name="connsiteX803" fmla="*/ 7306188 w 7392467"/>
              <a:gd name="connsiteY803" fmla="*/ 1677231 h 3320021"/>
              <a:gd name="connsiteX804" fmla="*/ 7289093 w 7392467"/>
              <a:gd name="connsiteY804" fmla="*/ 1507051 h 3320021"/>
              <a:gd name="connsiteX805" fmla="*/ 7344835 w 7392467"/>
              <a:gd name="connsiteY805" fmla="*/ 1766786 h 3320021"/>
              <a:gd name="connsiteX806" fmla="*/ 7158693 w 7392467"/>
              <a:gd name="connsiteY806" fmla="*/ 683155 h 3320021"/>
              <a:gd name="connsiteX807" fmla="*/ 7370762 w 7392467"/>
              <a:gd name="connsiteY807" fmla="*/ 1116067 h 3320021"/>
              <a:gd name="connsiteX808" fmla="*/ 7392467 w 7392467"/>
              <a:gd name="connsiteY808" fmla="*/ 1205899 h 3320021"/>
              <a:gd name="connsiteX809" fmla="*/ 7392467 w 7392467"/>
              <a:gd name="connsiteY809" fmla="*/ 3320021 h 3320021"/>
              <a:gd name="connsiteX810" fmla="*/ 3208496 w 7392467"/>
              <a:gd name="connsiteY810" fmla="*/ 3320021 h 3320021"/>
              <a:gd name="connsiteX811" fmla="*/ 3210078 w 7392467"/>
              <a:gd name="connsiteY811" fmla="*/ 3239604 h 3320021"/>
              <a:gd name="connsiteX812" fmla="*/ 3205548 w 7392467"/>
              <a:gd name="connsiteY812" fmla="*/ 3217237 h 3320021"/>
              <a:gd name="connsiteX813" fmla="*/ 3179829 w 7392467"/>
              <a:gd name="connsiteY813" fmla="*/ 3175480 h 3320021"/>
              <a:gd name="connsiteX814" fmla="*/ 3203677 w 7392467"/>
              <a:gd name="connsiteY814" fmla="*/ 3320021 h 3320021"/>
              <a:gd name="connsiteX815" fmla="*/ 2734155 w 7392467"/>
              <a:gd name="connsiteY815" fmla="*/ 3320021 h 3320021"/>
              <a:gd name="connsiteX816" fmla="*/ 2730190 w 7392467"/>
              <a:gd name="connsiteY816" fmla="*/ 3300523 h 3320021"/>
              <a:gd name="connsiteX817" fmla="*/ 2634366 w 7392467"/>
              <a:gd name="connsiteY817" fmla="*/ 3107290 h 3320021"/>
              <a:gd name="connsiteX818" fmla="*/ 2692715 w 7392467"/>
              <a:gd name="connsiteY818" fmla="*/ 3320021 h 3320021"/>
              <a:gd name="connsiteX819" fmla="*/ 2326262 w 7392467"/>
              <a:gd name="connsiteY819" fmla="*/ 3320021 h 3320021"/>
              <a:gd name="connsiteX820" fmla="*/ 2323316 w 7392467"/>
              <a:gd name="connsiteY820" fmla="*/ 3215389 h 3320021"/>
              <a:gd name="connsiteX821" fmla="*/ 2293158 w 7392467"/>
              <a:gd name="connsiteY821" fmla="*/ 3084684 h 3320021"/>
              <a:gd name="connsiteX822" fmla="*/ 2278005 w 7392467"/>
              <a:gd name="connsiteY822" fmla="*/ 3043504 h 3320021"/>
              <a:gd name="connsiteX823" fmla="*/ 2267420 w 7392467"/>
              <a:gd name="connsiteY823" fmla="*/ 3024857 h 3320021"/>
              <a:gd name="connsiteX824" fmla="*/ 2266741 w 7392467"/>
              <a:gd name="connsiteY824" fmla="*/ 3098359 h 3320021"/>
              <a:gd name="connsiteX825" fmla="*/ 2268870 w 7392467"/>
              <a:gd name="connsiteY825" fmla="*/ 3118699 h 3320021"/>
              <a:gd name="connsiteX826" fmla="*/ 2268746 w 7392467"/>
              <a:gd name="connsiteY826" fmla="*/ 3118903 h 3320021"/>
              <a:gd name="connsiteX827" fmla="*/ 2297273 w 7392467"/>
              <a:gd name="connsiteY827" fmla="*/ 3304050 h 3320021"/>
              <a:gd name="connsiteX828" fmla="*/ 2310969 w 7392467"/>
              <a:gd name="connsiteY828" fmla="*/ 3320021 h 3320021"/>
              <a:gd name="connsiteX829" fmla="*/ 1827169 w 7392467"/>
              <a:gd name="connsiteY829" fmla="*/ 3320021 h 3320021"/>
              <a:gd name="connsiteX830" fmla="*/ 1836559 w 7392467"/>
              <a:gd name="connsiteY830" fmla="*/ 3299689 h 3320021"/>
              <a:gd name="connsiteX831" fmla="*/ 1830676 w 7392467"/>
              <a:gd name="connsiteY831" fmla="*/ 2934770 h 3320021"/>
              <a:gd name="connsiteX832" fmla="*/ 1827538 w 7392467"/>
              <a:gd name="connsiteY832" fmla="*/ 2932572 h 3320021"/>
              <a:gd name="connsiteX833" fmla="*/ 1774519 w 7392467"/>
              <a:gd name="connsiteY833" fmla="*/ 3204658 h 3320021"/>
              <a:gd name="connsiteX834" fmla="*/ 1799627 w 7392467"/>
              <a:gd name="connsiteY834" fmla="*/ 3306517 h 3320021"/>
              <a:gd name="connsiteX835" fmla="*/ 1808725 w 7392467"/>
              <a:gd name="connsiteY835" fmla="*/ 3320021 h 3320021"/>
              <a:gd name="connsiteX836" fmla="*/ 1664765 w 7392467"/>
              <a:gd name="connsiteY836" fmla="*/ 3320021 h 3320021"/>
              <a:gd name="connsiteX837" fmla="*/ 1620913 w 7392467"/>
              <a:gd name="connsiteY837" fmla="*/ 3234262 h 3320021"/>
              <a:gd name="connsiteX838" fmla="*/ 1690321 w 7392467"/>
              <a:gd name="connsiteY838" fmla="*/ 3305096 h 3320021"/>
              <a:gd name="connsiteX839" fmla="*/ 1445621 w 7392467"/>
              <a:gd name="connsiteY839" fmla="*/ 2902588 h 3320021"/>
              <a:gd name="connsiteX840" fmla="*/ 1428854 w 7392467"/>
              <a:gd name="connsiteY840" fmla="*/ 3059913 h 3320021"/>
              <a:gd name="connsiteX841" fmla="*/ 1537513 w 7392467"/>
              <a:gd name="connsiteY841" fmla="*/ 3320021 h 3320021"/>
              <a:gd name="connsiteX842" fmla="*/ 1475686 w 7392467"/>
              <a:gd name="connsiteY842" fmla="*/ 3320021 h 3320021"/>
              <a:gd name="connsiteX843" fmla="*/ 1474470 w 7392467"/>
              <a:gd name="connsiteY843" fmla="*/ 3316121 h 3320021"/>
              <a:gd name="connsiteX844" fmla="*/ 1473945 w 7392467"/>
              <a:gd name="connsiteY844" fmla="*/ 3314400 h 3320021"/>
              <a:gd name="connsiteX845" fmla="*/ 1473984 w 7392467"/>
              <a:gd name="connsiteY845" fmla="*/ 3314563 h 3320021"/>
              <a:gd name="connsiteX846" fmla="*/ 1474470 w 7392467"/>
              <a:gd name="connsiteY846" fmla="*/ 3316121 h 3320021"/>
              <a:gd name="connsiteX847" fmla="*/ 1475660 w 7392467"/>
              <a:gd name="connsiteY847" fmla="*/ 3320021 h 3320021"/>
              <a:gd name="connsiteX848" fmla="*/ 1338922 w 7392467"/>
              <a:gd name="connsiteY848" fmla="*/ 3320021 h 3320021"/>
              <a:gd name="connsiteX849" fmla="*/ 1355097 w 7392467"/>
              <a:gd name="connsiteY849" fmla="*/ 3206492 h 3320021"/>
              <a:gd name="connsiteX850" fmla="*/ 1178225 w 7392467"/>
              <a:gd name="connsiteY850" fmla="*/ 2555086 h 3320021"/>
              <a:gd name="connsiteX851" fmla="*/ 1383563 w 7392467"/>
              <a:gd name="connsiteY851" fmla="*/ 3021317 h 3320021"/>
              <a:gd name="connsiteX852" fmla="*/ 1322333 w 7392467"/>
              <a:gd name="connsiteY852" fmla="*/ 2730929 h 3320021"/>
              <a:gd name="connsiteX853" fmla="*/ 1252468 w 7392467"/>
              <a:gd name="connsiteY853" fmla="*/ 2645955 h 3320021"/>
              <a:gd name="connsiteX854" fmla="*/ 1320108 w 7392467"/>
              <a:gd name="connsiteY854" fmla="*/ 2712350 h 3320021"/>
              <a:gd name="connsiteX855" fmla="*/ 1311059 w 7392467"/>
              <a:gd name="connsiteY855" fmla="*/ 2585585 h 3320021"/>
              <a:gd name="connsiteX856" fmla="*/ 1311184 w 7392467"/>
              <a:gd name="connsiteY856" fmla="*/ 2585381 h 3320021"/>
              <a:gd name="connsiteX857" fmla="*/ 1333233 w 7392467"/>
              <a:gd name="connsiteY857" fmla="*/ 2725691 h 3320021"/>
              <a:gd name="connsiteX858" fmla="*/ 1433333 w 7392467"/>
              <a:gd name="connsiteY858" fmla="*/ 2831521 h 3320021"/>
              <a:gd name="connsiteX859" fmla="*/ 1505374 w 7392467"/>
              <a:gd name="connsiteY859" fmla="*/ 2588559 h 3320021"/>
              <a:gd name="connsiteX860" fmla="*/ 1456317 w 7392467"/>
              <a:gd name="connsiteY860" fmla="*/ 2856907 h 3320021"/>
              <a:gd name="connsiteX861" fmla="*/ 1710735 w 7392467"/>
              <a:gd name="connsiteY861" fmla="*/ 3172958 h 3320021"/>
              <a:gd name="connsiteX862" fmla="*/ 1705265 w 7392467"/>
              <a:gd name="connsiteY862" fmla="*/ 3074699 h 3320021"/>
              <a:gd name="connsiteX863" fmla="*/ 1705514 w 7392467"/>
              <a:gd name="connsiteY863" fmla="*/ 3074291 h 3320021"/>
              <a:gd name="connsiteX864" fmla="*/ 1719773 w 7392467"/>
              <a:gd name="connsiteY864" fmla="*/ 3185200 h 3320021"/>
              <a:gd name="connsiteX865" fmla="*/ 1722892 w 7392467"/>
              <a:gd name="connsiteY865" fmla="*/ 3189487 h 3320021"/>
              <a:gd name="connsiteX866" fmla="*/ 1666930 w 7392467"/>
              <a:gd name="connsiteY866" fmla="*/ 2594052 h 3320021"/>
              <a:gd name="connsiteX867" fmla="*/ 1759162 w 7392467"/>
              <a:gd name="connsiteY867" fmla="*/ 3117996 h 3320021"/>
              <a:gd name="connsiteX868" fmla="*/ 1818768 w 7392467"/>
              <a:gd name="connsiteY868" fmla="*/ 2922872 h 3320021"/>
              <a:gd name="connsiteX869" fmla="*/ 1762067 w 7392467"/>
              <a:gd name="connsiteY869" fmla="*/ 2886681 h 3320021"/>
              <a:gd name="connsiteX870" fmla="*/ 1820653 w 7392467"/>
              <a:gd name="connsiteY870" fmla="*/ 2917724 h 3320021"/>
              <a:gd name="connsiteX871" fmla="*/ 1835472 w 7392467"/>
              <a:gd name="connsiteY871" fmla="*/ 2879043 h 3320021"/>
              <a:gd name="connsiteX872" fmla="*/ 1838746 w 7392467"/>
              <a:gd name="connsiteY872" fmla="*/ 2698211 h 3320021"/>
              <a:gd name="connsiteX873" fmla="*/ 1741467 w 7392467"/>
              <a:gd name="connsiteY873" fmla="*/ 2563026 h 3320021"/>
              <a:gd name="connsiteX874" fmla="*/ 1839500 w 7392467"/>
              <a:gd name="connsiteY874" fmla="*/ 2671093 h 3320021"/>
              <a:gd name="connsiteX875" fmla="*/ 1918444 w 7392467"/>
              <a:gd name="connsiteY875" fmla="*/ 1488371 h 3320021"/>
              <a:gd name="connsiteX876" fmla="*/ 1918772 w 7392467"/>
              <a:gd name="connsiteY876" fmla="*/ 1488292 h 3320021"/>
              <a:gd name="connsiteX877" fmla="*/ 1970891 w 7392467"/>
              <a:gd name="connsiteY877" fmla="*/ 2551616 h 3320021"/>
              <a:gd name="connsiteX878" fmla="*/ 2001933 w 7392467"/>
              <a:gd name="connsiteY878" fmla="*/ 2644224 h 3320021"/>
              <a:gd name="connsiteX879" fmla="*/ 2015636 w 7392467"/>
              <a:gd name="connsiteY879" fmla="*/ 2490765 h 3320021"/>
              <a:gd name="connsiteX880" fmla="*/ 2015801 w 7392467"/>
              <a:gd name="connsiteY880" fmla="*/ 2490725 h 3320021"/>
              <a:gd name="connsiteX881" fmla="*/ 2015540 w 7392467"/>
              <a:gd name="connsiteY881" fmla="*/ 2673958 h 3320021"/>
              <a:gd name="connsiteX882" fmla="*/ 2034674 w 7392467"/>
              <a:gd name="connsiteY882" fmla="*/ 2487561 h 3320021"/>
              <a:gd name="connsiteX883" fmla="*/ 2034839 w 7392467"/>
              <a:gd name="connsiteY883" fmla="*/ 2487521 h 3320021"/>
              <a:gd name="connsiteX884" fmla="*/ 2032047 w 7392467"/>
              <a:gd name="connsiteY884" fmla="*/ 2634348 h 3320021"/>
              <a:gd name="connsiteX885" fmla="*/ 2040263 w 7392467"/>
              <a:gd name="connsiteY885" fmla="*/ 2576232 h 3320021"/>
              <a:gd name="connsiteX886" fmla="*/ 2032568 w 7392467"/>
              <a:gd name="connsiteY886" fmla="*/ 2726503 h 3320021"/>
              <a:gd name="connsiteX887" fmla="*/ 2032744 w 7392467"/>
              <a:gd name="connsiteY887" fmla="*/ 2755309 h 3320021"/>
              <a:gd name="connsiteX888" fmla="*/ 2079992 w 7392467"/>
              <a:gd name="connsiteY888" fmla="*/ 2991374 h 3320021"/>
              <a:gd name="connsiteX889" fmla="*/ 2102977 w 7392467"/>
              <a:gd name="connsiteY889" fmla="*/ 3026839 h 3320021"/>
              <a:gd name="connsiteX890" fmla="*/ 2197891 w 7392467"/>
              <a:gd name="connsiteY890" fmla="*/ 2042028 h 3320021"/>
              <a:gd name="connsiteX891" fmla="*/ 2178088 w 7392467"/>
              <a:gd name="connsiteY891" fmla="*/ 2008228 h 3320021"/>
              <a:gd name="connsiteX892" fmla="*/ 2198632 w 7392467"/>
              <a:gd name="connsiteY892" fmla="*/ 2036461 h 3320021"/>
              <a:gd name="connsiteX893" fmla="*/ 2224641 w 7392467"/>
              <a:gd name="connsiteY893" fmla="*/ 1841105 h 3320021"/>
              <a:gd name="connsiteX894" fmla="*/ 2224890 w 7392467"/>
              <a:gd name="connsiteY894" fmla="*/ 1840697 h 3320021"/>
              <a:gd name="connsiteX895" fmla="*/ 2225054 w 7392467"/>
              <a:gd name="connsiteY895" fmla="*/ 2072487 h 3320021"/>
              <a:gd name="connsiteX896" fmla="*/ 2282316 w 7392467"/>
              <a:gd name="connsiteY896" fmla="*/ 2150598 h 3320021"/>
              <a:gd name="connsiteX897" fmla="*/ 2272869 w 7392467"/>
              <a:gd name="connsiteY897" fmla="*/ 1991953 h 3320021"/>
              <a:gd name="connsiteX898" fmla="*/ 2273119 w 7392467"/>
              <a:gd name="connsiteY898" fmla="*/ 1991545 h 3320021"/>
              <a:gd name="connsiteX899" fmla="*/ 2299620 w 7392467"/>
              <a:gd name="connsiteY899" fmla="*/ 2174053 h 3320021"/>
              <a:gd name="connsiteX900" fmla="*/ 2685727 w 7392467"/>
              <a:gd name="connsiteY900" fmla="*/ 2711696 h 3320021"/>
              <a:gd name="connsiteX901" fmla="*/ 2651673 w 7392467"/>
              <a:gd name="connsiteY901" fmla="*/ 2520932 h 3320021"/>
              <a:gd name="connsiteX902" fmla="*/ 2707190 w 7392467"/>
              <a:gd name="connsiteY902" fmla="*/ 2743010 h 3320021"/>
              <a:gd name="connsiteX903" fmla="*/ 2739257 w 7392467"/>
              <a:gd name="connsiteY903" fmla="*/ 2790186 h 3320021"/>
              <a:gd name="connsiteX904" fmla="*/ 2733046 w 7392467"/>
              <a:gd name="connsiteY904" fmla="*/ 2677335 h 3320021"/>
              <a:gd name="connsiteX905" fmla="*/ 2509931 w 7392467"/>
              <a:gd name="connsiteY905" fmla="*/ 2205141 h 3320021"/>
              <a:gd name="connsiteX906" fmla="*/ 2308703 w 7392467"/>
              <a:gd name="connsiteY906" fmla="*/ 2039610 h 3320021"/>
              <a:gd name="connsiteX907" fmla="*/ 2487235 w 7392467"/>
              <a:gd name="connsiteY907" fmla="*/ 2159353 h 3320021"/>
              <a:gd name="connsiteX908" fmla="*/ 2080923 w 7392467"/>
              <a:gd name="connsiteY908" fmla="*/ 1365214 h 3320021"/>
              <a:gd name="connsiteX909" fmla="*/ 2648231 w 7392467"/>
              <a:gd name="connsiteY909" fmla="*/ 2284198 h 3320021"/>
              <a:gd name="connsiteX910" fmla="*/ 2736765 w 7392467"/>
              <a:gd name="connsiteY910" fmla="*/ 2360842 h 3320021"/>
              <a:gd name="connsiteX911" fmla="*/ 2771076 w 7392467"/>
              <a:gd name="connsiteY911" fmla="*/ 2071724 h 3320021"/>
              <a:gd name="connsiteX912" fmla="*/ 2773046 w 7392467"/>
              <a:gd name="connsiteY912" fmla="*/ 2393793 h 3320021"/>
              <a:gd name="connsiteX913" fmla="*/ 2966353 w 7392467"/>
              <a:gd name="connsiteY913" fmla="*/ 2591302 h 3320021"/>
              <a:gd name="connsiteX914" fmla="*/ 2604113 w 7392467"/>
              <a:gd name="connsiteY914" fmla="*/ 1829277 h 3320021"/>
              <a:gd name="connsiteX915" fmla="*/ 2604482 w 7392467"/>
              <a:gd name="connsiteY915" fmla="*/ 1829362 h 3320021"/>
              <a:gd name="connsiteX916" fmla="*/ 3048263 w 7392467"/>
              <a:gd name="connsiteY916" fmla="*/ 2545463 h 3320021"/>
              <a:gd name="connsiteX917" fmla="*/ 3056927 w 7392467"/>
              <a:gd name="connsiteY917" fmla="*/ 2472641 h 3320021"/>
              <a:gd name="connsiteX918" fmla="*/ 2740595 w 7392467"/>
              <a:gd name="connsiteY918" fmla="*/ 1738810 h 3320021"/>
              <a:gd name="connsiteX919" fmla="*/ 3075155 w 7392467"/>
              <a:gd name="connsiteY919" fmla="*/ 2332167 h 3320021"/>
              <a:gd name="connsiteX920" fmla="*/ 3090921 w 7392467"/>
              <a:gd name="connsiteY920" fmla="*/ 2217487 h 3320021"/>
              <a:gd name="connsiteX921" fmla="*/ 3039256 w 7392467"/>
              <a:gd name="connsiteY921" fmla="*/ 1894727 h 3320021"/>
              <a:gd name="connsiteX922" fmla="*/ 3039177 w 7392467"/>
              <a:gd name="connsiteY922" fmla="*/ 1894398 h 3320021"/>
              <a:gd name="connsiteX923" fmla="*/ 3063571 w 7392467"/>
              <a:gd name="connsiteY923" fmla="*/ 1988263 h 3320021"/>
              <a:gd name="connsiteX924" fmla="*/ 3051611 w 7392467"/>
              <a:gd name="connsiteY924" fmla="*/ 1917116 h 3320021"/>
              <a:gd name="connsiteX925" fmla="*/ 3104183 w 7392467"/>
              <a:gd name="connsiteY925" fmla="*/ 2123396 h 3320021"/>
              <a:gd name="connsiteX926" fmla="*/ 3121799 w 7392467"/>
              <a:gd name="connsiteY926" fmla="*/ 2002708 h 3320021"/>
              <a:gd name="connsiteX927" fmla="*/ 3122128 w 7392467"/>
              <a:gd name="connsiteY927" fmla="*/ 2002629 h 3320021"/>
              <a:gd name="connsiteX928" fmla="*/ 3120514 w 7392467"/>
              <a:gd name="connsiteY928" fmla="*/ 2191054 h 3320021"/>
              <a:gd name="connsiteX929" fmla="*/ 3133431 w 7392467"/>
              <a:gd name="connsiteY929" fmla="*/ 2245285 h 3320021"/>
              <a:gd name="connsiteX930" fmla="*/ 3272857 w 7392467"/>
              <a:gd name="connsiteY930" fmla="*/ 2493162 h 3320021"/>
              <a:gd name="connsiteX931" fmla="*/ 3311810 w 7392467"/>
              <a:gd name="connsiteY931" fmla="*/ 2524948 h 3320021"/>
              <a:gd name="connsiteX932" fmla="*/ 3178161 w 7392467"/>
              <a:gd name="connsiteY932" fmla="*/ 1969813 h 3320021"/>
              <a:gd name="connsiteX933" fmla="*/ 3303832 w 7392467"/>
              <a:gd name="connsiteY933" fmla="*/ 2296782 h 3320021"/>
              <a:gd name="connsiteX934" fmla="*/ 3289097 w 7392467"/>
              <a:gd name="connsiteY934" fmla="*/ 2224221 h 3320021"/>
              <a:gd name="connsiteX935" fmla="*/ 3406359 w 7392467"/>
              <a:gd name="connsiteY935" fmla="*/ 2607787 h 3320021"/>
              <a:gd name="connsiteX936" fmla="*/ 3489861 w 7392467"/>
              <a:gd name="connsiteY936" fmla="*/ 2688775 h 3320021"/>
              <a:gd name="connsiteX937" fmla="*/ 3510682 w 7392467"/>
              <a:gd name="connsiteY937" fmla="*/ 2425851 h 3320021"/>
              <a:gd name="connsiteX938" fmla="*/ 3524398 w 7392467"/>
              <a:gd name="connsiteY938" fmla="*/ 2724580 h 3320021"/>
              <a:gd name="connsiteX939" fmla="*/ 3527727 w 7392467"/>
              <a:gd name="connsiteY939" fmla="*/ 2728294 h 3320021"/>
              <a:gd name="connsiteX940" fmla="*/ 3553350 w 7392467"/>
              <a:gd name="connsiteY940" fmla="*/ 2489585 h 3320021"/>
              <a:gd name="connsiteX941" fmla="*/ 3550395 w 7392467"/>
              <a:gd name="connsiteY941" fmla="*/ 2480219 h 3320021"/>
              <a:gd name="connsiteX942" fmla="*/ 3553691 w 7392467"/>
              <a:gd name="connsiteY942" fmla="*/ 2488113 h 3320021"/>
              <a:gd name="connsiteX943" fmla="*/ 3597158 w 7392467"/>
              <a:gd name="connsiteY943" fmla="*/ 2252047 h 3320021"/>
              <a:gd name="connsiteX944" fmla="*/ 3597803 w 7392467"/>
              <a:gd name="connsiteY944" fmla="*/ 2228083 h 3320021"/>
              <a:gd name="connsiteX945" fmla="*/ 3598092 w 7392467"/>
              <a:gd name="connsiteY945" fmla="*/ 2227839 h 3320021"/>
              <a:gd name="connsiteX946" fmla="*/ 3599105 w 7392467"/>
              <a:gd name="connsiteY946" fmla="*/ 2244278 h 3320021"/>
              <a:gd name="connsiteX947" fmla="*/ 3791082 w 7392467"/>
              <a:gd name="connsiteY947" fmla="*/ 1703346 h 3320021"/>
              <a:gd name="connsiteX948" fmla="*/ 3723974 w 7392467"/>
              <a:gd name="connsiteY948" fmla="*/ 1374929 h 3320021"/>
              <a:gd name="connsiteX949" fmla="*/ 3723896 w 7392467"/>
              <a:gd name="connsiteY949" fmla="*/ 1374600 h 3320021"/>
              <a:gd name="connsiteX950" fmla="*/ 3806411 w 7392467"/>
              <a:gd name="connsiteY950" fmla="*/ 1672536 h 3320021"/>
              <a:gd name="connsiteX951" fmla="*/ 3857567 w 7392467"/>
              <a:gd name="connsiteY951" fmla="*/ 1579204 h 3320021"/>
              <a:gd name="connsiteX952" fmla="*/ 3809910 w 7392467"/>
              <a:gd name="connsiteY952" fmla="*/ 1685593 h 3320021"/>
              <a:gd name="connsiteX953" fmla="*/ 3967942 w 7392467"/>
              <a:gd name="connsiteY953" fmla="*/ 2270468 h 3320021"/>
              <a:gd name="connsiteX954" fmla="*/ 3983255 w 7392467"/>
              <a:gd name="connsiteY954" fmla="*/ 2312304 h 3320021"/>
              <a:gd name="connsiteX955" fmla="*/ 3988186 w 7392467"/>
              <a:gd name="connsiteY955" fmla="*/ 2300339 h 3320021"/>
              <a:gd name="connsiteX956" fmla="*/ 3983696 w 7392467"/>
              <a:gd name="connsiteY956" fmla="*/ 2313415 h 3320021"/>
              <a:gd name="connsiteX957" fmla="*/ 4046574 w 7392467"/>
              <a:gd name="connsiteY957" fmla="*/ 2557350 h 3320021"/>
              <a:gd name="connsiteX958" fmla="*/ 4067838 w 7392467"/>
              <a:gd name="connsiteY958" fmla="*/ 2633202 h 3320021"/>
              <a:gd name="connsiteX959" fmla="*/ 4059491 w 7392467"/>
              <a:gd name="connsiteY959" fmla="*/ 2455349 h 3320021"/>
              <a:gd name="connsiteX960" fmla="*/ 4059654 w 7392467"/>
              <a:gd name="connsiteY960" fmla="*/ 2455309 h 3320021"/>
              <a:gd name="connsiteX961" fmla="*/ 4073239 w 7392467"/>
              <a:gd name="connsiteY961" fmla="*/ 2553348 h 3320021"/>
              <a:gd name="connsiteX962" fmla="*/ 4069366 w 7392467"/>
              <a:gd name="connsiteY962" fmla="*/ 2485463 h 3320021"/>
              <a:gd name="connsiteX963" fmla="*/ 4080884 w 7392467"/>
              <a:gd name="connsiteY963" fmla="*/ 2565578 h 3320021"/>
              <a:gd name="connsiteX964" fmla="*/ 4066036 w 7392467"/>
              <a:gd name="connsiteY964" fmla="*/ 2171011 h 3320021"/>
              <a:gd name="connsiteX965" fmla="*/ 4145008 w 7392467"/>
              <a:gd name="connsiteY965" fmla="*/ 2752039 h 3320021"/>
              <a:gd name="connsiteX966" fmla="*/ 4155892 w 7392467"/>
              <a:gd name="connsiteY966" fmla="*/ 2683373 h 3320021"/>
              <a:gd name="connsiteX967" fmla="*/ 4150568 w 7392467"/>
              <a:gd name="connsiteY967" fmla="*/ 2572045 h 3320021"/>
              <a:gd name="connsiteX968" fmla="*/ 4141129 w 7392467"/>
              <a:gd name="connsiteY968" fmla="*/ 2553817 h 3320021"/>
              <a:gd name="connsiteX969" fmla="*/ 4150359 w 7392467"/>
              <a:gd name="connsiteY969" fmla="*/ 2567578 h 3320021"/>
              <a:gd name="connsiteX970" fmla="*/ 4142755 w 7392467"/>
              <a:gd name="connsiteY970" fmla="*/ 2222885 h 3320021"/>
              <a:gd name="connsiteX971" fmla="*/ 4065448 w 7392467"/>
              <a:gd name="connsiteY971" fmla="*/ 2155380 h 3320021"/>
              <a:gd name="connsiteX972" fmla="*/ 4065284 w 7392467"/>
              <a:gd name="connsiteY972" fmla="*/ 2151043 h 3320021"/>
              <a:gd name="connsiteX973" fmla="*/ 3915043 w 7392467"/>
              <a:gd name="connsiteY973" fmla="*/ 2044109 h 3320021"/>
              <a:gd name="connsiteX974" fmla="*/ 4065074 w 7392467"/>
              <a:gd name="connsiteY974" fmla="*/ 2131456 h 3320021"/>
              <a:gd name="connsiteX975" fmla="*/ 4064978 w 7392467"/>
              <a:gd name="connsiteY975" fmla="*/ 2118098 h 3320021"/>
              <a:gd name="connsiteX976" fmla="*/ 4066337 w 7392467"/>
              <a:gd name="connsiteY976" fmla="*/ 2132367 h 3320021"/>
              <a:gd name="connsiteX977" fmla="*/ 4147370 w 7392467"/>
              <a:gd name="connsiteY977" fmla="*/ 2189448 h 3320021"/>
              <a:gd name="connsiteX978" fmla="*/ 4156153 w 7392467"/>
              <a:gd name="connsiteY978" fmla="*/ 1834890 h 3320021"/>
              <a:gd name="connsiteX979" fmla="*/ 4179743 w 7392467"/>
              <a:gd name="connsiteY979" fmla="*/ 2214131 h 3320021"/>
              <a:gd name="connsiteX980" fmla="*/ 4248726 w 7392467"/>
              <a:gd name="connsiteY980" fmla="*/ 2271686 h 3320021"/>
              <a:gd name="connsiteX981" fmla="*/ 4225029 w 7392467"/>
              <a:gd name="connsiteY981" fmla="*/ 2026635 h 3320021"/>
              <a:gd name="connsiteX982" fmla="*/ 4279542 w 7392467"/>
              <a:gd name="connsiteY982" fmla="*/ 2291359 h 3320021"/>
              <a:gd name="connsiteX983" fmla="*/ 4281326 w 7392467"/>
              <a:gd name="connsiteY983" fmla="*/ 2263470 h 3320021"/>
              <a:gd name="connsiteX984" fmla="*/ 4161755 w 7392467"/>
              <a:gd name="connsiteY984" fmla="*/ 1503868 h 3320021"/>
              <a:gd name="connsiteX985" fmla="*/ 4300348 w 7392467"/>
              <a:gd name="connsiteY985" fmla="*/ 2096041 h 3320021"/>
              <a:gd name="connsiteX986" fmla="*/ 4331039 w 7392467"/>
              <a:gd name="connsiteY986" fmla="*/ 1939526 h 3320021"/>
              <a:gd name="connsiteX987" fmla="*/ 4182266 w 7392467"/>
              <a:gd name="connsiteY987" fmla="*/ 1490923 h 3320021"/>
              <a:gd name="connsiteX988" fmla="*/ 4351504 w 7392467"/>
              <a:gd name="connsiteY988" fmla="*/ 1861596 h 3320021"/>
              <a:gd name="connsiteX989" fmla="*/ 4553092 w 7392467"/>
              <a:gd name="connsiteY989" fmla="*/ 1388554 h 3320021"/>
              <a:gd name="connsiteX990" fmla="*/ 4553544 w 7392467"/>
              <a:gd name="connsiteY990" fmla="*/ 1388271 h 3320021"/>
              <a:gd name="connsiteX991" fmla="*/ 4437475 w 7392467"/>
              <a:gd name="connsiteY991" fmla="*/ 1850577 h 3320021"/>
              <a:gd name="connsiteX992" fmla="*/ 4570869 w 7392467"/>
              <a:gd name="connsiteY992" fmla="*/ 2593287 h 3320021"/>
              <a:gd name="connsiteX993" fmla="*/ 4730533 w 7392467"/>
              <a:gd name="connsiteY993" fmla="*/ 2811254 h 3320021"/>
              <a:gd name="connsiteX994" fmla="*/ 4748869 w 7392467"/>
              <a:gd name="connsiteY994" fmla="*/ 2647467 h 3320021"/>
              <a:gd name="connsiteX995" fmla="*/ 4649189 w 7392467"/>
              <a:gd name="connsiteY995" fmla="*/ 2464897 h 3320021"/>
              <a:gd name="connsiteX996" fmla="*/ 4752392 w 7392467"/>
              <a:gd name="connsiteY996" fmla="*/ 2615793 h 3320021"/>
              <a:gd name="connsiteX997" fmla="*/ 4751492 w 7392467"/>
              <a:gd name="connsiteY997" fmla="*/ 2622331 h 3320021"/>
              <a:gd name="connsiteX998" fmla="*/ 4756383 w 7392467"/>
              <a:gd name="connsiteY998" fmla="*/ 2630361 h 3320021"/>
              <a:gd name="connsiteX999" fmla="*/ 4753718 w 7392467"/>
              <a:gd name="connsiteY999" fmla="*/ 2617732 h 3320021"/>
              <a:gd name="connsiteX1000" fmla="*/ 4754471 w 7392467"/>
              <a:gd name="connsiteY1000" fmla="*/ 2618832 h 3320021"/>
              <a:gd name="connsiteX1001" fmla="*/ 4756604 w 7392467"/>
              <a:gd name="connsiteY1001" fmla="*/ 2608237 h 3320021"/>
              <a:gd name="connsiteX1002" fmla="*/ 4691326 w 7392467"/>
              <a:gd name="connsiteY1002" fmla="*/ 2276596 h 3320021"/>
              <a:gd name="connsiteX1003" fmla="*/ 4543627 w 7392467"/>
              <a:gd name="connsiteY1003" fmla="*/ 2038362 h 3320021"/>
              <a:gd name="connsiteX1004" fmla="*/ 4642621 w 7392467"/>
              <a:gd name="connsiteY1004" fmla="*/ 2159057 h 3320021"/>
              <a:gd name="connsiteX1005" fmla="*/ 4560853 w 7392467"/>
              <a:gd name="connsiteY1005" fmla="*/ 1965733 h 3320021"/>
              <a:gd name="connsiteX1006" fmla="*/ 4560813 w 7392467"/>
              <a:gd name="connsiteY1006" fmla="*/ 1965569 h 3320021"/>
              <a:gd name="connsiteX1007" fmla="*/ 4675918 w 7392467"/>
              <a:gd name="connsiteY1007" fmla="*/ 2186124 h 3320021"/>
              <a:gd name="connsiteX1008" fmla="*/ 4612446 w 7392467"/>
              <a:gd name="connsiteY1008" fmla="*/ 1702855 h 3320021"/>
              <a:gd name="connsiteX1009" fmla="*/ 4750903 w 7392467"/>
              <a:gd name="connsiteY1009" fmla="*/ 2306705 h 3320021"/>
              <a:gd name="connsiteX1010" fmla="*/ 4772239 w 7392467"/>
              <a:gd name="connsiteY1010" fmla="*/ 2338223 h 3320021"/>
              <a:gd name="connsiteX1011" fmla="*/ 4589666 w 7392467"/>
              <a:gd name="connsiteY1011" fmla="*/ 1360088 h 3320021"/>
              <a:gd name="connsiteX1012" fmla="*/ 4833810 w 7392467"/>
              <a:gd name="connsiteY1012" fmla="*/ 2218917 h 3320021"/>
              <a:gd name="connsiteX1013" fmla="*/ 4851760 w 7392467"/>
              <a:gd name="connsiteY1013" fmla="*/ 2082334 h 3320021"/>
              <a:gd name="connsiteX1014" fmla="*/ 4852089 w 7392467"/>
              <a:gd name="connsiteY1014" fmla="*/ 2077215 h 3320021"/>
              <a:gd name="connsiteX1015" fmla="*/ 4812457 w 7392467"/>
              <a:gd name="connsiteY1015" fmla="*/ 1836704 h 3320021"/>
              <a:gd name="connsiteX1016" fmla="*/ 4842242 w 7392467"/>
              <a:gd name="connsiteY1016" fmla="*/ 1927703 h 3320021"/>
              <a:gd name="connsiteX1017" fmla="*/ 4829467 w 7392467"/>
              <a:gd name="connsiteY1017" fmla="*/ 1588951 h 3320021"/>
              <a:gd name="connsiteX1018" fmla="*/ 4678037 w 7392467"/>
              <a:gd name="connsiteY1018" fmla="*/ 1371255 h 3320021"/>
              <a:gd name="connsiteX1019" fmla="*/ 4829292 w 7392467"/>
              <a:gd name="connsiteY1019" fmla="*/ 1555105 h 3320021"/>
              <a:gd name="connsiteX1020" fmla="*/ 4870563 w 7392467"/>
              <a:gd name="connsiteY1020" fmla="*/ 868598 h 3320021"/>
              <a:gd name="connsiteX1021" fmla="*/ 4936254 w 7392467"/>
              <a:gd name="connsiteY1021" fmla="*/ 1749125 h 3320021"/>
              <a:gd name="connsiteX1022" fmla="*/ 5004743 w 7392467"/>
              <a:gd name="connsiteY1022" fmla="*/ 1937834 h 3320021"/>
              <a:gd name="connsiteX1023" fmla="*/ 5020582 w 7392467"/>
              <a:gd name="connsiteY1023" fmla="*/ 1884656 h 3320021"/>
              <a:gd name="connsiteX1024" fmla="*/ 5020832 w 7392467"/>
              <a:gd name="connsiteY1024" fmla="*/ 1884248 h 3320021"/>
              <a:gd name="connsiteX1025" fmla="*/ 5006698 w 7392467"/>
              <a:gd name="connsiteY1025" fmla="*/ 1944487 h 3320021"/>
              <a:gd name="connsiteX1026" fmla="*/ 5074411 w 7392467"/>
              <a:gd name="connsiteY1026" fmla="*/ 2279015 h 3320021"/>
              <a:gd name="connsiteX1027" fmla="*/ 5082424 w 7392467"/>
              <a:gd name="connsiteY1027" fmla="*/ 2190536 h 3320021"/>
              <a:gd name="connsiteX1028" fmla="*/ 5085656 w 7392467"/>
              <a:gd name="connsiteY1028" fmla="*/ 2367364 h 3320021"/>
              <a:gd name="connsiteX1029" fmla="*/ 5100142 w 7392467"/>
              <a:gd name="connsiteY1029" fmla="*/ 2505851 h 3320021"/>
              <a:gd name="connsiteX1030" fmla="*/ 5110850 w 7392467"/>
              <a:gd name="connsiteY1030" fmla="*/ 2544453 h 3320021"/>
              <a:gd name="connsiteX1031" fmla="*/ 5102441 w 7392467"/>
              <a:gd name="connsiteY1031" fmla="*/ 2359142 h 3320021"/>
              <a:gd name="connsiteX1032" fmla="*/ 5119145 w 7392467"/>
              <a:gd name="connsiteY1032" fmla="*/ 2496745 h 3320021"/>
              <a:gd name="connsiteX1033" fmla="*/ 5127272 w 7392467"/>
              <a:gd name="connsiteY1033" fmla="*/ 2444733 h 3320021"/>
              <a:gd name="connsiteX1034" fmla="*/ 5072849 w 7392467"/>
              <a:gd name="connsiteY1034" fmla="*/ 2088229 h 3320021"/>
              <a:gd name="connsiteX1035" fmla="*/ 5146117 w 7392467"/>
              <a:gd name="connsiteY1035" fmla="*/ 2298897 h 3320021"/>
              <a:gd name="connsiteX1036" fmla="*/ 5155065 w 7392467"/>
              <a:gd name="connsiteY1036" fmla="*/ 2201329 h 3320021"/>
              <a:gd name="connsiteX1037" fmla="*/ 5131009 w 7392467"/>
              <a:gd name="connsiteY1037" fmla="*/ 2131191 h 3320021"/>
              <a:gd name="connsiteX1038" fmla="*/ 5155971 w 7392467"/>
              <a:gd name="connsiteY1038" fmla="*/ 2185644 h 3320021"/>
              <a:gd name="connsiteX1039" fmla="*/ 5159183 w 7392467"/>
              <a:gd name="connsiteY1039" fmla="*/ 2113270 h 3320021"/>
              <a:gd name="connsiteX1040" fmla="*/ 5055233 w 7392467"/>
              <a:gd name="connsiteY1040" fmla="*/ 1301758 h 3320021"/>
              <a:gd name="connsiteX1041" fmla="*/ 5134622 w 7392467"/>
              <a:gd name="connsiteY1041" fmla="*/ 1727137 h 3320021"/>
              <a:gd name="connsiteX1042" fmla="*/ 5177246 w 7392467"/>
              <a:gd name="connsiteY1042" fmla="*/ 1907318 h 3320021"/>
              <a:gd name="connsiteX1043" fmla="*/ 5199448 w 7392467"/>
              <a:gd name="connsiteY1043" fmla="*/ 1993544 h 3320021"/>
              <a:gd name="connsiteX1044" fmla="*/ 5218928 w 7392467"/>
              <a:gd name="connsiteY1044" fmla="*/ 2016647 h 3320021"/>
              <a:gd name="connsiteX1045" fmla="*/ 5226749 w 7392467"/>
              <a:gd name="connsiteY1045" fmla="*/ 1793148 h 3320021"/>
              <a:gd name="connsiteX1046" fmla="*/ 5238345 w 7392467"/>
              <a:gd name="connsiteY1046" fmla="*/ 2047413 h 3320021"/>
              <a:gd name="connsiteX1047" fmla="*/ 5259711 w 7392467"/>
              <a:gd name="connsiteY1047" fmla="*/ 2075449 h 3320021"/>
              <a:gd name="connsiteX1048" fmla="*/ 5244953 w 7392467"/>
              <a:gd name="connsiteY1048" fmla="*/ 1990554 h 3320021"/>
              <a:gd name="connsiteX1049" fmla="*/ 5277180 w 7392467"/>
              <a:gd name="connsiteY1049" fmla="*/ 2098864 h 3320021"/>
              <a:gd name="connsiteX1050" fmla="*/ 5325533 w 7392467"/>
              <a:gd name="connsiteY1050" fmla="*/ 2168871 h 3320021"/>
              <a:gd name="connsiteX1051" fmla="*/ 5280328 w 7392467"/>
              <a:gd name="connsiteY1051" fmla="*/ 1872878 h 3320021"/>
              <a:gd name="connsiteX1052" fmla="*/ 5228294 w 7392467"/>
              <a:gd name="connsiteY1052" fmla="*/ 1748969 h 3320021"/>
              <a:gd name="connsiteX1053" fmla="*/ 5228697 w 7392467"/>
              <a:gd name="connsiteY1053" fmla="*/ 1737450 h 3320021"/>
              <a:gd name="connsiteX1054" fmla="*/ 5150054 w 7392467"/>
              <a:gd name="connsiteY1054" fmla="*/ 1522517 h 3320021"/>
              <a:gd name="connsiteX1055" fmla="*/ 5261529 w 7392467"/>
              <a:gd name="connsiteY1055" fmla="*/ 1766193 h 3320021"/>
              <a:gd name="connsiteX1056" fmla="*/ 5225917 w 7392467"/>
              <a:gd name="connsiteY1056" fmla="*/ 1640975 h 3320021"/>
              <a:gd name="connsiteX1057" fmla="*/ 5226122 w 7392467"/>
              <a:gd name="connsiteY1057" fmla="*/ 1641099 h 3320021"/>
              <a:gd name="connsiteX1058" fmla="*/ 5288184 w 7392467"/>
              <a:gd name="connsiteY1058" fmla="*/ 1819020 h 3320021"/>
              <a:gd name="connsiteX1059" fmla="*/ 5313557 w 7392467"/>
              <a:gd name="connsiteY1059" fmla="*/ 1867985 h 3320021"/>
              <a:gd name="connsiteX1060" fmla="*/ 5327675 w 7392467"/>
              <a:gd name="connsiteY1060" fmla="*/ 1411693 h 3320021"/>
              <a:gd name="connsiteX1061" fmla="*/ 5340002 w 7392467"/>
              <a:gd name="connsiteY1061" fmla="*/ 1815550 h 3320021"/>
              <a:gd name="connsiteX1062" fmla="*/ 5356543 w 7392467"/>
              <a:gd name="connsiteY1062" fmla="*/ 1882635 h 3320021"/>
              <a:gd name="connsiteX1063" fmla="*/ 5335031 w 7392467"/>
              <a:gd name="connsiteY1063" fmla="*/ 1585441 h 3320021"/>
              <a:gd name="connsiteX1064" fmla="*/ 5429879 w 7392467"/>
              <a:gd name="connsiteY1064" fmla="*/ 2079905 h 3320021"/>
              <a:gd name="connsiteX1065" fmla="*/ 5478436 w 7392467"/>
              <a:gd name="connsiteY1065" fmla="*/ 2165157 h 3320021"/>
              <a:gd name="connsiteX1066" fmla="*/ 5490396 w 7392467"/>
              <a:gd name="connsiteY1066" fmla="*/ 2004473 h 3320021"/>
              <a:gd name="connsiteX1067" fmla="*/ 5459904 w 7392467"/>
              <a:gd name="connsiteY1067" fmla="*/ 1809026 h 3320021"/>
              <a:gd name="connsiteX1068" fmla="*/ 5459824 w 7392467"/>
              <a:gd name="connsiteY1068" fmla="*/ 1808697 h 3320021"/>
              <a:gd name="connsiteX1069" fmla="*/ 5515239 w 7392467"/>
              <a:gd name="connsiteY1069" fmla="*/ 2028194 h 3320021"/>
              <a:gd name="connsiteX1070" fmla="*/ 5480561 w 7392467"/>
              <a:gd name="connsiteY1070" fmla="*/ 1813251 h 3320021"/>
              <a:gd name="connsiteX1071" fmla="*/ 5575930 w 7392467"/>
              <a:gd name="connsiteY1071" fmla="*/ 2198278 h 3320021"/>
              <a:gd name="connsiteX1072" fmla="*/ 5578445 w 7392467"/>
              <a:gd name="connsiteY1072" fmla="*/ 2171256 h 3320021"/>
              <a:gd name="connsiteX1073" fmla="*/ 5578071 w 7392467"/>
              <a:gd name="connsiteY1073" fmla="*/ 2207146 h 3320021"/>
              <a:gd name="connsiteX1074" fmla="*/ 5601497 w 7392467"/>
              <a:gd name="connsiteY1074" fmla="*/ 2304198 h 3320021"/>
              <a:gd name="connsiteX1075" fmla="*/ 5609488 w 7392467"/>
              <a:gd name="connsiteY1075" fmla="*/ 2188266 h 3320021"/>
              <a:gd name="connsiteX1076" fmla="*/ 5609861 w 7392467"/>
              <a:gd name="connsiteY1076" fmla="*/ 2172535 h 3320021"/>
              <a:gd name="connsiteX1077" fmla="*/ 5586854 w 7392467"/>
              <a:gd name="connsiteY1077" fmla="*/ 2119697 h 3320021"/>
              <a:gd name="connsiteX1078" fmla="*/ 5608780 w 7392467"/>
              <a:gd name="connsiteY1078" fmla="*/ 2159416 h 3320021"/>
              <a:gd name="connsiteX1079" fmla="*/ 5562183 w 7392467"/>
              <a:gd name="connsiteY1079" fmla="*/ 1601342 h 3320021"/>
              <a:gd name="connsiteX1080" fmla="*/ 5535166 w 7392467"/>
              <a:gd name="connsiteY1080" fmla="*/ 1507415 h 3320021"/>
              <a:gd name="connsiteX1081" fmla="*/ 5560738 w 7392467"/>
              <a:gd name="connsiteY1081" fmla="*/ 1572321 h 3320021"/>
              <a:gd name="connsiteX1082" fmla="*/ 5542484 w 7392467"/>
              <a:gd name="connsiteY1082" fmla="*/ 980470 h 3320021"/>
              <a:gd name="connsiteX1083" fmla="*/ 5744174 w 7392467"/>
              <a:gd name="connsiteY1083" fmla="*/ 2303474 h 3320021"/>
              <a:gd name="connsiteX1084" fmla="*/ 5766830 w 7392467"/>
              <a:gd name="connsiteY1084" fmla="*/ 2189484 h 3320021"/>
              <a:gd name="connsiteX1085" fmla="*/ 5753625 w 7392467"/>
              <a:gd name="connsiteY1085" fmla="*/ 2365666 h 3320021"/>
              <a:gd name="connsiteX1086" fmla="*/ 5794923 w 7392467"/>
              <a:gd name="connsiteY1086" fmla="*/ 2532438 h 3320021"/>
              <a:gd name="connsiteX1087" fmla="*/ 5826322 w 7392467"/>
              <a:gd name="connsiteY1087" fmla="*/ 2319097 h 3320021"/>
              <a:gd name="connsiteX1088" fmla="*/ 5816854 w 7392467"/>
              <a:gd name="connsiteY1088" fmla="*/ 2284193 h 3320021"/>
              <a:gd name="connsiteX1089" fmla="*/ 5768143 w 7392467"/>
              <a:gd name="connsiteY1089" fmla="*/ 2182876 h 3320021"/>
              <a:gd name="connsiteX1090" fmla="*/ 5769679 w 7392467"/>
              <a:gd name="connsiteY1090" fmla="*/ 2175147 h 3320021"/>
              <a:gd name="connsiteX1091" fmla="*/ 5747804 w 7392467"/>
              <a:gd name="connsiteY1091" fmla="*/ 2124120 h 3320021"/>
              <a:gd name="connsiteX1092" fmla="*/ 5771457 w 7392467"/>
              <a:gd name="connsiteY1092" fmla="*/ 2168113 h 3320021"/>
              <a:gd name="connsiteX1093" fmla="*/ 5777680 w 7392467"/>
              <a:gd name="connsiteY1093" fmla="*/ 2143498 h 3320021"/>
              <a:gd name="connsiteX1094" fmla="*/ 5773519 w 7392467"/>
              <a:gd name="connsiteY1094" fmla="*/ 2171613 h 3320021"/>
              <a:gd name="connsiteX1095" fmla="*/ 5808915 w 7392467"/>
              <a:gd name="connsiteY1095" fmla="*/ 2232583 h 3320021"/>
              <a:gd name="connsiteX1096" fmla="*/ 5752612 w 7392467"/>
              <a:gd name="connsiteY1096" fmla="*/ 1885569 h 3320021"/>
              <a:gd name="connsiteX1097" fmla="*/ 5849794 w 7392467"/>
              <a:gd name="connsiteY1097" fmla="*/ 2224106 h 3320021"/>
              <a:gd name="connsiteX1098" fmla="*/ 5825649 w 7392467"/>
              <a:gd name="connsiteY1098" fmla="*/ 1696413 h 3320021"/>
              <a:gd name="connsiteX1099" fmla="*/ 5635186 w 7392467"/>
              <a:gd name="connsiteY1099" fmla="*/ 1179496 h 3320021"/>
              <a:gd name="connsiteX1100" fmla="*/ 5824840 w 7392467"/>
              <a:gd name="connsiteY1100" fmla="*/ 1609543 h 3320021"/>
              <a:gd name="connsiteX1101" fmla="*/ 5827277 w 7392467"/>
              <a:gd name="connsiteY1101" fmla="*/ 1289885 h 3320021"/>
              <a:gd name="connsiteX1102" fmla="*/ 5863448 w 7392467"/>
              <a:gd name="connsiteY1102" fmla="*/ 1683814 h 3320021"/>
              <a:gd name="connsiteX1103" fmla="*/ 5891257 w 7392467"/>
              <a:gd name="connsiteY1103" fmla="*/ 1735667 h 3320021"/>
              <a:gd name="connsiteX1104" fmla="*/ 5852706 w 7392467"/>
              <a:gd name="connsiteY1104" fmla="*/ 1447800 h 3320021"/>
              <a:gd name="connsiteX1105" fmla="*/ 5852870 w 7392467"/>
              <a:gd name="connsiteY1105" fmla="*/ 1447760 h 3320021"/>
              <a:gd name="connsiteX1106" fmla="*/ 5930341 w 7392467"/>
              <a:gd name="connsiteY1106" fmla="*/ 1806870 h 3320021"/>
              <a:gd name="connsiteX1107" fmla="*/ 5997794 w 7392467"/>
              <a:gd name="connsiteY1107" fmla="*/ 1926488 h 3320021"/>
              <a:gd name="connsiteX1108" fmla="*/ 6032116 w 7392467"/>
              <a:gd name="connsiteY1108" fmla="*/ 1767010 h 3320021"/>
              <a:gd name="connsiteX1109" fmla="*/ 6024488 w 7392467"/>
              <a:gd name="connsiteY1109" fmla="*/ 1712371 h 3320021"/>
              <a:gd name="connsiteX1110" fmla="*/ 6035617 w 7392467"/>
              <a:gd name="connsiteY1110" fmla="*/ 1754870 h 3320021"/>
              <a:gd name="connsiteX1111" fmla="*/ 6072532 w 7392467"/>
              <a:gd name="connsiteY1111" fmla="*/ 1639255 h 3320021"/>
              <a:gd name="connsiteX1112" fmla="*/ 6044098 w 7392467"/>
              <a:gd name="connsiteY1112" fmla="*/ 1784972 h 3320021"/>
              <a:gd name="connsiteX1113" fmla="*/ 6058787 w 7392467"/>
              <a:gd name="connsiteY1113" fmla="*/ 1832867 h 3320021"/>
              <a:gd name="connsiteX1114" fmla="*/ 6081863 w 7392467"/>
              <a:gd name="connsiteY1114" fmla="*/ 1655597 h 3320021"/>
              <a:gd name="connsiteX1115" fmla="*/ 6036160 w 7392467"/>
              <a:gd name="connsiteY1115" fmla="*/ 680050 h 3320021"/>
              <a:gd name="connsiteX1116" fmla="*/ 6036410 w 7392467"/>
              <a:gd name="connsiteY1116" fmla="*/ 679642 h 3320021"/>
              <a:gd name="connsiteX1117" fmla="*/ 6106495 w 7392467"/>
              <a:gd name="connsiteY1117" fmla="*/ 1543816 h 3320021"/>
              <a:gd name="connsiteX1118" fmla="*/ 6208645 w 7392467"/>
              <a:gd name="connsiteY1118" fmla="*/ 1251357 h 3320021"/>
              <a:gd name="connsiteX1119" fmla="*/ 6129842 w 7392467"/>
              <a:gd name="connsiteY1119" fmla="*/ 1595182 h 3320021"/>
              <a:gd name="connsiteX1120" fmla="*/ 6328420 w 7392467"/>
              <a:gd name="connsiteY1120" fmla="*/ 1945566 h 3320021"/>
              <a:gd name="connsiteX1121" fmla="*/ 6327578 w 7392467"/>
              <a:gd name="connsiteY1121" fmla="*/ 1711680 h 3320021"/>
              <a:gd name="connsiteX1122" fmla="*/ 6214999 w 7392467"/>
              <a:gd name="connsiteY1122" fmla="*/ 1034329 h 3320021"/>
              <a:gd name="connsiteX1123" fmla="*/ 6331767 w 7392467"/>
              <a:gd name="connsiteY1123" fmla="*/ 1503691 h 3320021"/>
              <a:gd name="connsiteX1124" fmla="*/ 6331824 w 7392467"/>
              <a:gd name="connsiteY1124" fmla="*/ 1501766 h 3320021"/>
              <a:gd name="connsiteX1125" fmla="*/ 6331965 w 7392467"/>
              <a:gd name="connsiteY1125" fmla="*/ 1504512 h 3320021"/>
              <a:gd name="connsiteX1126" fmla="*/ 6409385 w 7392467"/>
              <a:gd name="connsiteY1126" fmla="*/ 1728776 h 3320021"/>
              <a:gd name="connsiteX1127" fmla="*/ 6399233 w 7392467"/>
              <a:gd name="connsiteY1127" fmla="*/ 1601757 h 3320021"/>
              <a:gd name="connsiteX1128" fmla="*/ 6422738 w 7392467"/>
              <a:gd name="connsiteY1128" fmla="*/ 1764655 h 3320021"/>
              <a:gd name="connsiteX1129" fmla="*/ 6460405 w 7392467"/>
              <a:gd name="connsiteY1129" fmla="*/ 1863831 h 3320021"/>
              <a:gd name="connsiteX1130" fmla="*/ 6448974 w 7392467"/>
              <a:gd name="connsiteY1130" fmla="*/ 1773268 h 3320021"/>
              <a:gd name="connsiteX1131" fmla="*/ 6476459 w 7392467"/>
              <a:gd name="connsiteY1131" fmla="*/ 1905141 h 3320021"/>
              <a:gd name="connsiteX1132" fmla="*/ 6524637 w 7392467"/>
              <a:gd name="connsiteY1132" fmla="*/ 2026979 h 3320021"/>
              <a:gd name="connsiteX1133" fmla="*/ 6522504 w 7392467"/>
              <a:gd name="connsiteY1133" fmla="*/ 1961977 h 3320021"/>
              <a:gd name="connsiteX1134" fmla="*/ 6171658 w 7392467"/>
              <a:gd name="connsiteY1134" fmla="*/ 378151 h 3320021"/>
              <a:gd name="connsiteX1135" fmla="*/ 7360309 w 7392467"/>
              <a:gd name="connsiteY1135" fmla="*/ 0 h 3320021"/>
              <a:gd name="connsiteX1136" fmla="*/ 7392467 w 7392467"/>
              <a:gd name="connsiteY1136" fmla="*/ 248068 h 3320021"/>
              <a:gd name="connsiteX1137" fmla="*/ 7392467 w 7392467"/>
              <a:gd name="connsiteY1137" fmla="*/ 725824 h 332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</a:cxnLst>
            <a:rect l="l" t="t" r="r" b="b"/>
            <a:pathLst>
              <a:path w="7392467" h="3320021">
                <a:moveTo>
                  <a:pt x="4769429" y="3288465"/>
                </a:moveTo>
                <a:lnTo>
                  <a:pt x="4769265" y="3288505"/>
                </a:lnTo>
                <a:lnTo>
                  <a:pt x="4769628" y="3289286"/>
                </a:lnTo>
                <a:lnTo>
                  <a:pt x="4771214" y="3295855"/>
                </a:lnTo>
                <a:cubicBezTo>
                  <a:pt x="4771139" y="3294829"/>
                  <a:pt x="4771190" y="3293601"/>
                  <a:pt x="4771077" y="3292412"/>
                </a:cubicBezTo>
                <a:lnTo>
                  <a:pt x="4769628" y="3289286"/>
                </a:lnTo>
                <a:close/>
                <a:moveTo>
                  <a:pt x="2410148" y="3174097"/>
                </a:moveTo>
                <a:cubicBezTo>
                  <a:pt x="2412141" y="3180915"/>
                  <a:pt x="2414259" y="3187529"/>
                  <a:pt x="2416252" y="3194346"/>
                </a:cubicBezTo>
                <a:cubicBezTo>
                  <a:pt x="2416524" y="3191153"/>
                  <a:pt x="2417000" y="3188084"/>
                  <a:pt x="2417311" y="3185055"/>
                </a:cubicBezTo>
                <a:cubicBezTo>
                  <a:pt x="2414882" y="3181470"/>
                  <a:pt x="2412578" y="3177681"/>
                  <a:pt x="2410148" y="3174097"/>
                </a:cubicBezTo>
                <a:close/>
                <a:moveTo>
                  <a:pt x="887593" y="3150243"/>
                </a:moveTo>
                <a:cubicBezTo>
                  <a:pt x="890956" y="3164898"/>
                  <a:pt x="894155" y="3179593"/>
                  <a:pt x="897684" y="3194209"/>
                </a:cubicBezTo>
                <a:cubicBezTo>
                  <a:pt x="898652" y="3191020"/>
                  <a:pt x="899292" y="3187911"/>
                  <a:pt x="900260" y="3184723"/>
                </a:cubicBezTo>
                <a:cubicBezTo>
                  <a:pt x="895929" y="3173256"/>
                  <a:pt x="891925" y="3161711"/>
                  <a:pt x="887593" y="3150243"/>
                </a:cubicBezTo>
                <a:close/>
                <a:moveTo>
                  <a:pt x="2046163" y="3140653"/>
                </a:moveTo>
                <a:lnTo>
                  <a:pt x="2046262" y="3141563"/>
                </a:lnTo>
                <a:lnTo>
                  <a:pt x="2058258" y="3290838"/>
                </a:lnTo>
                <a:cubicBezTo>
                  <a:pt x="2059458" y="3294371"/>
                  <a:pt x="2060699" y="3298070"/>
                  <a:pt x="2061939" y="3301767"/>
                </a:cubicBezTo>
                <a:cubicBezTo>
                  <a:pt x="2060529" y="3283686"/>
                  <a:pt x="2059284" y="3265565"/>
                  <a:pt x="2057873" y="3247485"/>
                </a:cubicBezTo>
                <a:lnTo>
                  <a:pt x="2046262" y="3141563"/>
                </a:lnTo>
                <a:lnTo>
                  <a:pt x="2046202" y="3140817"/>
                </a:lnTo>
                <a:close/>
                <a:moveTo>
                  <a:pt x="1567350" y="3109552"/>
                </a:moveTo>
                <a:cubicBezTo>
                  <a:pt x="1575839" y="3164158"/>
                  <a:pt x="1585024" y="3218768"/>
                  <a:pt x="1594169" y="3273215"/>
                </a:cubicBezTo>
                <a:cubicBezTo>
                  <a:pt x="1596909" y="3243531"/>
                  <a:pt x="1599368" y="3213395"/>
                  <a:pt x="1601944" y="3183751"/>
                </a:cubicBezTo>
                <a:cubicBezTo>
                  <a:pt x="1601995" y="3227880"/>
                  <a:pt x="1601756" y="3272253"/>
                  <a:pt x="1601683" y="3316586"/>
                </a:cubicBezTo>
                <a:lnTo>
                  <a:pt x="1602292" y="3320021"/>
                </a:lnTo>
                <a:lnTo>
                  <a:pt x="1587914" y="3320021"/>
                </a:lnTo>
                <a:close/>
                <a:moveTo>
                  <a:pt x="3829693" y="3107421"/>
                </a:moveTo>
                <a:cubicBezTo>
                  <a:pt x="3831171" y="3117145"/>
                  <a:pt x="3832524" y="3127072"/>
                  <a:pt x="3834166" y="3136755"/>
                </a:cubicBezTo>
                <a:cubicBezTo>
                  <a:pt x="3836431" y="3140378"/>
                  <a:pt x="3838736" y="3144167"/>
                  <a:pt x="3841001" y="3147791"/>
                </a:cubicBezTo>
                <a:lnTo>
                  <a:pt x="3841205" y="3147916"/>
                </a:lnTo>
                <a:cubicBezTo>
                  <a:pt x="3840226" y="3142417"/>
                  <a:pt x="3839286" y="3137083"/>
                  <a:pt x="3838470" y="3131545"/>
                </a:cubicBezTo>
                <a:cubicBezTo>
                  <a:pt x="3835463" y="3123408"/>
                  <a:pt x="3832660" y="3115395"/>
                  <a:pt x="3829693" y="3107421"/>
                </a:cubicBezTo>
                <a:close/>
                <a:moveTo>
                  <a:pt x="4741332" y="3100781"/>
                </a:moveTo>
                <a:cubicBezTo>
                  <a:pt x="4741966" y="3118528"/>
                  <a:pt x="4743460" y="3136241"/>
                  <a:pt x="4745284" y="3153874"/>
                </a:cubicBezTo>
                <a:cubicBezTo>
                  <a:pt x="4749242" y="3160913"/>
                  <a:pt x="4753201" y="3167952"/>
                  <a:pt x="4757158" y="3174990"/>
                </a:cubicBezTo>
                <a:cubicBezTo>
                  <a:pt x="4752787" y="3153280"/>
                  <a:pt x="4748743" y="3131490"/>
                  <a:pt x="4745233" y="3109745"/>
                </a:cubicBezTo>
                <a:cubicBezTo>
                  <a:pt x="4743987" y="3106744"/>
                  <a:pt x="4742578" y="3103783"/>
                  <a:pt x="4741332" y="3100781"/>
                </a:cubicBezTo>
                <a:close/>
                <a:moveTo>
                  <a:pt x="355025" y="3093712"/>
                </a:moveTo>
                <a:cubicBezTo>
                  <a:pt x="358898" y="3126317"/>
                  <a:pt x="363303" y="3158968"/>
                  <a:pt x="368161" y="3191336"/>
                </a:cubicBezTo>
                <a:cubicBezTo>
                  <a:pt x="370591" y="3174762"/>
                  <a:pt x="373513" y="3158068"/>
                  <a:pt x="376435" y="3141375"/>
                </a:cubicBezTo>
                <a:cubicBezTo>
                  <a:pt x="369272" y="3125378"/>
                  <a:pt x="362148" y="3109544"/>
                  <a:pt x="355025" y="3093712"/>
                </a:cubicBezTo>
                <a:close/>
                <a:moveTo>
                  <a:pt x="4740901" y="3083159"/>
                </a:moveTo>
                <a:cubicBezTo>
                  <a:pt x="4740947" y="3087667"/>
                  <a:pt x="4741031" y="3092338"/>
                  <a:pt x="4741240" y="3096806"/>
                </a:cubicBezTo>
                <a:lnTo>
                  <a:pt x="4741076" y="3096845"/>
                </a:lnTo>
                <a:cubicBezTo>
                  <a:pt x="4742005" y="3098533"/>
                  <a:pt x="4742934" y="3100221"/>
                  <a:pt x="4743863" y="3101908"/>
                </a:cubicBezTo>
                <a:cubicBezTo>
                  <a:pt x="4742888" y="3095713"/>
                  <a:pt x="4741914" y="3089518"/>
                  <a:pt x="4740901" y="3083159"/>
                </a:cubicBezTo>
                <a:close/>
                <a:moveTo>
                  <a:pt x="1004635" y="3062036"/>
                </a:moveTo>
                <a:cubicBezTo>
                  <a:pt x="1003219" y="3090010"/>
                  <a:pt x="1001967" y="3117943"/>
                  <a:pt x="1001373" y="3145719"/>
                </a:cubicBezTo>
                <a:cubicBezTo>
                  <a:pt x="1002341" y="3147571"/>
                  <a:pt x="1003309" y="3149423"/>
                  <a:pt x="1004153" y="3151478"/>
                </a:cubicBezTo>
                <a:cubicBezTo>
                  <a:pt x="1004600" y="3121652"/>
                  <a:pt x="1004845" y="3091703"/>
                  <a:pt x="1004635" y="3062036"/>
                </a:cubicBezTo>
                <a:close/>
                <a:moveTo>
                  <a:pt x="2326035" y="3052418"/>
                </a:moveTo>
                <a:cubicBezTo>
                  <a:pt x="2327207" y="3069513"/>
                  <a:pt x="2328747" y="3086694"/>
                  <a:pt x="2330248" y="3103710"/>
                </a:cubicBezTo>
                <a:cubicBezTo>
                  <a:pt x="2338464" y="3116151"/>
                  <a:pt x="2346516" y="3128631"/>
                  <a:pt x="2354405" y="3141152"/>
                </a:cubicBezTo>
                <a:cubicBezTo>
                  <a:pt x="2351698" y="3126338"/>
                  <a:pt x="2349031" y="3111688"/>
                  <a:pt x="2346488" y="3096835"/>
                </a:cubicBezTo>
                <a:cubicBezTo>
                  <a:pt x="2344467" y="3088461"/>
                  <a:pt x="2342649" y="3080210"/>
                  <a:pt x="2340667" y="3071999"/>
                </a:cubicBezTo>
                <a:cubicBezTo>
                  <a:pt x="2335966" y="3065487"/>
                  <a:pt x="2330939" y="3059054"/>
                  <a:pt x="2326035" y="3052418"/>
                </a:cubicBezTo>
                <a:close/>
                <a:moveTo>
                  <a:pt x="3651551" y="3040415"/>
                </a:moveTo>
                <a:lnTo>
                  <a:pt x="3651386" y="3040454"/>
                </a:lnTo>
                <a:cubicBezTo>
                  <a:pt x="3663850" y="3110089"/>
                  <a:pt x="3679106" y="3179049"/>
                  <a:pt x="3696495" y="3247493"/>
                </a:cubicBezTo>
                <a:cubicBezTo>
                  <a:pt x="3704605" y="3263088"/>
                  <a:pt x="3712713" y="3278684"/>
                  <a:pt x="3720862" y="3294443"/>
                </a:cubicBezTo>
                <a:cubicBezTo>
                  <a:pt x="3715516" y="3246378"/>
                  <a:pt x="3709475" y="3198308"/>
                  <a:pt x="3702447" y="3150475"/>
                </a:cubicBezTo>
                <a:cubicBezTo>
                  <a:pt x="3686399" y="3113509"/>
                  <a:pt x="3669366" y="3076781"/>
                  <a:pt x="3651551" y="3040415"/>
                </a:cubicBezTo>
                <a:close/>
                <a:moveTo>
                  <a:pt x="2299284" y="3016471"/>
                </a:moveTo>
                <a:cubicBezTo>
                  <a:pt x="2306901" y="3042265"/>
                  <a:pt x="2315214" y="3068063"/>
                  <a:pt x="2323815" y="3093619"/>
                </a:cubicBezTo>
                <a:cubicBezTo>
                  <a:pt x="2324019" y="3093743"/>
                  <a:pt x="2324138" y="3094236"/>
                  <a:pt x="2324138" y="3094236"/>
                </a:cubicBezTo>
                <a:lnTo>
                  <a:pt x="2324342" y="3094361"/>
                </a:lnTo>
                <a:cubicBezTo>
                  <a:pt x="2324704" y="3080023"/>
                  <a:pt x="2324738" y="3065764"/>
                  <a:pt x="2325265" y="3051387"/>
                </a:cubicBezTo>
                <a:cubicBezTo>
                  <a:pt x="2316674" y="3039558"/>
                  <a:pt x="2308000" y="3028096"/>
                  <a:pt x="2299284" y="3016471"/>
                </a:cubicBezTo>
                <a:close/>
                <a:moveTo>
                  <a:pt x="2258287" y="3009336"/>
                </a:moveTo>
                <a:lnTo>
                  <a:pt x="2258162" y="3009540"/>
                </a:lnTo>
                <a:cubicBezTo>
                  <a:pt x="2258796" y="3017207"/>
                  <a:pt x="2259595" y="3024835"/>
                  <a:pt x="2260229" y="3032502"/>
                </a:cubicBezTo>
                <a:cubicBezTo>
                  <a:pt x="2261011" y="3027100"/>
                  <a:pt x="2261628" y="3021737"/>
                  <a:pt x="2262449" y="3016500"/>
                </a:cubicBezTo>
                <a:cubicBezTo>
                  <a:pt x="2261157" y="3014031"/>
                  <a:pt x="2259743" y="3011765"/>
                  <a:pt x="2258287" y="3009336"/>
                </a:cubicBezTo>
                <a:close/>
                <a:moveTo>
                  <a:pt x="2256073" y="2984324"/>
                </a:moveTo>
                <a:cubicBezTo>
                  <a:pt x="2256367" y="2988424"/>
                  <a:pt x="2256825" y="2992483"/>
                  <a:pt x="2257120" y="2996584"/>
                </a:cubicBezTo>
                <a:lnTo>
                  <a:pt x="2257284" y="2996544"/>
                </a:lnTo>
                <a:cubicBezTo>
                  <a:pt x="2259431" y="2999675"/>
                  <a:pt x="2261905" y="3002728"/>
                  <a:pt x="2264051" y="3005860"/>
                </a:cubicBezTo>
                <a:cubicBezTo>
                  <a:pt x="2264011" y="3005695"/>
                  <a:pt x="2263972" y="3005531"/>
                  <a:pt x="2263972" y="3005531"/>
                </a:cubicBezTo>
                <a:cubicBezTo>
                  <a:pt x="2261243" y="2998543"/>
                  <a:pt x="2258802" y="2991312"/>
                  <a:pt x="2256073" y="2984324"/>
                </a:cubicBezTo>
                <a:close/>
                <a:moveTo>
                  <a:pt x="4836566" y="2978388"/>
                </a:moveTo>
                <a:lnTo>
                  <a:pt x="4836402" y="2978428"/>
                </a:lnTo>
                <a:lnTo>
                  <a:pt x="4836598" y="2979223"/>
                </a:lnTo>
                <a:lnTo>
                  <a:pt x="4837172" y="2994578"/>
                </a:lnTo>
                <a:cubicBezTo>
                  <a:pt x="4839952" y="3005376"/>
                  <a:pt x="4843022" y="3015932"/>
                  <a:pt x="4846091" y="3026487"/>
                </a:cubicBezTo>
                <a:cubicBezTo>
                  <a:pt x="4846131" y="3026652"/>
                  <a:pt x="4846171" y="3026816"/>
                  <a:pt x="4846210" y="3026979"/>
                </a:cubicBezTo>
                <a:cubicBezTo>
                  <a:pt x="4846391" y="3024850"/>
                  <a:pt x="4846572" y="3022721"/>
                  <a:pt x="4846754" y="3020592"/>
                </a:cubicBezTo>
                <a:lnTo>
                  <a:pt x="4836598" y="2979223"/>
                </a:lnTo>
                <a:close/>
                <a:moveTo>
                  <a:pt x="2269035" y="2977546"/>
                </a:moveTo>
                <a:lnTo>
                  <a:pt x="2268870" y="2977585"/>
                </a:lnTo>
                <a:cubicBezTo>
                  <a:pt x="2271571" y="2983016"/>
                  <a:pt x="2274108" y="2988486"/>
                  <a:pt x="2276645" y="2993956"/>
                </a:cubicBezTo>
                <a:cubicBezTo>
                  <a:pt x="2276299" y="2991085"/>
                  <a:pt x="2275626" y="2988293"/>
                  <a:pt x="2275280" y="2985422"/>
                </a:cubicBezTo>
                <a:cubicBezTo>
                  <a:pt x="2273254" y="2982784"/>
                  <a:pt x="2271062" y="2980185"/>
                  <a:pt x="2269035" y="2977546"/>
                </a:cubicBezTo>
                <a:close/>
                <a:moveTo>
                  <a:pt x="3815202" y="2959552"/>
                </a:moveTo>
                <a:cubicBezTo>
                  <a:pt x="3829263" y="3009163"/>
                  <a:pt x="3842377" y="3059176"/>
                  <a:pt x="3855203" y="3109432"/>
                </a:cubicBezTo>
                <a:lnTo>
                  <a:pt x="3855407" y="3109556"/>
                </a:lnTo>
                <a:cubicBezTo>
                  <a:pt x="3857904" y="3114863"/>
                  <a:pt x="3860442" y="3120333"/>
                  <a:pt x="3862938" y="3125639"/>
                </a:cubicBezTo>
                <a:cubicBezTo>
                  <a:pt x="3862870" y="3103758"/>
                  <a:pt x="3863006" y="3082002"/>
                  <a:pt x="3862609" y="3060201"/>
                </a:cubicBezTo>
                <a:cubicBezTo>
                  <a:pt x="3849892" y="3031989"/>
                  <a:pt x="3837173" y="3003778"/>
                  <a:pt x="3824166" y="2975810"/>
                </a:cubicBezTo>
                <a:cubicBezTo>
                  <a:pt x="3821137" y="2970458"/>
                  <a:pt x="3818068" y="2964943"/>
                  <a:pt x="3815202" y="2959552"/>
                </a:cubicBezTo>
                <a:close/>
                <a:moveTo>
                  <a:pt x="3806335" y="2946574"/>
                </a:moveTo>
                <a:cubicBezTo>
                  <a:pt x="3810163" y="2974672"/>
                  <a:pt x="3813991" y="3002770"/>
                  <a:pt x="3817943" y="3030664"/>
                </a:cubicBezTo>
                <a:lnTo>
                  <a:pt x="3823516" y="3042079"/>
                </a:lnTo>
                <a:lnTo>
                  <a:pt x="3823623" y="3042675"/>
                </a:lnTo>
                <a:lnTo>
                  <a:pt x="3823787" y="3042635"/>
                </a:lnTo>
                <a:lnTo>
                  <a:pt x="3823516" y="3042079"/>
                </a:lnTo>
                <a:close/>
                <a:moveTo>
                  <a:pt x="3959255" y="2945809"/>
                </a:moveTo>
                <a:cubicBezTo>
                  <a:pt x="3964396" y="2978630"/>
                  <a:pt x="3969703" y="3011411"/>
                  <a:pt x="3975337" y="3044113"/>
                </a:cubicBezTo>
                <a:cubicBezTo>
                  <a:pt x="3978146" y="3051429"/>
                  <a:pt x="3981322" y="3058831"/>
                  <a:pt x="3984295" y="3066107"/>
                </a:cubicBezTo>
                <a:cubicBezTo>
                  <a:pt x="3985116" y="3055830"/>
                  <a:pt x="3985977" y="3045716"/>
                  <a:pt x="3986634" y="3035477"/>
                </a:cubicBezTo>
                <a:cubicBezTo>
                  <a:pt x="3977658" y="3005494"/>
                  <a:pt x="3968558" y="2975714"/>
                  <a:pt x="3959255" y="2945809"/>
                </a:cubicBezTo>
                <a:close/>
                <a:moveTo>
                  <a:pt x="2708169" y="2945060"/>
                </a:moveTo>
                <a:cubicBezTo>
                  <a:pt x="2716255" y="2973520"/>
                  <a:pt x="2725366" y="3001908"/>
                  <a:pt x="2735423" y="3029892"/>
                </a:cubicBezTo>
                <a:cubicBezTo>
                  <a:pt x="2732846" y="3014178"/>
                  <a:pt x="2730106" y="2998504"/>
                  <a:pt x="2727568" y="2982955"/>
                </a:cubicBezTo>
                <a:cubicBezTo>
                  <a:pt x="2721198" y="2970242"/>
                  <a:pt x="2714704" y="2957732"/>
                  <a:pt x="2708169" y="2945060"/>
                </a:cubicBezTo>
                <a:close/>
                <a:moveTo>
                  <a:pt x="4679790" y="2944457"/>
                </a:moveTo>
                <a:cubicBezTo>
                  <a:pt x="4679988" y="2945278"/>
                  <a:pt x="4680351" y="2946060"/>
                  <a:pt x="4680549" y="2946881"/>
                </a:cubicBezTo>
                <a:cubicBezTo>
                  <a:pt x="4695470" y="2991418"/>
                  <a:pt x="4708545" y="3036227"/>
                  <a:pt x="4720471" y="3081313"/>
                </a:cubicBezTo>
                <a:cubicBezTo>
                  <a:pt x="4722186" y="3061783"/>
                  <a:pt x="4724394" y="3042133"/>
                  <a:pt x="4727424" y="3022285"/>
                </a:cubicBezTo>
                <a:cubicBezTo>
                  <a:pt x="4721105" y="3008344"/>
                  <a:pt x="4714581" y="2994278"/>
                  <a:pt x="4708058" y="2980212"/>
                </a:cubicBezTo>
                <a:cubicBezTo>
                  <a:pt x="4698895" y="2968172"/>
                  <a:pt x="4689609" y="2956338"/>
                  <a:pt x="4679790" y="2944457"/>
                </a:cubicBezTo>
                <a:close/>
                <a:moveTo>
                  <a:pt x="1830699" y="2921904"/>
                </a:moveTo>
                <a:lnTo>
                  <a:pt x="1830534" y="2921944"/>
                </a:lnTo>
                <a:cubicBezTo>
                  <a:pt x="1830156" y="2923251"/>
                  <a:pt x="1829776" y="2924560"/>
                  <a:pt x="1829396" y="2925867"/>
                </a:cubicBezTo>
                <a:cubicBezTo>
                  <a:pt x="1829764" y="2925952"/>
                  <a:pt x="1830172" y="2926201"/>
                  <a:pt x="1830580" y="2926451"/>
                </a:cubicBezTo>
                <a:cubicBezTo>
                  <a:pt x="1830716" y="2924853"/>
                  <a:pt x="1830727" y="2923461"/>
                  <a:pt x="1830699" y="2921904"/>
                </a:cubicBezTo>
                <a:close/>
                <a:moveTo>
                  <a:pt x="2985548" y="2901220"/>
                </a:moveTo>
                <a:lnTo>
                  <a:pt x="2985385" y="2901260"/>
                </a:lnTo>
                <a:cubicBezTo>
                  <a:pt x="2992203" y="2914385"/>
                  <a:pt x="2998896" y="2927716"/>
                  <a:pt x="3005549" y="2940881"/>
                </a:cubicBezTo>
                <a:cubicBezTo>
                  <a:pt x="3005595" y="2940349"/>
                  <a:pt x="3005804" y="2939777"/>
                  <a:pt x="3005686" y="2939285"/>
                </a:cubicBezTo>
                <a:cubicBezTo>
                  <a:pt x="3005272" y="2934691"/>
                  <a:pt x="3004983" y="2929895"/>
                  <a:pt x="3004569" y="2925303"/>
                </a:cubicBezTo>
                <a:cubicBezTo>
                  <a:pt x="2998285" y="2917262"/>
                  <a:pt x="2991998" y="2909221"/>
                  <a:pt x="2985548" y="2901220"/>
                </a:cubicBezTo>
                <a:close/>
                <a:moveTo>
                  <a:pt x="3650244" y="2863643"/>
                </a:moveTo>
                <a:cubicBezTo>
                  <a:pt x="3649847" y="2867041"/>
                  <a:pt x="3649286" y="2870478"/>
                  <a:pt x="3648890" y="2873876"/>
                </a:cubicBezTo>
                <a:cubicBezTo>
                  <a:pt x="3650633" y="2876062"/>
                  <a:pt x="3652214" y="2878287"/>
                  <a:pt x="3653958" y="2880473"/>
                </a:cubicBezTo>
                <a:cubicBezTo>
                  <a:pt x="3652775" y="2874850"/>
                  <a:pt x="3651593" y="2869227"/>
                  <a:pt x="3650244" y="2863643"/>
                </a:cubicBezTo>
                <a:close/>
                <a:moveTo>
                  <a:pt x="4284287" y="2856753"/>
                </a:moveTo>
                <a:cubicBezTo>
                  <a:pt x="4287587" y="2868990"/>
                  <a:pt x="4290724" y="2881267"/>
                  <a:pt x="4294026" y="2893504"/>
                </a:cubicBezTo>
                <a:cubicBezTo>
                  <a:pt x="4294383" y="2889943"/>
                  <a:pt x="4294615" y="2886584"/>
                  <a:pt x="4294972" y="2883022"/>
                </a:cubicBezTo>
                <a:cubicBezTo>
                  <a:pt x="4291479" y="2874308"/>
                  <a:pt x="4287946" y="2865429"/>
                  <a:pt x="4284287" y="2856753"/>
                </a:cubicBezTo>
                <a:close/>
                <a:moveTo>
                  <a:pt x="3324307" y="2847430"/>
                </a:moveTo>
                <a:lnTo>
                  <a:pt x="3331239" y="2910655"/>
                </a:lnTo>
                <a:lnTo>
                  <a:pt x="3331209" y="2910586"/>
                </a:lnTo>
                <a:lnTo>
                  <a:pt x="3331249" y="2910750"/>
                </a:lnTo>
                <a:lnTo>
                  <a:pt x="3331239" y="2910655"/>
                </a:lnTo>
                <a:lnTo>
                  <a:pt x="3346249" y="2945537"/>
                </a:lnTo>
                <a:cubicBezTo>
                  <a:pt x="3345394" y="2919675"/>
                  <a:pt x="3343802" y="2893644"/>
                  <a:pt x="3342252" y="2867777"/>
                </a:cubicBezTo>
                <a:cubicBezTo>
                  <a:pt x="3336447" y="2861010"/>
                  <a:pt x="3330439" y="2854118"/>
                  <a:pt x="3324307" y="2847430"/>
                </a:cubicBezTo>
                <a:close/>
                <a:moveTo>
                  <a:pt x="3173232" y="2837844"/>
                </a:moveTo>
                <a:cubicBezTo>
                  <a:pt x="3172978" y="2838947"/>
                  <a:pt x="3172887" y="2840012"/>
                  <a:pt x="3172797" y="2841077"/>
                </a:cubicBezTo>
                <a:cubicBezTo>
                  <a:pt x="3173317" y="2842515"/>
                  <a:pt x="3173799" y="2843790"/>
                  <a:pt x="3174156" y="2845267"/>
                </a:cubicBezTo>
                <a:lnTo>
                  <a:pt x="3174320" y="2845228"/>
                </a:lnTo>
                <a:cubicBezTo>
                  <a:pt x="3173890" y="2842725"/>
                  <a:pt x="3173499" y="2840386"/>
                  <a:pt x="3173232" y="2837844"/>
                </a:cubicBezTo>
                <a:close/>
                <a:moveTo>
                  <a:pt x="4636736" y="2827291"/>
                </a:moveTo>
                <a:cubicBezTo>
                  <a:pt x="4644489" y="2846448"/>
                  <a:pt x="4652117" y="2865809"/>
                  <a:pt x="4659212" y="2885124"/>
                </a:cubicBezTo>
                <a:cubicBezTo>
                  <a:pt x="4661777" y="2887112"/>
                  <a:pt x="4664177" y="2889139"/>
                  <a:pt x="4666580" y="2891166"/>
                </a:cubicBezTo>
                <a:cubicBezTo>
                  <a:pt x="4656714" y="2869739"/>
                  <a:pt x="4646725" y="2848515"/>
                  <a:pt x="4636736" y="2827291"/>
                </a:cubicBezTo>
                <a:close/>
                <a:moveTo>
                  <a:pt x="2476045" y="2825045"/>
                </a:moveTo>
                <a:cubicBezTo>
                  <a:pt x="2476407" y="2956861"/>
                  <a:pt x="2477873" y="3088931"/>
                  <a:pt x="2481186" y="3220729"/>
                </a:cubicBezTo>
                <a:cubicBezTo>
                  <a:pt x="2504657" y="3251732"/>
                  <a:pt x="2527223" y="3283302"/>
                  <a:pt x="2549336" y="3315154"/>
                </a:cubicBezTo>
                <a:cubicBezTo>
                  <a:pt x="2550378" y="3292832"/>
                  <a:pt x="2552037" y="3270187"/>
                  <a:pt x="2554722" y="3247468"/>
                </a:cubicBezTo>
                <a:cubicBezTo>
                  <a:pt x="2553232" y="3224020"/>
                  <a:pt x="2552071" y="3200491"/>
                  <a:pt x="2551731" y="3176765"/>
                </a:cubicBezTo>
                <a:cubicBezTo>
                  <a:pt x="2547881" y="3156492"/>
                  <a:pt x="2544030" y="3136220"/>
                  <a:pt x="2540179" y="3115947"/>
                </a:cubicBezTo>
                <a:cubicBezTo>
                  <a:pt x="2537682" y="3110641"/>
                  <a:pt x="2535389" y="3105460"/>
                  <a:pt x="2532892" y="3100155"/>
                </a:cubicBezTo>
                <a:cubicBezTo>
                  <a:pt x="2535157" y="3103778"/>
                  <a:pt x="2537093" y="3107482"/>
                  <a:pt x="2539195" y="3111146"/>
                </a:cubicBezTo>
                <a:cubicBezTo>
                  <a:pt x="2520388" y="3015237"/>
                  <a:pt x="2499777" y="2919765"/>
                  <a:pt x="2476045" y="2825045"/>
                </a:cubicBezTo>
                <a:close/>
                <a:moveTo>
                  <a:pt x="130172" y="2800068"/>
                </a:moveTo>
                <a:cubicBezTo>
                  <a:pt x="134430" y="2886107"/>
                  <a:pt x="142958" y="2971114"/>
                  <a:pt x="154606" y="3055369"/>
                </a:cubicBezTo>
                <a:cubicBezTo>
                  <a:pt x="156530" y="3045347"/>
                  <a:pt x="158417" y="3035160"/>
                  <a:pt x="160631" y="3024893"/>
                </a:cubicBezTo>
                <a:cubicBezTo>
                  <a:pt x="158672" y="3039095"/>
                  <a:pt x="157370" y="3053139"/>
                  <a:pt x="156396" y="3067103"/>
                </a:cubicBezTo>
                <a:cubicBezTo>
                  <a:pt x="165342" y="3130807"/>
                  <a:pt x="176260" y="3194037"/>
                  <a:pt x="188820" y="3256870"/>
                </a:cubicBezTo>
                <a:cubicBezTo>
                  <a:pt x="193027" y="3238302"/>
                  <a:pt x="197602" y="3219819"/>
                  <a:pt x="202177" y="3201336"/>
                </a:cubicBezTo>
                <a:lnTo>
                  <a:pt x="202342" y="3201297"/>
                </a:lnTo>
                <a:cubicBezTo>
                  <a:pt x="172223" y="3070755"/>
                  <a:pt x="148179" y="2938747"/>
                  <a:pt x="132143" y="2804632"/>
                </a:cubicBezTo>
                <a:cubicBezTo>
                  <a:pt x="131582" y="2803030"/>
                  <a:pt x="130897" y="2801631"/>
                  <a:pt x="130172" y="2800068"/>
                </a:cubicBezTo>
                <a:close/>
                <a:moveTo>
                  <a:pt x="1253186" y="2794368"/>
                </a:moveTo>
                <a:cubicBezTo>
                  <a:pt x="1255381" y="2892374"/>
                  <a:pt x="1264062" y="2988815"/>
                  <a:pt x="1277746" y="3084027"/>
                </a:cubicBezTo>
                <a:lnTo>
                  <a:pt x="1323377" y="3320021"/>
                </a:lnTo>
                <a:lnTo>
                  <a:pt x="1271613" y="3320021"/>
                </a:lnTo>
                <a:lnTo>
                  <a:pt x="1255064" y="3196510"/>
                </a:lnTo>
                <a:cubicBezTo>
                  <a:pt x="1244652" y="3064101"/>
                  <a:pt x="1242719" y="2930275"/>
                  <a:pt x="1253186" y="2794368"/>
                </a:cubicBezTo>
                <a:close/>
                <a:moveTo>
                  <a:pt x="536021" y="2784480"/>
                </a:moveTo>
                <a:cubicBezTo>
                  <a:pt x="548830" y="2831785"/>
                  <a:pt x="559996" y="2879488"/>
                  <a:pt x="569646" y="2927383"/>
                </a:cubicBezTo>
                <a:cubicBezTo>
                  <a:pt x="573961" y="2935899"/>
                  <a:pt x="578400" y="2944213"/>
                  <a:pt x="582550" y="2952769"/>
                </a:cubicBezTo>
                <a:cubicBezTo>
                  <a:pt x="573570" y="2903322"/>
                  <a:pt x="562454" y="2854391"/>
                  <a:pt x="548179" y="2806049"/>
                </a:cubicBezTo>
                <a:cubicBezTo>
                  <a:pt x="572363" y="2870246"/>
                  <a:pt x="590886" y="2935464"/>
                  <a:pt x="605592" y="3001428"/>
                </a:cubicBezTo>
                <a:cubicBezTo>
                  <a:pt x="621742" y="3035937"/>
                  <a:pt x="637195" y="3070439"/>
                  <a:pt x="651907" y="3105468"/>
                </a:cubicBezTo>
                <a:cubicBezTo>
                  <a:pt x="652332" y="3063309"/>
                  <a:pt x="653249" y="3021032"/>
                  <a:pt x="654699" y="2978800"/>
                </a:cubicBezTo>
                <a:cubicBezTo>
                  <a:pt x="616674" y="2913425"/>
                  <a:pt x="577047" y="2848609"/>
                  <a:pt x="536060" y="2784644"/>
                </a:cubicBezTo>
                <a:close/>
                <a:moveTo>
                  <a:pt x="3723320" y="2780487"/>
                </a:moveTo>
                <a:cubicBezTo>
                  <a:pt x="3733065" y="2856860"/>
                  <a:pt x="3742030" y="2933595"/>
                  <a:pt x="3750422" y="3010120"/>
                </a:cubicBezTo>
                <a:cubicBezTo>
                  <a:pt x="3762897" y="3027963"/>
                  <a:pt x="3775003" y="3045721"/>
                  <a:pt x="3786985" y="3063683"/>
                </a:cubicBezTo>
                <a:cubicBezTo>
                  <a:pt x="3784958" y="3035846"/>
                  <a:pt x="3783220" y="3007765"/>
                  <a:pt x="3781521" y="2979848"/>
                </a:cubicBezTo>
                <a:cubicBezTo>
                  <a:pt x="3765835" y="2938624"/>
                  <a:pt x="3749698" y="2897682"/>
                  <a:pt x="3733435" y="2856945"/>
                </a:cubicBezTo>
                <a:cubicBezTo>
                  <a:pt x="3749034" y="2888458"/>
                  <a:pt x="3764471" y="2920010"/>
                  <a:pt x="3779907" y="2951563"/>
                </a:cubicBezTo>
                <a:cubicBezTo>
                  <a:pt x="3778690" y="2929959"/>
                  <a:pt x="3777308" y="2908396"/>
                  <a:pt x="3776254" y="2886754"/>
                </a:cubicBezTo>
                <a:cubicBezTo>
                  <a:pt x="3757856" y="2851571"/>
                  <a:pt x="3740076" y="2816066"/>
                  <a:pt x="3723320" y="2780487"/>
                </a:cubicBezTo>
                <a:close/>
                <a:moveTo>
                  <a:pt x="3140870" y="2776488"/>
                </a:moveTo>
                <a:cubicBezTo>
                  <a:pt x="3140977" y="2788454"/>
                  <a:pt x="3141125" y="2800583"/>
                  <a:pt x="3141272" y="2812712"/>
                </a:cubicBezTo>
                <a:cubicBezTo>
                  <a:pt x="3145728" y="2818936"/>
                  <a:pt x="3150350" y="2825120"/>
                  <a:pt x="3154971" y="2831303"/>
                </a:cubicBezTo>
                <a:cubicBezTo>
                  <a:pt x="3150367" y="2812951"/>
                  <a:pt x="3145803" y="2794762"/>
                  <a:pt x="3140870" y="2776488"/>
                </a:cubicBezTo>
                <a:close/>
                <a:moveTo>
                  <a:pt x="4239115" y="2753132"/>
                </a:moveTo>
                <a:cubicBezTo>
                  <a:pt x="4252740" y="2846294"/>
                  <a:pt x="4267554" y="2939343"/>
                  <a:pt x="4283516" y="3032114"/>
                </a:cubicBezTo>
                <a:lnTo>
                  <a:pt x="4283680" y="3032075"/>
                </a:lnTo>
                <a:cubicBezTo>
                  <a:pt x="4285289" y="3005619"/>
                  <a:pt x="4287225" y="2979084"/>
                  <a:pt x="4289326" y="2952509"/>
                </a:cubicBezTo>
                <a:cubicBezTo>
                  <a:pt x="4281024" y="2905158"/>
                  <a:pt x="4272888" y="2857767"/>
                  <a:pt x="4264586" y="2810416"/>
                </a:cubicBezTo>
                <a:cubicBezTo>
                  <a:pt x="4256138" y="2791253"/>
                  <a:pt x="4247689" y="2772091"/>
                  <a:pt x="4239115" y="2753132"/>
                </a:cubicBezTo>
                <a:close/>
                <a:moveTo>
                  <a:pt x="1334332" y="2751841"/>
                </a:moveTo>
                <a:lnTo>
                  <a:pt x="1334168" y="2751881"/>
                </a:lnTo>
                <a:lnTo>
                  <a:pt x="1334451" y="2752258"/>
                </a:lnTo>
                <a:lnTo>
                  <a:pt x="1395999" y="2968439"/>
                </a:lnTo>
                <a:cubicBezTo>
                  <a:pt x="1403406" y="2934326"/>
                  <a:pt x="1411509" y="2900221"/>
                  <a:pt x="1419980" y="2866199"/>
                </a:cubicBezTo>
                <a:lnTo>
                  <a:pt x="1334451" y="2752258"/>
                </a:lnTo>
                <a:close/>
                <a:moveTo>
                  <a:pt x="3140372" y="2731946"/>
                </a:moveTo>
                <a:cubicBezTo>
                  <a:pt x="3140367" y="2737682"/>
                  <a:pt x="3140564" y="2743543"/>
                  <a:pt x="3140559" y="2749280"/>
                </a:cubicBezTo>
                <a:cubicBezTo>
                  <a:pt x="3148980" y="2771924"/>
                  <a:pt x="3157072" y="2794649"/>
                  <a:pt x="3164834" y="2817452"/>
                </a:cubicBezTo>
                <a:cubicBezTo>
                  <a:pt x="3165304" y="2815079"/>
                  <a:pt x="3165571" y="2812582"/>
                  <a:pt x="3166041" y="2810210"/>
                </a:cubicBezTo>
                <a:lnTo>
                  <a:pt x="3165917" y="2810414"/>
                </a:lnTo>
                <a:cubicBezTo>
                  <a:pt x="3157525" y="2784286"/>
                  <a:pt x="3148928" y="2758034"/>
                  <a:pt x="3140372" y="2731946"/>
                </a:cubicBezTo>
                <a:close/>
                <a:moveTo>
                  <a:pt x="3125071" y="2718956"/>
                </a:moveTo>
                <a:cubicBezTo>
                  <a:pt x="3126216" y="2744574"/>
                  <a:pt x="3127320" y="2770027"/>
                  <a:pt x="3128588" y="2795441"/>
                </a:cubicBezTo>
                <a:cubicBezTo>
                  <a:pt x="3129358" y="2796472"/>
                  <a:pt x="3129924" y="2797378"/>
                  <a:pt x="3130654" y="2798245"/>
                </a:cubicBezTo>
                <a:cubicBezTo>
                  <a:pt x="3131170" y="2780221"/>
                  <a:pt x="3131646" y="2762032"/>
                  <a:pt x="3132161" y="2744008"/>
                </a:cubicBezTo>
                <a:cubicBezTo>
                  <a:pt x="3129812" y="2735712"/>
                  <a:pt x="3127422" y="2727251"/>
                  <a:pt x="3125071" y="2718956"/>
                </a:cubicBezTo>
                <a:close/>
                <a:moveTo>
                  <a:pt x="3680777" y="2686311"/>
                </a:moveTo>
                <a:cubicBezTo>
                  <a:pt x="3673330" y="2720260"/>
                  <a:pt x="3666869" y="2753969"/>
                  <a:pt x="3661472" y="2787770"/>
                </a:cubicBezTo>
                <a:cubicBezTo>
                  <a:pt x="3667990" y="2807572"/>
                  <a:pt x="3674344" y="2827414"/>
                  <a:pt x="3680534" y="2847296"/>
                </a:cubicBezTo>
                <a:cubicBezTo>
                  <a:pt x="3676875" y="2818461"/>
                  <a:pt x="3673177" y="2789462"/>
                  <a:pt x="3669520" y="2760629"/>
                </a:cubicBezTo>
                <a:cubicBezTo>
                  <a:pt x="3684508" y="2827046"/>
                  <a:pt x="3699498" y="2893463"/>
                  <a:pt x="3714650" y="2959841"/>
                </a:cubicBezTo>
                <a:cubicBezTo>
                  <a:pt x="3715138" y="2960419"/>
                  <a:pt x="3715461" y="2961036"/>
                  <a:pt x="3715948" y="2961614"/>
                </a:cubicBezTo>
                <a:cubicBezTo>
                  <a:pt x="3712538" y="2887013"/>
                  <a:pt x="3708803" y="2812493"/>
                  <a:pt x="3704203" y="2738006"/>
                </a:cubicBezTo>
                <a:cubicBezTo>
                  <a:pt x="3698891" y="2726080"/>
                  <a:pt x="3693784" y="2714279"/>
                  <a:pt x="3688801" y="2702274"/>
                </a:cubicBezTo>
                <a:lnTo>
                  <a:pt x="3689169" y="2702359"/>
                </a:lnTo>
                <a:cubicBezTo>
                  <a:pt x="3686303" y="2696968"/>
                  <a:pt x="3683643" y="2691703"/>
                  <a:pt x="3680777" y="2686311"/>
                </a:cubicBezTo>
                <a:close/>
                <a:moveTo>
                  <a:pt x="3922980" y="2680332"/>
                </a:moveTo>
                <a:cubicBezTo>
                  <a:pt x="3930993" y="2748086"/>
                  <a:pt x="3939662" y="2815682"/>
                  <a:pt x="3949561" y="2883328"/>
                </a:cubicBezTo>
                <a:lnTo>
                  <a:pt x="3949600" y="2883492"/>
                </a:lnTo>
                <a:cubicBezTo>
                  <a:pt x="3963405" y="2914048"/>
                  <a:pt x="3977415" y="2944728"/>
                  <a:pt x="3990893" y="2975363"/>
                </a:cubicBezTo>
                <a:cubicBezTo>
                  <a:pt x="3991136" y="2970612"/>
                  <a:pt x="3991544" y="2965822"/>
                  <a:pt x="3991787" y="2961070"/>
                </a:cubicBezTo>
                <a:cubicBezTo>
                  <a:pt x="3979907" y="2865054"/>
                  <a:pt x="3958298" y="2771213"/>
                  <a:pt x="3922980" y="2680332"/>
                </a:cubicBezTo>
                <a:close/>
                <a:moveTo>
                  <a:pt x="3123378" y="2680263"/>
                </a:moveTo>
                <a:cubicBezTo>
                  <a:pt x="3123594" y="2689074"/>
                  <a:pt x="3124137" y="2697806"/>
                  <a:pt x="3124517" y="2706578"/>
                </a:cubicBezTo>
                <a:cubicBezTo>
                  <a:pt x="3127246" y="2713566"/>
                  <a:pt x="3129975" y="2720553"/>
                  <a:pt x="3132541" y="2727580"/>
                </a:cubicBezTo>
                <a:lnTo>
                  <a:pt x="3133016" y="2709434"/>
                </a:lnTo>
                <a:lnTo>
                  <a:pt x="3133056" y="2709556"/>
                </a:lnTo>
                <a:lnTo>
                  <a:pt x="3133017" y="2709392"/>
                </a:lnTo>
                <a:lnTo>
                  <a:pt x="3133016" y="2709434"/>
                </a:lnTo>
                <a:close/>
                <a:moveTo>
                  <a:pt x="3311889" y="2671430"/>
                </a:moveTo>
                <a:lnTo>
                  <a:pt x="3311724" y="2671469"/>
                </a:lnTo>
                <a:cubicBezTo>
                  <a:pt x="3314284" y="2729590"/>
                  <a:pt x="3318321" y="2787356"/>
                  <a:pt x="3324000" y="2844724"/>
                </a:cubicBezTo>
                <a:cubicBezTo>
                  <a:pt x="3330139" y="2850715"/>
                  <a:pt x="3336074" y="2856582"/>
                  <a:pt x="3341883" y="2862652"/>
                </a:cubicBezTo>
                <a:cubicBezTo>
                  <a:pt x="3339108" y="2815878"/>
                  <a:pt x="3335966" y="2769020"/>
                  <a:pt x="3331470" y="2722314"/>
                </a:cubicBezTo>
                <a:cubicBezTo>
                  <a:pt x="3324930" y="2705298"/>
                  <a:pt x="3318593" y="2688407"/>
                  <a:pt x="3311889" y="2671430"/>
                </a:cubicBezTo>
                <a:close/>
                <a:moveTo>
                  <a:pt x="681835" y="2670038"/>
                </a:moveTo>
                <a:lnTo>
                  <a:pt x="682201" y="2670856"/>
                </a:lnTo>
                <a:lnTo>
                  <a:pt x="681927" y="2674118"/>
                </a:lnTo>
                <a:close/>
                <a:moveTo>
                  <a:pt x="3415957" y="2661951"/>
                </a:moveTo>
                <a:cubicBezTo>
                  <a:pt x="3427446" y="2705230"/>
                  <a:pt x="3438444" y="2748629"/>
                  <a:pt x="3449112" y="2792107"/>
                </a:cubicBezTo>
                <a:cubicBezTo>
                  <a:pt x="3464004" y="2825007"/>
                  <a:pt x="3478405" y="2858026"/>
                  <a:pt x="3492516" y="2891289"/>
                </a:cubicBezTo>
                <a:cubicBezTo>
                  <a:pt x="3489068" y="2846762"/>
                  <a:pt x="3486768" y="2801960"/>
                  <a:pt x="3485948" y="2756800"/>
                </a:cubicBezTo>
                <a:lnTo>
                  <a:pt x="3485783" y="2756840"/>
                </a:lnTo>
                <a:cubicBezTo>
                  <a:pt x="3463631" y="2724823"/>
                  <a:pt x="3440369" y="2693247"/>
                  <a:pt x="3415957" y="2661951"/>
                </a:cubicBezTo>
                <a:close/>
                <a:moveTo>
                  <a:pt x="4748139" y="2656681"/>
                </a:moveTo>
                <a:cubicBezTo>
                  <a:pt x="4742498" y="2720431"/>
                  <a:pt x="4741949" y="2782952"/>
                  <a:pt x="4746037" y="2844528"/>
                </a:cubicBezTo>
                <a:cubicBezTo>
                  <a:pt x="4754933" y="2859065"/>
                  <a:pt x="4763540" y="2873844"/>
                  <a:pt x="4772148" y="2888624"/>
                </a:cubicBezTo>
                <a:cubicBezTo>
                  <a:pt x="4774119" y="2837750"/>
                  <a:pt x="4776622" y="2786923"/>
                  <a:pt x="4779821" y="2736100"/>
                </a:cubicBezTo>
                <a:cubicBezTo>
                  <a:pt x="4778638" y="2730477"/>
                  <a:pt x="4777291" y="2724893"/>
                  <a:pt x="4775902" y="2719145"/>
                </a:cubicBezTo>
                <a:cubicBezTo>
                  <a:pt x="4767018" y="2698176"/>
                  <a:pt x="4757805" y="2677287"/>
                  <a:pt x="4748139" y="2656681"/>
                </a:cubicBezTo>
                <a:close/>
                <a:moveTo>
                  <a:pt x="3912980" y="2655461"/>
                </a:moveTo>
                <a:cubicBezTo>
                  <a:pt x="3911756" y="2689993"/>
                  <a:pt x="3912176" y="2724127"/>
                  <a:pt x="3914113" y="2758069"/>
                </a:cubicBezTo>
                <a:cubicBezTo>
                  <a:pt x="3913773" y="2724263"/>
                  <a:pt x="3913637" y="2690582"/>
                  <a:pt x="3913666" y="2656861"/>
                </a:cubicBezTo>
                <a:cubicBezTo>
                  <a:pt x="3913382" y="2656407"/>
                  <a:pt x="3913099" y="2655954"/>
                  <a:pt x="3912980" y="2655461"/>
                </a:cubicBezTo>
                <a:close/>
                <a:moveTo>
                  <a:pt x="6927280" y="2642482"/>
                </a:moveTo>
                <a:cubicBezTo>
                  <a:pt x="6934216" y="2696420"/>
                  <a:pt x="6942303" y="2750079"/>
                  <a:pt x="6951991" y="2803178"/>
                </a:cubicBezTo>
                <a:cubicBezTo>
                  <a:pt x="6953334" y="2794339"/>
                  <a:pt x="6955004" y="2785420"/>
                  <a:pt x="6956510" y="2776540"/>
                </a:cubicBezTo>
                <a:cubicBezTo>
                  <a:pt x="6947246" y="2731682"/>
                  <a:pt x="6937530" y="2687105"/>
                  <a:pt x="6927280" y="2642482"/>
                </a:cubicBezTo>
                <a:close/>
                <a:moveTo>
                  <a:pt x="3696197" y="2619158"/>
                </a:moveTo>
                <a:lnTo>
                  <a:pt x="3696257" y="2619410"/>
                </a:lnTo>
                <a:lnTo>
                  <a:pt x="3696275" y="2619486"/>
                </a:lnTo>
                <a:cubicBezTo>
                  <a:pt x="3696315" y="2619651"/>
                  <a:pt x="3696315" y="2619651"/>
                  <a:pt x="3696315" y="2619651"/>
                </a:cubicBezTo>
                <a:lnTo>
                  <a:pt x="3696257" y="2619410"/>
                </a:lnTo>
                <a:lnTo>
                  <a:pt x="3696236" y="2619322"/>
                </a:lnTo>
                <a:cubicBezTo>
                  <a:pt x="3696236" y="2619322"/>
                  <a:pt x="3696236" y="2619322"/>
                  <a:pt x="3696197" y="2619158"/>
                </a:cubicBezTo>
                <a:close/>
                <a:moveTo>
                  <a:pt x="4752754" y="2613163"/>
                </a:moveTo>
                <a:lnTo>
                  <a:pt x="4753718" y="2617732"/>
                </a:lnTo>
                <a:lnTo>
                  <a:pt x="4752392" y="2615793"/>
                </a:lnTo>
                <a:close/>
                <a:moveTo>
                  <a:pt x="1970567" y="2601397"/>
                </a:moveTo>
                <a:cubicBezTo>
                  <a:pt x="1976043" y="2663681"/>
                  <a:pt x="1981807" y="2725721"/>
                  <a:pt x="1988229" y="2787602"/>
                </a:cubicBezTo>
                <a:cubicBezTo>
                  <a:pt x="1989689" y="2759096"/>
                  <a:pt x="1991683" y="2730636"/>
                  <a:pt x="1993637" y="2702011"/>
                </a:cubicBezTo>
                <a:cubicBezTo>
                  <a:pt x="1986700" y="2668233"/>
                  <a:pt x="1979146" y="2634779"/>
                  <a:pt x="1970567" y="2601397"/>
                </a:cubicBezTo>
                <a:close/>
                <a:moveTo>
                  <a:pt x="4566067" y="2599312"/>
                </a:moveTo>
                <a:cubicBezTo>
                  <a:pt x="4566628" y="2626113"/>
                  <a:pt x="4566899" y="2653158"/>
                  <a:pt x="4567131" y="2680039"/>
                </a:cubicBezTo>
                <a:cubicBezTo>
                  <a:pt x="4575042" y="2694812"/>
                  <a:pt x="4582460" y="2709706"/>
                  <a:pt x="4589879" y="2724599"/>
                </a:cubicBezTo>
                <a:cubicBezTo>
                  <a:pt x="4583038" y="2709219"/>
                  <a:pt x="4576402" y="2693963"/>
                  <a:pt x="4569929" y="2678669"/>
                </a:cubicBezTo>
                <a:cubicBezTo>
                  <a:pt x="4615661" y="2763733"/>
                  <a:pt x="4665990" y="2847689"/>
                  <a:pt x="4715170" y="2931920"/>
                </a:cubicBezTo>
                <a:cubicBezTo>
                  <a:pt x="4718913" y="2935187"/>
                  <a:pt x="4722656" y="2938456"/>
                  <a:pt x="4726401" y="2941722"/>
                </a:cubicBezTo>
                <a:cubicBezTo>
                  <a:pt x="4726218" y="2938812"/>
                  <a:pt x="4726201" y="2935861"/>
                  <a:pt x="4726020" y="2932951"/>
                </a:cubicBezTo>
                <a:lnTo>
                  <a:pt x="4725980" y="2932787"/>
                </a:lnTo>
                <a:cubicBezTo>
                  <a:pt x="4684133" y="2818457"/>
                  <a:pt x="4632718" y="2706959"/>
                  <a:pt x="4566067" y="2599312"/>
                </a:cubicBezTo>
                <a:close/>
                <a:moveTo>
                  <a:pt x="3621953" y="2578687"/>
                </a:moveTo>
                <a:lnTo>
                  <a:pt x="3621993" y="2578851"/>
                </a:lnTo>
                <a:cubicBezTo>
                  <a:pt x="3620928" y="2608999"/>
                  <a:pt x="3620396" y="2639193"/>
                  <a:pt x="3620192" y="2669306"/>
                </a:cubicBezTo>
                <a:cubicBezTo>
                  <a:pt x="3621274" y="2672348"/>
                  <a:pt x="3622396" y="2675553"/>
                  <a:pt x="3623516" y="2678757"/>
                </a:cubicBezTo>
                <a:cubicBezTo>
                  <a:pt x="3629948" y="2658610"/>
                  <a:pt x="3636710" y="2638382"/>
                  <a:pt x="3643839" y="2618240"/>
                </a:cubicBezTo>
                <a:cubicBezTo>
                  <a:pt x="3636654" y="2605029"/>
                  <a:pt x="3629303" y="2591858"/>
                  <a:pt x="3621953" y="2578687"/>
                </a:cubicBezTo>
                <a:close/>
                <a:moveTo>
                  <a:pt x="4213668" y="2572108"/>
                </a:moveTo>
                <a:cubicBezTo>
                  <a:pt x="4218798" y="2611361"/>
                  <a:pt x="4224054" y="2650412"/>
                  <a:pt x="4229676" y="2689546"/>
                </a:cubicBezTo>
                <a:cubicBezTo>
                  <a:pt x="4251273" y="2724304"/>
                  <a:pt x="4272378" y="2759180"/>
                  <a:pt x="4292663" y="2794254"/>
                </a:cubicBezTo>
                <a:cubicBezTo>
                  <a:pt x="4291365" y="2782403"/>
                  <a:pt x="4289943" y="2770755"/>
                  <a:pt x="4288647" y="2758902"/>
                </a:cubicBezTo>
                <a:cubicBezTo>
                  <a:pt x="4265186" y="2696267"/>
                  <a:pt x="4239920" y="2634068"/>
                  <a:pt x="4213668" y="2572108"/>
                </a:cubicBezTo>
                <a:close/>
                <a:moveTo>
                  <a:pt x="336594" y="2548652"/>
                </a:moveTo>
                <a:cubicBezTo>
                  <a:pt x="330625" y="2652800"/>
                  <a:pt x="330557" y="2756913"/>
                  <a:pt x="335410" y="2860535"/>
                </a:cubicBezTo>
                <a:cubicBezTo>
                  <a:pt x="360863" y="2899749"/>
                  <a:pt x="386192" y="2939166"/>
                  <a:pt x="411357" y="2978624"/>
                </a:cubicBezTo>
                <a:cubicBezTo>
                  <a:pt x="412711" y="2973432"/>
                  <a:pt x="413900" y="2968279"/>
                  <a:pt x="415252" y="2963085"/>
                </a:cubicBezTo>
                <a:cubicBezTo>
                  <a:pt x="414387" y="2968856"/>
                  <a:pt x="413724" y="2974751"/>
                  <a:pt x="412694" y="2980561"/>
                </a:cubicBezTo>
                <a:cubicBezTo>
                  <a:pt x="417184" y="2987645"/>
                  <a:pt x="421634" y="2994565"/>
                  <a:pt x="426125" y="3001649"/>
                </a:cubicBezTo>
                <a:lnTo>
                  <a:pt x="426413" y="3001405"/>
                </a:lnTo>
                <a:cubicBezTo>
                  <a:pt x="426029" y="2993330"/>
                  <a:pt x="425440" y="2985130"/>
                  <a:pt x="425056" y="2977055"/>
                </a:cubicBezTo>
                <a:cubicBezTo>
                  <a:pt x="426448" y="2987146"/>
                  <a:pt x="428334" y="2997118"/>
                  <a:pt x="429890" y="3007169"/>
                </a:cubicBezTo>
                <a:cubicBezTo>
                  <a:pt x="470503" y="3071747"/>
                  <a:pt x="510703" y="3136771"/>
                  <a:pt x="549957" y="3202198"/>
                </a:cubicBezTo>
                <a:cubicBezTo>
                  <a:pt x="550047" y="3145695"/>
                  <a:pt x="548949" y="3089307"/>
                  <a:pt x="546536" y="3033236"/>
                </a:cubicBezTo>
                <a:cubicBezTo>
                  <a:pt x="542737" y="3021813"/>
                  <a:pt x="538936" y="3010392"/>
                  <a:pt x="534974" y="2999010"/>
                </a:cubicBezTo>
                <a:cubicBezTo>
                  <a:pt x="504921" y="2935707"/>
                  <a:pt x="474830" y="2872240"/>
                  <a:pt x="444490" y="2809180"/>
                </a:cubicBezTo>
                <a:lnTo>
                  <a:pt x="444896" y="2809429"/>
                </a:lnTo>
                <a:cubicBezTo>
                  <a:pt x="461404" y="2835336"/>
                  <a:pt x="477786" y="2861446"/>
                  <a:pt x="494129" y="2887393"/>
                </a:cubicBezTo>
                <a:cubicBezTo>
                  <a:pt x="449053" y="2771931"/>
                  <a:pt x="396091" y="2659068"/>
                  <a:pt x="336594" y="2548652"/>
                </a:cubicBezTo>
                <a:close/>
                <a:moveTo>
                  <a:pt x="3309483" y="2539065"/>
                </a:moveTo>
                <a:cubicBezTo>
                  <a:pt x="3309516" y="2550005"/>
                  <a:pt x="3309426" y="2561149"/>
                  <a:pt x="3309459" y="2572089"/>
                </a:cubicBezTo>
                <a:lnTo>
                  <a:pt x="3315801" y="2584472"/>
                </a:lnTo>
                <a:lnTo>
                  <a:pt x="3315870" y="2584966"/>
                </a:lnTo>
                <a:lnTo>
                  <a:pt x="3316034" y="2584926"/>
                </a:lnTo>
                <a:lnTo>
                  <a:pt x="3315801" y="2584472"/>
                </a:lnTo>
                <a:close/>
                <a:moveTo>
                  <a:pt x="5360257" y="2534476"/>
                </a:moveTo>
                <a:cubicBezTo>
                  <a:pt x="5360324" y="2536198"/>
                  <a:pt x="5360188" y="2537794"/>
                  <a:pt x="5360092" y="2539555"/>
                </a:cubicBezTo>
                <a:lnTo>
                  <a:pt x="5359967" y="2539759"/>
                </a:lnTo>
                <a:cubicBezTo>
                  <a:pt x="5360329" y="2540541"/>
                  <a:pt x="5360731" y="2541486"/>
                  <a:pt x="5360930" y="2542307"/>
                </a:cubicBezTo>
                <a:cubicBezTo>
                  <a:pt x="5360624" y="2539600"/>
                  <a:pt x="5360522" y="2537018"/>
                  <a:pt x="5360257" y="2534476"/>
                </a:cubicBezTo>
                <a:close/>
                <a:moveTo>
                  <a:pt x="3624569" y="2513929"/>
                </a:moveTo>
                <a:cubicBezTo>
                  <a:pt x="3623782" y="2530107"/>
                  <a:pt x="3623160" y="2546245"/>
                  <a:pt x="3622536" y="2562384"/>
                </a:cubicBezTo>
                <a:cubicBezTo>
                  <a:pt x="3631733" y="2575284"/>
                  <a:pt x="3641053" y="2587979"/>
                  <a:pt x="3650045" y="2600755"/>
                </a:cubicBezTo>
                <a:cubicBezTo>
                  <a:pt x="3650171" y="2600551"/>
                  <a:pt x="3650255" y="2600183"/>
                  <a:pt x="3650255" y="2600183"/>
                </a:cubicBezTo>
                <a:cubicBezTo>
                  <a:pt x="3640572" y="2571585"/>
                  <a:pt x="3632078" y="2542876"/>
                  <a:pt x="3624569" y="2513929"/>
                </a:cubicBezTo>
                <a:close/>
                <a:moveTo>
                  <a:pt x="3268711" y="2493989"/>
                </a:moveTo>
                <a:cubicBezTo>
                  <a:pt x="3280575" y="2516499"/>
                  <a:pt x="3292398" y="2538844"/>
                  <a:pt x="3303933" y="2561433"/>
                </a:cubicBezTo>
                <a:cubicBezTo>
                  <a:pt x="3304828" y="2552179"/>
                  <a:pt x="3305762" y="2543090"/>
                  <a:pt x="3306860" y="2533963"/>
                </a:cubicBezTo>
                <a:cubicBezTo>
                  <a:pt x="3294431" y="2520627"/>
                  <a:pt x="3281798" y="2507166"/>
                  <a:pt x="3268711" y="2493989"/>
                </a:cubicBezTo>
                <a:close/>
                <a:moveTo>
                  <a:pt x="2776727" y="2490398"/>
                </a:moveTo>
                <a:cubicBezTo>
                  <a:pt x="2777712" y="2500240"/>
                  <a:pt x="2778658" y="2509918"/>
                  <a:pt x="2779769" y="2519556"/>
                </a:cubicBezTo>
                <a:cubicBezTo>
                  <a:pt x="2826139" y="2601511"/>
                  <a:pt x="2871441" y="2684073"/>
                  <a:pt x="2915672" y="2767242"/>
                </a:cubicBezTo>
                <a:cubicBezTo>
                  <a:pt x="2943260" y="2790820"/>
                  <a:pt x="2970192" y="2814559"/>
                  <a:pt x="2996506" y="2838619"/>
                </a:cubicBezTo>
                <a:cubicBezTo>
                  <a:pt x="2994671" y="2822378"/>
                  <a:pt x="2992877" y="2806303"/>
                  <a:pt x="2991082" y="2790226"/>
                </a:cubicBezTo>
                <a:cubicBezTo>
                  <a:pt x="2927303" y="2687273"/>
                  <a:pt x="2856168" y="2586964"/>
                  <a:pt x="2776727" y="2490398"/>
                </a:cubicBezTo>
                <a:close/>
                <a:moveTo>
                  <a:pt x="6503894" y="2471662"/>
                </a:moveTo>
                <a:cubicBezTo>
                  <a:pt x="6507988" y="2497262"/>
                  <a:pt x="6512083" y="2522864"/>
                  <a:pt x="6516176" y="2548465"/>
                </a:cubicBezTo>
                <a:cubicBezTo>
                  <a:pt x="6520100" y="2554642"/>
                  <a:pt x="6523900" y="2561025"/>
                  <a:pt x="6527825" y="2567203"/>
                </a:cubicBezTo>
                <a:cubicBezTo>
                  <a:pt x="6527065" y="2549660"/>
                  <a:pt x="6526346" y="2532280"/>
                  <a:pt x="6525752" y="2514698"/>
                </a:cubicBezTo>
                <a:cubicBezTo>
                  <a:pt x="6518617" y="2500258"/>
                  <a:pt x="6511358" y="2486023"/>
                  <a:pt x="6503894" y="2471662"/>
                </a:cubicBezTo>
                <a:close/>
                <a:moveTo>
                  <a:pt x="3935172" y="2470933"/>
                </a:moveTo>
                <a:cubicBezTo>
                  <a:pt x="3925359" y="2518832"/>
                  <a:pt x="3918666" y="2565980"/>
                  <a:pt x="3915296" y="2612500"/>
                </a:cubicBezTo>
                <a:cubicBezTo>
                  <a:pt x="3916169" y="2621151"/>
                  <a:pt x="3917165" y="2629601"/>
                  <a:pt x="3918201" y="2638213"/>
                </a:cubicBezTo>
                <a:cubicBezTo>
                  <a:pt x="3949001" y="2695254"/>
                  <a:pt x="3974256" y="2753805"/>
                  <a:pt x="3994584" y="2813546"/>
                </a:cubicBezTo>
                <a:cubicBezTo>
                  <a:pt x="3974166" y="2699432"/>
                  <a:pt x="3954403" y="2585159"/>
                  <a:pt x="3935213" y="2471097"/>
                </a:cubicBezTo>
                <a:close/>
                <a:moveTo>
                  <a:pt x="6859403" y="2388631"/>
                </a:moveTo>
                <a:cubicBezTo>
                  <a:pt x="6860172" y="2399741"/>
                  <a:pt x="6860819" y="2411055"/>
                  <a:pt x="6861587" y="2422166"/>
                </a:cubicBezTo>
                <a:cubicBezTo>
                  <a:pt x="6861503" y="2412453"/>
                  <a:pt x="6861214" y="2402618"/>
                  <a:pt x="6861129" y="2392906"/>
                </a:cubicBezTo>
                <a:cubicBezTo>
                  <a:pt x="6860648" y="2391632"/>
                  <a:pt x="6859963" y="2390234"/>
                  <a:pt x="6859442" y="2388795"/>
                </a:cubicBezTo>
                <a:close/>
                <a:moveTo>
                  <a:pt x="5499954" y="2340699"/>
                </a:moveTo>
                <a:lnTo>
                  <a:pt x="5499791" y="2340739"/>
                </a:lnTo>
                <a:cubicBezTo>
                  <a:pt x="5500073" y="2346232"/>
                  <a:pt x="5500357" y="2351725"/>
                  <a:pt x="5500641" y="2357218"/>
                </a:cubicBezTo>
                <a:cubicBezTo>
                  <a:pt x="5507542" y="2380056"/>
                  <a:pt x="5514649" y="2403017"/>
                  <a:pt x="5521880" y="2425776"/>
                </a:cubicBezTo>
                <a:cubicBezTo>
                  <a:pt x="5519162" y="2407315"/>
                  <a:pt x="5516647" y="2388979"/>
                  <a:pt x="5514134" y="2370643"/>
                </a:cubicBezTo>
                <a:cubicBezTo>
                  <a:pt x="5509462" y="2360649"/>
                  <a:pt x="5504792" y="2350654"/>
                  <a:pt x="5499954" y="2340699"/>
                </a:cubicBezTo>
                <a:close/>
                <a:moveTo>
                  <a:pt x="5832133" y="2340287"/>
                </a:moveTo>
                <a:cubicBezTo>
                  <a:pt x="5826316" y="2425629"/>
                  <a:pt x="5818858" y="2511368"/>
                  <a:pt x="5812426" y="2597032"/>
                </a:cubicBezTo>
                <a:cubicBezTo>
                  <a:pt x="5818672" y="2620028"/>
                  <a:pt x="5825082" y="2642985"/>
                  <a:pt x="5831656" y="2665902"/>
                </a:cubicBezTo>
                <a:cubicBezTo>
                  <a:pt x="5834567" y="2580044"/>
                  <a:pt x="5840512" y="2493801"/>
                  <a:pt x="5850192" y="2407180"/>
                </a:cubicBezTo>
                <a:cubicBezTo>
                  <a:pt x="5848243" y="2515744"/>
                  <a:pt x="5852614" y="2623132"/>
                  <a:pt x="5860880" y="2730099"/>
                </a:cubicBezTo>
                <a:cubicBezTo>
                  <a:pt x="5863049" y="2685087"/>
                  <a:pt x="5865259" y="2640238"/>
                  <a:pt x="5867796" y="2595311"/>
                </a:cubicBezTo>
                <a:cubicBezTo>
                  <a:pt x="5867959" y="2595271"/>
                  <a:pt x="5868124" y="2595231"/>
                  <a:pt x="5868124" y="2595231"/>
                </a:cubicBezTo>
                <a:cubicBezTo>
                  <a:pt x="5872456" y="2677256"/>
                  <a:pt x="5877977" y="2759166"/>
                  <a:pt x="5883662" y="2841037"/>
                </a:cubicBezTo>
                <a:cubicBezTo>
                  <a:pt x="5885859" y="2847979"/>
                  <a:pt x="5888055" y="2854922"/>
                  <a:pt x="5890252" y="2861864"/>
                </a:cubicBezTo>
                <a:cubicBezTo>
                  <a:pt x="5894602" y="2871241"/>
                  <a:pt x="5898458" y="2880737"/>
                  <a:pt x="5902642" y="2890154"/>
                </a:cubicBezTo>
                <a:cubicBezTo>
                  <a:pt x="5899188" y="2831206"/>
                  <a:pt x="5899795" y="2771799"/>
                  <a:pt x="5905242" y="2711571"/>
                </a:cubicBezTo>
                <a:cubicBezTo>
                  <a:pt x="5891283" y="2629264"/>
                  <a:pt x="5879296" y="2546482"/>
                  <a:pt x="5869194" y="2463591"/>
                </a:cubicBezTo>
                <a:lnTo>
                  <a:pt x="5869156" y="2463427"/>
                </a:lnTo>
                <a:cubicBezTo>
                  <a:pt x="5856170" y="2422594"/>
                  <a:pt x="5843678" y="2381641"/>
                  <a:pt x="5832133" y="2340287"/>
                </a:cubicBezTo>
                <a:close/>
                <a:moveTo>
                  <a:pt x="5190325" y="2324374"/>
                </a:moveTo>
                <a:lnTo>
                  <a:pt x="5190500" y="2324939"/>
                </a:lnTo>
                <a:lnTo>
                  <a:pt x="5182817" y="2441579"/>
                </a:lnTo>
                <a:cubicBezTo>
                  <a:pt x="5196820" y="2493115"/>
                  <a:pt x="5210168" y="2544810"/>
                  <a:pt x="5222857" y="2596663"/>
                </a:cubicBezTo>
                <a:cubicBezTo>
                  <a:pt x="5219680" y="2533824"/>
                  <a:pt x="5217201" y="2470992"/>
                  <a:pt x="5215377" y="2408000"/>
                </a:cubicBezTo>
                <a:cubicBezTo>
                  <a:pt x="5214788" y="2404840"/>
                  <a:pt x="5213996" y="2401555"/>
                  <a:pt x="5213242" y="2398436"/>
                </a:cubicBezTo>
                <a:lnTo>
                  <a:pt x="5190500" y="2324939"/>
                </a:lnTo>
                <a:lnTo>
                  <a:pt x="5190529" y="2324498"/>
                </a:lnTo>
                <a:close/>
                <a:moveTo>
                  <a:pt x="7058491" y="2273146"/>
                </a:moveTo>
                <a:cubicBezTo>
                  <a:pt x="7058441" y="2274376"/>
                  <a:pt x="7058265" y="2275808"/>
                  <a:pt x="7058213" y="2277037"/>
                </a:cubicBezTo>
                <a:lnTo>
                  <a:pt x="7058377" y="2276997"/>
                </a:lnTo>
                <a:cubicBezTo>
                  <a:pt x="7062041" y="2290016"/>
                  <a:pt x="7065868" y="2302995"/>
                  <a:pt x="7069696" y="2315974"/>
                </a:cubicBezTo>
                <a:cubicBezTo>
                  <a:pt x="7070455" y="2313358"/>
                  <a:pt x="7071378" y="2310702"/>
                  <a:pt x="7072138" y="2308086"/>
                </a:cubicBezTo>
                <a:cubicBezTo>
                  <a:pt x="7067601" y="2296494"/>
                  <a:pt x="7063066" y="2284902"/>
                  <a:pt x="7058491" y="2273146"/>
                </a:cubicBezTo>
                <a:close/>
                <a:moveTo>
                  <a:pt x="3132372" y="2259618"/>
                </a:moveTo>
                <a:cubicBezTo>
                  <a:pt x="3164292" y="2395459"/>
                  <a:pt x="3194938" y="2531782"/>
                  <a:pt x="3225749" y="2668066"/>
                </a:cubicBezTo>
                <a:cubicBezTo>
                  <a:pt x="3246185" y="2714573"/>
                  <a:pt x="3266622" y="2761081"/>
                  <a:pt x="3286689" y="2807503"/>
                </a:cubicBezTo>
                <a:cubicBezTo>
                  <a:pt x="3288473" y="2749376"/>
                  <a:pt x="3291486" y="2691300"/>
                  <a:pt x="3296469" y="2632748"/>
                </a:cubicBezTo>
                <a:cubicBezTo>
                  <a:pt x="3246112" y="2506918"/>
                  <a:pt x="3191891" y="2382367"/>
                  <a:pt x="3132372" y="2259618"/>
                </a:cubicBezTo>
                <a:close/>
                <a:moveTo>
                  <a:pt x="4178855" y="2257966"/>
                </a:moveTo>
                <a:lnTo>
                  <a:pt x="4178690" y="2258006"/>
                </a:lnTo>
                <a:lnTo>
                  <a:pt x="4178882" y="2258215"/>
                </a:lnTo>
                <a:lnTo>
                  <a:pt x="4200395" y="2460961"/>
                </a:lnTo>
                <a:cubicBezTo>
                  <a:pt x="4205571" y="2439205"/>
                  <a:pt x="4210542" y="2417325"/>
                  <a:pt x="4216211" y="2395450"/>
                </a:cubicBezTo>
                <a:cubicBezTo>
                  <a:pt x="4211963" y="2434012"/>
                  <a:pt x="4208866" y="2472298"/>
                  <a:pt x="4206261" y="2510464"/>
                </a:cubicBezTo>
                <a:cubicBezTo>
                  <a:pt x="4208028" y="2524983"/>
                  <a:pt x="4209632" y="2539542"/>
                  <a:pt x="4211437" y="2554225"/>
                </a:cubicBezTo>
                <a:cubicBezTo>
                  <a:pt x="4235967" y="2601135"/>
                  <a:pt x="4259677" y="2648242"/>
                  <a:pt x="4282729" y="2695509"/>
                </a:cubicBezTo>
                <a:cubicBezTo>
                  <a:pt x="4275759" y="2615512"/>
                  <a:pt x="4271416" y="2534881"/>
                  <a:pt x="4270725" y="2453542"/>
                </a:cubicBezTo>
                <a:cubicBezTo>
                  <a:pt x="4264479" y="2415428"/>
                  <a:pt x="4258437" y="2377437"/>
                  <a:pt x="4253052" y="2339288"/>
                </a:cubicBezTo>
                <a:lnTo>
                  <a:pt x="4178882" y="2258215"/>
                </a:lnTo>
                <a:close/>
                <a:moveTo>
                  <a:pt x="2311070" y="2242367"/>
                </a:moveTo>
                <a:cubicBezTo>
                  <a:pt x="2322798" y="2286632"/>
                  <a:pt x="2336494" y="2330422"/>
                  <a:pt x="2351959" y="2373611"/>
                </a:cubicBezTo>
                <a:cubicBezTo>
                  <a:pt x="2404311" y="2476020"/>
                  <a:pt x="2450541" y="2580429"/>
                  <a:pt x="2491923" y="2686355"/>
                </a:cubicBezTo>
                <a:cubicBezTo>
                  <a:pt x="2519727" y="2738904"/>
                  <a:pt x="2548844" y="2791136"/>
                  <a:pt x="2578947" y="2843132"/>
                </a:cubicBezTo>
                <a:cubicBezTo>
                  <a:pt x="2579423" y="2835023"/>
                  <a:pt x="2579694" y="2826789"/>
                  <a:pt x="2580334" y="2818641"/>
                </a:cubicBezTo>
                <a:cubicBezTo>
                  <a:pt x="2580583" y="2828312"/>
                  <a:pt x="2581161" y="2837904"/>
                  <a:pt x="2581573" y="2847537"/>
                </a:cubicBezTo>
                <a:cubicBezTo>
                  <a:pt x="2626586" y="2925303"/>
                  <a:pt x="2673366" y="3002468"/>
                  <a:pt x="2720145" y="3079633"/>
                </a:cubicBezTo>
                <a:cubicBezTo>
                  <a:pt x="2701928" y="3017123"/>
                  <a:pt x="2687325" y="2953740"/>
                  <a:pt x="2678428" y="2888807"/>
                </a:cubicBezTo>
                <a:lnTo>
                  <a:pt x="2678304" y="2889011"/>
                </a:lnTo>
                <a:cubicBezTo>
                  <a:pt x="2562689" y="2670664"/>
                  <a:pt x="2437172" y="2455924"/>
                  <a:pt x="2311070" y="2242367"/>
                </a:cubicBezTo>
                <a:close/>
                <a:moveTo>
                  <a:pt x="7063938" y="2197800"/>
                </a:moveTo>
                <a:cubicBezTo>
                  <a:pt x="7062992" y="2208281"/>
                  <a:pt x="7062212" y="2218723"/>
                  <a:pt x="7061430" y="2229165"/>
                </a:cubicBezTo>
                <a:cubicBezTo>
                  <a:pt x="7064696" y="2235501"/>
                  <a:pt x="7068004" y="2242002"/>
                  <a:pt x="7071310" y="2248503"/>
                </a:cubicBezTo>
                <a:cubicBezTo>
                  <a:pt x="7068785" y="2231560"/>
                  <a:pt x="7066425" y="2214578"/>
                  <a:pt x="7063938" y="2197800"/>
                </a:cubicBezTo>
                <a:close/>
                <a:moveTo>
                  <a:pt x="5493289" y="2192853"/>
                </a:moveTo>
                <a:cubicBezTo>
                  <a:pt x="5493352" y="2195270"/>
                  <a:pt x="5493414" y="2197688"/>
                  <a:pt x="5493477" y="2200107"/>
                </a:cubicBezTo>
                <a:cubicBezTo>
                  <a:pt x="5493720" y="2200395"/>
                  <a:pt x="5494003" y="2200848"/>
                  <a:pt x="5494083" y="2201177"/>
                </a:cubicBezTo>
                <a:cubicBezTo>
                  <a:pt x="5493940" y="2198431"/>
                  <a:pt x="5493596" y="2195559"/>
                  <a:pt x="5493289" y="2192853"/>
                </a:cubicBezTo>
                <a:close/>
                <a:moveTo>
                  <a:pt x="5767436" y="2181404"/>
                </a:moveTo>
                <a:lnTo>
                  <a:pt x="5768143" y="2182876"/>
                </a:lnTo>
                <a:lnTo>
                  <a:pt x="5766830" y="2189484"/>
                </a:lnTo>
                <a:close/>
                <a:moveTo>
                  <a:pt x="5767461" y="2181070"/>
                </a:moveTo>
                <a:lnTo>
                  <a:pt x="5767436" y="2181404"/>
                </a:lnTo>
                <a:lnTo>
                  <a:pt x="5767294" y="2181110"/>
                </a:lnTo>
                <a:close/>
                <a:moveTo>
                  <a:pt x="6047557" y="2175849"/>
                </a:moveTo>
                <a:cubicBezTo>
                  <a:pt x="6047348" y="2201620"/>
                  <a:pt x="6047506" y="2227475"/>
                  <a:pt x="6047461" y="2253207"/>
                </a:cubicBezTo>
                <a:cubicBezTo>
                  <a:pt x="6056567" y="2307489"/>
                  <a:pt x="6067846" y="2361420"/>
                  <a:pt x="6081425" y="2414796"/>
                </a:cubicBezTo>
                <a:cubicBezTo>
                  <a:pt x="6092597" y="2441643"/>
                  <a:pt x="6103403" y="2468405"/>
                  <a:pt x="6113878" y="2495247"/>
                </a:cubicBezTo>
                <a:cubicBezTo>
                  <a:pt x="6114121" y="2490495"/>
                  <a:pt x="6114569" y="2485869"/>
                  <a:pt x="6114977" y="2481078"/>
                </a:cubicBezTo>
                <a:cubicBezTo>
                  <a:pt x="6093860" y="2392158"/>
                  <a:pt x="6076193" y="2302404"/>
                  <a:pt x="6064681" y="2211513"/>
                </a:cubicBezTo>
                <a:cubicBezTo>
                  <a:pt x="6059041" y="2199667"/>
                  <a:pt x="6053401" y="2187820"/>
                  <a:pt x="6047557" y="2175849"/>
                </a:cubicBezTo>
                <a:close/>
                <a:moveTo>
                  <a:pt x="3878110" y="2166853"/>
                </a:moveTo>
                <a:cubicBezTo>
                  <a:pt x="3796064" y="2310044"/>
                  <a:pt x="3738406" y="2457081"/>
                  <a:pt x="3699713" y="2604927"/>
                </a:cubicBezTo>
                <a:cubicBezTo>
                  <a:pt x="3701225" y="2615511"/>
                  <a:pt x="3702776" y="2626259"/>
                  <a:pt x="3704288" y="2636843"/>
                </a:cubicBezTo>
                <a:cubicBezTo>
                  <a:pt x="3724396" y="2678390"/>
                  <a:pt x="3746312" y="2719500"/>
                  <a:pt x="3769828" y="2760051"/>
                </a:cubicBezTo>
                <a:cubicBezTo>
                  <a:pt x="3766708" y="2700327"/>
                  <a:pt x="3763424" y="2640642"/>
                  <a:pt x="3759522" y="2581281"/>
                </a:cubicBezTo>
                <a:cubicBezTo>
                  <a:pt x="3759549" y="2581390"/>
                  <a:pt x="3759562" y="2581445"/>
                  <a:pt x="3759562" y="2581445"/>
                </a:cubicBezTo>
                <a:cubicBezTo>
                  <a:pt x="3769205" y="2650196"/>
                  <a:pt x="3777902" y="2719347"/>
                  <a:pt x="3786396" y="2788376"/>
                </a:cubicBezTo>
                <a:cubicBezTo>
                  <a:pt x="3807944" y="2824362"/>
                  <a:pt x="3830514" y="2860275"/>
                  <a:pt x="3853704" y="2895865"/>
                </a:cubicBezTo>
                <a:cubicBezTo>
                  <a:pt x="3849088" y="2848666"/>
                  <a:pt x="3842213" y="2802187"/>
                  <a:pt x="3832672" y="2756178"/>
                </a:cubicBezTo>
                <a:lnTo>
                  <a:pt x="3883681" y="2880817"/>
                </a:lnTo>
                <a:lnTo>
                  <a:pt x="3883647" y="2881686"/>
                </a:lnTo>
                <a:lnTo>
                  <a:pt x="3883936" y="2881442"/>
                </a:lnTo>
                <a:lnTo>
                  <a:pt x="3883681" y="2880817"/>
                </a:lnTo>
                <a:lnTo>
                  <a:pt x="3894021" y="2613637"/>
                </a:lnTo>
                <a:cubicBezTo>
                  <a:pt x="3878999" y="2581638"/>
                  <a:pt x="3862169" y="2550074"/>
                  <a:pt x="3843165" y="2518861"/>
                </a:cubicBezTo>
                <a:cubicBezTo>
                  <a:pt x="3862328" y="2545691"/>
                  <a:pt x="3879973" y="2572713"/>
                  <a:pt x="3896344" y="2600217"/>
                </a:cubicBezTo>
                <a:cubicBezTo>
                  <a:pt x="3904497" y="2549763"/>
                  <a:pt x="3915812" y="2498719"/>
                  <a:pt x="3931022" y="2447257"/>
                </a:cubicBezTo>
                <a:cubicBezTo>
                  <a:pt x="3926379" y="2418661"/>
                  <a:pt x="3921610" y="2390268"/>
                  <a:pt x="3916803" y="2361711"/>
                </a:cubicBezTo>
                <a:cubicBezTo>
                  <a:pt x="3903892" y="2296703"/>
                  <a:pt x="3891021" y="2231860"/>
                  <a:pt x="3878110" y="2166853"/>
                </a:cubicBezTo>
                <a:close/>
                <a:moveTo>
                  <a:pt x="4063704" y="2153857"/>
                </a:moveTo>
                <a:lnTo>
                  <a:pt x="4065448" y="2155380"/>
                </a:lnTo>
                <a:lnTo>
                  <a:pt x="4066036" y="2171011"/>
                </a:lnTo>
                <a:close/>
                <a:moveTo>
                  <a:pt x="5294893" y="2152806"/>
                </a:moveTo>
                <a:cubicBezTo>
                  <a:pt x="5308047" y="2192903"/>
                  <a:pt x="5322061" y="2232967"/>
                  <a:pt x="5336530" y="2272747"/>
                </a:cubicBezTo>
                <a:cubicBezTo>
                  <a:pt x="5334798" y="2254049"/>
                  <a:pt x="5332860" y="2235227"/>
                  <a:pt x="5330800" y="2216607"/>
                </a:cubicBezTo>
                <a:cubicBezTo>
                  <a:pt x="5319174" y="2195084"/>
                  <a:pt x="5307260" y="2173804"/>
                  <a:pt x="5294893" y="2152806"/>
                </a:cubicBezTo>
                <a:close/>
                <a:moveTo>
                  <a:pt x="6032767" y="2145531"/>
                </a:moveTo>
                <a:lnTo>
                  <a:pt x="6032602" y="2145571"/>
                </a:lnTo>
                <a:cubicBezTo>
                  <a:pt x="6032557" y="2146103"/>
                  <a:pt x="6032676" y="2146595"/>
                  <a:pt x="6032755" y="2146924"/>
                </a:cubicBezTo>
                <a:cubicBezTo>
                  <a:pt x="6032840" y="2146556"/>
                  <a:pt x="6032965" y="2146352"/>
                  <a:pt x="6032886" y="2146024"/>
                </a:cubicBezTo>
                <a:cubicBezTo>
                  <a:pt x="6032846" y="2145860"/>
                  <a:pt x="6032767" y="2145531"/>
                  <a:pt x="6032767" y="2145531"/>
                </a:cubicBezTo>
                <a:close/>
                <a:moveTo>
                  <a:pt x="6322610" y="2141087"/>
                </a:moveTo>
                <a:cubicBezTo>
                  <a:pt x="6325368" y="2149631"/>
                  <a:pt x="6328125" y="2158177"/>
                  <a:pt x="6331008" y="2166517"/>
                </a:cubicBezTo>
                <a:cubicBezTo>
                  <a:pt x="6330917" y="2162543"/>
                  <a:pt x="6330702" y="2158771"/>
                  <a:pt x="6330447" y="2154836"/>
                </a:cubicBezTo>
                <a:lnTo>
                  <a:pt x="6330284" y="2154875"/>
                </a:lnTo>
                <a:cubicBezTo>
                  <a:pt x="6327780" y="2150266"/>
                  <a:pt x="6325113" y="2145696"/>
                  <a:pt x="6322610" y="2141087"/>
                </a:cubicBezTo>
                <a:close/>
                <a:moveTo>
                  <a:pt x="7151382" y="2136722"/>
                </a:moveTo>
                <a:cubicBezTo>
                  <a:pt x="7144993" y="2161377"/>
                  <a:pt x="7138934" y="2185953"/>
                  <a:pt x="7133203" y="2210450"/>
                </a:cubicBezTo>
                <a:lnTo>
                  <a:pt x="7133164" y="2210285"/>
                </a:lnTo>
                <a:cubicBezTo>
                  <a:pt x="7143288" y="2255111"/>
                  <a:pt x="7153577" y="2299897"/>
                  <a:pt x="7164031" y="2344643"/>
                </a:cubicBezTo>
                <a:cubicBezTo>
                  <a:pt x="7166879" y="2291647"/>
                  <a:pt x="7170220" y="2238531"/>
                  <a:pt x="7174297" y="2185585"/>
                </a:cubicBezTo>
                <a:cubicBezTo>
                  <a:pt x="7166891" y="2169299"/>
                  <a:pt x="7159116" y="2152929"/>
                  <a:pt x="7151382" y="2136722"/>
                </a:cubicBezTo>
                <a:close/>
                <a:moveTo>
                  <a:pt x="6711596" y="2098113"/>
                </a:moveTo>
                <a:cubicBezTo>
                  <a:pt x="6728380" y="2145329"/>
                  <a:pt x="6744960" y="2192419"/>
                  <a:pt x="6761416" y="2239713"/>
                </a:cubicBezTo>
                <a:cubicBezTo>
                  <a:pt x="6761931" y="2221689"/>
                  <a:pt x="6762610" y="2203626"/>
                  <a:pt x="6762961" y="2185641"/>
                </a:cubicBezTo>
                <a:cubicBezTo>
                  <a:pt x="6746812" y="2156173"/>
                  <a:pt x="6729513" y="2126981"/>
                  <a:pt x="6711596" y="2098113"/>
                </a:cubicBezTo>
                <a:close/>
                <a:moveTo>
                  <a:pt x="2220621" y="2088677"/>
                </a:moveTo>
                <a:cubicBezTo>
                  <a:pt x="2222353" y="2374483"/>
                  <a:pt x="2230309" y="2660873"/>
                  <a:pt x="2252879" y="2943734"/>
                </a:cubicBezTo>
                <a:cubicBezTo>
                  <a:pt x="2255659" y="2949493"/>
                  <a:pt x="2258604" y="2955212"/>
                  <a:pt x="2261423" y="2961135"/>
                </a:cubicBezTo>
                <a:cubicBezTo>
                  <a:pt x="2265405" y="2965388"/>
                  <a:pt x="2269510" y="2969437"/>
                  <a:pt x="2273491" y="2973689"/>
                </a:cubicBezTo>
                <a:cubicBezTo>
                  <a:pt x="2268258" y="2936893"/>
                  <a:pt x="2263972" y="2899695"/>
                  <a:pt x="2260834" y="2862220"/>
                </a:cubicBezTo>
                <a:cubicBezTo>
                  <a:pt x="2269731" y="2906995"/>
                  <a:pt x="2280886" y="2951050"/>
                  <a:pt x="2293191" y="2994828"/>
                </a:cubicBezTo>
                <a:cubicBezTo>
                  <a:pt x="2306392" y="3009194"/>
                  <a:pt x="2319794" y="3023686"/>
                  <a:pt x="2332705" y="3038295"/>
                </a:cubicBezTo>
                <a:cubicBezTo>
                  <a:pt x="2316420" y="2965065"/>
                  <a:pt x="2302308" y="2891485"/>
                  <a:pt x="2291607" y="2816907"/>
                </a:cubicBezTo>
                <a:cubicBezTo>
                  <a:pt x="2301538" y="2860215"/>
                  <a:pt x="2312948" y="2903166"/>
                  <a:pt x="2324977" y="2945795"/>
                </a:cubicBezTo>
                <a:cubicBezTo>
                  <a:pt x="2312903" y="2838182"/>
                  <a:pt x="2307603" y="2729107"/>
                  <a:pt x="2311251" y="2618221"/>
                </a:cubicBezTo>
                <a:cubicBezTo>
                  <a:pt x="2320084" y="2786572"/>
                  <a:pt x="2349128" y="2948655"/>
                  <a:pt x="2391274" y="3106705"/>
                </a:cubicBezTo>
                <a:cubicBezTo>
                  <a:pt x="2401541" y="3119000"/>
                  <a:pt x="2411807" y="3131293"/>
                  <a:pt x="2421784" y="3143830"/>
                </a:cubicBezTo>
                <a:cubicBezTo>
                  <a:pt x="2435381" y="3023765"/>
                  <a:pt x="2450450" y="2904039"/>
                  <a:pt x="2465966" y="2784726"/>
                </a:cubicBezTo>
                <a:cubicBezTo>
                  <a:pt x="2461475" y="2767563"/>
                  <a:pt x="2456820" y="2750439"/>
                  <a:pt x="2452165" y="2733315"/>
                </a:cubicBezTo>
                <a:cubicBezTo>
                  <a:pt x="2389837" y="2593170"/>
                  <a:pt x="2336625" y="2450476"/>
                  <a:pt x="2303776" y="2302867"/>
                </a:cubicBezTo>
                <a:cubicBezTo>
                  <a:pt x="2290509" y="2271661"/>
                  <a:pt x="2276749" y="2240572"/>
                  <a:pt x="2262167" y="2209682"/>
                </a:cubicBezTo>
                <a:cubicBezTo>
                  <a:pt x="2274172" y="2229898"/>
                  <a:pt x="2285396" y="2250476"/>
                  <a:pt x="2296907" y="2270811"/>
                </a:cubicBezTo>
                <a:cubicBezTo>
                  <a:pt x="2291947" y="2245940"/>
                  <a:pt x="2287439" y="2220787"/>
                  <a:pt x="2283628" y="2195639"/>
                </a:cubicBezTo>
                <a:cubicBezTo>
                  <a:pt x="2262693" y="2160027"/>
                  <a:pt x="2241595" y="2124453"/>
                  <a:pt x="2220661" y="2088841"/>
                </a:cubicBezTo>
                <a:close/>
                <a:moveTo>
                  <a:pt x="5239319" y="2063687"/>
                </a:moveTo>
                <a:cubicBezTo>
                  <a:pt x="5242048" y="2105954"/>
                  <a:pt x="5245067" y="2147976"/>
                  <a:pt x="5248577" y="2189880"/>
                </a:cubicBezTo>
                <a:cubicBezTo>
                  <a:pt x="5264166" y="2242944"/>
                  <a:pt x="5280413" y="2295851"/>
                  <a:pt x="5297111" y="2348474"/>
                </a:cubicBezTo>
                <a:cubicBezTo>
                  <a:pt x="5294854" y="2329034"/>
                  <a:pt x="5292389" y="2309469"/>
                  <a:pt x="5289802" y="2290109"/>
                </a:cubicBezTo>
                <a:cubicBezTo>
                  <a:pt x="5301863" y="2338638"/>
                  <a:pt x="5313675" y="2387575"/>
                  <a:pt x="5325449" y="2436348"/>
                </a:cubicBezTo>
                <a:cubicBezTo>
                  <a:pt x="5334525" y="2463873"/>
                  <a:pt x="5343766" y="2491360"/>
                  <a:pt x="5353008" y="2518847"/>
                </a:cubicBezTo>
                <a:cubicBezTo>
                  <a:pt x="5354112" y="2509022"/>
                  <a:pt x="5355216" y="2499197"/>
                  <a:pt x="5356321" y="2489373"/>
                </a:cubicBezTo>
                <a:cubicBezTo>
                  <a:pt x="5356292" y="2487815"/>
                  <a:pt x="5356140" y="2486462"/>
                  <a:pt x="5355987" y="2485108"/>
                </a:cubicBezTo>
                <a:cubicBezTo>
                  <a:pt x="5319808" y="2358984"/>
                  <a:pt x="5288884" y="2231591"/>
                  <a:pt x="5264530" y="2102612"/>
                </a:cubicBezTo>
                <a:cubicBezTo>
                  <a:pt x="5256195" y="2089679"/>
                  <a:pt x="5247983" y="2076541"/>
                  <a:pt x="5239319" y="2063687"/>
                </a:cubicBezTo>
                <a:close/>
                <a:moveTo>
                  <a:pt x="6277461" y="2059878"/>
                </a:moveTo>
                <a:cubicBezTo>
                  <a:pt x="6276652" y="2129240"/>
                  <a:pt x="6271821" y="2199225"/>
                  <a:pt x="6264941" y="2269357"/>
                </a:cubicBezTo>
                <a:cubicBezTo>
                  <a:pt x="6270984" y="2282149"/>
                  <a:pt x="6276736" y="2295185"/>
                  <a:pt x="6282451" y="2308056"/>
                </a:cubicBezTo>
                <a:cubicBezTo>
                  <a:pt x="6309570" y="2349127"/>
                  <a:pt x="6332417" y="2391229"/>
                  <a:pt x="6351325" y="2434282"/>
                </a:cubicBezTo>
                <a:cubicBezTo>
                  <a:pt x="6343097" y="2352678"/>
                  <a:pt x="6336919" y="2270926"/>
                  <a:pt x="6332423" y="2188941"/>
                </a:cubicBezTo>
                <a:cubicBezTo>
                  <a:pt x="6328867" y="2172769"/>
                  <a:pt x="6325515" y="2156721"/>
                  <a:pt x="6322452" y="2140429"/>
                </a:cubicBezTo>
                <a:cubicBezTo>
                  <a:pt x="6307468" y="2113634"/>
                  <a:pt x="6292281" y="2086713"/>
                  <a:pt x="6277461" y="2059878"/>
                </a:cubicBezTo>
                <a:close/>
                <a:moveTo>
                  <a:pt x="5489961" y="2032905"/>
                </a:moveTo>
                <a:cubicBezTo>
                  <a:pt x="5490266" y="2060811"/>
                  <a:pt x="5490612" y="2088880"/>
                  <a:pt x="5491246" y="2116707"/>
                </a:cubicBezTo>
                <a:lnTo>
                  <a:pt x="5491285" y="2116872"/>
                </a:lnTo>
                <a:cubicBezTo>
                  <a:pt x="5498375" y="2157043"/>
                  <a:pt x="5506325" y="2197180"/>
                  <a:pt x="5514768" y="2237197"/>
                </a:cubicBezTo>
                <a:cubicBezTo>
                  <a:pt x="5517073" y="2240986"/>
                  <a:pt x="5519213" y="2244814"/>
                  <a:pt x="5521354" y="2248641"/>
                </a:cubicBezTo>
                <a:cubicBezTo>
                  <a:pt x="5511121" y="2176732"/>
                  <a:pt x="5500685" y="2104696"/>
                  <a:pt x="5489961" y="2032905"/>
                </a:cubicBezTo>
                <a:close/>
                <a:moveTo>
                  <a:pt x="342648" y="2025835"/>
                </a:moveTo>
                <a:cubicBezTo>
                  <a:pt x="494809" y="2239358"/>
                  <a:pt x="638131" y="2461617"/>
                  <a:pt x="769221" y="2691522"/>
                </a:cubicBezTo>
                <a:cubicBezTo>
                  <a:pt x="757086" y="2621808"/>
                  <a:pt x="744747" y="2551971"/>
                  <a:pt x="731627" y="2482496"/>
                </a:cubicBezTo>
                <a:lnTo>
                  <a:pt x="731548" y="2482167"/>
                </a:lnTo>
                <a:cubicBezTo>
                  <a:pt x="753762" y="2567000"/>
                  <a:pt x="774867" y="2652274"/>
                  <a:pt x="795479" y="2737666"/>
                </a:cubicBezTo>
                <a:cubicBezTo>
                  <a:pt x="856908" y="2847443"/>
                  <a:pt x="915617" y="2958919"/>
                  <a:pt x="970874" y="3071923"/>
                </a:cubicBezTo>
                <a:cubicBezTo>
                  <a:pt x="972816" y="3059811"/>
                  <a:pt x="974883" y="3047495"/>
                  <a:pt x="976989" y="3035342"/>
                </a:cubicBezTo>
                <a:cubicBezTo>
                  <a:pt x="974837" y="3007709"/>
                  <a:pt x="972193" y="2980194"/>
                  <a:pt x="968689" y="2952712"/>
                </a:cubicBezTo>
                <a:cubicBezTo>
                  <a:pt x="973066" y="2973727"/>
                  <a:pt x="976910" y="2994696"/>
                  <a:pt x="980427" y="3015744"/>
                </a:cubicBezTo>
                <a:cubicBezTo>
                  <a:pt x="987629" y="2976468"/>
                  <a:pt x="995693" y="2937157"/>
                  <a:pt x="1004414" y="2897688"/>
                </a:cubicBezTo>
                <a:cubicBezTo>
                  <a:pt x="993474" y="2701171"/>
                  <a:pt x="961520" y="2509031"/>
                  <a:pt x="886756" y="2326008"/>
                </a:cubicBezTo>
                <a:cubicBezTo>
                  <a:pt x="886960" y="2326132"/>
                  <a:pt x="887164" y="2326257"/>
                  <a:pt x="887164" y="2326257"/>
                </a:cubicBezTo>
                <a:cubicBezTo>
                  <a:pt x="959991" y="2475339"/>
                  <a:pt x="1003549" y="2631311"/>
                  <a:pt x="1030315" y="2791162"/>
                </a:cubicBezTo>
                <a:cubicBezTo>
                  <a:pt x="1035304" y="2772232"/>
                  <a:pt x="1040293" y="2753302"/>
                  <a:pt x="1045775" y="2734253"/>
                </a:cubicBezTo>
                <a:cubicBezTo>
                  <a:pt x="1041221" y="2760029"/>
                  <a:pt x="1037201" y="2785851"/>
                  <a:pt x="1033469" y="2811429"/>
                </a:cubicBezTo>
                <a:cubicBezTo>
                  <a:pt x="1058334" y="2968438"/>
                  <a:pt x="1067558" y="3129048"/>
                  <a:pt x="1072802" y="3290446"/>
                </a:cubicBezTo>
                <a:lnTo>
                  <a:pt x="1085409" y="3320021"/>
                </a:lnTo>
                <a:lnTo>
                  <a:pt x="936504" y="3320021"/>
                </a:lnTo>
                <a:lnTo>
                  <a:pt x="939026" y="3289890"/>
                </a:lnTo>
                <a:cubicBezTo>
                  <a:pt x="926733" y="3254799"/>
                  <a:pt x="913618" y="3219905"/>
                  <a:pt x="900503" y="3185012"/>
                </a:cubicBezTo>
                <a:cubicBezTo>
                  <a:pt x="900045" y="3191032"/>
                  <a:pt x="900118" y="3197096"/>
                  <a:pt x="899864" y="3203240"/>
                </a:cubicBezTo>
                <a:lnTo>
                  <a:pt x="900028" y="3203201"/>
                </a:lnTo>
                <a:cubicBezTo>
                  <a:pt x="908057" y="3238627"/>
                  <a:pt x="916211" y="3273848"/>
                  <a:pt x="924405" y="3309234"/>
                </a:cubicBezTo>
                <a:lnTo>
                  <a:pt x="930828" y="3320021"/>
                </a:lnTo>
                <a:lnTo>
                  <a:pt x="833552" y="3320021"/>
                </a:lnTo>
                <a:lnTo>
                  <a:pt x="695149" y="3049530"/>
                </a:lnTo>
                <a:lnTo>
                  <a:pt x="695102" y="3048989"/>
                </a:lnTo>
                <a:lnTo>
                  <a:pt x="694977" y="3049193"/>
                </a:lnTo>
                <a:lnTo>
                  <a:pt x="695149" y="3049530"/>
                </a:lnTo>
                <a:lnTo>
                  <a:pt x="701778" y="3124885"/>
                </a:lnTo>
                <a:lnTo>
                  <a:pt x="786899" y="3320021"/>
                </a:lnTo>
                <a:lnTo>
                  <a:pt x="766282" y="3320021"/>
                </a:lnTo>
                <a:lnTo>
                  <a:pt x="702644" y="3134234"/>
                </a:lnTo>
                <a:cubicBezTo>
                  <a:pt x="706082" y="3170073"/>
                  <a:pt x="710012" y="3205793"/>
                  <a:pt x="714104" y="3241474"/>
                </a:cubicBezTo>
                <a:lnTo>
                  <a:pt x="761643" y="3320021"/>
                </a:lnTo>
                <a:lnTo>
                  <a:pt x="453120" y="3320021"/>
                </a:lnTo>
                <a:lnTo>
                  <a:pt x="391560" y="3175956"/>
                </a:lnTo>
                <a:cubicBezTo>
                  <a:pt x="388808" y="3222153"/>
                  <a:pt x="387777" y="3268280"/>
                  <a:pt x="388224" y="3314052"/>
                </a:cubicBezTo>
                <a:lnTo>
                  <a:pt x="389206" y="3320021"/>
                </a:lnTo>
                <a:lnTo>
                  <a:pt x="318201" y="3320021"/>
                </a:lnTo>
                <a:lnTo>
                  <a:pt x="298981" y="2971687"/>
                </a:lnTo>
                <a:cubicBezTo>
                  <a:pt x="283114" y="2937631"/>
                  <a:pt x="267123" y="2903781"/>
                  <a:pt x="250928" y="2869804"/>
                </a:cubicBezTo>
                <a:cubicBezTo>
                  <a:pt x="250718" y="2945973"/>
                  <a:pt x="250384" y="3022345"/>
                  <a:pt x="250215" y="3098678"/>
                </a:cubicBezTo>
                <a:cubicBezTo>
                  <a:pt x="268879" y="3166641"/>
                  <a:pt x="283969" y="3235641"/>
                  <a:pt x="296065" y="3305190"/>
                </a:cubicBezTo>
                <a:lnTo>
                  <a:pt x="302035" y="3320021"/>
                </a:lnTo>
                <a:lnTo>
                  <a:pt x="204708" y="3320021"/>
                </a:lnTo>
                <a:lnTo>
                  <a:pt x="211328" y="3239967"/>
                </a:lnTo>
                <a:cubicBezTo>
                  <a:pt x="208791" y="3229458"/>
                  <a:pt x="206294" y="3219112"/>
                  <a:pt x="203757" y="3208601"/>
                </a:cubicBezTo>
                <a:cubicBezTo>
                  <a:pt x="200128" y="3231723"/>
                  <a:pt x="196374" y="3255047"/>
                  <a:pt x="193112" y="3278253"/>
                </a:cubicBezTo>
                <a:lnTo>
                  <a:pt x="193276" y="3278213"/>
                </a:lnTo>
                <a:lnTo>
                  <a:pt x="202079" y="3320021"/>
                </a:lnTo>
                <a:lnTo>
                  <a:pt x="149495" y="3320021"/>
                </a:lnTo>
                <a:lnTo>
                  <a:pt x="129015" y="3060678"/>
                </a:lnTo>
                <a:cubicBezTo>
                  <a:pt x="125331" y="2970807"/>
                  <a:pt x="125299" y="2880316"/>
                  <a:pt x="129770" y="2789043"/>
                </a:cubicBezTo>
                <a:cubicBezTo>
                  <a:pt x="122771" y="2773006"/>
                  <a:pt x="115731" y="2756806"/>
                  <a:pt x="107912" y="2740967"/>
                </a:cubicBezTo>
                <a:cubicBezTo>
                  <a:pt x="115710" y="2754552"/>
                  <a:pt x="122851" y="2768295"/>
                  <a:pt x="130155" y="2781999"/>
                </a:cubicBezTo>
                <a:cubicBezTo>
                  <a:pt x="130835" y="2768975"/>
                  <a:pt x="131146" y="2755866"/>
                  <a:pt x="131990" y="2742802"/>
                </a:cubicBezTo>
                <a:cubicBezTo>
                  <a:pt x="132477" y="2758499"/>
                  <a:pt x="133252" y="2773952"/>
                  <a:pt x="134028" y="2789406"/>
                </a:cubicBezTo>
                <a:cubicBezTo>
                  <a:pt x="134311" y="2789859"/>
                  <a:pt x="134798" y="2790436"/>
                  <a:pt x="134917" y="2790929"/>
                </a:cubicBezTo>
                <a:cubicBezTo>
                  <a:pt x="134798" y="2790436"/>
                  <a:pt x="134679" y="2789943"/>
                  <a:pt x="134600" y="2789615"/>
                </a:cubicBezTo>
                <a:cubicBezTo>
                  <a:pt x="134759" y="2790272"/>
                  <a:pt x="134877" y="2790764"/>
                  <a:pt x="135036" y="2791422"/>
                </a:cubicBezTo>
                <a:cubicBezTo>
                  <a:pt x="175343" y="2868411"/>
                  <a:pt x="207807" y="2947468"/>
                  <a:pt x="233702" y="3028109"/>
                </a:cubicBezTo>
                <a:cubicBezTo>
                  <a:pt x="238719" y="2970419"/>
                  <a:pt x="243736" y="2912728"/>
                  <a:pt x="248590" y="2855075"/>
                </a:cubicBezTo>
                <a:cubicBezTo>
                  <a:pt x="168497" y="2687415"/>
                  <a:pt x="84747" y="2521159"/>
                  <a:pt x="0" y="2356533"/>
                </a:cubicBezTo>
                <a:lnTo>
                  <a:pt x="328" y="2356454"/>
                </a:lnTo>
                <a:cubicBezTo>
                  <a:pt x="103921" y="2506278"/>
                  <a:pt x="207133" y="2657408"/>
                  <a:pt x="307668" y="2810403"/>
                </a:cubicBezTo>
                <a:cubicBezTo>
                  <a:pt x="312430" y="2718537"/>
                  <a:pt x="321044" y="2626786"/>
                  <a:pt x="334080" y="2535355"/>
                </a:cubicBezTo>
                <a:cubicBezTo>
                  <a:pt x="327500" y="2523216"/>
                  <a:pt x="321083" y="2511035"/>
                  <a:pt x="314340" y="2498933"/>
                </a:cubicBezTo>
                <a:cubicBezTo>
                  <a:pt x="321429" y="2508866"/>
                  <a:pt x="328190" y="2518877"/>
                  <a:pt x="335116" y="2528850"/>
                </a:cubicBezTo>
                <a:cubicBezTo>
                  <a:pt x="339068" y="2501307"/>
                  <a:pt x="343513" y="2473644"/>
                  <a:pt x="348327" y="2446067"/>
                </a:cubicBezTo>
                <a:cubicBezTo>
                  <a:pt x="345496" y="2476816"/>
                  <a:pt x="343118" y="2507280"/>
                  <a:pt x="341311" y="2537955"/>
                </a:cubicBezTo>
                <a:cubicBezTo>
                  <a:pt x="413362" y="2641344"/>
                  <a:pt x="479038" y="2747837"/>
                  <a:pt x="537725" y="2857059"/>
                </a:cubicBezTo>
                <a:cubicBezTo>
                  <a:pt x="534260" y="2824701"/>
                  <a:pt x="530301" y="2792464"/>
                  <a:pt x="525358" y="2760465"/>
                </a:cubicBezTo>
                <a:cubicBezTo>
                  <a:pt x="495374" y="2714002"/>
                  <a:pt x="464610" y="2667903"/>
                  <a:pt x="433063" y="2622165"/>
                </a:cubicBezTo>
                <a:cubicBezTo>
                  <a:pt x="462447" y="2656781"/>
                  <a:pt x="491252" y="2691884"/>
                  <a:pt x="519769" y="2727230"/>
                </a:cubicBezTo>
                <a:cubicBezTo>
                  <a:pt x="517731" y="2715904"/>
                  <a:pt x="516021" y="2704500"/>
                  <a:pt x="513942" y="2693010"/>
                </a:cubicBezTo>
                <a:cubicBezTo>
                  <a:pt x="518620" y="2707349"/>
                  <a:pt x="522765" y="2721641"/>
                  <a:pt x="526949" y="2736098"/>
                </a:cubicBezTo>
                <a:cubicBezTo>
                  <a:pt x="573111" y="2793427"/>
                  <a:pt x="618158" y="2851894"/>
                  <a:pt x="661970" y="2911007"/>
                </a:cubicBezTo>
                <a:lnTo>
                  <a:pt x="681927" y="2674118"/>
                </a:lnTo>
                <a:lnTo>
                  <a:pt x="688216" y="2953505"/>
                </a:lnTo>
                <a:cubicBezTo>
                  <a:pt x="742838" y="3028603"/>
                  <a:pt x="795359" y="3105078"/>
                  <a:pt x="845536" y="3182639"/>
                </a:cubicBezTo>
                <a:cubicBezTo>
                  <a:pt x="833333" y="3106165"/>
                  <a:pt x="821130" y="3029691"/>
                  <a:pt x="808763" y="2953256"/>
                </a:cubicBezTo>
                <a:lnTo>
                  <a:pt x="682201" y="2670856"/>
                </a:lnTo>
                <a:lnTo>
                  <a:pt x="682922" y="2662303"/>
                </a:lnTo>
                <a:cubicBezTo>
                  <a:pt x="579590" y="2445161"/>
                  <a:pt x="465239" y="2232766"/>
                  <a:pt x="342648" y="2025835"/>
                </a:cubicBezTo>
                <a:close/>
                <a:moveTo>
                  <a:pt x="7092081" y="2017047"/>
                </a:moveTo>
                <a:cubicBezTo>
                  <a:pt x="7101482" y="2065350"/>
                  <a:pt x="7111664" y="2113290"/>
                  <a:pt x="7122173" y="2161150"/>
                </a:cubicBezTo>
                <a:cubicBezTo>
                  <a:pt x="7127875" y="2145176"/>
                  <a:pt x="7134109" y="2129247"/>
                  <a:pt x="7140015" y="2113398"/>
                </a:cubicBezTo>
                <a:cubicBezTo>
                  <a:pt x="7124382" y="2081024"/>
                  <a:pt x="7108498" y="2049058"/>
                  <a:pt x="7092081" y="2017047"/>
                </a:cubicBezTo>
                <a:close/>
                <a:moveTo>
                  <a:pt x="5967731" y="2010731"/>
                </a:moveTo>
                <a:lnTo>
                  <a:pt x="5967566" y="2010771"/>
                </a:lnTo>
                <a:lnTo>
                  <a:pt x="5967862" y="2011382"/>
                </a:lnTo>
                <a:lnTo>
                  <a:pt x="5977499" y="2059119"/>
                </a:lnTo>
                <a:cubicBezTo>
                  <a:pt x="5978014" y="2051174"/>
                  <a:pt x="5978654" y="2043026"/>
                  <a:pt x="5979334" y="2035041"/>
                </a:cubicBezTo>
                <a:lnTo>
                  <a:pt x="5967862" y="2011382"/>
                </a:lnTo>
                <a:close/>
                <a:moveTo>
                  <a:pt x="6530396" y="2009079"/>
                </a:moveTo>
                <a:cubicBezTo>
                  <a:pt x="6532571" y="2028887"/>
                  <a:pt x="6534541" y="2048571"/>
                  <a:pt x="6536387" y="2068458"/>
                </a:cubicBezTo>
                <a:cubicBezTo>
                  <a:pt x="6546546" y="2093985"/>
                  <a:pt x="6556665" y="2119347"/>
                  <a:pt x="6566989" y="2144836"/>
                </a:cubicBezTo>
                <a:cubicBezTo>
                  <a:pt x="6555023" y="2099585"/>
                  <a:pt x="6542690" y="2054250"/>
                  <a:pt x="6530396" y="2009079"/>
                </a:cubicBezTo>
                <a:close/>
                <a:moveTo>
                  <a:pt x="5196912" y="2003193"/>
                </a:moveTo>
                <a:cubicBezTo>
                  <a:pt x="5202240" y="2023108"/>
                  <a:pt x="5207444" y="2043228"/>
                  <a:pt x="5212937" y="2063104"/>
                </a:cubicBezTo>
                <a:cubicBezTo>
                  <a:pt x="5213118" y="2050896"/>
                  <a:pt x="5213503" y="2038811"/>
                  <a:pt x="5213725" y="2026767"/>
                </a:cubicBezTo>
                <a:cubicBezTo>
                  <a:pt x="5208174" y="2018895"/>
                  <a:pt x="5202625" y="2011025"/>
                  <a:pt x="5196912" y="2003193"/>
                </a:cubicBezTo>
                <a:close/>
                <a:moveTo>
                  <a:pt x="6048233" y="1946811"/>
                </a:moveTo>
                <a:cubicBezTo>
                  <a:pt x="6048271" y="1972175"/>
                  <a:pt x="6048187" y="1997741"/>
                  <a:pt x="6048062" y="2023144"/>
                </a:cubicBezTo>
                <a:lnTo>
                  <a:pt x="6047897" y="2023183"/>
                </a:lnTo>
                <a:cubicBezTo>
                  <a:pt x="6048504" y="2024254"/>
                  <a:pt x="6049069" y="2025160"/>
                  <a:pt x="6049635" y="2026066"/>
                </a:cubicBezTo>
                <a:cubicBezTo>
                  <a:pt x="6048781" y="2000204"/>
                  <a:pt x="6048380" y="1974060"/>
                  <a:pt x="6048673" y="1947921"/>
                </a:cubicBezTo>
                <a:cubicBezTo>
                  <a:pt x="6048430" y="1947632"/>
                  <a:pt x="6048311" y="1947139"/>
                  <a:pt x="6048233" y="1946811"/>
                </a:cubicBezTo>
                <a:close/>
                <a:moveTo>
                  <a:pt x="4431546" y="1864173"/>
                </a:moveTo>
                <a:cubicBezTo>
                  <a:pt x="4412049" y="2100188"/>
                  <a:pt x="4448953" y="2323631"/>
                  <a:pt x="4509130" y="2541978"/>
                </a:cubicBezTo>
                <a:cubicBezTo>
                  <a:pt x="4518479" y="2309281"/>
                  <a:pt x="4509283" y="2079671"/>
                  <a:pt x="4431546" y="1864173"/>
                </a:cubicBezTo>
                <a:close/>
                <a:moveTo>
                  <a:pt x="7100140" y="1862518"/>
                </a:moveTo>
                <a:cubicBezTo>
                  <a:pt x="7098442" y="1874920"/>
                  <a:pt x="7096703" y="1887156"/>
                  <a:pt x="7095168" y="1899519"/>
                </a:cubicBezTo>
                <a:cubicBezTo>
                  <a:pt x="7102416" y="1910108"/>
                  <a:pt x="7109665" y="1920696"/>
                  <a:pt x="7116788" y="1931490"/>
                </a:cubicBezTo>
                <a:cubicBezTo>
                  <a:pt x="7111075" y="1908539"/>
                  <a:pt x="7105525" y="1885548"/>
                  <a:pt x="7100140" y="1862518"/>
                </a:cubicBezTo>
                <a:close/>
                <a:moveTo>
                  <a:pt x="6356818" y="1844346"/>
                </a:moveTo>
                <a:lnTo>
                  <a:pt x="6356654" y="1844386"/>
                </a:lnTo>
                <a:lnTo>
                  <a:pt x="6356959" y="1845499"/>
                </a:lnTo>
                <a:lnTo>
                  <a:pt x="6379713" y="2032069"/>
                </a:lnTo>
                <a:cubicBezTo>
                  <a:pt x="6388212" y="2044963"/>
                  <a:pt x="6396711" y="2057857"/>
                  <a:pt x="6405212" y="2070751"/>
                </a:cubicBezTo>
                <a:cubicBezTo>
                  <a:pt x="6404305" y="2051157"/>
                  <a:pt x="6403563" y="2031525"/>
                  <a:pt x="6402493" y="2011972"/>
                </a:cubicBezTo>
                <a:lnTo>
                  <a:pt x="6356959" y="1845499"/>
                </a:lnTo>
                <a:close/>
                <a:moveTo>
                  <a:pt x="6035496" y="1814854"/>
                </a:moveTo>
                <a:lnTo>
                  <a:pt x="6035697" y="1815819"/>
                </a:lnTo>
                <a:lnTo>
                  <a:pt x="6024913" y="1982679"/>
                </a:lnTo>
                <a:cubicBezTo>
                  <a:pt x="6030852" y="1992888"/>
                  <a:pt x="6036668" y="2003302"/>
                  <a:pt x="6042608" y="2013511"/>
                </a:cubicBezTo>
                <a:cubicBezTo>
                  <a:pt x="6044313" y="1990334"/>
                  <a:pt x="6045893" y="1967361"/>
                  <a:pt x="6047434" y="1944223"/>
                </a:cubicBezTo>
                <a:cubicBezTo>
                  <a:pt x="6047394" y="1944059"/>
                  <a:pt x="6047315" y="1943730"/>
                  <a:pt x="6047275" y="1943567"/>
                </a:cubicBezTo>
                <a:cubicBezTo>
                  <a:pt x="6047479" y="1943690"/>
                  <a:pt x="6047518" y="1943855"/>
                  <a:pt x="6047518" y="1943855"/>
                </a:cubicBezTo>
                <a:cubicBezTo>
                  <a:pt x="6047722" y="1938940"/>
                  <a:pt x="6048129" y="1934149"/>
                  <a:pt x="6048499" y="1929195"/>
                </a:cubicBezTo>
                <a:cubicBezTo>
                  <a:pt x="6048537" y="1934399"/>
                  <a:pt x="6048413" y="1939642"/>
                  <a:pt x="6048453" y="1944846"/>
                </a:cubicBezTo>
                <a:cubicBezTo>
                  <a:pt x="6048696" y="1945135"/>
                  <a:pt x="6048900" y="1945260"/>
                  <a:pt x="6048939" y="1945424"/>
                </a:cubicBezTo>
                <a:cubicBezTo>
                  <a:pt x="6049268" y="1930225"/>
                  <a:pt x="6049596" y="1915026"/>
                  <a:pt x="6050088" y="1899788"/>
                </a:cubicBezTo>
                <a:cubicBezTo>
                  <a:pt x="6046504" y="1892138"/>
                  <a:pt x="6043288" y="1884572"/>
                  <a:pt x="6039743" y="1877087"/>
                </a:cubicBezTo>
                <a:cubicBezTo>
                  <a:pt x="6043339" y="1883344"/>
                  <a:pt x="6046606" y="1889680"/>
                  <a:pt x="6050202" y="1895937"/>
                </a:cubicBezTo>
                <a:cubicBezTo>
                  <a:pt x="6050225" y="1893151"/>
                  <a:pt x="6050577" y="1890287"/>
                  <a:pt x="6050598" y="1887501"/>
                </a:cubicBezTo>
                <a:lnTo>
                  <a:pt x="6035697" y="1815819"/>
                </a:lnTo>
                <a:lnTo>
                  <a:pt x="6035741" y="1815143"/>
                </a:lnTo>
                <a:close/>
                <a:moveTo>
                  <a:pt x="5874388" y="1814814"/>
                </a:moveTo>
                <a:cubicBezTo>
                  <a:pt x="5883363" y="1885116"/>
                  <a:pt x="5893324" y="1955180"/>
                  <a:pt x="5904270" y="2025007"/>
                </a:cubicBezTo>
                <a:cubicBezTo>
                  <a:pt x="5904554" y="2025459"/>
                  <a:pt x="5904796" y="2025748"/>
                  <a:pt x="5904915" y="2026241"/>
                </a:cubicBezTo>
                <a:cubicBezTo>
                  <a:pt x="5899162" y="1967848"/>
                  <a:pt x="5894394" y="1909217"/>
                  <a:pt x="5891144" y="1850393"/>
                </a:cubicBezTo>
                <a:cubicBezTo>
                  <a:pt x="5885504" y="1838547"/>
                  <a:pt x="5879865" y="1826700"/>
                  <a:pt x="5874388" y="1814814"/>
                </a:cubicBezTo>
                <a:close/>
                <a:moveTo>
                  <a:pt x="7290269" y="1810717"/>
                </a:moveTo>
                <a:cubicBezTo>
                  <a:pt x="7299794" y="1848736"/>
                  <a:pt x="7309772" y="1886472"/>
                  <a:pt x="7319913" y="1924169"/>
                </a:cubicBezTo>
                <a:cubicBezTo>
                  <a:pt x="7322383" y="1927917"/>
                  <a:pt x="7324851" y="1931666"/>
                  <a:pt x="7327320" y="1935415"/>
                </a:cubicBezTo>
                <a:cubicBezTo>
                  <a:pt x="7315400" y="1894671"/>
                  <a:pt x="7303645" y="1853889"/>
                  <a:pt x="7291396" y="1813226"/>
                </a:cubicBezTo>
                <a:cubicBezTo>
                  <a:pt x="7291034" y="1812444"/>
                  <a:pt x="7290632" y="1811498"/>
                  <a:pt x="7290269" y="1810717"/>
                </a:cubicBezTo>
                <a:close/>
                <a:moveTo>
                  <a:pt x="6138466" y="1794344"/>
                </a:moveTo>
                <a:cubicBezTo>
                  <a:pt x="6165664" y="1921420"/>
                  <a:pt x="6191587" y="2048977"/>
                  <a:pt x="6217018" y="2176654"/>
                </a:cubicBezTo>
                <a:cubicBezTo>
                  <a:pt x="6228570" y="2197152"/>
                  <a:pt x="6239464" y="2217810"/>
                  <a:pt x="6249867" y="2238586"/>
                </a:cubicBezTo>
                <a:cubicBezTo>
                  <a:pt x="6259556" y="2175770"/>
                  <a:pt x="6267399" y="2113226"/>
                  <a:pt x="6272128" y="2050738"/>
                </a:cubicBezTo>
                <a:cubicBezTo>
                  <a:pt x="6225206" y="1965788"/>
                  <a:pt x="6179599" y="1880518"/>
                  <a:pt x="6138466" y="1794344"/>
                </a:cubicBezTo>
                <a:close/>
                <a:moveTo>
                  <a:pt x="6115753" y="1745606"/>
                </a:moveTo>
                <a:lnTo>
                  <a:pt x="6115589" y="1745645"/>
                </a:lnTo>
                <a:cubicBezTo>
                  <a:pt x="6114445" y="1851062"/>
                  <a:pt x="6124343" y="1953985"/>
                  <a:pt x="6142781" y="2054849"/>
                </a:cubicBezTo>
                <a:cubicBezTo>
                  <a:pt x="6143297" y="2056984"/>
                  <a:pt x="6144141" y="2059040"/>
                  <a:pt x="6144655" y="2061175"/>
                </a:cubicBezTo>
                <a:cubicBezTo>
                  <a:pt x="6145301" y="2062409"/>
                  <a:pt x="6145986" y="2063807"/>
                  <a:pt x="6146632" y="2065042"/>
                </a:cubicBezTo>
                <a:cubicBezTo>
                  <a:pt x="6142776" y="2000108"/>
                  <a:pt x="6139412" y="1935055"/>
                  <a:pt x="6136908" y="1869969"/>
                </a:cubicBezTo>
                <a:cubicBezTo>
                  <a:pt x="6138483" y="1882970"/>
                  <a:pt x="6140222" y="1895932"/>
                  <a:pt x="6141795" y="1908934"/>
                </a:cubicBezTo>
                <a:cubicBezTo>
                  <a:pt x="6136450" y="1860869"/>
                  <a:pt x="6130409" y="1812799"/>
                  <a:pt x="6124570" y="1764853"/>
                </a:cubicBezTo>
                <a:cubicBezTo>
                  <a:pt x="6121631" y="1758437"/>
                  <a:pt x="6118692" y="1752021"/>
                  <a:pt x="6115753" y="1745606"/>
                </a:cubicBezTo>
                <a:close/>
                <a:moveTo>
                  <a:pt x="5224296" y="1739380"/>
                </a:moveTo>
                <a:lnTo>
                  <a:pt x="5224336" y="1739544"/>
                </a:lnTo>
                <a:lnTo>
                  <a:pt x="5228294" y="1748969"/>
                </a:lnTo>
                <a:lnTo>
                  <a:pt x="5226749" y="1793148"/>
                </a:lnTo>
                <a:close/>
                <a:moveTo>
                  <a:pt x="3790391" y="1722803"/>
                </a:moveTo>
                <a:cubicBezTo>
                  <a:pt x="3697817" y="1956297"/>
                  <a:pt x="3648472" y="2199690"/>
                  <a:pt x="3629406" y="2443247"/>
                </a:cubicBezTo>
                <a:cubicBezTo>
                  <a:pt x="3640204" y="2480785"/>
                  <a:pt x="3653059" y="2517479"/>
                  <a:pt x="3667758" y="2553902"/>
                </a:cubicBezTo>
                <a:cubicBezTo>
                  <a:pt x="3720484" y="2418829"/>
                  <a:pt x="3788923" y="2286222"/>
                  <a:pt x="3876662" y="2158688"/>
                </a:cubicBezTo>
                <a:cubicBezTo>
                  <a:pt x="3847974" y="2013202"/>
                  <a:pt x="3819491" y="1867841"/>
                  <a:pt x="3790391" y="1722803"/>
                </a:cubicBezTo>
                <a:close/>
                <a:moveTo>
                  <a:pt x="6902480" y="1681528"/>
                </a:moveTo>
                <a:cubicBezTo>
                  <a:pt x="6945232" y="1840649"/>
                  <a:pt x="6983302" y="2001248"/>
                  <a:pt x="7025851" y="2160245"/>
                </a:cubicBezTo>
                <a:cubicBezTo>
                  <a:pt x="7028150" y="2164730"/>
                  <a:pt x="7030410" y="2169050"/>
                  <a:pt x="7032708" y="2173535"/>
                </a:cubicBezTo>
                <a:cubicBezTo>
                  <a:pt x="7037816" y="2145017"/>
                  <a:pt x="7043048" y="2116297"/>
                  <a:pt x="7048650" y="2087660"/>
                </a:cubicBezTo>
                <a:cubicBezTo>
                  <a:pt x="7040604" y="2024085"/>
                  <a:pt x="7033416" y="1960477"/>
                  <a:pt x="7027873" y="1896472"/>
                </a:cubicBezTo>
                <a:lnTo>
                  <a:pt x="7027834" y="1896307"/>
                </a:lnTo>
                <a:cubicBezTo>
                  <a:pt x="6987940" y="1823910"/>
                  <a:pt x="6946156" y="1752317"/>
                  <a:pt x="6902480" y="1681528"/>
                </a:cubicBezTo>
                <a:close/>
                <a:moveTo>
                  <a:pt x="7036572" y="1632999"/>
                </a:moveTo>
                <a:lnTo>
                  <a:pt x="7036407" y="1633039"/>
                </a:lnTo>
                <a:cubicBezTo>
                  <a:pt x="7042404" y="1706840"/>
                  <a:pt x="7051522" y="1779888"/>
                  <a:pt x="7062851" y="1852751"/>
                </a:cubicBezTo>
                <a:cubicBezTo>
                  <a:pt x="7071884" y="1865690"/>
                  <a:pt x="7080955" y="1878793"/>
                  <a:pt x="7089822" y="1891772"/>
                </a:cubicBezTo>
                <a:cubicBezTo>
                  <a:pt x="7092546" y="1879297"/>
                  <a:pt x="7095310" y="1866986"/>
                  <a:pt x="7098238" y="1854636"/>
                </a:cubicBezTo>
                <a:cubicBezTo>
                  <a:pt x="7084465" y="1794703"/>
                  <a:pt x="7071844" y="1734491"/>
                  <a:pt x="7061192" y="1673804"/>
                </a:cubicBezTo>
                <a:cubicBezTo>
                  <a:pt x="7053191" y="1660095"/>
                  <a:pt x="7044901" y="1646629"/>
                  <a:pt x="7036572" y="1632999"/>
                </a:cubicBezTo>
                <a:close/>
                <a:moveTo>
                  <a:pt x="7031809" y="1563592"/>
                </a:moveTo>
                <a:cubicBezTo>
                  <a:pt x="7032546" y="1578881"/>
                  <a:pt x="7033610" y="1594091"/>
                  <a:pt x="7034674" y="1609301"/>
                </a:cubicBezTo>
                <a:cubicBezTo>
                  <a:pt x="7041368" y="1617591"/>
                  <a:pt x="7047897" y="1625921"/>
                  <a:pt x="7054590" y="1634211"/>
                </a:cubicBezTo>
                <a:cubicBezTo>
                  <a:pt x="7052795" y="1623174"/>
                  <a:pt x="7050796" y="1612014"/>
                  <a:pt x="7049165" y="1600937"/>
                </a:cubicBezTo>
                <a:cubicBezTo>
                  <a:pt x="7043570" y="1588558"/>
                  <a:pt x="7037772" y="1576056"/>
                  <a:pt x="7031848" y="1563756"/>
                </a:cubicBezTo>
                <a:close/>
                <a:moveTo>
                  <a:pt x="7028854" y="1428232"/>
                </a:moveTo>
                <a:lnTo>
                  <a:pt x="7028893" y="1428396"/>
                </a:lnTo>
                <a:lnTo>
                  <a:pt x="7029150" y="1431332"/>
                </a:lnTo>
                <a:lnTo>
                  <a:pt x="7028832" y="1430827"/>
                </a:lnTo>
                <a:close/>
                <a:moveTo>
                  <a:pt x="7116954" y="1281319"/>
                </a:moveTo>
                <a:cubicBezTo>
                  <a:pt x="7116681" y="1284513"/>
                  <a:pt x="7116575" y="1287668"/>
                  <a:pt x="7116302" y="1290861"/>
                </a:cubicBezTo>
                <a:cubicBezTo>
                  <a:pt x="7151807" y="1419234"/>
                  <a:pt x="7187600" y="1547363"/>
                  <a:pt x="7223886" y="1675374"/>
                </a:cubicBezTo>
                <a:cubicBezTo>
                  <a:pt x="7224731" y="1667349"/>
                  <a:pt x="7225574" y="1659325"/>
                  <a:pt x="7226419" y="1651302"/>
                </a:cubicBezTo>
                <a:cubicBezTo>
                  <a:pt x="7223734" y="1628662"/>
                  <a:pt x="7221378" y="1605943"/>
                  <a:pt x="7219226" y="1583349"/>
                </a:cubicBezTo>
                <a:cubicBezTo>
                  <a:pt x="7186490" y="1482288"/>
                  <a:pt x="7152442" y="1381543"/>
                  <a:pt x="7116993" y="1281484"/>
                </a:cubicBezTo>
                <a:close/>
                <a:moveTo>
                  <a:pt x="7100854" y="1235503"/>
                </a:moveTo>
                <a:cubicBezTo>
                  <a:pt x="7102170" y="1240225"/>
                  <a:pt x="7103685" y="1245073"/>
                  <a:pt x="7104835" y="1249835"/>
                </a:cubicBezTo>
                <a:cubicBezTo>
                  <a:pt x="7105005" y="1249099"/>
                  <a:pt x="7105220" y="1247831"/>
                  <a:pt x="7105220" y="1247831"/>
                </a:cubicBezTo>
                <a:cubicBezTo>
                  <a:pt x="7103697" y="1243680"/>
                  <a:pt x="7102377" y="1239653"/>
                  <a:pt x="7100854" y="1235503"/>
                </a:cubicBezTo>
                <a:close/>
                <a:moveTo>
                  <a:pt x="6171658" y="378151"/>
                </a:moveTo>
                <a:cubicBezTo>
                  <a:pt x="6254105" y="830598"/>
                  <a:pt x="6409444" y="1263192"/>
                  <a:pt x="6569163" y="1695945"/>
                </a:cubicBezTo>
                <a:cubicBezTo>
                  <a:pt x="6549797" y="1573235"/>
                  <a:pt x="6536711" y="1449182"/>
                  <a:pt x="6534418" y="1323047"/>
                </a:cubicBezTo>
                <a:cubicBezTo>
                  <a:pt x="6555618" y="1542634"/>
                  <a:pt x="6608264" y="1754978"/>
                  <a:pt x="6671091" y="1964865"/>
                </a:cubicBezTo>
                <a:cubicBezTo>
                  <a:pt x="6696290" y="1793512"/>
                  <a:pt x="6709881" y="1623746"/>
                  <a:pt x="6693533" y="1457383"/>
                </a:cubicBezTo>
                <a:cubicBezTo>
                  <a:pt x="6724882" y="1638373"/>
                  <a:pt x="6719020" y="1825042"/>
                  <a:pt x="6701964" y="2012851"/>
                </a:cubicBezTo>
                <a:cubicBezTo>
                  <a:pt x="6725357" y="2038486"/>
                  <a:pt x="6747927" y="2064319"/>
                  <a:pt x="6769717" y="2090514"/>
                </a:cubicBezTo>
                <a:cubicBezTo>
                  <a:pt x="6771592" y="1975884"/>
                  <a:pt x="6771495" y="1861731"/>
                  <a:pt x="6768495" y="1747062"/>
                </a:cubicBezTo>
                <a:cubicBezTo>
                  <a:pt x="6779610" y="1841351"/>
                  <a:pt x="6788671" y="1936484"/>
                  <a:pt x="6796377" y="2031770"/>
                </a:cubicBezTo>
                <a:cubicBezTo>
                  <a:pt x="6797770" y="2021701"/>
                  <a:pt x="6798835" y="2011712"/>
                  <a:pt x="6800228" y="2001644"/>
                </a:cubicBezTo>
                <a:cubicBezTo>
                  <a:pt x="6800953" y="1978008"/>
                  <a:pt x="6801717" y="1954537"/>
                  <a:pt x="6802810" y="1930986"/>
                </a:cubicBezTo>
                <a:cubicBezTo>
                  <a:pt x="6803276" y="1944429"/>
                  <a:pt x="6803863" y="1957667"/>
                  <a:pt x="6804452" y="1970907"/>
                </a:cubicBezTo>
                <a:cubicBezTo>
                  <a:pt x="6806762" y="1953840"/>
                  <a:pt x="6809277" y="1936897"/>
                  <a:pt x="6811627" y="1919994"/>
                </a:cubicBezTo>
                <a:cubicBezTo>
                  <a:pt x="6810694" y="1868606"/>
                  <a:pt x="6809306" y="1817499"/>
                  <a:pt x="6807307" y="1766020"/>
                </a:cubicBezTo>
                <a:lnTo>
                  <a:pt x="6807471" y="1765981"/>
                </a:lnTo>
                <a:cubicBezTo>
                  <a:pt x="6811582" y="1799572"/>
                  <a:pt x="6815489" y="1833038"/>
                  <a:pt x="6819271" y="1866709"/>
                </a:cubicBezTo>
                <a:cubicBezTo>
                  <a:pt x="6830965" y="1789158"/>
                  <a:pt x="6843724" y="1711699"/>
                  <a:pt x="6857749" y="1634454"/>
                </a:cubicBezTo>
                <a:cubicBezTo>
                  <a:pt x="6846187" y="1751422"/>
                  <a:pt x="6837490" y="1868741"/>
                  <a:pt x="6831701" y="1985879"/>
                </a:cubicBezTo>
                <a:cubicBezTo>
                  <a:pt x="6838558" y="2054607"/>
                  <a:pt x="6844430" y="2123573"/>
                  <a:pt x="6849974" y="2192617"/>
                </a:cubicBezTo>
                <a:cubicBezTo>
                  <a:pt x="6854312" y="2198348"/>
                  <a:pt x="6858650" y="2204079"/>
                  <a:pt x="6862823" y="2209849"/>
                </a:cubicBezTo>
                <a:cubicBezTo>
                  <a:pt x="6860121" y="2098583"/>
                  <a:pt x="6854754" y="1987787"/>
                  <a:pt x="6841503" y="1878895"/>
                </a:cubicBezTo>
                <a:cubicBezTo>
                  <a:pt x="6866113" y="2001729"/>
                  <a:pt x="6880667" y="2126818"/>
                  <a:pt x="6892755" y="2252501"/>
                </a:cubicBezTo>
                <a:cubicBezTo>
                  <a:pt x="6931103" y="2308414"/>
                  <a:pt x="6966409" y="2365409"/>
                  <a:pt x="6998471" y="2423361"/>
                </a:cubicBezTo>
                <a:cubicBezTo>
                  <a:pt x="7000737" y="2406826"/>
                  <a:pt x="7002962" y="2390126"/>
                  <a:pt x="7005392" y="2373552"/>
                </a:cubicBezTo>
                <a:cubicBezTo>
                  <a:pt x="6948764" y="2121676"/>
                  <a:pt x="6913498" y="1863254"/>
                  <a:pt x="6861849" y="1608961"/>
                </a:cubicBezTo>
                <a:cubicBezTo>
                  <a:pt x="6825275" y="1551751"/>
                  <a:pt x="6787755" y="1494943"/>
                  <a:pt x="6749000" y="1438781"/>
                </a:cubicBezTo>
                <a:cubicBezTo>
                  <a:pt x="6784266" y="1480492"/>
                  <a:pt x="6818791" y="1522730"/>
                  <a:pt x="6852863" y="1565251"/>
                </a:cubicBezTo>
                <a:cubicBezTo>
                  <a:pt x="6832937" y="1471177"/>
                  <a:pt x="6810586" y="1377861"/>
                  <a:pt x="6783678" y="1285821"/>
                </a:cubicBezTo>
                <a:cubicBezTo>
                  <a:pt x="6823174" y="1391854"/>
                  <a:pt x="6856550" y="1499886"/>
                  <a:pt x="6887134" y="1608593"/>
                </a:cubicBezTo>
                <a:cubicBezTo>
                  <a:pt x="6934582" y="1669088"/>
                  <a:pt x="6980505" y="1730471"/>
                  <a:pt x="7025234" y="1792664"/>
                </a:cubicBezTo>
                <a:cubicBezTo>
                  <a:pt x="7021696" y="1729044"/>
                  <a:pt x="7020206" y="1665276"/>
                  <a:pt x="7021056" y="1601119"/>
                </a:cubicBezTo>
                <a:cubicBezTo>
                  <a:pt x="7007663" y="1580195"/>
                  <a:pt x="6993739" y="1559226"/>
                  <a:pt x="6979197" y="1538579"/>
                </a:cubicBezTo>
                <a:cubicBezTo>
                  <a:pt x="6993694" y="1554719"/>
                  <a:pt x="7007533" y="1571015"/>
                  <a:pt x="7021208" y="1587353"/>
                </a:cubicBezTo>
                <a:cubicBezTo>
                  <a:pt x="7021718" y="1570024"/>
                  <a:pt x="7022188" y="1552533"/>
                  <a:pt x="7022987" y="1534962"/>
                </a:cubicBezTo>
                <a:cubicBezTo>
                  <a:pt x="6922299" y="1325176"/>
                  <a:pt x="6811538" y="1119735"/>
                  <a:pt x="6692825" y="919514"/>
                </a:cubicBezTo>
                <a:cubicBezTo>
                  <a:pt x="6751831" y="1002330"/>
                  <a:pt x="6809555" y="1086499"/>
                  <a:pt x="6865762" y="1171946"/>
                </a:cubicBezTo>
                <a:lnTo>
                  <a:pt x="7028832" y="1430827"/>
                </a:lnTo>
                <a:lnTo>
                  <a:pt x="7028768" y="1438679"/>
                </a:lnTo>
                <a:cubicBezTo>
                  <a:pt x="7029131" y="1439461"/>
                  <a:pt x="7029657" y="1440202"/>
                  <a:pt x="7029981" y="1440820"/>
                </a:cubicBezTo>
                <a:lnTo>
                  <a:pt x="7029150" y="1431332"/>
                </a:lnTo>
                <a:lnTo>
                  <a:pt x="7029601" y="1432048"/>
                </a:lnTo>
                <a:cubicBezTo>
                  <a:pt x="7030280" y="1424063"/>
                  <a:pt x="7030999" y="1416243"/>
                  <a:pt x="7031843" y="1408219"/>
                </a:cubicBezTo>
                <a:cubicBezTo>
                  <a:pt x="7030439" y="1389443"/>
                  <a:pt x="7029323" y="1370421"/>
                  <a:pt x="7028208" y="1351400"/>
                </a:cubicBezTo>
                <a:cubicBezTo>
                  <a:pt x="6984244" y="1109503"/>
                  <a:pt x="6941015" y="867774"/>
                  <a:pt x="6893228" y="627320"/>
                </a:cubicBezTo>
                <a:lnTo>
                  <a:pt x="6893149" y="626992"/>
                </a:lnTo>
                <a:cubicBezTo>
                  <a:pt x="6930397" y="752511"/>
                  <a:pt x="6966372" y="878511"/>
                  <a:pt x="7001894" y="1004794"/>
                </a:cubicBezTo>
                <a:cubicBezTo>
                  <a:pt x="6974725" y="859116"/>
                  <a:pt x="6946898" y="713597"/>
                  <a:pt x="6917799" y="568559"/>
                </a:cubicBezTo>
                <a:lnTo>
                  <a:pt x="6917720" y="568231"/>
                </a:lnTo>
                <a:cubicBezTo>
                  <a:pt x="6958548" y="707136"/>
                  <a:pt x="6997976" y="846727"/>
                  <a:pt x="7036952" y="986600"/>
                </a:cubicBezTo>
                <a:cubicBezTo>
                  <a:pt x="7037252" y="984963"/>
                  <a:pt x="7037348" y="983202"/>
                  <a:pt x="7037485" y="981606"/>
                </a:cubicBezTo>
                <a:cubicBezTo>
                  <a:pt x="7037547" y="984024"/>
                  <a:pt x="7037648" y="986606"/>
                  <a:pt x="7037710" y="989024"/>
                </a:cubicBezTo>
                <a:cubicBezTo>
                  <a:pt x="7052281" y="1041466"/>
                  <a:pt x="7066851" y="1093907"/>
                  <a:pt x="7081421" y="1146350"/>
                </a:cubicBezTo>
                <a:cubicBezTo>
                  <a:pt x="7093012" y="1172053"/>
                  <a:pt x="7104892" y="1197512"/>
                  <a:pt x="7116279" y="1223090"/>
                </a:cubicBezTo>
                <a:cubicBezTo>
                  <a:pt x="7130436" y="1165104"/>
                  <a:pt x="7151201" y="1105698"/>
                  <a:pt x="7179889" y="1044552"/>
                </a:cubicBezTo>
                <a:cubicBezTo>
                  <a:pt x="7179975" y="1044184"/>
                  <a:pt x="7180138" y="1044145"/>
                  <a:pt x="7180138" y="1044145"/>
                </a:cubicBezTo>
                <a:cubicBezTo>
                  <a:pt x="7152448" y="1113739"/>
                  <a:pt x="7135062" y="1180672"/>
                  <a:pt x="7126179" y="1245379"/>
                </a:cubicBezTo>
                <a:cubicBezTo>
                  <a:pt x="7156592" y="1314503"/>
                  <a:pt x="7186389" y="1383949"/>
                  <a:pt x="7215529" y="1453555"/>
                </a:cubicBezTo>
                <a:cubicBezTo>
                  <a:pt x="7214068" y="1416544"/>
                  <a:pt x="7213264" y="1379375"/>
                  <a:pt x="7213649" y="1342092"/>
                </a:cubicBezTo>
                <a:cubicBezTo>
                  <a:pt x="7217182" y="1391289"/>
                  <a:pt x="7222686" y="1440010"/>
                  <a:pt x="7229668" y="1488375"/>
                </a:cubicBezTo>
                <a:cubicBezTo>
                  <a:pt x="7234691" y="1500544"/>
                  <a:pt x="7239753" y="1512877"/>
                  <a:pt x="7244776" y="1525047"/>
                </a:cubicBezTo>
                <a:cubicBezTo>
                  <a:pt x="7251775" y="1460447"/>
                  <a:pt x="7258406" y="1395762"/>
                  <a:pt x="7264420" y="1331400"/>
                </a:cubicBezTo>
                <a:lnTo>
                  <a:pt x="7264585" y="1331360"/>
                </a:lnTo>
                <a:cubicBezTo>
                  <a:pt x="7263192" y="1406945"/>
                  <a:pt x="7261056" y="1483058"/>
                  <a:pt x="7258961" y="1559334"/>
                </a:cubicBezTo>
                <a:cubicBezTo>
                  <a:pt x="7274867" y="1598593"/>
                  <a:pt x="7290610" y="1637893"/>
                  <a:pt x="7306188" y="1677231"/>
                </a:cubicBezTo>
                <a:cubicBezTo>
                  <a:pt x="7299149" y="1620711"/>
                  <a:pt x="7293135" y="1564119"/>
                  <a:pt x="7289093" y="1507051"/>
                </a:cubicBezTo>
                <a:cubicBezTo>
                  <a:pt x="7304155" y="1594652"/>
                  <a:pt x="7323119" y="1681138"/>
                  <a:pt x="7344835" y="1766786"/>
                </a:cubicBezTo>
                <a:cubicBezTo>
                  <a:pt x="7358443" y="1388299"/>
                  <a:pt x="7345414" y="1015372"/>
                  <a:pt x="7158693" y="683155"/>
                </a:cubicBezTo>
                <a:cubicBezTo>
                  <a:pt x="7257986" y="820201"/>
                  <a:pt x="7324615" y="965564"/>
                  <a:pt x="7370762" y="1116067"/>
                </a:cubicBezTo>
                <a:lnTo>
                  <a:pt x="7392467" y="1205899"/>
                </a:lnTo>
                <a:lnTo>
                  <a:pt x="7392467" y="3320021"/>
                </a:lnTo>
                <a:lnTo>
                  <a:pt x="3208496" y="3320021"/>
                </a:lnTo>
                <a:lnTo>
                  <a:pt x="3210078" y="3239604"/>
                </a:lnTo>
                <a:cubicBezTo>
                  <a:pt x="3208623" y="3232135"/>
                  <a:pt x="3207168" y="3224666"/>
                  <a:pt x="3205548" y="3217237"/>
                </a:cubicBezTo>
                <a:cubicBezTo>
                  <a:pt x="3197140" y="3203278"/>
                  <a:pt x="3188566" y="3189359"/>
                  <a:pt x="3179829" y="3175480"/>
                </a:cubicBezTo>
                <a:lnTo>
                  <a:pt x="3203677" y="3320021"/>
                </a:lnTo>
                <a:lnTo>
                  <a:pt x="2734155" y="3320021"/>
                </a:lnTo>
                <a:lnTo>
                  <a:pt x="2730190" y="3300523"/>
                </a:lnTo>
                <a:cubicBezTo>
                  <a:pt x="2699125" y="3235901"/>
                  <a:pt x="2666910" y="3171555"/>
                  <a:pt x="2634366" y="3107290"/>
                </a:cubicBezTo>
                <a:lnTo>
                  <a:pt x="2692715" y="3320021"/>
                </a:lnTo>
                <a:lnTo>
                  <a:pt x="2326262" y="3320021"/>
                </a:lnTo>
                <a:lnTo>
                  <a:pt x="2323316" y="3215389"/>
                </a:lnTo>
                <a:cubicBezTo>
                  <a:pt x="2311990" y="3172070"/>
                  <a:pt x="2302019" y="3128597"/>
                  <a:pt x="2293158" y="3084684"/>
                </a:cubicBezTo>
                <a:cubicBezTo>
                  <a:pt x="2288270" y="3070918"/>
                  <a:pt x="2283055" y="3057231"/>
                  <a:pt x="2278005" y="3043504"/>
                </a:cubicBezTo>
                <a:cubicBezTo>
                  <a:pt x="2274572" y="3037208"/>
                  <a:pt x="2271016" y="3031114"/>
                  <a:pt x="2267420" y="3024857"/>
                </a:cubicBezTo>
                <a:cubicBezTo>
                  <a:pt x="2266894" y="3049315"/>
                  <a:pt x="2266735" y="3073856"/>
                  <a:pt x="2266741" y="3098359"/>
                </a:cubicBezTo>
                <a:cubicBezTo>
                  <a:pt x="2267505" y="3105125"/>
                  <a:pt x="2268106" y="3111932"/>
                  <a:pt x="2268870" y="3118699"/>
                </a:cubicBezTo>
                <a:lnTo>
                  <a:pt x="2268746" y="3118903"/>
                </a:lnTo>
                <a:cubicBezTo>
                  <a:pt x="2279227" y="3180326"/>
                  <a:pt x="2288599" y="3242190"/>
                  <a:pt x="2297273" y="3304050"/>
                </a:cubicBezTo>
                <a:lnTo>
                  <a:pt x="2310969" y="3320021"/>
                </a:lnTo>
                <a:lnTo>
                  <a:pt x="1827169" y="3320021"/>
                </a:lnTo>
                <a:lnTo>
                  <a:pt x="1836559" y="3299689"/>
                </a:lnTo>
                <a:cubicBezTo>
                  <a:pt x="1832057" y="3178083"/>
                  <a:pt x="1830138" y="3056375"/>
                  <a:pt x="1830676" y="2934770"/>
                </a:cubicBezTo>
                <a:cubicBezTo>
                  <a:pt x="1829618" y="2933982"/>
                  <a:pt x="1828598" y="2933359"/>
                  <a:pt x="1827538" y="2932572"/>
                </a:cubicBezTo>
                <a:cubicBezTo>
                  <a:pt x="1802838" y="3022473"/>
                  <a:pt x="1785669" y="3113336"/>
                  <a:pt x="1774519" y="3204658"/>
                </a:cubicBezTo>
                <a:cubicBezTo>
                  <a:pt x="1782560" y="3238690"/>
                  <a:pt x="1790930" y="3272643"/>
                  <a:pt x="1799627" y="3306517"/>
                </a:cubicBezTo>
                <a:lnTo>
                  <a:pt x="1808725" y="3320021"/>
                </a:lnTo>
                <a:lnTo>
                  <a:pt x="1664765" y="3320021"/>
                </a:lnTo>
                <a:lnTo>
                  <a:pt x="1620913" y="3234262"/>
                </a:lnTo>
                <a:cubicBezTo>
                  <a:pt x="1645432" y="3257365"/>
                  <a:pt x="1668513" y="3280990"/>
                  <a:pt x="1690321" y="3305096"/>
                </a:cubicBezTo>
                <a:cubicBezTo>
                  <a:pt x="1617561" y="3167816"/>
                  <a:pt x="1536789" y="3033338"/>
                  <a:pt x="1445621" y="2902588"/>
                </a:cubicBezTo>
                <a:cubicBezTo>
                  <a:pt x="1438842" y="2955143"/>
                  <a:pt x="1433253" y="3007584"/>
                  <a:pt x="1428854" y="3059913"/>
                </a:cubicBezTo>
                <a:lnTo>
                  <a:pt x="1537513" y="3320021"/>
                </a:lnTo>
                <a:lnTo>
                  <a:pt x="1475686" y="3320021"/>
                </a:lnTo>
                <a:lnTo>
                  <a:pt x="1474470" y="3316121"/>
                </a:lnTo>
                <a:lnTo>
                  <a:pt x="1473945" y="3314400"/>
                </a:lnTo>
                <a:lnTo>
                  <a:pt x="1473984" y="3314563"/>
                </a:lnTo>
                <a:lnTo>
                  <a:pt x="1474470" y="3316121"/>
                </a:lnTo>
                <a:lnTo>
                  <a:pt x="1475660" y="3320021"/>
                </a:lnTo>
                <a:lnTo>
                  <a:pt x="1338922" y="3320021"/>
                </a:lnTo>
                <a:lnTo>
                  <a:pt x="1355097" y="3206492"/>
                </a:lnTo>
                <a:cubicBezTo>
                  <a:pt x="1314286" y="2984860"/>
                  <a:pt x="1264608" y="2765370"/>
                  <a:pt x="1178225" y="2555086"/>
                </a:cubicBezTo>
                <a:cubicBezTo>
                  <a:pt x="1262835" y="2706189"/>
                  <a:pt x="1327696" y="2862581"/>
                  <a:pt x="1383563" y="3021317"/>
                </a:cubicBezTo>
                <a:cubicBezTo>
                  <a:pt x="1356434" y="2926201"/>
                  <a:pt x="1334723" y="2829777"/>
                  <a:pt x="1322333" y="2730929"/>
                </a:cubicBezTo>
                <a:cubicBezTo>
                  <a:pt x="1299620" y="2702349"/>
                  <a:pt x="1276454" y="2674053"/>
                  <a:pt x="1252468" y="2645955"/>
                </a:cubicBezTo>
                <a:cubicBezTo>
                  <a:pt x="1275481" y="2667858"/>
                  <a:pt x="1297877" y="2690084"/>
                  <a:pt x="1320108" y="2712350"/>
                </a:cubicBezTo>
                <a:cubicBezTo>
                  <a:pt x="1315408" y="2670559"/>
                  <a:pt x="1312186" y="2628413"/>
                  <a:pt x="1311059" y="2585585"/>
                </a:cubicBezTo>
                <a:cubicBezTo>
                  <a:pt x="1311224" y="2585546"/>
                  <a:pt x="1311184" y="2585381"/>
                  <a:pt x="1311184" y="2585381"/>
                </a:cubicBezTo>
                <a:cubicBezTo>
                  <a:pt x="1316331" y="2632626"/>
                  <a:pt x="1323817" y="2679478"/>
                  <a:pt x="1333233" y="2725691"/>
                </a:cubicBezTo>
                <a:cubicBezTo>
                  <a:pt x="1367572" y="2760675"/>
                  <a:pt x="1400925" y="2795897"/>
                  <a:pt x="1433333" y="2831521"/>
                </a:cubicBezTo>
                <a:cubicBezTo>
                  <a:pt x="1454313" y="2750687"/>
                  <a:pt x="1478204" y="2669670"/>
                  <a:pt x="1505374" y="2588559"/>
                </a:cubicBezTo>
                <a:cubicBezTo>
                  <a:pt x="1485016" y="2678453"/>
                  <a:pt x="1468883" y="2767850"/>
                  <a:pt x="1456317" y="2856907"/>
                </a:cubicBezTo>
                <a:cubicBezTo>
                  <a:pt x="1547758" y="2959265"/>
                  <a:pt x="1632001" y="3064925"/>
                  <a:pt x="1710735" y="3172958"/>
                </a:cubicBezTo>
                <a:cubicBezTo>
                  <a:pt x="1707925" y="3140442"/>
                  <a:pt x="1705938" y="3107729"/>
                  <a:pt x="1705265" y="3074699"/>
                </a:cubicBezTo>
                <a:cubicBezTo>
                  <a:pt x="1705389" y="3074495"/>
                  <a:pt x="1705514" y="3074291"/>
                  <a:pt x="1705514" y="3074291"/>
                </a:cubicBezTo>
                <a:cubicBezTo>
                  <a:pt x="1708651" y="3111767"/>
                  <a:pt x="1713555" y="3148642"/>
                  <a:pt x="1719773" y="3185200"/>
                </a:cubicBezTo>
                <a:cubicBezTo>
                  <a:pt x="1720787" y="3186520"/>
                  <a:pt x="1721839" y="3188004"/>
                  <a:pt x="1722892" y="3189487"/>
                </a:cubicBezTo>
                <a:cubicBezTo>
                  <a:pt x="1694501" y="2992664"/>
                  <a:pt x="1674931" y="2794233"/>
                  <a:pt x="1666930" y="2594052"/>
                </a:cubicBezTo>
                <a:cubicBezTo>
                  <a:pt x="1689052" y="2770665"/>
                  <a:pt x="1720577" y="2945183"/>
                  <a:pt x="1759162" y="3117996"/>
                </a:cubicBezTo>
                <a:cubicBezTo>
                  <a:pt x="1775595" y="3052162"/>
                  <a:pt x="1795302" y="2986928"/>
                  <a:pt x="1818768" y="2922872"/>
                </a:cubicBezTo>
                <a:cubicBezTo>
                  <a:pt x="1800308" y="2910471"/>
                  <a:pt x="1781434" y="2898517"/>
                  <a:pt x="1762067" y="2886681"/>
                </a:cubicBezTo>
                <a:cubicBezTo>
                  <a:pt x="1782022" y="2896637"/>
                  <a:pt x="1801440" y="2907243"/>
                  <a:pt x="1820653" y="2917724"/>
                </a:cubicBezTo>
                <a:cubicBezTo>
                  <a:pt x="1825348" y="2904774"/>
                  <a:pt x="1830410" y="2891908"/>
                  <a:pt x="1835472" y="2879043"/>
                </a:cubicBezTo>
                <a:cubicBezTo>
                  <a:pt x="1836005" y="2818611"/>
                  <a:pt x="1837149" y="2758552"/>
                  <a:pt x="1838746" y="2698211"/>
                </a:cubicBezTo>
                <a:cubicBezTo>
                  <a:pt x="1807935" y="2652644"/>
                  <a:pt x="1775851" y="2607558"/>
                  <a:pt x="1741467" y="2563026"/>
                </a:cubicBezTo>
                <a:cubicBezTo>
                  <a:pt x="1775392" y="2598457"/>
                  <a:pt x="1808083" y="2634535"/>
                  <a:pt x="1839500" y="2671093"/>
                </a:cubicBezTo>
                <a:cubicBezTo>
                  <a:pt x="1850956" y="2275052"/>
                  <a:pt x="1882933" y="1879792"/>
                  <a:pt x="1918444" y="1488371"/>
                </a:cubicBezTo>
                <a:lnTo>
                  <a:pt x="1918772" y="1488292"/>
                </a:lnTo>
                <a:cubicBezTo>
                  <a:pt x="1928064" y="1842135"/>
                  <a:pt x="1941801" y="2198555"/>
                  <a:pt x="1970891" y="2551616"/>
                </a:cubicBezTo>
                <a:cubicBezTo>
                  <a:pt x="1982113" y="2582274"/>
                  <a:pt x="1992352" y="2613170"/>
                  <a:pt x="2001933" y="2644224"/>
                </a:cubicBezTo>
                <a:cubicBezTo>
                  <a:pt x="2005914" y="2593039"/>
                  <a:pt x="2010303" y="2542103"/>
                  <a:pt x="2015636" y="2490765"/>
                </a:cubicBezTo>
                <a:lnTo>
                  <a:pt x="2015801" y="2490725"/>
                </a:lnTo>
                <a:cubicBezTo>
                  <a:pt x="2014606" y="2552013"/>
                  <a:pt x="2014764" y="2613147"/>
                  <a:pt x="2015540" y="2673958"/>
                </a:cubicBezTo>
                <a:cubicBezTo>
                  <a:pt x="2020919" y="2612008"/>
                  <a:pt x="2027121" y="2549861"/>
                  <a:pt x="2034674" y="2487561"/>
                </a:cubicBezTo>
                <a:lnTo>
                  <a:pt x="2034839" y="2487521"/>
                </a:lnTo>
                <a:cubicBezTo>
                  <a:pt x="2033128" y="2536593"/>
                  <a:pt x="2032239" y="2585468"/>
                  <a:pt x="2032047" y="2634348"/>
                </a:cubicBezTo>
                <a:cubicBezTo>
                  <a:pt x="2034827" y="2614908"/>
                  <a:pt x="2037443" y="2595508"/>
                  <a:pt x="2040263" y="2576232"/>
                </a:cubicBezTo>
                <a:cubicBezTo>
                  <a:pt x="2037234" y="2626319"/>
                  <a:pt x="2034737" y="2676450"/>
                  <a:pt x="2032568" y="2726503"/>
                </a:cubicBezTo>
                <a:cubicBezTo>
                  <a:pt x="2032777" y="2736010"/>
                  <a:pt x="2032534" y="2745800"/>
                  <a:pt x="2032744" y="2755309"/>
                </a:cubicBezTo>
                <a:cubicBezTo>
                  <a:pt x="2051900" y="2833232"/>
                  <a:pt x="2066911" y="2911983"/>
                  <a:pt x="2079992" y="2991374"/>
                </a:cubicBezTo>
                <a:cubicBezTo>
                  <a:pt x="2087722" y="3003237"/>
                  <a:pt x="2095412" y="3014936"/>
                  <a:pt x="2102977" y="3026839"/>
                </a:cubicBezTo>
                <a:cubicBezTo>
                  <a:pt x="2119008" y="2697991"/>
                  <a:pt x="2155448" y="2368735"/>
                  <a:pt x="2197891" y="2042028"/>
                </a:cubicBezTo>
                <a:cubicBezTo>
                  <a:pt x="2191344" y="2030748"/>
                  <a:pt x="2184634" y="2019507"/>
                  <a:pt x="2178088" y="2008228"/>
                </a:cubicBezTo>
                <a:cubicBezTo>
                  <a:pt x="2184894" y="2017706"/>
                  <a:pt x="2191866" y="2027146"/>
                  <a:pt x="2198632" y="2036461"/>
                </a:cubicBezTo>
                <a:cubicBezTo>
                  <a:pt x="2207030" y="1971176"/>
                  <a:pt x="2215835" y="1906141"/>
                  <a:pt x="2224641" y="1841105"/>
                </a:cubicBezTo>
                <a:lnTo>
                  <a:pt x="2224890" y="1840697"/>
                </a:lnTo>
                <a:cubicBezTo>
                  <a:pt x="2224590" y="1917931"/>
                  <a:pt x="2224658" y="1995248"/>
                  <a:pt x="2225054" y="2072487"/>
                </a:cubicBezTo>
                <a:cubicBezTo>
                  <a:pt x="2244182" y="2098456"/>
                  <a:pt x="2263187" y="2124629"/>
                  <a:pt x="2282316" y="2150598"/>
                </a:cubicBezTo>
                <a:cubicBezTo>
                  <a:pt x="2276143" y="2098388"/>
                  <a:pt x="2272801" y="2045669"/>
                  <a:pt x="2272869" y="1991953"/>
                </a:cubicBezTo>
                <a:cubicBezTo>
                  <a:pt x="2272955" y="1991584"/>
                  <a:pt x="2273119" y="1991545"/>
                  <a:pt x="2273119" y="1991545"/>
                </a:cubicBezTo>
                <a:cubicBezTo>
                  <a:pt x="2277654" y="2053534"/>
                  <a:pt x="2286749" y="2114249"/>
                  <a:pt x="2299620" y="2174053"/>
                </a:cubicBezTo>
                <a:cubicBezTo>
                  <a:pt x="2429623" y="2351215"/>
                  <a:pt x="2560351" y="2529941"/>
                  <a:pt x="2685727" y="2711696"/>
                </a:cubicBezTo>
                <a:cubicBezTo>
                  <a:pt x="2674566" y="2648177"/>
                  <a:pt x="2663406" y="2584660"/>
                  <a:pt x="2651673" y="2520932"/>
                </a:cubicBezTo>
                <a:cubicBezTo>
                  <a:pt x="2670535" y="2594756"/>
                  <a:pt x="2688945" y="2668863"/>
                  <a:pt x="2707190" y="2743010"/>
                </a:cubicBezTo>
                <a:cubicBezTo>
                  <a:pt x="2717920" y="2758667"/>
                  <a:pt x="2728690" y="2774489"/>
                  <a:pt x="2739257" y="2790186"/>
                </a:cubicBezTo>
                <a:cubicBezTo>
                  <a:pt x="2736613" y="2752592"/>
                  <a:pt x="2734501" y="2715042"/>
                  <a:pt x="2733046" y="2677335"/>
                </a:cubicBezTo>
                <a:cubicBezTo>
                  <a:pt x="2662098" y="2518763"/>
                  <a:pt x="2587124" y="2361511"/>
                  <a:pt x="2509931" y="2205141"/>
                </a:cubicBezTo>
                <a:cubicBezTo>
                  <a:pt x="2446600" y="2147959"/>
                  <a:pt x="2379855" y="2092471"/>
                  <a:pt x="2308703" y="2039610"/>
                </a:cubicBezTo>
                <a:cubicBezTo>
                  <a:pt x="2370630" y="2078014"/>
                  <a:pt x="2429963" y="2117913"/>
                  <a:pt x="2487235" y="2159353"/>
                </a:cubicBezTo>
                <a:cubicBezTo>
                  <a:pt x="2354724" y="1892602"/>
                  <a:pt x="2216290" y="1628670"/>
                  <a:pt x="2080923" y="1365214"/>
                </a:cubicBezTo>
                <a:cubicBezTo>
                  <a:pt x="2269728" y="1667906"/>
                  <a:pt x="2464127" y="1972898"/>
                  <a:pt x="2648231" y="2284198"/>
                </a:cubicBezTo>
                <a:cubicBezTo>
                  <a:pt x="2678469" y="2309397"/>
                  <a:pt x="2707926" y="2334958"/>
                  <a:pt x="2736765" y="2360842"/>
                </a:cubicBezTo>
                <a:cubicBezTo>
                  <a:pt x="2742910" y="2265341"/>
                  <a:pt x="2753896" y="2169020"/>
                  <a:pt x="2771076" y="2071724"/>
                </a:cubicBezTo>
                <a:cubicBezTo>
                  <a:pt x="2764536" y="2180702"/>
                  <a:pt x="2765753" y="2287981"/>
                  <a:pt x="2773046" y="2393793"/>
                </a:cubicBezTo>
                <a:cubicBezTo>
                  <a:pt x="2841406" y="2457408"/>
                  <a:pt x="2905650" y="2523407"/>
                  <a:pt x="2966353" y="2591302"/>
                </a:cubicBezTo>
                <a:cubicBezTo>
                  <a:pt x="2915389" y="2318248"/>
                  <a:pt x="2817160" y="2058168"/>
                  <a:pt x="2604113" y="1829277"/>
                </a:cubicBezTo>
                <a:cubicBezTo>
                  <a:pt x="2604317" y="1829401"/>
                  <a:pt x="2604482" y="1829362"/>
                  <a:pt x="2604482" y="1829362"/>
                </a:cubicBezTo>
                <a:cubicBezTo>
                  <a:pt x="2836429" y="2041525"/>
                  <a:pt x="2965476" y="2285999"/>
                  <a:pt x="3048263" y="2545463"/>
                </a:cubicBezTo>
                <a:cubicBezTo>
                  <a:pt x="3051084" y="2521147"/>
                  <a:pt x="3053904" y="2496832"/>
                  <a:pt x="3056927" y="2472641"/>
                </a:cubicBezTo>
                <a:cubicBezTo>
                  <a:pt x="2968041" y="2222470"/>
                  <a:pt x="2867773" y="1976262"/>
                  <a:pt x="2740595" y="1738810"/>
                </a:cubicBezTo>
                <a:cubicBezTo>
                  <a:pt x="2867614" y="1930248"/>
                  <a:pt x="2976173" y="2129444"/>
                  <a:pt x="3075155" y="2332167"/>
                </a:cubicBezTo>
                <a:cubicBezTo>
                  <a:pt x="3080343" y="2293899"/>
                  <a:pt x="3085530" y="2255630"/>
                  <a:pt x="3090921" y="2217487"/>
                </a:cubicBezTo>
                <a:cubicBezTo>
                  <a:pt x="3074958" y="2109596"/>
                  <a:pt x="3057845" y="2001983"/>
                  <a:pt x="3039256" y="1894727"/>
                </a:cubicBezTo>
                <a:lnTo>
                  <a:pt x="3039177" y="1894398"/>
                </a:lnTo>
                <a:cubicBezTo>
                  <a:pt x="3047404" y="1925605"/>
                  <a:pt x="3055507" y="1957015"/>
                  <a:pt x="3063571" y="1988263"/>
                </a:cubicBezTo>
                <a:cubicBezTo>
                  <a:pt x="3059624" y="1964711"/>
                  <a:pt x="3055638" y="1940995"/>
                  <a:pt x="3051611" y="1917116"/>
                </a:cubicBezTo>
                <a:cubicBezTo>
                  <a:pt x="3069862" y="1985527"/>
                  <a:pt x="3087167" y="2054340"/>
                  <a:pt x="3104183" y="2123396"/>
                </a:cubicBezTo>
                <a:cubicBezTo>
                  <a:pt x="3109959" y="2083248"/>
                  <a:pt x="3115899" y="2043060"/>
                  <a:pt x="3121799" y="2002708"/>
                </a:cubicBezTo>
                <a:lnTo>
                  <a:pt x="3122128" y="2002629"/>
                </a:lnTo>
                <a:cubicBezTo>
                  <a:pt x="3121290" y="2065394"/>
                  <a:pt x="3120820" y="2128244"/>
                  <a:pt x="3120514" y="2191054"/>
                </a:cubicBezTo>
                <a:cubicBezTo>
                  <a:pt x="3124710" y="2209158"/>
                  <a:pt x="3129070" y="2227221"/>
                  <a:pt x="3133431" y="2245285"/>
                </a:cubicBezTo>
                <a:cubicBezTo>
                  <a:pt x="3182141" y="2326850"/>
                  <a:pt x="3228546" y="2409666"/>
                  <a:pt x="3272857" y="2493162"/>
                </a:cubicBezTo>
                <a:cubicBezTo>
                  <a:pt x="3286168" y="2503678"/>
                  <a:pt x="3298990" y="2514313"/>
                  <a:pt x="3311810" y="2524948"/>
                </a:cubicBezTo>
                <a:cubicBezTo>
                  <a:pt x="3283633" y="2336936"/>
                  <a:pt x="3240194" y="2151217"/>
                  <a:pt x="3178161" y="1969813"/>
                </a:cubicBezTo>
                <a:cubicBezTo>
                  <a:pt x="3226457" y="2077025"/>
                  <a:pt x="3267896" y="2186065"/>
                  <a:pt x="3303832" y="2296782"/>
                </a:cubicBezTo>
                <a:cubicBezTo>
                  <a:pt x="3299029" y="2272568"/>
                  <a:pt x="3294392" y="2248315"/>
                  <a:pt x="3289097" y="2224221"/>
                </a:cubicBezTo>
                <a:cubicBezTo>
                  <a:pt x="3333384" y="2350820"/>
                  <a:pt x="3371596" y="2478888"/>
                  <a:pt x="3406359" y="2607787"/>
                </a:cubicBezTo>
                <a:cubicBezTo>
                  <a:pt x="3435233" y="2634531"/>
                  <a:pt x="3463121" y="2661514"/>
                  <a:pt x="3489861" y="2688775"/>
                </a:cubicBezTo>
                <a:cubicBezTo>
                  <a:pt x="3491095" y="2602453"/>
                  <a:pt x="3497585" y="2514862"/>
                  <a:pt x="3510682" y="2425851"/>
                </a:cubicBezTo>
                <a:cubicBezTo>
                  <a:pt x="3506866" y="2527395"/>
                  <a:pt x="3512120" y="2626921"/>
                  <a:pt x="3524398" y="2724580"/>
                </a:cubicBezTo>
                <a:cubicBezTo>
                  <a:pt x="3525575" y="2725859"/>
                  <a:pt x="3526549" y="2727015"/>
                  <a:pt x="3527727" y="2728294"/>
                </a:cubicBezTo>
                <a:cubicBezTo>
                  <a:pt x="3533537" y="2648689"/>
                  <a:pt x="3541929" y="2568981"/>
                  <a:pt x="3553350" y="2489585"/>
                </a:cubicBezTo>
                <a:cubicBezTo>
                  <a:pt x="3552433" y="2486504"/>
                  <a:pt x="3551516" y="2483423"/>
                  <a:pt x="3550395" y="2480219"/>
                </a:cubicBezTo>
                <a:cubicBezTo>
                  <a:pt x="3551561" y="2482892"/>
                  <a:pt x="3552524" y="2485440"/>
                  <a:pt x="3553691" y="2488113"/>
                </a:cubicBezTo>
                <a:cubicBezTo>
                  <a:pt x="3565192" y="2409045"/>
                  <a:pt x="3579355" y="2330203"/>
                  <a:pt x="3597158" y="2252047"/>
                </a:cubicBezTo>
                <a:cubicBezTo>
                  <a:pt x="3597305" y="2244018"/>
                  <a:pt x="3597491" y="2236152"/>
                  <a:pt x="3597803" y="2228083"/>
                </a:cubicBezTo>
                <a:cubicBezTo>
                  <a:pt x="3597927" y="2227879"/>
                  <a:pt x="3598092" y="2227839"/>
                  <a:pt x="3598092" y="2227839"/>
                </a:cubicBezTo>
                <a:cubicBezTo>
                  <a:pt x="3598374" y="2233332"/>
                  <a:pt x="3598822" y="2238786"/>
                  <a:pt x="3599105" y="2244278"/>
                </a:cubicBezTo>
                <a:cubicBezTo>
                  <a:pt x="3642039" y="2058565"/>
                  <a:pt x="3704652" y="1876618"/>
                  <a:pt x="3791082" y="1703346"/>
                </a:cubicBezTo>
                <a:cubicBezTo>
                  <a:pt x="3769111" y="1593604"/>
                  <a:pt x="3746726" y="1484309"/>
                  <a:pt x="3723974" y="1374929"/>
                </a:cubicBezTo>
                <a:lnTo>
                  <a:pt x="3723896" y="1374600"/>
                </a:lnTo>
                <a:cubicBezTo>
                  <a:pt x="3751811" y="1473697"/>
                  <a:pt x="3779275" y="1573077"/>
                  <a:pt x="3806411" y="1672536"/>
                </a:cubicBezTo>
                <a:cubicBezTo>
                  <a:pt x="3822810" y="1641119"/>
                  <a:pt x="3839617" y="1609952"/>
                  <a:pt x="3857567" y="1579204"/>
                </a:cubicBezTo>
                <a:cubicBezTo>
                  <a:pt x="3840522" y="1614426"/>
                  <a:pt x="3824911" y="1649823"/>
                  <a:pt x="3809910" y="1685593"/>
                </a:cubicBezTo>
                <a:cubicBezTo>
                  <a:pt x="3862986" y="1880282"/>
                  <a:pt x="3915156" y="2075537"/>
                  <a:pt x="3967942" y="2270468"/>
                </a:cubicBezTo>
                <a:cubicBezTo>
                  <a:pt x="3973362" y="2284280"/>
                  <a:pt x="3978328" y="2298374"/>
                  <a:pt x="3983255" y="2312304"/>
                </a:cubicBezTo>
                <a:cubicBezTo>
                  <a:pt x="3985089" y="2308385"/>
                  <a:pt x="3986555" y="2304383"/>
                  <a:pt x="3988186" y="2300339"/>
                </a:cubicBezTo>
                <a:cubicBezTo>
                  <a:pt x="3986636" y="2304711"/>
                  <a:pt x="3985247" y="2309043"/>
                  <a:pt x="3983696" y="2313415"/>
                </a:cubicBezTo>
                <a:cubicBezTo>
                  <a:pt x="4011444" y="2393088"/>
                  <a:pt x="4031636" y="2474586"/>
                  <a:pt x="4046574" y="2557350"/>
                </a:cubicBezTo>
                <a:cubicBezTo>
                  <a:pt x="4053580" y="2582770"/>
                  <a:pt x="4060708" y="2607986"/>
                  <a:pt x="4067838" y="2633202"/>
                </a:cubicBezTo>
                <a:cubicBezTo>
                  <a:pt x="4064671" y="2574011"/>
                  <a:pt x="4061670" y="2514778"/>
                  <a:pt x="4059491" y="2455349"/>
                </a:cubicBezTo>
                <a:lnTo>
                  <a:pt x="4059654" y="2455309"/>
                </a:lnTo>
                <a:cubicBezTo>
                  <a:pt x="4063896" y="2488000"/>
                  <a:pt x="4068670" y="2520736"/>
                  <a:pt x="4073239" y="2553348"/>
                </a:cubicBezTo>
                <a:cubicBezTo>
                  <a:pt x="4071988" y="2530883"/>
                  <a:pt x="4070533" y="2508295"/>
                  <a:pt x="4069366" y="2485463"/>
                </a:cubicBezTo>
                <a:cubicBezTo>
                  <a:pt x="4073041" y="2512208"/>
                  <a:pt x="4077044" y="2538874"/>
                  <a:pt x="4080884" y="2565578"/>
                </a:cubicBezTo>
                <a:lnTo>
                  <a:pt x="4066036" y="2171011"/>
                </a:lnTo>
                <a:lnTo>
                  <a:pt x="4145008" y="2752039"/>
                </a:lnTo>
                <a:cubicBezTo>
                  <a:pt x="4148349" y="2729162"/>
                  <a:pt x="4152058" y="2706370"/>
                  <a:pt x="4155892" y="2683373"/>
                </a:cubicBezTo>
                <a:cubicBezTo>
                  <a:pt x="4153898" y="2646317"/>
                  <a:pt x="4152070" y="2609221"/>
                  <a:pt x="4150568" y="2572045"/>
                </a:cubicBezTo>
                <a:cubicBezTo>
                  <a:pt x="4147381" y="2566037"/>
                  <a:pt x="4144319" y="2559826"/>
                  <a:pt x="4141129" y="2553817"/>
                </a:cubicBezTo>
                <a:cubicBezTo>
                  <a:pt x="4144164" y="2558472"/>
                  <a:pt x="4147160" y="2562962"/>
                  <a:pt x="4150359" y="2567578"/>
                </a:cubicBezTo>
                <a:cubicBezTo>
                  <a:pt x="4145597" y="2452812"/>
                  <a:pt x="4143050" y="2337861"/>
                  <a:pt x="4142755" y="2222885"/>
                </a:cubicBezTo>
                <a:lnTo>
                  <a:pt x="4065448" y="2155380"/>
                </a:lnTo>
                <a:lnTo>
                  <a:pt x="4065284" y="2151043"/>
                </a:lnTo>
                <a:cubicBezTo>
                  <a:pt x="4018511" y="2113500"/>
                  <a:pt x="3968815" y="2077530"/>
                  <a:pt x="3915043" y="2044109"/>
                </a:cubicBezTo>
                <a:cubicBezTo>
                  <a:pt x="3967801" y="2071171"/>
                  <a:pt x="4017633" y="2100504"/>
                  <a:pt x="4065074" y="2131456"/>
                </a:cubicBezTo>
                <a:cubicBezTo>
                  <a:pt x="4065069" y="2127112"/>
                  <a:pt x="4065024" y="2122605"/>
                  <a:pt x="4064978" y="2118098"/>
                </a:cubicBezTo>
                <a:cubicBezTo>
                  <a:pt x="4065431" y="2122855"/>
                  <a:pt x="4065885" y="2127611"/>
                  <a:pt x="4066337" y="2132367"/>
                </a:cubicBezTo>
                <a:cubicBezTo>
                  <a:pt x="4094380" y="2150624"/>
                  <a:pt x="4121266" y="2169855"/>
                  <a:pt x="4147370" y="2189448"/>
                </a:cubicBezTo>
                <a:cubicBezTo>
                  <a:pt x="4147755" y="2071528"/>
                  <a:pt x="4150150" y="1953297"/>
                  <a:pt x="4156153" y="1834890"/>
                </a:cubicBezTo>
                <a:cubicBezTo>
                  <a:pt x="4160530" y="1961741"/>
                  <a:pt x="4168804" y="2088171"/>
                  <a:pt x="4179743" y="2214131"/>
                </a:cubicBezTo>
                <a:cubicBezTo>
                  <a:pt x="4203561" y="2232886"/>
                  <a:pt x="4226597" y="2252003"/>
                  <a:pt x="4248726" y="2271686"/>
                </a:cubicBezTo>
                <a:cubicBezTo>
                  <a:pt x="4238325" y="2190433"/>
                  <a:pt x="4230096" y="2108828"/>
                  <a:pt x="4225029" y="2026635"/>
                </a:cubicBezTo>
                <a:cubicBezTo>
                  <a:pt x="4239915" y="2115668"/>
                  <a:pt x="4258416" y="2203831"/>
                  <a:pt x="4279542" y="2291359"/>
                </a:cubicBezTo>
                <a:cubicBezTo>
                  <a:pt x="4280069" y="2282021"/>
                  <a:pt x="4280595" y="2272683"/>
                  <a:pt x="4281326" y="2263470"/>
                </a:cubicBezTo>
                <a:cubicBezTo>
                  <a:pt x="4230103" y="2012376"/>
                  <a:pt x="4186387" y="1759990"/>
                  <a:pt x="4161755" y="1503868"/>
                </a:cubicBezTo>
                <a:cubicBezTo>
                  <a:pt x="4198029" y="1703829"/>
                  <a:pt x="4246088" y="1900770"/>
                  <a:pt x="4300348" y="2096041"/>
                </a:cubicBezTo>
                <a:cubicBezTo>
                  <a:pt x="4308349" y="2044234"/>
                  <a:pt x="4318525" y="1992075"/>
                  <a:pt x="4331039" y="1939526"/>
                </a:cubicBezTo>
                <a:cubicBezTo>
                  <a:pt x="4309357" y="1784182"/>
                  <a:pt x="4264486" y="1633566"/>
                  <a:pt x="4182266" y="1490923"/>
                </a:cubicBezTo>
                <a:cubicBezTo>
                  <a:pt x="4261372" y="1608424"/>
                  <a:pt x="4315512" y="1732646"/>
                  <a:pt x="4351504" y="1861596"/>
                </a:cubicBezTo>
                <a:cubicBezTo>
                  <a:pt x="4394829" y="1708461"/>
                  <a:pt x="4459616" y="1551362"/>
                  <a:pt x="4553092" y="1388554"/>
                </a:cubicBezTo>
                <a:cubicBezTo>
                  <a:pt x="4553214" y="1388350"/>
                  <a:pt x="4553379" y="1388311"/>
                  <a:pt x="4553544" y="1388271"/>
                </a:cubicBezTo>
                <a:cubicBezTo>
                  <a:pt x="4486928" y="1548592"/>
                  <a:pt x="4450974" y="1702034"/>
                  <a:pt x="4437475" y="1850577"/>
                </a:cubicBezTo>
                <a:cubicBezTo>
                  <a:pt x="4545224" y="2083856"/>
                  <a:pt x="4565988" y="2336915"/>
                  <a:pt x="4570869" y="2593287"/>
                </a:cubicBezTo>
                <a:cubicBezTo>
                  <a:pt x="4630813" y="2663799"/>
                  <a:pt x="4683323" y="2736626"/>
                  <a:pt x="4730533" y="2811254"/>
                </a:cubicBezTo>
                <a:cubicBezTo>
                  <a:pt x="4732940" y="2757148"/>
                  <a:pt x="4738875" y="2702537"/>
                  <a:pt x="4748869" y="2647467"/>
                </a:cubicBezTo>
                <a:cubicBezTo>
                  <a:pt x="4719463" y="2585399"/>
                  <a:pt x="4686687" y="2524491"/>
                  <a:pt x="4649189" y="2464897"/>
                </a:cubicBezTo>
                <a:lnTo>
                  <a:pt x="4752392" y="2615793"/>
                </a:lnTo>
                <a:lnTo>
                  <a:pt x="4751492" y="2622331"/>
                </a:lnTo>
                <a:cubicBezTo>
                  <a:pt x="4753190" y="2625050"/>
                  <a:pt x="4754849" y="2627603"/>
                  <a:pt x="4756383" y="2630361"/>
                </a:cubicBezTo>
                <a:lnTo>
                  <a:pt x="4753718" y="2617732"/>
                </a:lnTo>
                <a:lnTo>
                  <a:pt x="4754471" y="2618832"/>
                </a:lnTo>
                <a:cubicBezTo>
                  <a:pt x="4754990" y="2615230"/>
                  <a:pt x="4755880" y="2611713"/>
                  <a:pt x="4756604" y="2608237"/>
                </a:cubicBezTo>
                <a:cubicBezTo>
                  <a:pt x="4733121" y="2497990"/>
                  <a:pt x="4710952" y="2387426"/>
                  <a:pt x="4691326" y="2276596"/>
                </a:cubicBezTo>
                <a:cubicBezTo>
                  <a:pt x="4646421" y="2195677"/>
                  <a:pt x="4597326" y="2116116"/>
                  <a:pt x="4543627" y="2038362"/>
                </a:cubicBezTo>
                <a:cubicBezTo>
                  <a:pt x="4577886" y="2078058"/>
                  <a:pt x="4610911" y="2118398"/>
                  <a:pt x="4642621" y="2159057"/>
                </a:cubicBezTo>
                <a:cubicBezTo>
                  <a:pt x="4613312" y="2095227"/>
                  <a:pt x="4585604" y="2030837"/>
                  <a:pt x="4560853" y="1965733"/>
                </a:cubicBezTo>
                <a:cubicBezTo>
                  <a:pt x="4560826" y="1965623"/>
                  <a:pt x="4560813" y="1965569"/>
                  <a:pt x="4560813" y="1965569"/>
                </a:cubicBezTo>
                <a:cubicBezTo>
                  <a:pt x="4595775" y="2039852"/>
                  <a:pt x="4634841" y="2113144"/>
                  <a:pt x="4675918" y="2186124"/>
                </a:cubicBezTo>
                <a:cubicBezTo>
                  <a:pt x="4649440" y="2026029"/>
                  <a:pt x="4627435" y="1865029"/>
                  <a:pt x="4612446" y="1702855"/>
                </a:cubicBezTo>
                <a:cubicBezTo>
                  <a:pt x="4648896" y="1906423"/>
                  <a:pt x="4696388" y="2107498"/>
                  <a:pt x="4750903" y="2306705"/>
                </a:cubicBezTo>
                <a:cubicBezTo>
                  <a:pt x="4758111" y="2317130"/>
                  <a:pt x="4765195" y="2327759"/>
                  <a:pt x="4772239" y="2338223"/>
                </a:cubicBezTo>
                <a:cubicBezTo>
                  <a:pt x="4732318" y="2007240"/>
                  <a:pt x="4686275" y="1678256"/>
                  <a:pt x="4589666" y="1360088"/>
                </a:cubicBezTo>
                <a:cubicBezTo>
                  <a:pt x="4699962" y="1637763"/>
                  <a:pt x="4771114" y="1927493"/>
                  <a:pt x="4833810" y="2218917"/>
                </a:cubicBezTo>
                <a:cubicBezTo>
                  <a:pt x="4839466" y="2173236"/>
                  <a:pt x="4845532" y="2127805"/>
                  <a:pt x="4851760" y="2082334"/>
                </a:cubicBezTo>
                <a:cubicBezTo>
                  <a:pt x="4851857" y="2080572"/>
                  <a:pt x="4851993" y="2078976"/>
                  <a:pt x="4852089" y="2077215"/>
                </a:cubicBezTo>
                <a:cubicBezTo>
                  <a:pt x="4842463" y="1996295"/>
                  <a:pt x="4829841" y="1915924"/>
                  <a:pt x="4812457" y="1836704"/>
                </a:cubicBezTo>
                <a:cubicBezTo>
                  <a:pt x="4823193" y="1866784"/>
                  <a:pt x="4832944" y="1897102"/>
                  <a:pt x="4842242" y="1927703"/>
                </a:cubicBezTo>
                <a:cubicBezTo>
                  <a:pt x="4835084" y="1815254"/>
                  <a:pt x="4830594" y="1702335"/>
                  <a:pt x="4829467" y="1588951"/>
                </a:cubicBezTo>
                <a:cubicBezTo>
                  <a:pt x="4789189" y="1513519"/>
                  <a:pt x="4739465" y="1440713"/>
                  <a:pt x="4678037" y="1371255"/>
                </a:cubicBezTo>
                <a:cubicBezTo>
                  <a:pt x="4736725" y="1430080"/>
                  <a:pt x="4786500" y="1491576"/>
                  <a:pt x="4829292" y="1555105"/>
                </a:cubicBezTo>
                <a:cubicBezTo>
                  <a:pt x="4828392" y="1328185"/>
                  <a:pt x="4840618" y="1099487"/>
                  <a:pt x="4870563" y="868598"/>
                </a:cubicBezTo>
                <a:cubicBezTo>
                  <a:pt x="4865557" y="1166805"/>
                  <a:pt x="4890665" y="1460177"/>
                  <a:pt x="4936254" y="1749125"/>
                </a:cubicBezTo>
                <a:cubicBezTo>
                  <a:pt x="4963453" y="1810684"/>
                  <a:pt x="4985966" y="1873721"/>
                  <a:pt x="5004743" y="1937834"/>
                </a:cubicBezTo>
                <a:cubicBezTo>
                  <a:pt x="5009681" y="1920132"/>
                  <a:pt x="5014824" y="1902555"/>
                  <a:pt x="5020582" y="1884656"/>
                </a:cubicBezTo>
                <a:cubicBezTo>
                  <a:pt x="5020706" y="1884452"/>
                  <a:pt x="5020832" y="1884248"/>
                  <a:pt x="5020832" y="1884248"/>
                </a:cubicBezTo>
                <a:cubicBezTo>
                  <a:pt x="5015464" y="1904487"/>
                  <a:pt x="5010916" y="1924526"/>
                  <a:pt x="5006698" y="1944487"/>
                </a:cubicBezTo>
                <a:cubicBezTo>
                  <a:pt x="5038017" y="2053364"/>
                  <a:pt x="5058822" y="2165473"/>
                  <a:pt x="5074411" y="2279015"/>
                </a:cubicBezTo>
                <a:cubicBezTo>
                  <a:pt x="5076863" y="2249575"/>
                  <a:pt x="5079479" y="2220095"/>
                  <a:pt x="5082424" y="2190536"/>
                </a:cubicBezTo>
                <a:cubicBezTo>
                  <a:pt x="5082272" y="2249660"/>
                  <a:pt x="5083471" y="2308631"/>
                  <a:pt x="5085656" y="2367364"/>
                </a:cubicBezTo>
                <a:cubicBezTo>
                  <a:pt x="5091020" y="2413339"/>
                  <a:pt x="5095764" y="2459637"/>
                  <a:pt x="5100142" y="2505851"/>
                </a:cubicBezTo>
                <a:cubicBezTo>
                  <a:pt x="5103765" y="2518705"/>
                  <a:pt x="5107225" y="2531599"/>
                  <a:pt x="5110850" y="2544453"/>
                </a:cubicBezTo>
                <a:cubicBezTo>
                  <a:pt x="5108936" y="2482526"/>
                  <a:pt x="5106490" y="2420554"/>
                  <a:pt x="5102441" y="2359142"/>
                </a:cubicBezTo>
                <a:cubicBezTo>
                  <a:pt x="5108749" y="2404715"/>
                  <a:pt x="5114111" y="2450691"/>
                  <a:pt x="5119145" y="2496745"/>
                </a:cubicBezTo>
                <a:cubicBezTo>
                  <a:pt x="5121909" y="2479394"/>
                  <a:pt x="5124672" y="2462045"/>
                  <a:pt x="5127272" y="2444733"/>
                </a:cubicBezTo>
                <a:cubicBezTo>
                  <a:pt x="5114604" y="2324577"/>
                  <a:pt x="5097503" y="2205491"/>
                  <a:pt x="5072849" y="2088229"/>
                </a:cubicBezTo>
                <a:cubicBezTo>
                  <a:pt x="5099899" y="2157817"/>
                  <a:pt x="5123994" y="2228119"/>
                  <a:pt x="5146117" y="2298897"/>
                </a:cubicBezTo>
                <a:cubicBezTo>
                  <a:pt x="5149701" y="2266229"/>
                  <a:pt x="5152793" y="2233680"/>
                  <a:pt x="5155065" y="2201329"/>
                </a:cubicBezTo>
                <a:cubicBezTo>
                  <a:pt x="5147142" y="2177869"/>
                  <a:pt x="5139260" y="2154573"/>
                  <a:pt x="5131009" y="2131191"/>
                </a:cubicBezTo>
                <a:cubicBezTo>
                  <a:pt x="5139384" y="2149330"/>
                  <a:pt x="5147759" y="2167467"/>
                  <a:pt x="5155971" y="2185644"/>
                </a:cubicBezTo>
                <a:cubicBezTo>
                  <a:pt x="5157437" y="2161481"/>
                  <a:pt x="5158536" y="2137234"/>
                  <a:pt x="5159183" y="2113270"/>
                </a:cubicBezTo>
                <a:cubicBezTo>
                  <a:pt x="5108914" y="1845261"/>
                  <a:pt x="5073008" y="1574828"/>
                  <a:pt x="5055233" y="1301758"/>
                </a:cubicBezTo>
                <a:cubicBezTo>
                  <a:pt x="5076485" y="1444520"/>
                  <a:pt x="5103438" y="1586426"/>
                  <a:pt x="5134622" y="1727137"/>
                </a:cubicBezTo>
                <a:cubicBezTo>
                  <a:pt x="5153440" y="1786375"/>
                  <a:pt x="5167251" y="1846473"/>
                  <a:pt x="5177246" y="1907318"/>
                </a:cubicBezTo>
                <a:cubicBezTo>
                  <a:pt x="5184550" y="1936141"/>
                  <a:pt x="5191856" y="1964964"/>
                  <a:pt x="5199448" y="1993544"/>
                </a:cubicBezTo>
                <a:cubicBezTo>
                  <a:pt x="5205984" y="2001177"/>
                  <a:pt x="5212518" y="2008810"/>
                  <a:pt x="5218928" y="2016647"/>
                </a:cubicBezTo>
                <a:lnTo>
                  <a:pt x="5226749" y="1793148"/>
                </a:lnTo>
                <a:lnTo>
                  <a:pt x="5238345" y="2047413"/>
                </a:lnTo>
                <a:cubicBezTo>
                  <a:pt x="5245605" y="2056608"/>
                  <a:pt x="5252576" y="2066048"/>
                  <a:pt x="5259711" y="2075449"/>
                </a:cubicBezTo>
                <a:cubicBezTo>
                  <a:pt x="5254614" y="2047135"/>
                  <a:pt x="5249558" y="2018986"/>
                  <a:pt x="5244953" y="1990554"/>
                </a:cubicBezTo>
                <a:cubicBezTo>
                  <a:pt x="5255107" y="2026857"/>
                  <a:pt x="5265917" y="2063002"/>
                  <a:pt x="5277180" y="2098864"/>
                </a:cubicBezTo>
                <a:cubicBezTo>
                  <a:pt x="5293834" y="2121781"/>
                  <a:pt x="5309910" y="2145184"/>
                  <a:pt x="5325533" y="2168871"/>
                </a:cubicBezTo>
                <a:cubicBezTo>
                  <a:pt x="5314213" y="2069418"/>
                  <a:pt x="5300063" y="1970474"/>
                  <a:pt x="5280328" y="1872878"/>
                </a:cubicBezTo>
                <a:lnTo>
                  <a:pt x="5228294" y="1748969"/>
                </a:lnTo>
                <a:lnTo>
                  <a:pt x="5228697" y="1737450"/>
                </a:lnTo>
                <a:cubicBezTo>
                  <a:pt x="5200101" y="1666497"/>
                  <a:pt x="5173599" y="1594863"/>
                  <a:pt x="5150054" y="1522517"/>
                </a:cubicBezTo>
                <a:cubicBezTo>
                  <a:pt x="5183640" y="1604779"/>
                  <a:pt x="5221290" y="1685885"/>
                  <a:pt x="5261529" y="1766193"/>
                </a:cubicBezTo>
                <a:cubicBezTo>
                  <a:pt x="5250849" y="1724108"/>
                  <a:pt x="5239223" y="1682426"/>
                  <a:pt x="5225917" y="1640975"/>
                </a:cubicBezTo>
                <a:cubicBezTo>
                  <a:pt x="5226122" y="1641099"/>
                  <a:pt x="5226122" y="1641099"/>
                  <a:pt x="5226122" y="1641099"/>
                </a:cubicBezTo>
                <a:cubicBezTo>
                  <a:pt x="5249779" y="1699515"/>
                  <a:pt x="5270233" y="1759053"/>
                  <a:pt x="5288184" y="1819020"/>
                </a:cubicBezTo>
                <a:cubicBezTo>
                  <a:pt x="5296490" y="1835436"/>
                  <a:pt x="5304922" y="1851649"/>
                  <a:pt x="5313557" y="1867985"/>
                </a:cubicBezTo>
                <a:cubicBezTo>
                  <a:pt x="5306933" y="1715263"/>
                  <a:pt x="5310466" y="1562870"/>
                  <a:pt x="5327675" y="1411693"/>
                </a:cubicBezTo>
                <a:cubicBezTo>
                  <a:pt x="5321989" y="1546533"/>
                  <a:pt x="5326916" y="1681417"/>
                  <a:pt x="5340002" y="1815550"/>
                </a:cubicBezTo>
                <a:cubicBezTo>
                  <a:pt x="5345721" y="1837804"/>
                  <a:pt x="5351113" y="1860137"/>
                  <a:pt x="5356543" y="1882635"/>
                </a:cubicBezTo>
                <a:cubicBezTo>
                  <a:pt x="5346446" y="1783929"/>
                  <a:pt x="5339096" y="1685082"/>
                  <a:pt x="5335031" y="1585441"/>
                </a:cubicBezTo>
                <a:cubicBezTo>
                  <a:pt x="5357727" y="1752184"/>
                  <a:pt x="5389863" y="1916996"/>
                  <a:pt x="5429879" y="2079905"/>
                </a:cubicBezTo>
                <a:cubicBezTo>
                  <a:pt x="5445956" y="2108349"/>
                  <a:pt x="5462196" y="2136753"/>
                  <a:pt x="5478436" y="2165157"/>
                </a:cubicBezTo>
                <a:cubicBezTo>
                  <a:pt x="5481862" y="2111673"/>
                  <a:pt x="5485782" y="2058071"/>
                  <a:pt x="5490396" y="2004473"/>
                </a:cubicBezTo>
                <a:cubicBezTo>
                  <a:pt x="5480561" y="1939245"/>
                  <a:pt x="5470395" y="1874096"/>
                  <a:pt x="5459904" y="1809026"/>
                </a:cubicBezTo>
                <a:lnTo>
                  <a:pt x="5459824" y="1808697"/>
                </a:lnTo>
                <a:cubicBezTo>
                  <a:pt x="5478857" y="1881786"/>
                  <a:pt x="5497231" y="1955032"/>
                  <a:pt x="5515239" y="2028194"/>
                </a:cubicBezTo>
                <a:cubicBezTo>
                  <a:pt x="5504020" y="1956522"/>
                  <a:pt x="5492639" y="1884889"/>
                  <a:pt x="5480561" y="1813251"/>
                </a:cubicBezTo>
                <a:cubicBezTo>
                  <a:pt x="5513857" y="1941114"/>
                  <a:pt x="5545222" y="2069617"/>
                  <a:pt x="5575930" y="2198278"/>
                </a:cubicBezTo>
                <a:cubicBezTo>
                  <a:pt x="5576865" y="2189189"/>
                  <a:pt x="5577471" y="2180180"/>
                  <a:pt x="5578445" y="2171256"/>
                </a:cubicBezTo>
                <a:cubicBezTo>
                  <a:pt x="5578224" y="2183300"/>
                  <a:pt x="5578332" y="2195266"/>
                  <a:pt x="5578071" y="2207146"/>
                </a:cubicBezTo>
                <a:cubicBezTo>
                  <a:pt x="5585880" y="2239497"/>
                  <a:pt x="5593853" y="2271808"/>
                  <a:pt x="5601497" y="2304198"/>
                </a:cubicBezTo>
                <a:cubicBezTo>
                  <a:pt x="5604312" y="2265459"/>
                  <a:pt x="5607002" y="2226926"/>
                  <a:pt x="5609488" y="2188266"/>
                </a:cubicBezTo>
                <a:cubicBezTo>
                  <a:pt x="5609612" y="2183022"/>
                  <a:pt x="5609737" y="2177779"/>
                  <a:pt x="5609861" y="2172535"/>
                </a:cubicBezTo>
                <a:cubicBezTo>
                  <a:pt x="5602302" y="2154897"/>
                  <a:pt x="5594906" y="2137217"/>
                  <a:pt x="5586854" y="2119697"/>
                </a:cubicBezTo>
                <a:cubicBezTo>
                  <a:pt x="5594368" y="2132829"/>
                  <a:pt x="5601430" y="2146244"/>
                  <a:pt x="5608780" y="2159416"/>
                </a:cubicBezTo>
                <a:cubicBezTo>
                  <a:pt x="5587426" y="1973753"/>
                  <a:pt x="5572387" y="1787610"/>
                  <a:pt x="5562183" y="1601342"/>
                </a:cubicBezTo>
                <a:cubicBezTo>
                  <a:pt x="5554370" y="1569688"/>
                  <a:pt x="5545608" y="1538436"/>
                  <a:pt x="5535166" y="1507415"/>
                </a:cubicBezTo>
                <a:cubicBezTo>
                  <a:pt x="5544334" y="1528837"/>
                  <a:pt x="5552884" y="1550582"/>
                  <a:pt x="5560738" y="1572321"/>
                </a:cubicBezTo>
                <a:cubicBezTo>
                  <a:pt x="5550258" y="1374825"/>
                  <a:pt x="5544980" y="1177288"/>
                  <a:pt x="5542484" y="980470"/>
                </a:cubicBezTo>
                <a:cubicBezTo>
                  <a:pt x="5584200" y="1423285"/>
                  <a:pt x="5645876" y="1870320"/>
                  <a:pt x="5744174" y="2303474"/>
                </a:cubicBezTo>
                <a:lnTo>
                  <a:pt x="5766830" y="2189484"/>
                </a:lnTo>
                <a:lnTo>
                  <a:pt x="5753625" y="2365666"/>
                </a:lnTo>
                <a:cubicBezTo>
                  <a:pt x="5766774" y="2421580"/>
                  <a:pt x="5780539" y="2477170"/>
                  <a:pt x="5794923" y="2532438"/>
                </a:cubicBezTo>
                <a:cubicBezTo>
                  <a:pt x="5805869" y="2461151"/>
                  <a:pt x="5816690" y="2390067"/>
                  <a:pt x="5826322" y="2319097"/>
                </a:cubicBezTo>
                <a:cubicBezTo>
                  <a:pt x="5823140" y="2307352"/>
                  <a:pt x="5819833" y="2295812"/>
                  <a:pt x="5816854" y="2284193"/>
                </a:cubicBezTo>
                <a:lnTo>
                  <a:pt x="5768143" y="2182876"/>
                </a:lnTo>
                <a:lnTo>
                  <a:pt x="5769679" y="2175147"/>
                </a:lnTo>
                <a:cubicBezTo>
                  <a:pt x="5762114" y="2158204"/>
                  <a:pt x="5754876" y="2141182"/>
                  <a:pt x="5747804" y="2124120"/>
                </a:cubicBezTo>
                <a:cubicBezTo>
                  <a:pt x="5755511" y="2138770"/>
                  <a:pt x="5763421" y="2153543"/>
                  <a:pt x="5771457" y="2168113"/>
                </a:cubicBezTo>
                <a:cubicBezTo>
                  <a:pt x="5773654" y="2159936"/>
                  <a:pt x="5775483" y="2151674"/>
                  <a:pt x="5777680" y="2143498"/>
                </a:cubicBezTo>
                <a:cubicBezTo>
                  <a:pt x="5776128" y="2152910"/>
                  <a:pt x="5774906" y="2162241"/>
                  <a:pt x="5773519" y="2171613"/>
                </a:cubicBezTo>
                <a:cubicBezTo>
                  <a:pt x="5784866" y="2191987"/>
                  <a:pt x="5796746" y="2212407"/>
                  <a:pt x="5808915" y="2232583"/>
                </a:cubicBezTo>
                <a:cubicBezTo>
                  <a:pt x="5781689" y="2119069"/>
                  <a:pt x="5761813" y="2003607"/>
                  <a:pt x="5752612" y="1885569"/>
                </a:cubicBezTo>
                <a:cubicBezTo>
                  <a:pt x="5775518" y="2001343"/>
                  <a:pt x="5808939" y="2113882"/>
                  <a:pt x="5849794" y="2224106"/>
                </a:cubicBezTo>
                <a:cubicBezTo>
                  <a:pt x="5835405" y="2048580"/>
                  <a:pt x="5828192" y="1872539"/>
                  <a:pt x="5825649" y="1696413"/>
                </a:cubicBezTo>
                <a:cubicBezTo>
                  <a:pt x="5750813" y="1527484"/>
                  <a:pt x="5683777" y="1356324"/>
                  <a:pt x="5635186" y="1179496"/>
                </a:cubicBezTo>
                <a:cubicBezTo>
                  <a:pt x="5687543" y="1326567"/>
                  <a:pt x="5752884" y="1469114"/>
                  <a:pt x="5824840" y="1609543"/>
                </a:cubicBezTo>
                <a:cubicBezTo>
                  <a:pt x="5824313" y="1502965"/>
                  <a:pt x="5825180" y="1396399"/>
                  <a:pt x="5827277" y="1289885"/>
                </a:cubicBezTo>
                <a:cubicBezTo>
                  <a:pt x="5836698" y="1421078"/>
                  <a:pt x="5848782" y="1552496"/>
                  <a:pt x="5863448" y="1683814"/>
                </a:cubicBezTo>
                <a:cubicBezTo>
                  <a:pt x="5872689" y="1701221"/>
                  <a:pt x="5881891" y="1718464"/>
                  <a:pt x="5891257" y="1735667"/>
                </a:cubicBezTo>
                <a:cubicBezTo>
                  <a:pt x="5879049" y="1639730"/>
                  <a:pt x="5866308" y="1543748"/>
                  <a:pt x="5852706" y="1447800"/>
                </a:cubicBezTo>
                <a:lnTo>
                  <a:pt x="5852870" y="1447760"/>
                </a:lnTo>
                <a:cubicBezTo>
                  <a:pt x="5879598" y="1567129"/>
                  <a:pt x="5905215" y="1686940"/>
                  <a:pt x="5930341" y="1806870"/>
                </a:cubicBezTo>
                <a:cubicBezTo>
                  <a:pt x="5952510" y="1846876"/>
                  <a:pt x="5975172" y="1886764"/>
                  <a:pt x="5997794" y="1926488"/>
                </a:cubicBezTo>
                <a:cubicBezTo>
                  <a:pt x="6006294" y="1873865"/>
                  <a:pt x="6017586" y="1820567"/>
                  <a:pt x="6032116" y="1767010"/>
                </a:cubicBezTo>
                <a:cubicBezTo>
                  <a:pt x="6029313" y="1748918"/>
                  <a:pt x="6026674" y="1730786"/>
                  <a:pt x="6024488" y="1712371"/>
                </a:cubicBezTo>
                <a:cubicBezTo>
                  <a:pt x="6027937" y="1726658"/>
                  <a:pt x="6031838" y="1740661"/>
                  <a:pt x="6035617" y="1754870"/>
                </a:cubicBezTo>
                <a:cubicBezTo>
                  <a:pt x="6046374" y="1716646"/>
                  <a:pt x="6058283" y="1678146"/>
                  <a:pt x="6072532" y="1639255"/>
                </a:cubicBezTo>
                <a:cubicBezTo>
                  <a:pt x="6060248" y="1688447"/>
                  <a:pt x="6050961" y="1737089"/>
                  <a:pt x="6044098" y="1784972"/>
                </a:cubicBezTo>
                <a:cubicBezTo>
                  <a:pt x="6048843" y="1801032"/>
                  <a:pt x="6053588" y="1817091"/>
                  <a:pt x="6058787" y="1832867"/>
                </a:cubicBezTo>
                <a:cubicBezTo>
                  <a:pt x="6063113" y="1774474"/>
                  <a:pt x="6070763" y="1715452"/>
                  <a:pt x="6081863" y="1655597"/>
                </a:cubicBezTo>
                <a:cubicBezTo>
                  <a:pt x="5958643" y="1354627"/>
                  <a:pt x="5904509" y="1038197"/>
                  <a:pt x="6036160" y="680050"/>
                </a:cubicBezTo>
                <a:cubicBezTo>
                  <a:pt x="6036285" y="679846"/>
                  <a:pt x="6036245" y="679681"/>
                  <a:pt x="6036410" y="679642"/>
                </a:cubicBezTo>
                <a:cubicBezTo>
                  <a:pt x="5939216" y="997669"/>
                  <a:pt x="5990071" y="1278917"/>
                  <a:pt x="6106495" y="1543816"/>
                </a:cubicBezTo>
                <a:cubicBezTo>
                  <a:pt x="6130750" y="1448463"/>
                  <a:pt x="6164238" y="1351053"/>
                  <a:pt x="6208645" y="1251357"/>
                </a:cubicBezTo>
                <a:cubicBezTo>
                  <a:pt x="6167449" y="1369395"/>
                  <a:pt x="6142221" y="1483752"/>
                  <a:pt x="6129842" y="1595182"/>
                </a:cubicBezTo>
                <a:cubicBezTo>
                  <a:pt x="6186236" y="1714342"/>
                  <a:pt x="6254948" y="1830529"/>
                  <a:pt x="6328420" y="1945566"/>
                </a:cubicBezTo>
                <a:cubicBezTo>
                  <a:pt x="6327005" y="1867704"/>
                  <a:pt x="6326779" y="1789729"/>
                  <a:pt x="6327578" y="1711680"/>
                </a:cubicBezTo>
                <a:cubicBezTo>
                  <a:pt x="6272882" y="1489404"/>
                  <a:pt x="6229721" y="1264517"/>
                  <a:pt x="6214999" y="1034329"/>
                </a:cubicBezTo>
                <a:cubicBezTo>
                  <a:pt x="6241726" y="1194017"/>
                  <a:pt x="6282661" y="1349927"/>
                  <a:pt x="6331767" y="1503691"/>
                </a:cubicBezTo>
                <a:cubicBezTo>
                  <a:pt x="6331813" y="1503159"/>
                  <a:pt x="6331818" y="1502462"/>
                  <a:pt x="6331824" y="1501766"/>
                </a:cubicBezTo>
                <a:cubicBezTo>
                  <a:pt x="6331858" y="1502627"/>
                  <a:pt x="6331767" y="1503691"/>
                  <a:pt x="6331965" y="1504512"/>
                </a:cubicBezTo>
                <a:cubicBezTo>
                  <a:pt x="6356021" y="1579690"/>
                  <a:pt x="6382046" y="1654391"/>
                  <a:pt x="6409385" y="1728776"/>
                </a:cubicBezTo>
                <a:cubicBezTo>
                  <a:pt x="6406905" y="1686103"/>
                  <a:pt x="6403644" y="1643791"/>
                  <a:pt x="6399233" y="1601757"/>
                </a:cubicBezTo>
                <a:cubicBezTo>
                  <a:pt x="6408751" y="1655592"/>
                  <a:pt x="6416339" y="1710067"/>
                  <a:pt x="6422738" y="1764655"/>
                </a:cubicBezTo>
                <a:cubicBezTo>
                  <a:pt x="6435089" y="1797821"/>
                  <a:pt x="6447727" y="1830744"/>
                  <a:pt x="6460405" y="1863831"/>
                </a:cubicBezTo>
                <a:cubicBezTo>
                  <a:pt x="6456431" y="1833683"/>
                  <a:pt x="6452456" y="1803535"/>
                  <a:pt x="6448974" y="1773268"/>
                </a:cubicBezTo>
                <a:cubicBezTo>
                  <a:pt x="6457217" y="1817505"/>
                  <a:pt x="6466573" y="1861300"/>
                  <a:pt x="6476459" y="1905141"/>
                </a:cubicBezTo>
                <a:cubicBezTo>
                  <a:pt x="6492356" y="1945793"/>
                  <a:pt x="6508413" y="1986406"/>
                  <a:pt x="6524637" y="2026979"/>
                </a:cubicBezTo>
                <a:cubicBezTo>
                  <a:pt x="6524076" y="2005217"/>
                  <a:pt x="6523391" y="1983659"/>
                  <a:pt x="6522504" y="1961977"/>
                </a:cubicBezTo>
                <a:cubicBezTo>
                  <a:pt x="6379402" y="1440405"/>
                  <a:pt x="6224670" y="918165"/>
                  <a:pt x="6171658" y="378151"/>
                </a:cubicBezTo>
                <a:close/>
                <a:moveTo>
                  <a:pt x="7360309" y="0"/>
                </a:moveTo>
                <a:lnTo>
                  <a:pt x="7392467" y="248068"/>
                </a:lnTo>
                <a:lnTo>
                  <a:pt x="7392467" y="725824"/>
                </a:lnTo>
                <a:close/>
              </a:path>
            </a:pathLst>
          </a:custGeom>
          <a:solidFill>
            <a:srgbClr val="667448"/>
          </a:solidFill>
          <a:ln w="1689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14090" y="2255636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(Presented By Arnob Dey Argho)</a:t>
            </a:r>
          </a:p>
        </p:txBody>
      </p:sp>
    </p:spTree>
    <p:extLst>
      <p:ext uri="{BB962C8B-B14F-4D97-AF65-F5344CB8AC3E}">
        <p14:creationId xmlns:p14="http://schemas.microsoft.com/office/powerpoint/2010/main" val="3092813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787C9E-AA25-414B-AE66-CBE7A935346A}"/>
              </a:ext>
            </a:extLst>
          </p:cNvPr>
          <p:cNvSpPr txBox="1"/>
          <p:nvPr/>
        </p:nvSpPr>
        <p:spPr>
          <a:xfrm>
            <a:off x="4534505" y="245340"/>
            <a:ext cx="3092513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245B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About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245B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CNN Model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245B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449" y="984732"/>
            <a:ext cx="8405460" cy="420273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860" y="5437595"/>
            <a:ext cx="6864637" cy="120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36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80A0-10DC-49A1-9F43-D56D38729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67" y="476525"/>
            <a:ext cx="11886461" cy="439200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sz="3000" dirty="0">
                <a:solidFill>
                  <a:srgbClr val="FF0000"/>
                </a:solidFill>
                <a:latin typeface="+mn-lt"/>
              </a:rPr>
              <a:t>Explainable</a:t>
            </a:r>
            <a:r>
              <a:rPr lang="en-US" sz="3000" dirty="0">
                <a:solidFill>
                  <a:srgbClr val="FF0000"/>
                </a:solidFill>
                <a:latin typeface="roboto"/>
              </a:rPr>
              <a:t> </a:t>
            </a:r>
            <a:r>
              <a:rPr lang="en-US" sz="3000" dirty="0">
                <a:solidFill>
                  <a:srgbClr val="FF0000"/>
                </a:solidFill>
                <a:latin typeface="+mj-lt"/>
              </a:rPr>
              <a:t>AI (XAI)</a:t>
            </a:r>
            <a:br>
              <a:rPr lang="en-US" sz="3000" dirty="0">
                <a:solidFill>
                  <a:srgbClr val="FF0000"/>
                </a:solidFill>
                <a:latin typeface="+mj-lt"/>
              </a:rPr>
            </a:br>
            <a:r>
              <a:rPr lang="en-US" sz="3000" dirty="0">
                <a:solidFill>
                  <a:srgbClr val="FF0000"/>
                </a:solidFill>
                <a:latin typeface="+mn-lt"/>
              </a:rPr>
              <a:t>(LSD)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00500" y="185963"/>
            <a:ext cx="34026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Explainable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(XAI)</a:t>
            </a:r>
            <a:b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(LSD)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229600" y="1024541"/>
            <a:ext cx="34057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7542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442160-91C5-4708-936E-657CA013299F}"/>
              </a:ext>
            </a:extLst>
          </p:cNvPr>
          <p:cNvCxnSpPr>
            <a:cxnSpLocks/>
          </p:cNvCxnSpPr>
          <p:nvPr/>
        </p:nvCxnSpPr>
        <p:spPr>
          <a:xfrm>
            <a:off x="4216566" y="2702728"/>
            <a:ext cx="1671190" cy="104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80692" y="183638"/>
            <a:ext cx="391257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600" normalizeH="0" baseline="0" noProof="0" dirty="0">
                <a:ln>
                  <a:noFill/>
                </a:ln>
                <a:solidFill>
                  <a:srgbClr val="667448"/>
                </a:solidFill>
                <a:effectLst/>
                <a:uLnTx/>
                <a:uFillTx/>
                <a:latin typeface="Questrial" pitchFamily="2" charset="0"/>
                <a:ea typeface="+mn-ea"/>
                <a:cs typeface="+mn-cs"/>
              </a:rPr>
              <a:t>LIME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37792" y="740117"/>
            <a:ext cx="5238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Questrial" panose="020B0604020202020204" charset="0"/>
                <a:ea typeface="+mn-ea"/>
                <a:cs typeface="+mn-cs"/>
              </a:rPr>
              <a:t>(Local Interpretable Model-agnostic Explanations)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estrial" panose="020B0604020202020204" charset="0"/>
              <a:ea typeface="+mn-ea"/>
              <a:cs typeface="Arial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217" y="1278869"/>
            <a:ext cx="8772795" cy="421438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C4E4E79-9EE4-4AC3-B668-C5EE46B5942A}"/>
              </a:ext>
            </a:extLst>
          </p:cNvPr>
          <p:cNvGrpSpPr/>
          <p:nvPr/>
        </p:nvGrpSpPr>
        <p:grpSpPr>
          <a:xfrm>
            <a:off x="3873161" y="5803255"/>
            <a:ext cx="4153390" cy="868680"/>
            <a:chOff x="502920" y="4929080"/>
            <a:chExt cx="4153390" cy="868680"/>
          </a:xfrm>
        </p:grpSpPr>
        <p:sp>
          <p:nvSpPr>
            <p:cNvPr id="19" name="Rounded Rectangle 35">
              <a:extLst>
                <a:ext uri="{FF2B5EF4-FFF2-40B4-BE49-F238E27FC236}">
                  <a16:creationId xmlns:a16="http://schemas.microsoft.com/office/drawing/2014/main" id="{89F01EF4-E6C8-4FF3-A102-C49FC826A91D}"/>
                </a:ext>
              </a:extLst>
            </p:cNvPr>
            <p:cNvSpPr/>
            <p:nvPr/>
          </p:nvSpPr>
          <p:spPr>
            <a:xfrm>
              <a:off x="502920" y="4929080"/>
              <a:ext cx="4153390" cy="868680"/>
            </a:xfrm>
            <a:prstGeom prst="roundRect">
              <a:avLst/>
            </a:prstGeom>
            <a:solidFill>
              <a:srgbClr val="F8F7EE"/>
            </a:solidFill>
            <a:ln w="19050">
              <a:solidFill>
                <a:srgbClr val="B0BE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54B6187-B7EF-4EAC-8C43-F33A3494BAE8}"/>
                </a:ext>
              </a:extLst>
            </p:cNvPr>
            <p:cNvSpPr txBox="1"/>
            <p:nvPr/>
          </p:nvSpPr>
          <p:spPr>
            <a:xfrm>
              <a:off x="658368" y="5033677"/>
              <a:ext cx="457200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2C4B1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☑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F1575FC-15A4-4AAA-8488-1D38642FE71D}"/>
                </a:ext>
              </a:extLst>
            </p:cNvPr>
            <p:cNvSpPr txBox="1"/>
            <p:nvPr/>
          </p:nvSpPr>
          <p:spPr>
            <a:xfrm>
              <a:off x="1234439" y="4952272"/>
              <a:ext cx="3421871" cy="3231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373C46"/>
                  </a:solidFill>
                  <a:effectLst/>
                  <a:uLnTx/>
                  <a:uFillTx/>
                  <a:latin typeface="Questrial" panose="020B0604020202020204" charset="0"/>
                  <a:ea typeface="+mn-ea"/>
                  <a:cs typeface="+mn-cs"/>
                </a:rPr>
                <a:t>Model Prediction: Lumpy Skin Disease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79D1676-3023-444B-A6E8-F2371F1A69FA}"/>
                </a:ext>
              </a:extLst>
            </p:cNvPr>
            <p:cNvSpPr txBox="1"/>
            <p:nvPr/>
          </p:nvSpPr>
          <p:spPr>
            <a:xfrm>
              <a:off x="1261872" y="5177861"/>
              <a:ext cx="2834640" cy="55399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3000" b="1" i="0" u="none" strike="noStrike" kern="1200" cap="none" spc="0" normalizeH="0" baseline="0" noProof="0" dirty="0">
                  <a:ln>
                    <a:noFill/>
                  </a:ln>
                  <a:solidFill>
                    <a:srgbClr val="2C4B14"/>
                  </a:solidFill>
                  <a:effectLst/>
                  <a:uLnTx/>
                  <a:uFillTx/>
                  <a:latin typeface="Questrial" panose="020B0604020202020204" charset="0"/>
                  <a:ea typeface="+mn-ea"/>
                  <a:cs typeface="+mn-cs"/>
                </a:rPr>
                <a:t>P(LSD) = 0.9</a:t>
              </a:r>
              <a:r>
                <a:rPr kumimoji="0" 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rgbClr val="2C4B14"/>
                  </a:solidFill>
                  <a:effectLst/>
                  <a:uLnTx/>
                  <a:uFillTx/>
                  <a:latin typeface="Questrial" panose="020B0604020202020204" charset="0"/>
                  <a:ea typeface="+mn-ea"/>
                  <a:cs typeface="+mn-cs"/>
                </a:rPr>
                <a:t>59</a:t>
              </a:r>
              <a:endPara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2C4B14"/>
                </a:solidFill>
                <a:effectLst/>
                <a:uLnTx/>
                <a:uFillTx/>
                <a:latin typeface="Questrial" panose="020B060402020202020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1075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95954" y="246185"/>
            <a:ext cx="56886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B0C571">
                    <a:lumMod val="50000"/>
                  </a:srgbClr>
                </a:solidFill>
                <a:effectLst/>
                <a:uLnTx/>
                <a:uFillTx/>
                <a:latin typeface="Questrial" panose="020B0604020202020204" charset="0"/>
                <a:ea typeface="+mn-ea"/>
                <a:cs typeface="+mn-cs"/>
              </a:rPr>
              <a:t>SHAP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B0C571">
                    <a:lumMod val="50000"/>
                  </a:srgbClr>
                </a:solidFill>
                <a:effectLst/>
                <a:uLnTx/>
                <a:uFillTx/>
                <a:latin typeface="Questrial" panose="020B0604020202020204" charset="0"/>
                <a:ea typeface="+mn-ea"/>
                <a:cs typeface="+mn-cs"/>
              </a:rPr>
              <a:t>(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B0C571">
                    <a:lumMod val="50000"/>
                  </a:srgbClr>
                </a:solidFill>
                <a:effectLst/>
                <a:uLnTx/>
                <a:uFillTx/>
                <a:latin typeface="Questrial" panose="020B0604020202020204" charset="0"/>
                <a:ea typeface="+mn-ea"/>
                <a:cs typeface="+mn-cs"/>
              </a:rPr>
              <a:t>SHapley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B0C571">
                    <a:lumMod val="50000"/>
                  </a:srgbClr>
                </a:solidFill>
                <a:effectLst/>
                <a:uLnTx/>
                <a:uFillTx/>
                <a:latin typeface="Questrial" panose="020B0604020202020204" charset="0"/>
                <a:ea typeface="+mn-ea"/>
                <a:cs typeface="+mn-cs"/>
              </a:rPr>
              <a:t> Additive 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B0C571">
                    <a:lumMod val="50000"/>
                  </a:srgbClr>
                </a:solidFill>
                <a:effectLst/>
                <a:uLnTx/>
                <a:uFillTx/>
                <a:latin typeface="Questrial" panose="020B0604020202020204" charset="0"/>
                <a:ea typeface="+mn-ea"/>
                <a:cs typeface="+mn-cs"/>
              </a:rPr>
              <a:t>exPlanations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B0C571">
                    <a:lumMod val="50000"/>
                  </a:srgbClr>
                </a:solidFill>
                <a:effectLst/>
                <a:uLnTx/>
                <a:uFillTx/>
                <a:latin typeface="Questrial" panose="020B0604020202020204" charset="0"/>
                <a:ea typeface="+mn-ea"/>
                <a:cs typeface="+mn-cs"/>
              </a:rPr>
              <a:t>)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B0C571">
                  <a:lumMod val="50000"/>
                </a:srgbClr>
              </a:solidFill>
              <a:effectLst/>
              <a:uLnTx/>
              <a:uFillTx/>
              <a:latin typeface="Questrial" panose="020B0604020202020204" charset="0"/>
              <a:ea typeface="+mn-ea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47" y="1688122"/>
            <a:ext cx="10310847" cy="327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67908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7073" y="225106"/>
            <a:ext cx="6299212" cy="84023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Grad-CAM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15" y="1389184"/>
            <a:ext cx="10787170" cy="378068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C4E4E79-9EE4-4AC3-B668-C5EE46B5942A}"/>
              </a:ext>
            </a:extLst>
          </p:cNvPr>
          <p:cNvGrpSpPr/>
          <p:nvPr/>
        </p:nvGrpSpPr>
        <p:grpSpPr>
          <a:xfrm>
            <a:off x="3873161" y="5803255"/>
            <a:ext cx="4153390" cy="868680"/>
            <a:chOff x="502920" y="4929080"/>
            <a:chExt cx="4153390" cy="868680"/>
          </a:xfrm>
        </p:grpSpPr>
        <p:sp>
          <p:nvSpPr>
            <p:cNvPr id="5" name="Rounded Rectangle 35">
              <a:extLst>
                <a:ext uri="{FF2B5EF4-FFF2-40B4-BE49-F238E27FC236}">
                  <a16:creationId xmlns:a16="http://schemas.microsoft.com/office/drawing/2014/main" id="{89F01EF4-E6C8-4FF3-A102-C49FC826A91D}"/>
                </a:ext>
              </a:extLst>
            </p:cNvPr>
            <p:cNvSpPr/>
            <p:nvPr/>
          </p:nvSpPr>
          <p:spPr>
            <a:xfrm>
              <a:off x="502920" y="4929080"/>
              <a:ext cx="4153390" cy="868680"/>
            </a:xfrm>
            <a:prstGeom prst="roundRect">
              <a:avLst/>
            </a:prstGeom>
            <a:solidFill>
              <a:srgbClr val="F8F7EE"/>
            </a:solidFill>
            <a:ln w="19050">
              <a:solidFill>
                <a:srgbClr val="B0BE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54B6187-B7EF-4EAC-8C43-F33A3494BAE8}"/>
                </a:ext>
              </a:extLst>
            </p:cNvPr>
            <p:cNvSpPr txBox="1"/>
            <p:nvPr/>
          </p:nvSpPr>
          <p:spPr>
            <a:xfrm>
              <a:off x="658368" y="5033677"/>
              <a:ext cx="457200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2C4B1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☑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F1575FC-15A4-4AAA-8488-1D38642FE71D}"/>
                </a:ext>
              </a:extLst>
            </p:cNvPr>
            <p:cNvSpPr txBox="1"/>
            <p:nvPr/>
          </p:nvSpPr>
          <p:spPr>
            <a:xfrm>
              <a:off x="1234439" y="4952272"/>
              <a:ext cx="3421871" cy="3231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373C46"/>
                  </a:solidFill>
                  <a:effectLst/>
                  <a:uLnTx/>
                  <a:uFillTx/>
                  <a:latin typeface="Questrial" panose="020B0604020202020204" charset="0"/>
                  <a:ea typeface="+mn-ea"/>
                  <a:cs typeface="+mn-cs"/>
                </a:rPr>
                <a:t>Model Prediction: Lumpy Skin Disease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79D1676-3023-444B-A6E8-F2371F1A69FA}"/>
                </a:ext>
              </a:extLst>
            </p:cNvPr>
            <p:cNvSpPr txBox="1"/>
            <p:nvPr/>
          </p:nvSpPr>
          <p:spPr>
            <a:xfrm>
              <a:off x="1261872" y="5177861"/>
              <a:ext cx="2834640" cy="55399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3000" b="1" i="0" u="none" strike="noStrike" kern="1200" cap="none" spc="0" normalizeH="0" baseline="0" noProof="0" dirty="0">
                  <a:ln>
                    <a:noFill/>
                  </a:ln>
                  <a:solidFill>
                    <a:srgbClr val="2C4B14"/>
                  </a:solidFill>
                  <a:effectLst/>
                  <a:uLnTx/>
                  <a:uFillTx/>
                  <a:latin typeface="Questrial" panose="020B0604020202020204" charset="0"/>
                  <a:ea typeface="+mn-ea"/>
                  <a:cs typeface="+mn-cs"/>
                </a:rPr>
                <a:t>P(LSD) = </a:t>
              </a:r>
              <a:r>
                <a:rPr kumimoji="0" 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rgbClr val="2C4B14"/>
                  </a:solidFill>
                  <a:effectLst/>
                  <a:uLnTx/>
                  <a:uFillTx/>
                  <a:latin typeface="Questrial" panose="020B0604020202020204" charset="0"/>
                  <a:ea typeface="+mn-ea"/>
                  <a:cs typeface="+mn-cs"/>
                </a:rPr>
                <a:t>1.000</a:t>
              </a:r>
              <a:endPara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2C4B14"/>
                </a:solidFill>
                <a:effectLst/>
                <a:uLnTx/>
                <a:uFillTx/>
                <a:latin typeface="Questrial" panose="020B060402020202020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3875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3F9CB-EC92-EA30-40D8-EA73A31B5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8E62E2C-3867-499D-8CA3-4BA6FE09024A}"/>
              </a:ext>
            </a:extLst>
          </p:cNvPr>
          <p:cNvSpPr txBox="1"/>
          <p:nvPr/>
        </p:nvSpPr>
        <p:spPr>
          <a:xfrm>
            <a:off x="1002890" y="798027"/>
            <a:ext cx="2625214" cy="461665"/>
          </a:xfrm>
          <a:prstGeom prst="rect">
            <a:avLst/>
          </a:prstGeom>
          <a:noFill/>
          <a:ln w="28575">
            <a:solidFill>
              <a:srgbClr val="667448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Selected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F8F8A1-B66D-49C2-87F5-D445E7998BFA}"/>
              </a:ext>
            </a:extLst>
          </p:cNvPr>
          <p:cNvSpPr txBox="1"/>
          <p:nvPr/>
        </p:nvSpPr>
        <p:spPr>
          <a:xfrm>
            <a:off x="1002890" y="1795578"/>
            <a:ext cx="2625214" cy="461665"/>
          </a:xfrm>
          <a:prstGeom prst="rect">
            <a:avLst/>
          </a:prstGeom>
          <a:noFill/>
          <a:ln w="28575">
            <a:solidFill>
              <a:srgbClr val="667448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ResNet50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195489-7EE3-4AF8-9396-409C4E9D3406}"/>
              </a:ext>
            </a:extLst>
          </p:cNvPr>
          <p:cNvSpPr txBox="1"/>
          <p:nvPr/>
        </p:nvSpPr>
        <p:spPr>
          <a:xfrm>
            <a:off x="875064" y="2758789"/>
            <a:ext cx="2880853" cy="461665"/>
          </a:xfrm>
          <a:prstGeom prst="rect">
            <a:avLst/>
          </a:prstGeom>
          <a:noFill/>
          <a:ln w="28575">
            <a:solidFill>
              <a:srgbClr val="667448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XAI Techniques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F161A4-ADD7-4261-AAFF-252DE5BDC255}"/>
              </a:ext>
            </a:extLst>
          </p:cNvPr>
          <p:cNvSpPr txBox="1"/>
          <p:nvPr/>
        </p:nvSpPr>
        <p:spPr>
          <a:xfrm>
            <a:off x="130276" y="3913397"/>
            <a:ext cx="1505093" cy="461665"/>
          </a:xfrm>
          <a:prstGeom prst="rect">
            <a:avLst/>
          </a:prstGeom>
          <a:noFill/>
          <a:ln w="28575">
            <a:solidFill>
              <a:srgbClr val="667448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Grad-CAM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2D2D6B-C7D3-4301-A1B0-3F4397543771}"/>
              </a:ext>
            </a:extLst>
          </p:cNvPr>
          <p:cNvSpPr txBox="1"/>
          <p:nvPr/>
        </p:nvSpPr>
        <p:spPr>
          <a:xfrm>
            <a:off x="580292" y="5068005"/>
            <a:ext cx="3264989" cy="830997"/>
          </a:xfrm>
          <a:prstGeom prst="rect">
            <a:avLst/>
          </a:prstGeom>
          <a:noFill/>
          <a:ln w="28575">
            <a:solidFill>
              <a:srgbClr val="667448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Interpretation of Model Decisions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A5FD77-8309-4DD2-968E-A40DF5FD49BB}"/>
              </a:ext>
            </a:extLst>
          </p:cNvPr>
          <p:cNvSpPr txBox="1"/>
          <p:nvPr/>
        </p:nvSpPr>
        <p:spPr>
          <a:xfrm>
            <a:off x="1951696" y="1218078"/>
            <a:ext cx="7275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↓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1AD749-ED1C-44A4-B4CB-C11F06210F05}"/>
              </a:ext>
            </a:extLst>
          </p:cNvPr>
          <p:cNvSpPr txBox="1"/>
          <p:nvPr/>
        </p:nvSpPr>
        <p:spPr>
          <a:xfrm>
            <a:off x="1951696" y="2229011"/>
            <a:ext cx="7275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↓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B9BBFB-0CEE-487A-B492-8CF084BEAAFA}"/>
              </a:ext>
            </a:extLst>
          </p:cNvPr>
          <p:cNvSpPr txBox="1"/>
          <p:nvPr/>
        </p:nvSpPr>
        <p:spPr>
          <a:xfrm>
            <a:off x="696335" y="3209413"/>
            <a:ext cx="7038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↓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6CF235-1D2C-4D0D-90EA-D5F2F8989760}"/>
              </a:ext>
            </a:extLst>
          </p:cNvPr>
          <p:cNvSpPr txBox="1"/>
          <p:nvPr/>
        </p:nvSpPr>
        <p:spPr>
          <a:xfrm>
            <a:off x="1951696" y="4493062"/>
            <a:ext cx="7275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↓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3996D37-C872-4070-A4A7-82AA832B262B}"/>
              </a:ext>
            </a:extLst>
          </p:cNvPr>
          <p:cNvCxnSpPr/>
          <p:nvPr/>
        </p:nvCxnSpPr>
        <p:spPr>
          <a:xfrm>
            <a:off x="4168877" y="722118"/>
            <a:ext cx="0" cy="4916129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2118414-56FE-4B49-A2A1-286A5A537D47}"/>
              </a:ext>
            </a:extLst>
          </p:cNvPr>
          <p:cNvGrpSpPr/>
          <p:nvPr/>
        </p:nvGrpSpPr>
        <p:grpSpPr>
          <a:xfrm>
            <a:off x="8801620" y="1628111"/>
            <a:ext cx="3266103" cy="1800889"/>
            <a:chOff x="7497991" y="968972"/>
            <a:chExt cx="3743824" cy="2064299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8300BCD-C57B-4662-A4ED-52F733F2128D}"/>
                </a:ext>
              </a:extLst>
            </p:cNvPr>
            <p:cNvSpPr/>
            <p:nvPr/>
          </p:nvSpPr>
          <p:spPr bwMode="auto">
            <a:xfrm>
              <a:off x="7497991" y="2167466"/>
              <a:ext cx="3743824" cy="865805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Explainable AI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9871717-4CA6-445C-8D29-F8192193C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1587" y="968972"/>
              <a:ext cx="1352517" cy="1301718"/>
            </a:xfrm>
            <a:prstGeom prst="rect">
              <a:avLst/>
            </a:prstGeom>
          </p:spPr>
        </p:pic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3A3D361-9362-43B6-8CF4-02733A523702}"/>
              </a:ext>
            </a:extLst>
          </p:cNvPr>
          <p:cNvCxnSpPr/>
          <p:nvPr/>
        </p:nvCxnSpPr>
        <p:spPr>
          <a:xfrm>
            <a:off x="8622890" y="762389"/>
            <a:ext cx="0" cy="4916129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0D1710-6C85-47E4-87C7-703226AAB03C}"/>
              </a:ext>
            </a:extLst>
          </p:cNvPr>
          <p:cNvGrpSpPr/>
          <p:nvPr/>
        </p:nvGrpSpPr>
        <p:grpSpPr>
          <a:xfrm>
            <a:off x="4838853" y="946167"/>
            <a:ext cx="3073901" cy="4692080"/>
            <a:chOff x="4838853" y="946167"/>
            <a:chExt cx="3073901" cy="469208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43BF767-0FA5-4AF7-90A7-714EB39B6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38853" y="2319860"/>
              <a:ext cx="3073901" cy="3318387"/>
            </a:xfrm>
            <a:prstGeom prst="rect">
              <a:avLst/>
            </a:prstGeom>
          </p:spPr>
        </p:pic>
        <p:sp>
          <p:nvSpPr>
            <p:cNvPr id="13" name="Speech Bubble: Oval 12">
              <a:extLst>
                <a:ext uri="{FF2B5EF4-FFF2-40B4-BE49-F238E27FC236}">
                  <a16:creationId xmlns:a16="http://schemas.microsoft.com/office/drawing/2014/main" id="{03007760-69E8-4C01-B19A-80D24EF47894}"/>
                </a:ext>
              </a:extLst>
            </p:cNvPr>
            <p:cNvSpPr/>
            <p:nvPr/>
          </p:nvSpPr>
          <p:spPr bwMode="auto">
            <a:xfrm>
              <a:off x="5998559" y="946167"/>
              <a:ext cx="1809131" cy="1080243"/>
            </a:xfrm>
            <a:prstGeom prst="wedgeEllipseCallout">
              <a:avLst>
                <a:gd name="adj1" fmla="val -26811"/>
                <a:gd name="adj2" fmla="val 73422"/>
              </a:avLst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HOW?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EF161A4-ADD7-4261-AAFF-252DE5BDC255}"/>
              </a:ext>
            </a:extLst>
          </p:cNvPr>
          <p:cNvSpPr txBox="1"/>
          <p:nvPr/>
        </p:nvSpPr>
        <p:spPr>
          <a:xfrm>
            <a:off x="1736298" y="3907858"/>
            <a:ext cx="1117573" cy="461665"/>
          </a:xfrm>
          <a:prstGeom prst="rect">
            <a:avLst/>
          </a:prstGeom>
          <a:noFill/>
          <a:ln w="28575">
            <a:solidFill>
              <a:srgbClr val="667448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B9BBFB-0CEE-487A-B492-8CF084BEAAFA}"/>
              </a:ext>
            </a:extLst>
          </p:cNvPr>
          <p:cNvSpPr txBox="1"/>
          <p:nvPr/>
        </p:nvSpPr>
        <p:spPr>
          <a:xfrm>
            <a:off x="3141454" y="3199544"/>
            <a:ext cx="7038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↓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B9BBFB-0CEE-487A-B492-8CF084BEAAFA}"/>
              </a:ext>
            </a:extLst>
          </p:cNvPr>
          <p:cNvSpPr txBox="1"/>
          <p:nvPr/>
        </p:nvSpPr>
        <p:spPr>
          <a:xfrm>
            <a:off x="1975455" y="3199544"/>
            <a:ext cx="7038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↓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F161A4-ADD7-4261-AAFF-252DE5BDC255}"/>
              </a:ext>
            </a:extLst>
          </p:cNvPr>
          <p:cNvSpPr txBox="1"/>
          <p:nvPr/>
        </p:nvSpPr>
        <p:spPr>
          <a:xfrm>
            <a:off x="2965059" y="3907858"/>
            <a:ext cx="1117573" cy="461665"/>
          </a:xfrm>
          <a:prstGeom prst="rect">
            <a:avLst/>
          </a:prstGeom>
          <a:noFill/>
          <a:ln w="28575">
            <a:solidFill>
              <a:srgbClr val="667448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</a:t>
            </a:r>
          </a:p>
        </p:txBody>
      </p:sp>
    </p:spTree>
    <p:extLst>
      <p:ext uri="{BB962C8B-B14F-4D97-AF65-F5344CB8AC3E}">
        <p14:creationId xmlns:p14="http://schemas.microsoft.com/office/powerpoint/2010/main" val="78015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97085" y="210825"/>
            <a:ext cx="3374136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Research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" y="804672"/>
            <a:ext cx="9015984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 dirty="0">
                <a:ln>
                  <a:noFill/>
                </a:ln>
                <a:solidFill>
                  <a:srgbClr val="273F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Successful Deep Learning Model Training &amp;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399032"/>
            <a:ext cx="960120" cy="50292"/>
          </a:xfrm>
          <a:prstGeom prst="rect">
            <a:avLst/>
          </a:prstGeom>
          <a:solidFill>
            <a:srgbClr val="92A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30352" y="1828800"/>
            <a:ext cx="2532888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694944" y="1993392"/>
            <a:ext cx="393192" cy="393192"/>
          </a:xfrm>
          <a:prstGeom prst="ellipse">
            <a:avLst/>
          </a:prstGeom>
          <a:solidFill>
            <a:srgbClr val="273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2030301"/>
            <a:ext cx="374904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578608"/>
            <a:ext cx="22037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273F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EfficientNetB0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127248"/>
            <a:ext cx="2203704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Efficient &amp; compact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7832" y="1828800"/>
            <a:ext cx="2532888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392424" y="1993392"/>
            <a:ext cx="393192" cy="393192"/>
          </a:xfrm>
          <a:prstGeom prst="ellipse">
            <a:avLst/>
          </a:prstGeom>
          <a:solidFill>
            <a:srgbClr val="273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92424" y="1997964"/>
            <a:ext cx="3931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2578608"/>
            <a:ext cx="22037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273F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MobileNetV2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3127248"/>
            <a:ext cx="2203704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Lightweight deep learning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25312" y="1828800"/>
            <a:ext cx="2532888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089904" y="1993392"/>
            <a:ext cx="393192" cy="393192"/>
          </a:xfrm>
          <a:prstGeom prst="ellipse">
            <a:avLst/>
          </a:prstGeom>
          <a:solidFill>
            <a:srgbClr val="273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89904" y="1997964"/>
            <a:ext cx="3931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2620171"/>
            <a:ext cx="22037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273F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ResNet50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9904" y="3127248"/>
            <a:ext cx="2203704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Advanced Deep learning Architecture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622792" y="1828800"/>
            <a:ext cx="2532888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787384" y="1993392"/>
            <a:ext cx="393192" cy="393192"/>
          </a:xfrm>
          <a:prstGeom prst="ellipse">
            <a:avLst/>
          </a:prstGeom>
          <a:solidFill>
            <a:srgbClr val="273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87384" y="1997964"/>
            <a:ext cx="3931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7384" y="2578608"/>
            <a:ext cx="22037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273F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VGG16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7384" y="3127248"/>
            <a:ext cx="22037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CNN-Based Model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30352" y="4224527"/>
            <a:ext cx="10259568" cy="1517903"/>
          </a:xfrm>
          <a:prstGeom prst="roundRect">
            <a:avLst/>
          </a:prstGeom>
          <a:solidFill>
            <a:srgbClr val="F5F7EB"/>
          </a:solidFill>
          <a:ln w="15240">
            <a:solidFill>
              <a:srgbClr val="E2E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49808" y="4517136"/>
            <a:ext cx="475488" cy="475488"/>
          </a:xfrm>
          <a:prstGeom prst="ellipse">
            <a:avLst/>
          </a:prstGeom>
          <a:solidFill>
            <a:srgbClr val="273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1520" y="4516949"/>
            <a:ext cx="493776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4398264"/>
            <a:ext cx="3108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273F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BEST ACCURACY ACHIEVED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709160"/>
            <a:ext cx="813816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four models were successfully trained and evaluated to identify the best-performing model.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4443984"/>
            <a:ext cx="8961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273F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4/4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4864608"/>
            <a:ext cx="89611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models trained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C015FE8-8FEF-473D-A07D-268F46265D64}"/>
              </a:ext>
            </a:extLst>
          </p:cNvPr>
          <p:cNvSpPr/>
          <p:nvPr/>
        </p:nvSpPr>
        <p:spPr>
          <a:xfrm>
            <a:off x="694944" y="871728"/>
            <a:ext cx="374904" cy="394716"/>
          </a:xfrm>
          <a:prstGeom prst="ellipse">
            <a:avLst/>
          </a:prstGeom>
          <a:solidFill>
            <a:srgbClr val="273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✓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244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00921"/>
            <a:ext cx="41605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5C625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</a:t>
            </a:r>
            <a:r>
              <a:rPr kumimoji="0" sz="25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Research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826307"/>
            <a:ext cx="9509856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 dirty="0">
                <a:ln>
                  <a:noFill/>
                </a:ln>
                <a:solidFill>
                  <a:srgbClr val="273F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Dataset Preparation &amp; Explainable AI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399032"/>
            <a:ext cx="960120" cy="50292"/>
          </a:xfrm>
          <a:prstGeom prst="rect">
            <a:avLst/>
          </a:prstGeom>
          <a:solidFill>
            <a:srgbClr val="92A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0624" y="1449324"/>
            <a:ext cx="4800600" cy="40673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6384" y="1993392"/>
            <a:ext cx="32918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273F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DATASET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23160"/>
            <a:ext cx="1828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273F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≈650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2487168"/>
            <a:ext cx="26517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cattle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090672"/>
            <a:ext cx="40690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Collected independently without AI assistance.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767328"/>
            <a:ext cx="1783080" cy="896112"/>
          </a:xfrm>
          <a:prstGeom prst="roundRect">
            <a:avLst/>
          </a:prstGeom>
          <a:solidFill>
            <a:srgbClr val="F5F7EB"/>
          </a:solidFill>
          <a:ln w="15240">
            <a:solidFill>
              <a:srgbClr val="E2E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6112" y="3867912"/>
            <a:ext cx="6400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273F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77503"/>
            <a:ext cx="98755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LSD-affected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3767328"/>
            <a:ext cx="1783080" cy="896112"/>
          </a:xfrm>
          <a:prstGeom prst="roundRect">
            <a:avLst/>
          </a:prstGeom>
          <a:solidFill>
            <a:srgbClr val="F5F7EB"/>
          </a:solidFill>
          <a:ln w="15240">
            <a:solidFill>
              <a:srgbClr val="E2E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90088" y="3867912"/>
            <a:ext cx="6400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273F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904487"/>
            <a:ext cx="98755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Healthy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791456"/>
            <a:ext cx="4069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 dirty="0">
                <a:ln>
                  <a:noFill/>
                </a:ln>
                <a:solidFill>
                  <a:srgbClr val="273F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Balanced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Dataset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325 + 325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41944" y="1424178"/>
            <a:ext cx="5285232" cy="40673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60720" y="1993392"/>
            <a:ext cx="39319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273F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EXPLAINABLE AI (XAI)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414016"/>
            <a:ext cx="4526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273F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Successfully Implemented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999232"/>
            <a:ext cx="45262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model decision can be interpreted through visual, explainable evidence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767328"/>
            <a:ext cx="1051560" cy="475488"/>
          </a:xfrm>
          <a:prstGeom prst="roundRect">
            <a:avLst/>
          </a:prstGeom>
          <a:solidFill>
            <a:srgbClr val="EFF4E0"/>
          </a:solidFill>
          <a:ln w="15240">
            <a:solidFill>
              <a:srgbClr val="E2E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60720" y="3831336"/>
            <a:ext cx="1051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22008" y="3767328"/>
            <a:ext cx="1051560" cy="475488"/>
          </a:xfrm>
          <a:prstGeom prst="roundRect">
            <a:avLst/>
          </a:prstGeom>
          <a:solidFill>
            <a:srgbClr val="EFF4E0"/>
          </a:solidFill>
          <a:ln w="15240">
            <a:solidFill>
              <a:srgbClr val="E2E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22008" y="3831336"/>
            <a:ext cx="1051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3767328"/>
            <a:ext cx="1234440" cy="475488"/>
          </a:xfrm>
          <a:prstGeom prst="roundRect">
            <a:avLst/>
          </a:prstGeom>
          <a:solidFill>
            <a:srgbClr val="EFF4E0"/>
          </a:solidFill>
          <a:ln w="15240">
            <a:solidFill>
              <a:srgbClr val="E2E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83296" y="3831336"/>
            <a:ext cx="12344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Grad-CAM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27464" y="3767328"/>
            <a:ext cx="1389888" cy="475488"/>
          </a:xfrm>
          <a:prstGeom prst="roundRect">
            <a:avLst/>
          </a:prstGeom>
          <a:solidFill>
            <a:srgbClr val="EFF4E0"/>
          </a:solidFill>
          <a:ln w="15240">
            <a:solidFill>
              <a:srgbClr val="E2E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317736" y="3831337"/>
            <a:ext cx="158191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Grad-CAM++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4462272"/>
            <a:ext cx="4572000" cy="530352"/>
          </a:xfrm>
          <a:prstGeom prst="roundRect">
            <a:avLst/>
          </a:prstGeom>
          <a:solidFill>
            <a:srgbClr val="273F22"/>
          </a:solidFill>
          <a:ln w="15240">
            <a:solidFill>
              <a:srgbClr val="27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43600" y="4530739"/>
            <a:ext cx="42062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✓  RESEARCH GAP FULFILLED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FC61150-4F33-4012-8E66-A7A7521749CC}"/>
              </a:ext>
            </a:extLst>
          </p:cNvPr>
          <p:cNvSpPr/>
          <p:nvPr/>
        </p:nvSpPr>
        <p:spPr>
          <a:xfrm>
            <a:off x="694944" y="871728"/>
            <a:ext cx="374904" cy="394716"/>
          </a:xfrm>
          <a:prstGeom prst="ellipse">
            <a:avLst/>
          </a:prstGeom>
          <a:solidFill>
            <a:srgbClr val="273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✓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07757" y="228600"/>
            <a:ext cx="279172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>
                <a:ln>
                  <a:noFill/>
                </a:ln>
                <a:solidFill>
                  <a:srgbClr val="395B1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2363" y="994790"/>
            <a:ext cx="5951113" cy="369332"/>
          </a:xfrm>
          <a:prstGeom prst="rect">
            <a:avLst/>
          </a:prstGeom>
          <a:solidFill>
            <a:schemeClr val="bg1"/>
          </a:solidFill>
          <a:ln>
            <a:solidFill>
              <a:srgbClr val="F2F1E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1" u="none" strike="noStrike" kern="1200" cap="none" spc="0" normalizeH="0" baseline="0" noProof="0" dirty="0">
                <a:ln>
                  <a:noFill/>
                </a:ln>
                <a:solidFill>
                  <a:srgbClr val="004F05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/>
              </a:rPr>
              <a:t>Current limitations of the proposed LSD detection system</a:t>
            </a:r>
            <a:endParaRPr kumimoji="0" lang="en-US" sz="1800" b="1" i="1" u="none" strike="noStrike" kern="1200" cap="none" spc="0" normalizeH="0" baseline="0" noProof="0">
              <a:ln>
                <a:noFill/>
              </a:ln>
              <a:solidFill>
                <a:srgbClr val="004F05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0352" y="1874519"/>
            <a:ext cx="3675887" cy="3246120"/>
          </a:xfrm>
          <a:prstGeom prst="roundRect">
            <a:avLst/>
          </a:prstGeom>
          <a:solidFill>
            <a:srgbClr val="FCFCF6"/>
          </a:solidFill>
          <a:ln w="13970">
            <a:solidFill>
              <a:srgbClr val="D2D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676656" y="2011679"/>
            <a:ext cx="429768" cy="429768"/>
          </a:xfrm>
          <a:prstGeom prst="ellipse">
            <a:avLst/>
          </a:prstGeom>
          <a:solidFill>
            <a:srgbClr val="395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656" y="2039112"/>
            <a:ext cx="4297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837943" y="2057400"/>
            <a:ext cx="1060704" cy="1060704"/>
          </a:xfrm>
          <a:prstGeom prst="ellipse">
            <a:avLst/>
          </a:prstGeom>
          <a:solidFill>
            <a:srgbClr val="E8E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11" name="Pentagon 10"/>
          <p:cNvSpPr/>
          <p:nvPr/>
        </p:nvSpPr>
        <p:spPr>
          <a:xfrm>
            <a:off x="2121408" y="2240279"/>
            <a:ext cx="493776" cy="603504"/>
          </a:xfrm>
          <a:prstGeom prst="homePlate">
            <a:avLst/>
          </a:prstGeom>
          <a:noFill/>
          <a:ln w="31750">
            <a:solidFill>
              <a:srgbClr val="395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67712" y="2331720"/>
            <a:ext cx="2011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395B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802" y="3113912"/>
            <a:ext cx="3247262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1" i="0" u="none" strike="noStrike" kern="1200" cap="none" spc="0" normalizeH="0" baseline="0" noProof="0">
                <a:ln>
                  <a:noFill/>
                </a:ln>
                <a:solidFill>
                  <a:srgbClr val="395B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Risk of Misdiagnosis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117" y="3498723"/>
            <a:ext cx="3007232" cy="14705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 sz="1220">
                <a:solidFill>
                  <a:srgbClr val="262A22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62A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/>
              </a:rPr>
              <a:t>• Incorrect predictions may still occur.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62A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/>
            </a:endParaRPr>
          </a:p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 sz="1220">
                <a:solidFill>
                  <a:srgbClr val="262A22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62A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/>
              </a:rPr>
              <a:t>• Image quality, similar lesions, or unseen cases can affect results.</a:t>
            </a:r>
          </a:p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 sz="1220">
                <a:solidFill>
                  <a:srgbClr val="262A22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62A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/>
              </a:rPr>
              <a:t>• AI should support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A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62A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/>
              </a:rPr>
              <a:t>not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A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/>
              </a:rPr>
              <a:t>replace veterinary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62A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/>
              </a:rPr>
              <a:t> diagnosis.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4" y="1874519"/>
            <a:ext cx="3675887" cy="3246120"/>
          </a:xfrm>
          <a:prstGeom prst="roundRect">
            <a:avLst/>
          </a:prstGeom>
          <a:solidFill>
            <a:srgbClr val="FCFCF6"/>
          </a:solidFill>
          <a:ln w="13970">
            <a:solidFill>
              <a:srgbClr val="D2D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407408" y="2011679"/>
            <a:ext cx="429768" cy="429768"/>
          </a:xfrm>
          <a:prstGeom prst="ellipse">
            <a:avLst/>
          </a:prstGeom>
          <a:solidFill>
            <a:srgbClr val="395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07408" y="2039112"/>
            <a:ext cx="4297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5568696" y="2057400"/>
            <a:ext cx="1060704" cy="1060704"/>
          </a:xfrm>
          <a:prstGeom prst="ellipse">
            <a:avLst/>
          </a:prstGeom>
          <a:solidFill>
            <a:srgbClr val="E8E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89704" y="3218687"/>
            <a:ext cx="3218687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1" i="0" u="none" strike="noStrike" kern="1200" cap="none" spc="0" normalizeH="0" baseline="0" noProof="0">
                <a:ln>
                  <a:noFill/>
                </a:ln>
                <a:solidFill>
                  <a:srgbClr val="395B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Dataset Limitation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4944" y="3603498"/>
            <a:ext cx="3112007" cy="888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 sz="1220">
                <a:solidFill>
                  <a:srgbClr val="262A22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62A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Only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262A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LIME,SHAP,GRAD_CAM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62A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 sz="1220">
                <a:solidFill>
                  <a:srgbClr val="262A22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62A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Additional characteristics could improve feature diversity.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262A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991856" y="1874519"/>
            <a:ext cx="3675887" cy="3246120"/>
          </a:xfrm>
          <a:prstGeom prst="roundRect">
            <a:avLst/>
          </a:prstGeom>
          <a:solidFill>
            <a:srgbClr val="FCFCF6"/>
          </a:solidFill>
          <a:ln w="13970">
            <a:solidFill>
              <a:srgbClr val="D2D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8138160" y="2011679"/>
            <a:ext cx="429768" cy="429768"/>
          </a:xfrm>
          <a:prstGeom prst="ellipse">
            <a:avLst/>
          </a:prstGeom>
          <a:solidFill>
            <a:srgbClr val="395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38160" y="2039112"/>
            <a:ext cx="4297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30" name="Oval 29"/>
          <p:cNvSpPr/>
          <p:nvPr/>
        </p:nvSpPr>
        <p:spPr>
          <a:xfrm>
            <a:off x="9299448" y="2057400"/>
            <a:ext cx="1060704" cy="1060704"/>
          </a:xfrm>
          <a:prstGeom prst="ellipse">
            <a:avLst/>
          </a:prstGeom>
          <a:solidFill>
            <a:srgbClr val="E8E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555480" y="2304287"/>
            <a:ext cx="548640" cy="438912"/>
          </a:xfrm>
          <a:prstGeom prst="roundRect">
            <a:avLst/>
          </a:prstGeom>
          <a:solidFill>
            <a:srgbClr val="395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01200" y="23591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</a:t>
            </a:r>
          </a:p>
        </p:txBody>
      </p:sp>
      <p:sp>
        <p:nvSpPr>
          <p:cNvPr id="33" name="Oval 32"/>
          <p:cNvSpPr/>
          <p:nvPr/>
        </p:nvSpPr>
        <p:spPr>
          <a:xfrm>
            <a:off x="9473184" y="2350008"/>
            <a:ext cx="73152" cy="73152"/>
          </a:xfrm>
          <a:prstGeom prst="ellipse">
            <a:avLst/>
          </a:prstGeom>
          <a:solidFill>
            <a:srgbClr val="395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9473184" y="2606039"/>
            <a:ext cx="73152" cy="73152"/>
          </a:xfrm>
          <a:prstGeom prst="ellipse">
            <a:avLst/>
          </a:prstGeom>
          <a:solidFill>
            <a:srgbClr val="395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0140696" y="2350008"/>
            <a:ext cx="73152" cy="73152"/>
          </a:xfrm>
          <a:prstGeom prst="ellipse">
            <a:avLst/>
          </a:prstGeom>
          <a:solidFill>
            <a:srgbClr val="395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0140696" y="2606039"/>
            <a:ext cx="73152" cy="73152"/>
          </a:xfrm>
          <a:prstGeom prst="ellipse">
            <a:avLst/>
          </a:prstGeom>
          <a:solidFill>
            <a:srgbClr val="395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798107" y="3218687"/>
            <a:ext cx="2063385" cy="37702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1" i="0" u="none" strike="noStrike" kern="1200" cap="none" spc="0" normalizeH="0" baseline="0" noProof="0" dirty="0">
                <a:ln>
                  <a:noFill/>
                </a:ln>
                <a:solidFill>
                  <a:srgbClr val="395B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Model</a:t>
            </a:r>
            <a:r>
              <a:rPr kumimoji="0" sz="1850" b="1" i="0" u="none" strike="noStrike" kern="1200" cap="none" spc="0" normalizeH="0" baseline="0" noProof="0" dirty="0">
                <a:ln>
                  <a:noFill/>
                </a:ln>
                <a:solidFill>
                  <a:srgbClr val="395B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Limitation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9996" y="3746373"/>
            <a:ext cx="2997707" cy="8885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 sz="1220">
                <a:solidFill>
                  <a:srgbClr val="262A22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62A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Only four models were evaluated.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62A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 sz="1220">
                <a:solidFill>
                  <a:srgbClr val="262A22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62A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Other architectures remain for future exploration.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262A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20268" y="5375148"/>
            <a:ext cx="10881360" cy="804672"/>
          </a:xfrm>
          <a:prstGeom prst="roundRect">
            <a:avLst/>
          </a:prstGeom>
          <a:solidFill>
            <a:srgbClr val="F4F7E2"/>
          </a:solidFill>
          <a:ln>
            <a:solidFill>
              <a:srgbClr val="D2D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538478" y="5616702"/>
            <a:ext cx="133350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395B1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Limited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95B1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Dataset Features</a:t>
            </a:r>
            <a:endParaRPr kumimoji="0" sz="1120" b="1" i="0" u="none" strike="noStrike" kern="1200" cap="none" spc="0" normalizeH="0" baseline="0" noProof="0" dirty="0">
              <a:ln>
                <a:noFill/>
              </a:ln>
              <a:solidFill>
                <a:srgbClr val="395B1D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249420" y="5485257"/>
            <a:ext cx="143002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395B1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Restricted Models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395B1D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95B1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/>
              </a:rPr>
              <a:t>Selection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95B1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/>
              </a:rPr>
              <a:t> 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1102" y="5616702"/>
            <a:ext cx="181927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395B1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Potential Misclassification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395B1D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692640" y="5597652"/>
            <a:ext cx="1362075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0" b="1" i="0" u="none" strike="noStrike" kern="1200" cap="none" spc="0" normalizeH="0" baseline="0" noProof="0">
                <a:ln>
                  <a:noFill/>
                </a:ln>
                <a:solidFill>
                  <a:srgbClr val="395B1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Future Improvement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887472" y="5682488"/>
            <a:ext cx="320040" cy="228600"/>
          </a:xfrm>
          <a:prstGeom prst="rightArrow">
            <a:avLst/>
          </a:prstGeom>
          <a:solidFill>
            <a:srgbClr val="5E7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50" name="Right Arrow 49"/>
          <p:cNvSpPr/>
          <p:nvPr/>
        </p:nvSpPr>
        <p:spPr>
          <a:xfrm>
            <a:off x="5353177" y="5702173"/>
            <a:ext cx="320040" cy="228600"/>
          </a:xfrm>
          <a:prstGeom prst="rightArrow">
            <a:avLst/>
          </a:prstGeom>
          <a:solidFill>
            <a:srgbClr val="5E7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51" name="Right Arrow 50"/>
          <p:cNvSpPr/>
          <p:nvPr/>
        </p:nvSpPr>
        <p:spPr>
          <a:xfrm>
            <a:off x="8415528" y="5702808"/>
            <a:ext cx="320040" cy="228600"/>
          </a:xfrm>
          <a:prstGeom prst="rightArrow">
            <a:avLst/>
          </a:prstGeom>
          <a:solidFill>
            <a:srgbClr val="5E7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0" y="6711696"/>
            <a:ext cx="12191999" cy="146304"/>
          </a:xfrm>
          <a:prstGeom prst="rect">
            <a:avLst/>
          </a:prstGeom>
          <a:solidFill>
            <a:srgbClr val="5E7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/>
              <a:ea typeface="+mn-ea"/>
              <a:cs typeface="+mn-cs"/>
            </a:endParaRPr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F05D4D97-5546-541F-27A0-6E96882DCB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040" y="5481320"/>
            <a:ext cx="894080" cy="67056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A327FF0B-3DBB-18EF-A04D-F5F0E369EB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3760" y="5410200"/>
            <a:ext cx="863600" cy="80264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1C2977DB-7DC7-A2F9-3D6B-38500D01E9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94045" y="5488940"/>
            <a:ext cx="833120" cy="73152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E6E99FB3-1C31-BC7D-A01D-813C552299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00160" y="5400040"/>
            <a:ext cx="792480" cy="80264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9D84E531-892B-C571-3098-DE89E4FBC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79440" y="2179320"/>
            <a:ext cx="812800" cy="78232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CE98437-D746-18EF-8FFB-FE607F2BA02A}"/>
              </a:ext>
            </a:extLst>
          </p:cNvPr>
          <p:cNvSpPr txBox="1"/>
          <p:nvPr/>
        </p:nvSpPr>
        <p:spPr>
          <a:xfrm>
            <a:off x="5875747" y="6249955"/>
            <a:ext cx="10953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Page: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/>
              </a:rPr>
              <a:t>0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17.3"/>
</p:tagLst>
</file>

<file path=ppt/theme/theme1.xml><?xml version="1.0" encoding="utf-8"?>
<a:theme xmlns:a="http://schemas.openxmlformats.org/drawingml/2006/main" name="Cow-Presentation">
  <a:themeElements>
    <a:clrScheme name="Custom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0C571"/>
      </a:accent1>
      <a:accent2>
        <a:srgbClr val="81935B"/>
      </a:accent2>
      <a:accent3>
        <a:srgbClr val="C17C40"/>
      </a:accent3>
      <a:accent4>
        <a:srgbClr val="694520"/>
      </a:accent4>
      <a:accent5>
        <a:srgbClr val="403228"/>
      </a:accent5>
      <a:accent6>
        <a:srgbClr val="C9AA83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0000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bg1"/>
            </a:solidFill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ketchbubble_MC1_Theme" id="{686A07EB-2B9E-48A0-8CCC-5BAD4BE0E238}" vid="{660E79CE-BC43-44FF-8C21-A88327A3572F}"/>
    </a:ext>
  </a:extLst>
</a:theme>
</file>

<file path=ppt/theme/theme2.xml><?xml version="1.0" encoding="utf-8"?>
<a:theme xmlns:a="http://schemas.openxmlformats.org/drawingml/2006/main" name="1_Cow-Presentation">
  <a:themeElements>
    <a:clrScheme name="Custom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0C571"/>
      </a:accent1>
      <a:accent2>
        <a:srgbClr val="81935B"/>
      </a:accent2>
      <a:accent3>
        <a:srgbClr val="C17C40"/>
      </a:accent3>
      <a:accent4>
        <a:srgbClr val="694520"/>
      </a:accent4>
      <a:accent5>
        <a:srgbClr val="403228"/>
      </a:accent5>
      <a:accent6>
        <a:srgbClr val="C9AA83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0000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bg1"/>
            </a:solidFill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ketchbubble_MC1_Theme" id="{686A07EB-2B9E-48A0-8CCC-5BAD4BE0E238}" vid="{660E79CE-BC43-44FF-8C21-A88327A3572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 panose="02020502050305020303"/>
        <a:ea typeface=""/>
        <a:cs typeface=""/>
      </a:minorFont>
    </a:fontScheme>
    <a:fmtScheme name="Archway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15BC1FC9-F32C-4048-9052-439CED41F932}" vid="{4FF12325-B8E7-401C-AF33-78C72DDA2CB7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Sketchbubble_MC1_Theme</Template>
  <TotalTime>3474</TotalTime>
  <Words>1944</Words>
  <Application>Microsoft Office PowerPoint</Application>
  <PresentationFormat>Widescreen</PresentationFormat>
  <Paragraphs>338</Paragraphs>
  <Slides>28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Questrial</vt:lpstr>
      <vt:lpstr>Goudy Old Style</vt:lpstr>
      <vt:lpstr>Times New Roman</vt:lpstr>
      <vt:lpstr>Consolas</vt:lpstr>
      <vt:lpstr>roboto</vt:lpstr>
      <vt:lpstr>Calibri</vt:lpstr>
      <vt:lpstr>Felix Titling</vt:lpstr>
      <vt:lpstr>Arial</vt:lpstr>
      <vt:lpstr>Cow-Presentation</vt:lpstr>
      <vt:lpstr>1_Cow-Presentation</vt:lpstr>
      <vt:lpstr>Office Theme</vt:lpstr>
      <vt:lpstr>Archway</vt:lpstr>
      <vt:lpstr>PowerPoint Presentation</vt:lpstr>
      <vt:lpstr>PowerPoint Presentation</vt:lpstr>
      <vt:lpstr>LSD (LUMPY SKIN DISEASE)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Explainable AI (XAI) (LSD)</vt:lpstr>
      <vt:lpstr>PowerPoint Presentation</vt:lpstr>
      <vt:lpstr>PowerPoint Presentation</vt:lpstr>
      <vt:lpstr>Grad-CAM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Ashish Arora</dc:creator>
  <cp:lastModifiedBy>A A Emran</cp:lastModifiedBy>
  <cp:revision>210</cp:revision>
  <cp:lastPrinted>2026-08-18T19:13:51Z</cp:lastPrinted>
  <dcterms:created xsi:type="dcterms:W3CDTF">2021-01-08T08:29:29Z</dcterms:created>
  <dcterms:modified xsi:type="dcterms:W3CDTF">2026-09-10T11:41:16Z</dcterms:modified>
</cp:coreProperties>
</file>